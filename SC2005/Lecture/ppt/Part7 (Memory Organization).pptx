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3"/>
  </p:notesMasterIdLst>
  <p:handoutMasterIdLst>
    <p:handoutMasterId r:id="rId54"/>
  </p:handoutMasterIdLst>
  <p:sldIdLst>
    <p:sldId id="284" r:id="rId2"/>
    <p:sldId id="286" r:id="rId3"/>
    <p:sldId id="355" r:id="rId4"/>
    <p:sldId id="394" r:id="rId5"/>
    <p:sldId id="287" r:id="rId6"/>
    <p:sldId id="401" r:id="rId7"/>
    <p:sldId id="404" r:id="rId8"/>
    <p:sldId id="405" r:id="rId9"/>
    <p:sldId id="402" r:id="rId10"/>
    <p:sldId id="395" r:id="rId11"/>
    <p:sldId id="396" r:id="rId12"/>
    <p:sldId id="406" r:id="rId13"/>
    <p:sldId id="290" r:id="rId14"/>
    <p:sldId id="380" r:id="rId15"/>
    <p:sldId id="356" r:id="rId16"/>
    <p:sldId id="295" r:id="rId17"/>
    <p:sldId id="357" r:id="rId18"/>
    <p:sldId id="381" r:id="rId19"/>
    <p:sldId id="296" r:id="rId20"/>
    <p:sldId id="297" r:id="rId21"/>
    <p:sldId id="359" r:id="rId22"/>
    <p:sldId id="373" r:id="rId23"/>
    <p:sldId id="298" r:id="rId24"/>
    <p:sldId id="360" r:id="rId25"/>
    <p:sldId id="397" r:id="rId26"/>
    <p:sldId id="299" r:id="rId27"/>
    <p:sldId id="300" r:id="rId28"/>
    <p:sldId id="398" r:id="rId29"/>
    <p:sldId id="302" r:id="rId30"/>
    <p:sldId id="377" r:id="rId31"/>
    <p:sldId id="304" r:id="rId32"/>
    <p:sldId id="400" r:id="rId33"/>
    <p:sldId id="306" r:id="rId34"/>
    <p:sldId id="383" r:id="rId35"/>
    <p:sldId id="364" r:id="rId36"/>
    <p:sldId id="308" r:id="rId37"/>
    <p:sldId id="310" r:id="rId38"/>
    <p:sldId id="365" r:id="rId39"/>
    <p:sldId id="314" r:id="rId40"/>
    <p:sldId id="315" r:id="rId41"/>
    <p:sldId id="316" r:id="rId42"/>
    <p:sldId id="368" r:id="rId43"/>
    <p:sldId id="399" r:id="rId44"/>
    <p:sldId id="372" r:id="rId45"/>
    <p:sldId id="431" r:id="rId46"/>
    <p:sldId id="432" r:id="rId47"/>
    <p:sldId id="433" r:id="rId48"/>
    <p:sldId id="434" r:id="rId49"/>
    <p:sldId id="439" r:id="rId50"/>
    <p:sldId id="440" r:id="rId51"/>
    <p:sldId id="441" r:id="rId52"/>
  </p:sldIdLst>
  <p:sldSz cx="9144000" cy="6858000" type="screen4x3"/>
  <p:notesSz cx="7315200" cy="9601200"/>
  <p:defaultTextStyle>
    <a:defPPr>
      <a:defRPr lang="en-US"/>
    </a:defPPr>
    <a:lvl1pPr algn="ctr" rtl="0" eaLnBrk="0" fontAlgn="base" hangingPunct="0">
      <a:spcBef>
        <a:spcPct val="0"/>
      </a:spcBef>
      <a:spcAft>
        <a:spcPct val="0"/>
      </a:spcAft>
      <a:defRPr sz="1400" kern="1200">
        <a:solidFill>
          <a:schemeClr val="tx1"/>
        </a:solidFill>
        <a:latin typeface="Helvetica" charset="0"/>
        <a:ea typeface="+mn-ea"/>
        <a:cs typeface="+mn-cs"/>
      </a:defRPr>
    </a:lvl1pPr>
    <a:lvl2pPr marL="457200" algn="ctr" rtl="0" eaLnBrk="0" fontAlgn="base" hangingPunct="0">
      <a:spcBef>
        <a:spcPct val="0"/>
      </a:spcBef>
      <a:spcAft>
        <a:spcPct val="0"/>
      </a:spcAft>
      <a:defRPr sz="1400" kern="1200">
        <a:solidFill>
          <a:schemeClr val="tx1"/>
        </a:solidFill>
        <a:latin typeface="Helvetica" charset="0"/>
        <a:ea typeface="+mn-ea"/>
        <a:cs typeface="+mn-cs"/>
      </a:defRPr>
    </a:lvl2pPr>
    <a:lvl3pPr marL="914400" algn="ctr" rtl="0" eaLnBrk="0" fontAlgn="base" hangingPunct="0">
      <a:spcBef>
        <a:spcPct val="0"/>
      </a:spcBef>
      <a:spcAft>
        <a:spcPct val="0"/>
      </a:spcAft>
      <a:defRPr sz="1400" kern="1200">
        <a:solidFill>
          <a:schemeClr val="tx1"/>
        </a:solidFill>
        <a:latin typeface="Helvetica" charset="0"/>
        <a:ea typeface="+mn-ea"/>
        <a:cs typeface="+mn-cs"/>
      </a:defRPr>
    </a:lvl3pPr>
    <a:lvl4pPr marL="1371600" algn="ctr" rtl="0" eaLnBrk="0" fontAlgn="base" hangingPunct="0">
      <a:spcBef>
        <a:spcPct val="0"/>
      </a:spcBef>
      <a:spcAft>
        <a:spcPct val="0"/>
      </a:spcAft>
      <a:defRPr sz="1400" kern="1200">
        <a:solidFill>
          <a:schemeClr val="tx1"/>
        </a:solidFill>
        <a:latin typeface="Helvetica" charset="0"/>
        <a:ea typeface="+mn-ea"/>
        <a:cs typeface="+mn-cs"/>
      </a:defRPr>
    </a:lvl4pPr>
    <a:lvl5pPr marL="1828800" algn="ctr" rtl="0" eaLnBrk="0" fontAlgn="base" hangingPunct="0">
      <a:spcBef>
        <a:spcPct val="0"/>
      </a:spcBef>
      <a:spcAft>
        <a:spcPct val="0"/>
      </a:spcAft>
      <a:defRPr sz="1400" kern="1200">
        <a:solidFill>
          <a:schemeClr val="tx1"/>
        </a:solidFill>
        <a:latin typeface="Helvetica" charset="0"/>
        <a:ea typeface="+mn-ea"/>
        <a:cs typeface="+mn-cs"/>
      </a:defRPr>
    </a:lvl5pPr>
    <a:lvl6pPr marL="2286000" algn="l" defTabSz="914400" rtl="0" eaLnBrk="1" latinLnBrk="0" hangingPunct="1">
      <a:defRPr sz="1400" kern="1200">
        <a:solidFill>
          <a:schemeClr val="tx1"/>
        </a:solidFill>
        <a:latin typeface="Helvetica" charset="0"/>
        <a:ea typeface="+mn-ea"/>
        <a:cs typeface="+mn-cs"/>
      </a:defRPr>
    </a:lvl6pPr>
    <a:lvl7pPr marL="2743200" algn="l" defTabSz="914400" rtl="0" eaLnBrk="1" latinLnBrk="0" hangingPunct="1">
      <a:defRPr sz="1400" kern="1200">
        <a:solidFill>
          <a:schemeClr val="tx1"/>
        </a:solidFill>
        <a:latin typeface="Helvetica" charset="0"/>
        <a:ea typeface="+mn-ea"/>
        <a:cs typeface="+mn-cs"/>
      </a:defRPr>
    </a:lvl7pPr>
    <a:lvl8pPr marL="3200400" algn="l" defTabSz="914400" rtl="0" eaLnBrk="1" latinLnBrk="0" hangingPunct="1">
      <a:defRPr sz="1400" kern="1200">
        <a:solidFill>
          <a:schemeClr val="tx1"/>
        </a:solidFill>
        <a:latin typeface="Helvetica" charset="0"/>
        <a:ea typeface="+mn-ea"/>
        <a:cs typeface="+mn-cs"/>
      </a:defRPr>
    </a:lvl8pPr>
    <a:lvl9pPr marL="3657600" algn="l" defTabSz="914400" rtl="0" eaLnBrk="1" latinLnBrk="0" hangingPunct="1">
      <a:defRPr sz="1400" kern="1200">
        <a:solidFill>
          <a:schemeClr val="tx1"/>
        </a:solidFill>
        <a:latin typeface="Helvetica" charset="0"/>
        <a:ea typeface="+mn-ea"/>
        <a:cs typeface="+mn-cs"/>
      </a:defRPr>
    </a:lvl9pPr>
  </p:defaultTextStyle>
  <p:extLst>
    <p:ext uri="{EFAFB233-063F-42B5-8137-9DF3F51BA10A}">
      <p15:sldGuideLst xmlns:p15="http://schemas.microsoft.com/office/powerpoint/2012/main">
        <p15:guide id="1" orient="horz" pos="3816">
          <p15:clr>
            <a:srgbClr val="A4A3A4"/>
          </p15:clr>
        </p15:guide>
        <p15:guide id="2" pos="517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i Wentong (Prof)" initials="CW(" lastIdx="1" clrIdx="0">
    <p:extLst>
      <p:ext uri="{19B8F6BF-5375-455C-9EA6-DF929625EA0E}">
        <p15:presenceInfo xmlns:p15="http://schemas.microsoft.com/office/powerpoint/2012/main" userId="S::aswtcai@staff.main.ntu.edu.sg::b22aa830-216f-40eb-a687-3460ebbcbaa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CCCCFF"/>
    <a:srgbClr val="CCECFF"/>
    <a:srgbClr val="CCFF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94D6A-E88E-4075-8F0A-7A154A6849EF}" v="17" dt="2021-10-13T11:21:21.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89871" autoAdjust="0"/>
  </p:normalViewPr>
  <p:slideViewPr>
    <p:cSldViewPr snapToObjects="1" showGuides="1">
      <p:cViewPr>
        <p:scale>
          <a:sx n="110" d="100"/>
          <a:sy n="110" d="100"/>
        </p:scale>
        <p:origin x="1575" y="-132"/>
      </p:cViewPr>
      <p:guideLst>
        <p:guide orient="horz" pos="3816"/>
        <p:guide pos="5171"/>
      </p:guideLst>
    </p:cSldViewPr>
  </p:slideViewPr>
  <p:outlineViewPr>
    <p:cViewPr>
      <p:scale>
        <a:sx n="33" d="100"/>
        <a:sy n="33" d="100"/>
      </p:scale>
      <p:origin x="0" y="0"/>
    </p:cViewPr>
  </p:outlineViewPr>
  <p:notesTextViewPr>
    <p:cViewPr>
      <p:scale>
        <a:sx n="155" d="100"/>
        <a:sy n="155" d="100"/>
      </p:scale>
      <p:origin x="0" y="0"/>
    </p:cViewPr>
  </p:notesTextViewPr>
  <p:sorterViewPr>
    <p:cViewPr>
      <p:scale>
        <a:sx n="66" d="100"/>
        <a:sy n="66" d="100"/>
      </p:scale>
      <p:origin x="0" y="-1158"/>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 Wentong (Prof)" userId="b22aa830-216f-40eb-a687-3460ebbcbaa9" providerId="ADAL" clId="{3D82CCE2-58BA-4B9E-B294-14278987789A}"/>
    <pc:docChg chg="modSld">
      <pc:chgData name="Cai Wentong (Prof)" userId="b22aa830-216f-40eb-a687-3460ebbcbaa9" providerId="ADAL" clId="{3D82CCE2-58BA-4B9E-B294-14278987789A}" dt="2020-09-03T08:08:40.672" v="224" actId="1076"/>
      <pc:docMkLst>
        <pc:docMk/>
      </pc:docMkLst>
      <pc:sldChg chg="modSp mod modNotesTx">
        <pc:chgData name="Cai Wentong (Prof)" userId="b22aa830-216f-40eb-a687-3460ebbcbaa9" providerId="ADAL" clId="{3D82CCE2-58BA-4B9E-B294-14278987789A}" dt="2020-09-03T08:08:40.672" v="224" actId="1076"/>
        <pc:sldMkLst>
          <pc:docMk/>
          <pc:sldMk cId="0" sldId="290"/>
        </pc:sldMkLst>
        <pc:spChg chg="mod">
          <ac:chgData name="Cai Wentong (Prof)" userId="b22aa830-216f-40eb-a687-3460ebbcbaa9" providerId="ADAL" clId="{3D82CCE2-58BA-4B9E-B294-14278987789A}" dt="2020-09-03T08:04:22.014" v="201" actId="1076"/>
          <ac:spMkLst>
            <pc:docMk/>
            <pc:sldMk cId="0" sldId="290"/>
            <ac:spMk id="14338" creationId="{00000000-0000-0000-0000-000000000000}"/>
          </ac:spMkLst>
        </pc:spChg>
        <pc:spChg chg="mod">
          <ac:chgData name="Cai Wentong (Prof)" userId="b22aa830-216f-40eb-a687-3460ebbcbaa9" providerId="ADAL" clId="{3D82CCE2-58BA-4B9E-B294-14278987789A}" dt="2020-09-03T08:08:22.549" v="223" actId="1076"/>
          <ac:spMkLst>
            <pc:docMk/>
            <pc:sldMk cId="0" sldId="290"/>
            <ac:spMk id="14340"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42"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43"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45"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47"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1"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2"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3"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4"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5" creationId="{00000000-0000-0000-0000-000000000000}"/>
          </ac:spMkLst>
        </pc:spChg>
        <pc:spChg chg="mod">
          <ac:chgData name="Cai Wentong (Prof)" userId="b22aa830-216f-40eb-a687-3460ebbcbaa9" providerId="ADAL" clId="{3D82CCE2-58BA-4B9E-B294-14278987789A}" dt="2020-09-03T08:08:40.672" v="224" actId="1076"/>
          <ac:spMkLst>
            <pc:docMk/>
            <pc:sldMk cId="0" sldId="290"/>
            <ac:spMk id="14356" creationId="{00000000-0000-0000-0000-000000000000}"/>
          </ac:spMkLst>
        </pc:spChg>
        <pc:grpChg chg="mod">
          <ac:chgData name="Cai Wentong (Prof)" userId="b22aa830-216f-40eb-a687-3460ebbcbaa9" providerId="ADAL" clId="{3D82CCE2-58BA-4B9E-B294-14278987789A}" dt="2020-09-03T08:08:40.672" v="224" actId="1076"/>
          <ac:grpSpMkLst>
            <pc:docMk/>
            <pc:sldMk cId="0" sldId="290"/>
            <ac:grpSpMk id="14341" creationId="{00000000-0000-0000-0000-000000000000}"/>
          </ac:grpSpMkLst>
        </pc:grpChg>
        <pc:cxnChg chg="mod">
          <ac:chgData name="Cai Wentong (Prof)" userId="b22aa830-216f-40eb-a687-3460ebbcbaa9" providerId="ADAL" clId="{3D82CCE2-58BA-4B9E-B294-14278987789A}" dt="2020-09-03T08:08:40.672" v="224" actId="1076"/>
          <ac:cxnSpMkLst>
            <pc:docMk/>
            <pc:sldMk cId="0" sldId="290"/>
            <ac:cxnSpMk id="14344" creationId="{00000000-0000-0000-0000-000000000000}"/>
          </ac:cxnSpMkLst>
        </pc:cxnChg>
        <pc:cxnChg chg="mod">
          <ac:chgData name="Cai Wentong (Prof)" userId="b22aa830-216f-40eb-a687-3460ebbcbaa9" providerId="ADAL" clId="{3D82CCE2-58BA-4B9E-B294-14278987789A}" dt="2020-09-03T08:08:40.672" v="224" actId="1076"/>
          <ac:cxnSpMkLst>
            <pc:docMk/>
            <pc:sldMk cId="0" sldId="290"/>
            <ac:cxnSpMk id="14346" creationId="{00000000-0000-0000-0000-000000000000}"/>
          </ac:cxnSpMkLst>
        </pc:cxnChg>
        <pc:cxnChg chg="mod">
          <ac:chgData name="Cai Wentong (Prof)" userId="b22aa830-216f-40eb-a687-3460ebbcbaa9" providerId="ADAL" clId="{3D82CCE2-58BA-4B9E-B294-14278987789A}" dt="2020-09-03T08:08:40.672" v="224" actId="1076"/>
          <ac:cxnSpMkLst>
            <pc:docMk/>
            <pc:sldMk cId="0" sldId="290"/>
            <ac:cxnSpMk id="14348" creationId="{00000000-0000-0000-0000-000000000000}"/>
          </ac:cxnSpMkLst>
        </pc:cxnChg>
        <pc:cxnChg chg="mod">
          <ac:chgData name="Cai Wentong (Prof)" userId="b22aa830-216f-40eb-a687-3460ebbcbaa9" providerId="ADAL" clId="{3D82CCE2-58BA-4B9E-B294-14278987789A}" dt="2020-09-03T08:08:40.672" v="224" actId="1076"/>
          <ac:cxnSpMkLst>
            <pc:docMk/>
            <pc:sldMk cId="0" sldId="290"/>
            <ac:cxnSpMk id="14349" creationId="{00000000-0000-0000-0000-000000000000}"/>
          </ac:cxnSpMkLst>
        </pc:cxnChg>
        <pc:cxnChg chg="mod">
          <ac:chgData name="Cai Wentong (Prof)" userId="b22aa830-216f-40eb-a687-3460ebbcbaa9" providerId="ADAL" clId="{3D82CCE2-58BA-4B9E-B294-14278987789A}" dt="2020-09-03T08:08:40.672" v="224" actId="1076"/>
          <ac:cxnSpMkLst>
            <pc:docMk/>
            <pc:sldMk cId="0" sldId="290"/>
            <ac:cxnSpMk id="14350" creationId="{00000000-0000-0000-0000-000000000000}"/>
          </ac:cxnSpMkLst>
        </pc:cxnChg>
      </pc:sldChg>
      <pc:sldChg chg="modNotesTx">
        <pc:chgData name="Cai Wentong (Prof)" userId="b22aa830-216f-40eb-a687-3460ebbcbaa9" providerId="ADAL" clId="{3D82CCE2-58BA-4B9E-B294-14278987789A}" dt="2020-09-03T08:06:27.344" v="210" actId="20577"/>
        <pc:sldMkLst>
          <pc:docMk/>
          <pc:sldMk cId="2803010623" sldId="406"/>
        </pc:sldMkLst>
      </pc:sldChg>
    </pc:docChg>
  </pc:docChgLst>
  <pc:docChgLst>
    <pc:chgData name="Cai Wentong (Prof)" userId="b22aa830-216f-40eb-a687-3460ebbcbaa9" providerId="ADAL" clId="{628E8A63-38BA-4231-AEB2-892A2B8C36DF}"/>
    <pc:docChg chg="undo custSel addSld delSld modSld sldOrd">
      <pc:chgData name="Cai Wentong (Prof)" userId="b22aa830-216f-40eb-a687-3460ebbcbaa9" providerId="ADAL" clId="{628E8A63-38BA-4231-AEB2-892A2B8C36DF}" dt="2020-10-15T01:10:07.919" v="3977" actId="20577"/>
      <pc:docMkLst>
        <pc:docMk/>
      </pc:docMkLst>
      <pc:sldChg chg="addCm modNotesTx">
        <pc:chgData name="Cai Wentong (Prof)" userId="b22aa830-216f-40eb-a687-3460ebbcbaa9" providerId="ADAL" clId="{628E8A63-38BA-4231-AEB2-892A2B8C36DF}" dt="2020-10-08T01:01:50.132" v="3921" actId="1589"/>
        <pc:sldMkLst>
          <pc:docMk/>
          <pc:sldMk cId="0" sldId="284"/>
        </pc:sldMkLst>
      </pc:sldChg>
      <pc:sldChg chg="addSp modSp mod">
        <pc:chgData name="Cai Wentong (Prof)" userId="b22aa830-216f-40eb-a687-3460ebbcbaa9" providerId="ADAL" clId="{628E8A63-38BA-4231-AEB2-892A2B8C36DF}" dt="2020-09-05T08:23:44.373" v="721" actId="1076"/>
        <pc:sldMkLst>
          <pc:docMk/>
          <pc:sldMk cId="0" sldId="286"/>
        </pc:sldMkLst>
        <pc:spChg chg="add mod">
          <ac:chgData name="Cai Wentong (Prof)" userId="b22aa830-216f-40eb-a687-3460ebbcbaa9" providerId="ADAL" clId="{628E8A63-38BA-4231-AEB2-892A2B8C36DF}" dt="2020-09-05T08:23:44.373" v="721" actId="1076"/>
          <ac:spMkLst>
            <pc:docMk/>
            <pc:sldMk cId="0" sldId="286"/>
            <ac:spMk id="2" creationId="{E25B4005-4130-4FBB-8542-B68E137D1D21}"/>
          </ac:spMkLst>
        </pc:spChg>
        <pc:spChg chg="add mod">
          <ac:chgData name="Cai Wentong (Prof)" userId="b22aa830-216f-40eb-a687-3460ebbcbaa9" providerId="ADAL" clId="{628E8A63-38BA-4231-AEB2-892A2B8C36DF}" dt="2020-09-05T08:23:25.381" v="718" actId="1076"/>
          <ac:spMkLst>
            <pc:docMk/>
            <pc:sldMk cId="0" sldId="286"/>
            <ac:spMk id="3" creationId="{AFC74E8C-C9AC-4536-8009-495483C8B739}"/>
          </ac:spMkLst>
        </pc:spChg>
      </pc:sldChg>
      <pc:sldChg chg="modNotesTx">
        <pc:chgData name="Cai Wentong (Prof)" userId="b22aa830-216f-40eb-a687-3460ebbcbaa9" providerId="ADAL" clId="{628E8A63-38BA-4231-AEB2-892A2B8C36DF}" dt="2020-09-05T07:48:44.347" v="503" actId="20577"/>
        <pc:sldMkLst>
          <pc:docMk/>
          <pc:sldMk cId="0" sldId="295"/>
        </pc:sldMkLst>
      </pc:sldChg>
      <pc:sldChg chg="modNotesTx">
        <pc:chgData name="Cai Wentong (Prof)" userId="b22aa830-216f-40eb-a687-3460ebbcbaa9" providerId="ADAL" clId="{628E8A63-38BA-4231-AEB2-892A2B8C36DF}" dt="2020-09-05T08:18:34.616" v="696" actId="20577"/>
        <pc:sldMkLst>
          <pc:docMk/>
          <pc:sldMk cId="0" sldId="296"/>
        </pc:sldMkLst>
      </pc:sldChg>
      <pc:sldChg chg="modNotesTx">
        <pc:chgData name="Cai Wentong (Prof)" userId="b22aa830-216f-40eb-a687-3460ebbcbaa9" providerId="ADAL" clId="{628E8A63-38BA-4231-AEB2-892A2B8C36DF}" dt="2020-10-07T13:32:11.872" v="3788" actId="20577"/>
        <pc:sldMkLst>
          <pc:docMk/>
          <pc:sldMk cId="0" sldId="298"/>
        </pc:sldMkLst>
      </pc:sldChg>
      <pc:sldChg chg="modSp modNotesTx">
        <pc:chgData name="Cai Wentong (Prof)" userId="b22aa830-216f-40eb-a687-3460ebbcbaa9" providerId="ADAL" clId="{628E8A63-38BA-4231-AEB2-892A2B8C36DF}" dt="2020-10-07T13:39:18.322" v="3801" actId="1076"/>
        <pc:sldMkLst>
          <pc:docMk/>
          <pc:sldMk cId="0" sldId="300"/>
        </pc:sldMkLst>
        <pc:spChg chg="mod">
          <ac:chgData name="Cai Wentong (Prof)" userId="b22aa830-216f-40eb-a687-3460ebbcbaa9" providerId="ADAL" clId="{628E8A63-38BA-4231-AEB2-892A2B8C36DF}" dt="2020-10-07T13:39:18.322" v="3801" actId="1076"/>
          <ac:spMkLst>
            <pc:docMk/>
            <pc:sldMk cId="0" sldId="300"/>
            <ac:spMk id="75781" creationId="{00000000-0000-0000-0000-000000000000}"/>
          </ac:spMkLst>
        </pc:spChg>
        <pc:spChg chg="mod">
          <ac:chgData name="Cai Wentong (Prof)" userId="b22aa830-216f-40eb-a687-3460ebbcbaa9" providerId="ADAL" clId="{628E8A63-38BA-4231-AEB2-892A2B8C36DF}" dt="2020-10-07T13:38:52.699" v="3794" actId="20577"/>
          <ac:spMkLst>
            <pc:docMk/>
            <pc:sldMk cId="0" sldId="300"/>
            <ac:spMk id="75782" creationId="{00000000-0000-0000-0000-000000000000}"/>
          </ac:spMkLst>
        </pc:spChg>
      </pc:sldChg>
      <pc:sldChg chg="modSp mod modNotesTx">
        <pc:chgData name="Cai Wentong (Prof)" userId="b22aa830-216f-40eb-a687-3460ebbcbaa9" providerId="ADAL" clId="{628E8A63-38BA-4231-AEB2-892A2B8C36DF}" dt="2020-10-07T13:46:08.421" v="3808"/>
        <pc:sldMkLst>
          <pc:docMk/>
          <pc:sldMk cId="0" sldId="302"/>
        </pc:sldMkLst>
        <pc:spChg chg="mod">
          <ac:chgData name="Cai Wentong (Prof)" userId="b22aa830-216f-40eb-a687-3460ebbcbaa9" providerId="ADAL" clId="{628E8A63-38BA-4231-AEB2-892A2B8C36DF}" dt="2020-09-11T09:34:49.079" v="2899" actId="20577"/>
          <ac:spMkLst>
            <pc:docMk/>
            <pc:sldMk cId="0" sldId="302"/>
            <ac:spMk id="30724" creationId="{00000000-0000-0000-0000-000000000000}"/>
          </ac:spMkLst>
        </pc:spChg>
      </pc:sldChg>
      <pc:sldChg chg="modNotesTx">
        <pc:chgData name="Cai Wentong (Prof)" userId="b22aa830-216f-40eb-a687-3460ebbcbaa9" providerId="ADAL" clId="{628E8A63-38BA-4231-AEB2-892A2B8C36DF}" dt="2020-09-06T12:57:25.951" v="1417" actId="20577"/>
        <pc:sldMkLst>
          <pc:docMk/>
          <pc:sldMk cId="0" sldId="304"/>
        </pc:sldMkLst>
      </pc:sldChg>
      <pc:sldChg chg="addSp modSp mod">
        <pc:chgData name="Cai Wentong (Prof)" userId="b22aa830-216f-40eb-a687-3460ebbcbaa9" providerId="ADAL" clId="{628E8A63-38BA-4231-AEB2-892A2B8C36DF}" dt="2020-09-11T09:34:23.889" v="2893" actId="20577"/>
        <pc:sldMkLst>
          <pc:docMk/>
          <pc:sldMk cId="0" sldId="306"/>
        </pc:sldMkLst>
        <pc:spChg chg="mod">
          <ac:chgData name="Cai Wentong (Prof)" userId="b22aa830-216f-40eb-a687-3460ebbcbaa9" providerId="ADAL" clId="{628E8A63-38BA-4231-AEB2-892A2B8C36DF}" dt="2020-09-06T13:06:21.101" v="1509" actId="1076"/>
          <ac:spMkLst>
            <pc:docMk/>
            <pc:sldMk cId="0" sldId="306"/>
            <ac:spMk id="6" creationId="{630E5269-BBF2-4A88-86C0-361B7929CEF5}"/>
          </ac:spMkLst>
        </pc:spChg>
        <pc:spChg chg="mod">
          <ac:chgData name="Cai Wentong (Prof)" userId="b22aa830-216f-40eb-a687-3460ebbcbaa9" providerId="ADAL" clId="{628E8A63-38BA-4231-AEB2-892A2B8C36DF}" dt="2020-09-06T13:06:21.101" v="1509" actId="1076"/>
          <ac:spMkLst>
            <pc:docMk/>
            <pc:sldMk cId="0" sldId="306"/>
            <ac:spMk id="7" creationId="{3AD4F654-7487-459C-836E-503B5196D4DF}"/>
          </ac:spMkLst>
        </pc:spChg>
        <pc:spChg chg="mod">
          <ac:chgData name="Cai Wentong (Prof)" userId="b22aa830-216f-40eb-a687-3460ebbcbaa9" providerId="ADAL" clId="{628E8A63-38BA-4231-AEB2-892A2B8C36DF}" dt="2020-09-06T13:06:21.101" v="1509" actId="1076"/>
          <ac:spMkLst>
            <pc:docMk/>
            <pc:sldMk cId="0" sldId="306"/>
            <ac:spMk id="8" creationId="{4B467ECE-CAB4-408B-B724-32FF0A519E5C}"/>
          </ac:spMkLst>
        </pc:spChg>
        <pc:spChg chg="mod">
          <ac:chgData name="Cai Wentong (Prof)" userId="b22aa830-216f-40eb-a687-3460ebbcbaa9" providerId="ADAL" clId="{628E8A63-38BA-4231-AEB2-892A2B8C36DF}" dt="2020-09-06T13:06:21.101" v="1509" actId="1076"/>
          <ac:spMkLst>
            <pc:docMk/>
            <pc:sldMk cId="0" sldId="306"/>
            <ac:spMk id="9" creationId="{EA347CBA-46AE-42A7-8FF0-B7F96BBF42B4}"/>
          </ac:spMkLst>
        </pc:spChg>
        <pc:spChg chg="mod">
          <ac:chgData name="Cai Wentong (Prof)" userId="b22aa830-216f-40eb-a687-3460ebbcbaa9" providerId="ADAL" clId="{628E8A63-38BA-4231-AEB2-892A2B8C36DF}" dt="2020-09-06T13:06:21.101" v="1509" actId="1076"/>
          <ac:spMkLst>
            <pc:docMk/>
            <pc:sldMk cId="0" sldId="306"/>
            <ac:spMk id="10" creationId="{1C058E8A-54B8-4943-B217-14659C472FCD}"/>
          </ac:spMkLst>
        </pc:spChg>
        <pc:spChg chg="mod">
          <ac:chgData name="Cai Wentong (Prof)" userId="b22aa830-216f-40eb-a687-3460ebbcbaa9" providerId="ADAL" clId="{628E8A63-38BA-4231-AEB2-892A2B8C36DF}" dt="2020-09-06T13:06:21.101" v="1509" actId="1076"/>
          <ac:spMkLst>
            <pc:docMk/>
            <pc:sldMk cId="0" sldId="306"/>
            <ac:spMk id="11" creationId="{965AE9D8-6473-4D13-B96D-08134159ADF3}"/>
          </ac:spMkLst>
        </pc:spChg>
        <pc:spChg chg="mod">
          <ac:chgData name="Cai Wentong (Prof)" userId="b22aa830-216f-40eb-a687-3460ebbcbaa9" providerId="ADAL" clId="{628E8A63-38BA-4231-AEB2-892A2B8C36DF}" dt="2020-09-06T13:06:21.101" v="1509" actId="1076"/>
          <ac:spMkLst>
            <pc:docMk/>
            <pc:sldMk cId="0" sldId="306"/>
            <ac:spMk id="12" creationId="{E24A5AD1-348D-4B33-91E8-C0AD0AFF8B06}"/>
          </ac:spMkLst>
        </pc:spChg>
        <pc:spChg chg="mod">
          <ac:chgData name="Cai Wentong (Prof)" userId="b22aa830-216f-40eb-a687-3460ebbcbaa9" providerId="ADAL" clId="{628E8A63-38BA-4231-AEB2-892A2B8C36DF}" dt="2020-09-06T13:06:21.101" v="1509" actId="1076"/>
          <ac:spMkLst>
            <pc:docMk/>
            <pc:sldMk cId="0" sldId="306"/>
            <ac:spMk id="13" creationId="{F2FB1E5D-FC20-4465-9ECB-4B9DE03B2722}"/>
          </ac:spMkLst>
        </pc:spChg>
        <pc:spChg chg="mod">
          <ac:chgData name="Cai Wentong (Prof)" userId="b22aa830-216f-40eb-a687-3460ebbcbaa9" providerId="ADAL" clId="{628E8A63-38BA-4231-AEB2-892A2B8C36DF}" dt="2020-09-11T09:34:23.889" v="2893" actId="20577"/>
          <ac:spMkLst>
            <pc:docMk/>
            <pc:sldMk cId="0" sldId="306"/>
            <ac:spMk id="33796" creationId="{00000000-0000-0000-0000-000000000000}"/>
          </ac:spMkLst>
        </pc:spChg>
        <pc:grpChg chg="add mod">
          <ac:chgData name="Cai Wentong (Prof)" userId="b22aa830-216f-40eb-a687-3460ebbcbaa9" providerId="ADAL" clId="{628E8A63-38BA-4231-AEB2-892A2B8C36DF}" dt="2020-09-06T13:06:21.101" v="1509" actId="1076"/>
          <ac:grpSpMkLst>
            <pc:docMk/>
            <pc:sldMk cId="0" sldId="306"/>
            <ac:grpSpMk id="5" creationId="{6B72AFE7-07E9-418B-B53D-E1B15E28AFD6}"/>
          </ac:grpSpMkLst>
        </pc:grpChg>
      </pc:sldChg>
      <pc:sldChg chg="addSp delSp modSp add del mod">
        <pc:chgData name="Cai Wentong (Prof)" userId="b22aa830-216f-40eb-a687-3460ebbcbaa9" providerId="ADAL" clId="{628E8A63-38BA-4231-AEB2-892A2B8C36DF}" dt="2020-09-06T13:07:33.410" v="1513" actId="2696"/>
        <pc:sldMkLst>
          <pc:docMk/>
          <pc:sldMk cId="0" sldId="307"/>
        </pc:sldMkLst>
        <pc:spChg chg="add del mod topLvl">
          <ac:chgData name="Cai Wentong (Prof)" userId="b22aa830-216f-40eb-a687-3460ebbcbaa9" providerId="ADAL" clId="{628E8A63-38BA-4231-AEB2-892A2B8C36DF}" dt="2020-09-06T10:25:54.035" v="1398" actId="21"/>
          <ac:spMkLst>
            <pc:docMk/>
            <pc:sldMk cId="0" sldId="307"/>
            <ac:spMk id="7" creationId="{1DFC419E-0D57-4C97-91B5-0390012BAD5D}"/>
          </ac:spMkLst>
        </pc:spChg>
        <pc:spChg chg="mod topLvl">
          <ac:chgData name="Cai Wentong (Prof)" userId="b22aa830-216f-40eb-a687-3460ebbcbaa9" providerId="ADAL" clId="{628E8A63-38BA-4231-AEB2-892A2B8C36DF}" dt="2020-09-06T10:27:18.890" v="1411" actId="1076"/>
          <ac:spMkLst>
            <pc:docMk/>
            <pc:sldMk cId="0" sldId="307"/>
            <ac:spMk id="8" creationId="{89BB7FB5-CE18-4901-87B2-C1DC0A09DDCF}"/>
          </ac:spMkLst>
        </pc:spChg>
        <pc:spChg chg="mod topLvl">
          <ac:chgData name="Cai Wentong (Prof)" userId="b22aa830-216f-40eb-a687-3460ebbcbaa9" providerId="ADAL" clId="{628E8A63-38BA-4231-AEB2-892A2B8C36DF}" dt="2020-09-06T10:27:18.890" v="1411" actId="1076"/>
          <ac:spMkLst>
            <pc:docMk/>
            <pc:sldMk cId="0" sldId="307"/>
            <ac:spMk id="9" creationId="{75AC28C7-3FED-4450-A4F2-A02BFA7AC47E}"/>
          </ac:spMkLst>
        </pc:spChg>
        <pc:spChg chg="mod topLvl">
          <ac:chgData name="Cai Wentong (Prof)" userId="b22aa830-216f-40eb-a687-3460ebbcbaa9" providerId="ADAL" clId="{628E8A63-38BA-4231-AEB2-892A2B8C36DF}" dt="2020-09-06T10:27:18.890" v="1411" actId="1076"/>
          <ac:spMkLst>
            <pc:docMk/>
            <pc:sldMk cId="0" sldId="307"/>
            <ac:spMk id="10" creationId="{BCF1FE93-40AC-4084-87E2-CECA9C86716C}"/>
          </ac:spMkLst>
        </pc:spChg>
        <pc:spChg chg="mod topLvl">
          <ac:chgData name="Cai Wentong (Prof)" userId="b22aa830-216f-40eb-a687-3460ebbcbaa9" providerId="ADAL" clId="{628E8A63-38BA-4231-AEB2-892A2B8C36DF}" dt="2020-09-06T10:27:18.890" v="1411" actId="1076"/>
          <ac:spMkLst>
            <pc:docMk/>
            <pc:sldMk cId="0" sldId="307"/>
            <ac:spMk id="11" creationId="{9871C087-AC1A-4755-B6D9-CE795BDB5206}"/>
          </ac:spMkLst>
        </pc:spChg>
        <pc:spChg chg="del mod topLvl">
          <ac:chgData name="Cai Wentong (Prof)" userId="b22aa830-216f-40eb-a687-3460ebbcbaa9" providerId="ADAL" clId="{628E8A63-38BA-4231-AEB2-892A2B8C36DF}" dt="2020-09-06T10:26:10.155" v="1401" actId="21"/>
          <ac:spMkLst>
            <pc:docMk/>
            <pc:sldMk cId="0" sldId="307"/>
            <ac:spMk id="12" creationId="{5CB6532E-DCAC-430A-AF17-47BF101F6B6F}"/>
          </ac:spMkLst>
        </pc:spChg>
        <pc:spChg chg="mod topLvl">
          <ac:chgData name="Cai Wentong (Prof)" userId="b22aa830-216f-40eb-a687-3460ebbcbaa9" providerId="ADAL" clId="{628E8A63-38BA-4231-AEB2-892A2B8C36DF}" dt="2020-09-06T10:27:18.890" v="1411" actId="1076"/>
          <ac:spMkLst>
            <pc:docMk/>
            <pc:sldMk cId="0" sldId="307"/>
            <ac:spMk id="13" creationId="{2A1B33B6-09AB-4AA2-A8F6-A162F0E7E2B2}"/>
          </ac:spMkLst>
        </pc:spChg>
        <pc:spChg chg="del mod topLvl">
          <ac:chgData name="Cai Wentong (Prof)" userId="b22aa830-216f-40eb-a687-3460ebbcbaa9" providerId="ADAL" clId="{628E8A63-38BA-4231-AEB2-892A2B8C36DF}" dt="2020-09-06T10:26:18.884" v="1404" actId="21"/>
          <ac:spMkLst>
            <pc:docMk/>
            <pc:sldMk cId="0" sldId="307"/>
            <ac:spMk id="14" creationId="{F9A247F8-38CA-4FC1-991D-1261EFBF1A1B}"/>
          </ac:spMkLst>
        </pc:spChg>
        <pc:spChg chg="mod topLvl">
          <ac:chgData name="Cai Wentong (Prof)" userId="b22aa830-216f-40eb-a687-3460ebbcbaa9" providerId="ADAL" clId="{628E8A63-38BA-4231-AEB2-892A2B8C36DF}" dt="2020-09-06T10:27:18.890" v="1411" actId="1076"/>
          <ac:spMkLst>
            <pc:docMk/>
            <pc:sldMk cId="0" sldId="307"/>
            <ac:spMk id="15" creationId="{3558D674-D749-4C57-8FB7-E09E60EB4E27}"/>
          </ac:spMkLst>
        </pc:spChg>
        <pc:spChg chg="mod topLvl">
          <ac:chgData name="Cai Wentong (Prof)" userId="b22aa830-216f-40eb-a687-3460ebbcbaa9" providerId="ADAL" clId="{628E8A63-38BA-4231-AEB2-892A2B8C36DF}" dt="2020-09-06T10:27:18.890" v="1411" actId="1076"/>
          <ac:spMkLst>
            <pc:docMk/>
            <pc:sldMk cId="0" sldId="307"/>
            <ac:spMk id="16" creationId="{746B2099-E302-4596-AF74-E33399DDDCE6}"/>
          </ac:spMkLst>
        </pc:spChg>
        <pc:spChg chg="mod topLvl">
          <ac:chgData name="Cai Wentong (Prof)" userId="b22aa830-216f-40eb-a687-3460ebbcbaa9" providerId="ADAL" clId="{628E8A63-38BA-4231-AEB2-892A2B8C36DF}" dt="2020-09-06T10:27:18.890" v="1411" actId="1076"/>
          <ac:spMkLst>
            <pc:docMk/>
            <pc:sldMk cId="0" sldId="307"/>
            <ac:spMk id="17" creationId="{A24281DE-2BB1-4865-8D6F-FD58F785F18F}"/>
          </ac:spMkLst>
        </pc:spChg>
        <pc:spChg chg="mod">
          <ac:chgData name="Cai Wentong (Prof)" userId="b22aa830-216f-40eb-a687-3460ebbcbaa9" providerId="ADAL" clId="{628E8A63-38BA-4231-AEB2-892A2B8C36DF}" dt="2020-09-06T10:27:12.449" v="1410" actId="948"/>
          <ac:spMkLst>
            <pc:docMk/>
            <pc:sldMk cId="0" sldId="307"/>
            <ac:spMk id="35843" creationId="{00000000-0000-0000-0000-000000000000}"/>
          </ac:spMkLst>
        </pc:spChg>
        <pc:grpChg chg="add del mod">
          <ac:chgData name="Cai Wentong (Prof)" userId="b22aa830-216f-40eb-a687-3460ebbcbaa9" providerId="ADAL" clId="{628E8A63-38BA-4231-AEB2-892A2B8C36DF}" dt="2020-09-06T13:03:51.875" v="1488" actId="21"/>
          <ac:grpSpMkLst>
            <pc:docMk/>
            <pc:sldMk cId="0" sldId="307"/>
            <ac:grpSpMk id="2" creationId="{DA1DF301-57AD-4E28-A8EB-62649A50AB49}"/>
          </ac:grpSpMkLst>
        </pc:grpChg>
        <pc:grpChg chg="add del mod">
          <ac:chgData name="Cai Wentong (Prof)" userId="b22aa830-216f-40eb-a687-3460ebbcbaa9" providerId="ADAL" clId="{628E8A63-38BA-4231-AEB2-892A2B8C36DF}" dt="2020-09-06T10:25:43.751" v="1395" actId="165"/>
          <ac:grpSpMkLst>
            <pc:docMk/>
            <pc:sldMk cId="0" sldId="307"/>
            <ac:grpSpMk id="5" creationId="{5627C9A3-E642-465D-8B59-EDFC121A15E2}"/>
          </ac:grpSpMkLst>
        </pc:grpChg>
        <pc:grpChg chg="add del mod topLvl">
          <ac:chgData name="Cai Wentong (Prof)" userId="b22aa830-216f-40eb-a687-3460ebbcbaa9" providerId="ADAL" clId="{628E8A63-38BA-4231-AEB2-892A2B8C36DF}" dt="2020-09-06T10:26:00.822" v="1399" actId="165"/>
          <ac:grpSpMkLst>
            <pc:docMk/>
            <pc:sldMk cId="0" sldId="307"/>
            <ac:grpSpMk id="6" creationId="{A5282AAD-290F-4743-81AB-35DAF78BF0F1}"/>
          </ac:grpSpMkLst>
        </pc:grpChg>
      </pc:sldChg>
      <pc:sldChg chg="modNotesTx">
        <pc:chgData name="Cai Wentong (Prof)" userId="b22aa830-216f-40eb-a687-3460ebbcbaa9" providerId="ADAL" clId="{628E8A63-38BA-4231-AEB2-892A2B8C36DF}" dt="2020-09-11T12:30:19.042" v="3060" actId="20577"/>
        <pc:sldMkLst>
          <pc:docMk/>
          <pc:sldMk cId="0" sldId="308"/>
        </pc:sldMkLst>
      </pc:sldChg>
      <pc:sldChg chg="modNotesTx">
        <pc:chgData name="Cai Wentong (Prof)" userId="b22aa830-216f-40eb-a687-3460ebbcbaa9" providerId="ADAL" clId="{628E8A63-38BA-4231-AEB2-892A2B8C36DF}" dt="2020-10-07T14:02:11.968" v="3920" actId="20577"/>
        <pc:sldMkLst>
          <pc:docMk/>
          <pc:sldMk cId="0" sldId="310"/>
        </pc:sldMkLst>
      </pc:sldChg>
      <pc:sldChg chg="modSp mod modNotesTx">
        <pc:chgData name="Cai Wentong (Prof)" userId="b22aa830-216f-40eb-a687-3460ebbcbaa9" providerId="ADAL" clId="{628E8A63-38BA-4231-AEB2-892A2B8C36DF}" dt="2020-10-13T13:31:45.123" v="3973" actId="20577"/>
        <pc:sldMkLst>
          <pc:docMk/>
          <pc:sldMk cId="0" sldId="314"/>
        </pc:sldMkLst>
        <pc:spChg chg="mod">
          <ac:chgData name="Cai Wentong (Prof)" userId="b22aa830-216f-40eb-a687-3460ebbcbaa9" providerId="ADAL" clId="{628E8A63-38BA-4231-AEB2-892A2B8C36DF}" dt="2020-10-13T13:31:45.123" v="3973" actId="20577"/>
          <ac:spMkLst>
            <pc:docMk/>
            <pc:sldMk cId="0" sldId="314"/>
            <ac:spMk id="41988" creationId="{00000000-0000-0000-0000-000000000000}"/>
          </ac:spMkLst>
        </pc:spChg>
      </pc:sldChg>
      <pc:sldChg chg="modNotesTx">
        <pc:chgData name="Cai Wentong (Prof)" userId="b22aa830-216f-40eb-a687-3460ebbcbaa9" providerId="ADAL" clId="{628E8A63-38BA-4231-AEB2-892A2B8C36DF}" dt="2020-10-15T01:10:07.919" v="3977" actId="20577"/>
        <pc:sldMkLst>
          <pc:docMk/>
          <pc:sldMk cId="0" sldId="315"/>
        </pc:sldMkLst>
      </pc:sldChg>
      <pc:sldChg chg="addSp mod modNotesTx">
        <pc:chgData name="Cai Wentong (Prof)" userId="b22aa830-216f-40eb-a687-3460ebbcbaa9" providerId="ADAL" clId="{628E8A63-38BA-4231-AEB2-892A2B8C36DF}" dt="2020-10-12T10:55:11.725" v="3924" actId="9405"/>
        <pc:sldMkLst>
          <pc:docMk/>
          <pc:sldMk cId="0" sldId="356"/>
        </pc:sldMkLst>
        <pc:inkChg chg="add">
          <ac:chgData name="Cai Wentong (Prof)" userId="b22aa830-216f-40eb-a687-3460ebbcbaa9" providerId="ADAL" clId="{628E8A63-38BA-4231-AEB2-892A2B8C36DF}" dt="2020-10-12T10:54:55.523" v="3922" actId="9405"/>
          <ac:inkMkLst>
            <pc:docMk/>
            <pc:sldMk cId="0" sldId="356"/>
            <ac:inkMk id="2" creationId="{BD04B8C4-576A-4A7A-AF6E-2183108ECEF2}"/>
          </ac:inkMkLst>
        </pc:inkChg>
        <pc:inkChg chg="add">
          <ac:chgData name="Cai Wentong (Prof)" userId="b22aa830-216f-40eb-a687-3460ebbcbaa9" providerId="ADAL" clId="{628E8A63-38BA-4231-AEB2-892A2B8C36DF}" dt="2020-10-12T10:54:58.795" v="3923" actId="9405"/>
          <ac:inkMkLst>
            <pc:docMk/>
            <pc:sldMk cId="0" sldId="356"/>
            <ac:inkMk id="3" creationId="{1A190B62-5F35-463D-A044-D3BC021C436C}"/>
          </ac:inkMkLst>
        </pc:inkChg>
        <pc:inkChg chg="add">
          <ac:chgData name="Cai Wentong (Prof)" userId="b22aa830-216f-40eb-a687-3460ebbcbaa9" providerId="ADAL" clId="{628E8A63-38BA-4231-AEB2-892A2B8C36DF}" dt="2020-10-12T10:55:11.725" v="3924" actId="9405"/>
          <ac:inkMkLst>
            <pc:docMk/>
            <pc:sldMk cId="0" sldId="356"/>
            <ac:inkMk id="4" creationId="{DAA44CEB-B7E2-4A40-8413-202E8F42D06D}"/>
          </ac:inkMkLst>
        </pc:inkChg>
      </pc:sldChg>
      <pc:sldChg chg="addSp modSp">
        <pc:chgData name="Cai Wentong (Prof)" userId="b22aa830-216f-40eb-a687-3460ebbcbaa9" providerId="ADAL" clId="{628E8A63-38BA-4231-AEB2-892A2B8C36DF}" dt="2020-09-05T07:56:05.393" v="533" actId="164"/>
        <pc:sldMkLst>
          <pc:docMk/>
          <pc:sldMk cId="0" sldId="357"/>
        </pc:sldMkLst>
        <pc:spChg chg="mod">
          <ac:chgData name="Cai Wentong (Prof)" userId="b22aa830-216f-40eb-a687-3460ebbcbaa9" providerId="ADAL" clId="{628E8A63-38BA-4231-AEB2-892A2B8C36DF}" dt="2020-09-05T07:56:05.393" v="533" actId="164"/>
          <ac:spMkLst>
            <pc:docMk/>
            <pc:sldMk cId="0" sldId="357"/>
            <ac:spMk id="18443"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4"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5"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6"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7"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8"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49"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50"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51"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52"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53" creationId="{00000000-0000-0000-0000-000000000000}"/>
          </ac:spMkLst>
        </pc:spChg>
        <pc:spChg chg="mod">
          <ac:chgData name="Cai Wentong (Prof)" userId="b22aa830-216f-40eb-a687-3460ebbcbaa9" providerId="ADAL" clId="{628E8A63-38BA-4231-AEB2-892A2B8C36DF}" dt="2020-09-05T07:56:05.393" v="533" actId="164"/>
          <ac:spMkLst>
            <pc:docMk/>
            <pc:sldMk cId="0" sldId="357"/>
            <ac:spMk id="18454" creationId="{00000000-0000-0000-0000-000000000000}"/>
          </ac:spMkLst>
        </pc:spChg>
        <pc:grpChg chg="add mod">
          <ac:chgData name="Cai Wentong (Prof)" userId="b22aa830-216f-40eb-a687-3460ebbcbaa9" providerId="ADAL" clId="{628E8A63-38BA-4231-AEB2-892A2B8C36DF}" dt="2020-09-05T07:56:05.393" v="533" actId="164"/>
          <ac:grpSpMkLst>
            <pc:docMk/>
            <pc:sldMk cId="0" sldId="357"/>
            <ac:grpSpMk id="2" creationId="{B1A581F6-2FA4-4377-925F-F7118CC2C709}"/>
          </ac:grpSpMkLst>
        </pc:grpChg>
      </pc:sldChg>
      <pc:sldChg chg="modNotesTx">
        <pc:chgData name="Cai Wentong (Prof)" userId="b22aa830-216f-40eb-a687-3460ebbcbaa9" providerId="ADAL" clId="{628E8A63-38BA-4231-AEB2-892A2B8C36DF}" dt="2020-10-07T13:12:24.081" v="3701" actId="20577"/>
        <pc:sldMkLst>
          <pc:docMk/>
          <pc:sldMk cId="0" sldId="359"/>
        </pc:sldMkLst>
      </pc:sldChg>
      <pc:sldChg chg="addSp modSp mod">
        <pc:chgData name="Cai Wentong (Prof)" userId="b22aa830-216f-40eb-a687-3460ebbcbaa9" providerId="ADAL" clId="{628E8A63-38BA-4231-AEB2-892A2B8C36DF}" dt="2020-09-06T13:08:22.956" v="1517" actId="20577"/>
        <pc:sldMkLst>
          <pc:docMk/>
          <pc:sldMk cId="0" sldId="364"/>
        </pc:sldMkLst>
        <pc:spChg chg="mod">
          <ac:chgData name="Cai Wentong (Prof)" userId="b22aa830-216f-40eb-a687-3460ebbcbaa9" providerId="ADAL" clId="{628E8A63-38BA-4231-AEB2-892A2B8C36DF}" dt="2020-09-06T13:08:22.956" v="1517" actId="20577"/>
          <ac:spMkLst>
            <pc:docMk/>
            <pc:sldMk cId="0" sldId="364"/>
            <ac:spMk id="36867"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69"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1"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2"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3"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4"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5"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6"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7"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8"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79" creationId="{00000000-0000-0000-0000-000000000000}"/>
          </ac:spMkLst>
        </pc:spChg>
        <pc:spChg chg="mod">
          <ac:chgData name="Cai Wentong (Prof)" userId="b22aa830-216f-40eb-a687-3460ebbcbaa9" providerId="ADAL" clId="{628E8A63-38BA-4231-AEB2-892A2B8C36DF}" dt="2020-09-06T10:25:05.965" v="1391" actId="1076"/>
          <ac:spMkLst>
            <pc:docMk/>
            <pc:sldMk cId="0" sldId="364"/>
            <ac:spMk id="36880" creationId="{00000000-0000-0000-0000-000000000000}"/>
          </ac:spMkLst>
        </pc:spChg>
        <pc:grpChg chg="add mod">
          <ac:chgData name="Cai Wentong (Prof)" userId="b22aa830-216f-40eb-a687-3460ebbcbaa9" providerId="ADAL" clId="{628E8A63-38BA-4231-AEB2-892A2B8C36DF}" dt="2020-09-06T10:25:05.965" v="1391" actId="1076"/>
          <ac:grpSpMkLst>
            <pc:docMk/>
            <pc:sldMk cId="0" sldId="364"/>
            <ac:grpSpMk id="2" creationId="{59309485-73AF-4BEC-A637-1F9C1205C2C9}"/>
          </ac:grpSpMkLst>
        </pc:grpChg>
        <pc:grpChg chg="mod">
          <ac:chgData name="Cai Wentong (Prof)" userId="b22aa830-216f-40eb-a687-3460ebbcbaa9" providerId="ADAL" clId="{628E8A63-38BA-4231-AEB2-892A2B8C36DF}" dt="2020-09-06T10:25:05.965" v="1391" actId="1076"/>
          <ac:grpSpMkLst>
            <pc:docMk/>
            <pc:sldMk cId="0" sldId="364"/>
            <ac:grpSpMk id="36868" creationId="{00000000-0000-0000-0000-000000000000}"/>
          </ac:grpSpMkLst>
        </pc:grpChg>
      </pc:sldChg>
      <pc:sldChg chg="modNotesTx">
        <pc:chgData name="Cai Wentong (Prof)" userId="b22aa830-216f-40eb-a687-3460ebbcbaa9" providerId="ADAL" clId="{628E8A63-38BA-4231-AEB2-892A2B8C36DF}" dt="2020-09-06T13:19:02.205" v="2529" actId="20577"/>
        <pc:sldMkLst>
          <pc:docMk/>
          <pc:sldMk cId="0" sldId="365"/>
        </pc:sldMkLst>
      </pc:sldChg>
      <pc:sldChg chg="addSp delSp modSp mod delAnim modAnim">
        <pc:chgData name="Cai Wentong (Prof)" userId="b22aa830-216f-40eb-a687-3460ebbcbaa9" providerId="ADAL" clId="{628E8A63-38BA-4231-AEB2-892A2B8C36DF}" dt="2020-09-05T09:12:38.424" v="927"/>
        <pc:sldMkLst>
          <pc:docMk/>
          <pc:sldMk cId="0" sldId="373"/>
        </pc:sldMkLst>
        <pc:spChg chg="add mod">
          <ac:chgData name="Cai Wentong (Prof)" userId="b22aa830-216f-40eb-a687-3460ebbcbaa9" providerId="ADAL" clId="{628E8A63-38BA-4231-AEB2-892A2B8C36DF}" dt="2020-09-05T09:10:33.779" v="919" actId="1076"/>
          <ac:spMkLst>
            <pc:docMk/>
            <pc:sldMk cId="0" sldId="373"/>
            <ac:spMk id="13" creationId="{91788A85-4DAA-4102-BD5F-4C59ED6FB980}"/>
          </ac:spMkLst>
        </pc:spChg>
        <pc:spChg chg="del">
          <ac:chgData name="Cai Wentong (Prof)" userId="b22aa830-216f-40eb-a687-3460ebbcbaa9" providerId="ADAL" clId="{628E8A63-38BA-4231-AEB2-892A2B8C36DF}" dt="2020-09-05T08:29:20.830" v="742" actId="21"/>
          <ac:spMkLst>
            <pc:docMk/>
            <pc:sldMk cId="0" sldId="373"/>
            <ac:spMk id="44" creationId="{00000000-0000-0000-0000-000000000000}"/>
          </ac:spMkLst>
        </pc:spChg>
        <pc:spChg chg="del">
          <ac:chgData name="Cai Wentong (Prof)" userId="b22aa830-216f-40eb-a687-3460ebbcbaa9" providerId="ADAL" clId="{628E8A63-38BA-4231-AEB2-892A2B8C36DF}" dt="2020-09-05T08:29:20.830" v="742" actId="21"/>
          <ac:spMkLst>
            <pc:docMk/>
            <pc:sldMk cId="0" sldId="373"/>
            <ac:spMk id="60" creationId="{00000000-0000-0000-0000-000000000000}"/>
          </ac:spMkLst>
        </pc:spChg>
        <pc:spChg chg="del">
          <ac:chgData name="Cai Wentong (Prof)" userId="b22aa830-216f-40eb-a687-3460ebbcbaa9" providerId="ADAL" clId="{628E8A63-38BA-4231-AEB2-892A2B8C36DF}" dt="2020-09-05T08:29:20.830" v="742" actId="21"/>
          <ac:spMkLst>
            <pc:docMk/>
            <pc:sldMk cId="0" sldId="373"/>
            <ac:spMk id="67" creationId="{00000000-0000-0000-0000-000000000000}"/>
          </ac:spMkLst>
        </pc:spChg>
        <pc:spChg chg="add mod">
          <ac:chgData name="Cai Wentong (Prof)" userId="b22aa830-216f-40eb-a687-3460ebbcbaa9" providerId="ADAL" clId="{628E8A63-38BA-4231-AEB2-892A2B8C36DF}" dt="2020-09-05T08:29:38.657" v="743"/>
          <ac:spMkLst>
            <pc:docMk/>
            <pc:sldMk cId="0" sldId="373"/>
            <ac:spMk id="73" creationId="{EE165967-F0DA-4F21-A362-1C31A19EFDC0}"/>
          </ac:spMkLst>
        </pc:spChg>
        <pc:spChg chg="mod">
          <ac:chgData name="Cai Wentong (Prof)" userId="b22aa830-216f-40eb-a687-3460ebbcbaa9" providerId="ADAL" clId="{628E8A63-38BA-4231-AEB2-892A2B8C36DF}" dt="2020-09-05T08:29:38.657" v="743"/>
          <ac:spMkLst>
            <pc:docMk/>
            <pc:sldMk cId="0" sldId="373"/>
            <ac:spMk id="75" creationId="{BC71ABB2-41DA-47A9-9326-54DB74CB0AE4}"/>
          </ac:spMkLst>
        </pc:spChg>
        <pc:spChg chg="mod">
          <ac:chgData name="Cai Wentong (Prof)" userId="b22aa830-216f-40eb-a687-3460ebbcbaa9" providerId="ADAL" clId="{628E8A63-38BA-4231-AEB2-892A2B8C36DF}" dt="2020-09-05T08:29:38.657" v="743"/>
          <ac:spMkLst>
            <pc:docMk/>
            <pc:sldMk cId="0" sldId="373"/>
            <ac:spMk id="80" creationId="{AE00215E-F824-4EDC-8F38-EC974BB713EB}"/>
          </ac:spMkLst>
        </pc:spChg>
        <pc:spChg chg="mod">
          <ac:chgData name="Cai Wentong (Prof)" userId="b22aa830-216f-40eb-a687-3460ebbcbaa9" providerId="ADAL" clId="{628E8A63-38BA-4231-AEB2-892A2B8C36DF}" dt="2020-09-05T08:29:38.657" v="743"/>
          <ac:spMkLst>
            <pc:docMk/>
            <pc:sldMk cId="0" sldId="373"/>
            <ac:spMk id="81" creationId="{FAA9909D-4092-4EE5-85AD-98784880AFD7}"/>
          </ac:spMkLst>
        </pc:spChg>
        <pc:spChg chg="mod">
          <ac:chgData name="Cai Wentong (Prof)" userId="b22aa830-216f-40eb-a687-3460ebbcbaa9" providerId="ADAL" clId="{628E8A63-38BA-4231-AEB2-892A2B8C36DF}" dt="2020-09-05T08:29:38.657" v="743"/>
          <ac:spMkLst>
            <pc:docMk/>
            <pc:sldMk cId="0" sldId="373"/>
            <ac:spMk id="82" creationId="{F9D2A04A-9355-4FF9-A411-2A290918A128}"/>
          </ac:spMkLst>
        </pc:spChg>
        <pc:spChg chg="mod">
          <ac:chgData name="Cai Wentong (Prof)" userId="b22aa830-216f-40eb-a687-3460ebbcbaa9" providerId="ADAL" clId="{628E8A63-38BA-4231-AEB2-892A2B8C36DF}" dt="2020-09-05T08:29:38.657" v="743"/>
          <ac:spMkLst>
            <pc:docMk/>
            <pc:sldMk cId="0" sldId="373"/>
            <ac:spMk id="83" creationId="{F308EEF0-E475-411D-B971-195AEFF9C9A4}"/>
          </ac:spMkLst>
        </pc:spChg>
        <pc:spChg chg="mod">
          <ac:chgData name="Cai Wentong (Prof)" userId="b22aa830-216f-40eb-a687-3460ebbcbaa9" providerId="ADAL" clId="{628E8A63-38BA-4231-AEB2-892A2B8C36DF}" dt="2020-09-05T08:29:38.657" v="743"/>
          <ac:spMkLst>
            <pc:docMk/>
            <pc:sldMk cId="0" sldId="373"/>
            <ac:spMk id="84" creationId="{F4FF9546-D76A-41E1-BC2A-4D9F24BA2801}"/>
          </ac:spMkLst>
        </pc:spChg>
        <pc:spChg chg="mod">
          <ac:chgData name="Cai Wentong (Prof)" userId="b22aa830-216f-40eb-a687-3460ebbcbaa9" providerId="ADAL" clId="{628E8A63-38BA-4231-AEB2-892A2B8C36DF}" dt="2020-09-05T08:29:38.657" v="743"/>
          <ac:spMkLst>
            <pc:docMk/>
            <pc:sldMk cId="0" sldId="373"/>
            <ac:spMk id="85" creationId="{2AE25401-20D9-4029-8491-AF8F0F483862}"/>
          </ac:spMkLst>
        </pc:spChg>
        <pc:spChg chg="mod">
          <ac:chgData name="Cai Wentong (Prof)" userId="b22aa830-216f-40eb-a687-3460ebbcbaa9" providerId="ADAL" clId="{628E8A63-38BA-4231-AEB2-892A2B8C36DF}" dt="2020-09-05T08:29:38.657" v="743"/>
          <ac:spMkLst>
            <pc:docMk/>
            <pc:sldMk cId="0" sldId="373"/>
            <ac:spMk id="86" creationId="{A4BD960C-D4DA-458A-AF96-F8CF40E0DFC9}"/>
          </ac:spMkLst>
        </pc:spChg>
        <pc:spChg chg="mod">
          <ac:chgData name="Cai Wentong (Prof)" userId="b22aa830-216f-40eb-a687-3460ebbcbaa9" providerId="ADAL" clId="{628E8A63-38BA-4231-AEB2-892A2B8C36DF}" dt="2020-09-05T08:29:38.657" v="743"/>
          <ac:spMkLst>
            <pc:docMk/>
            <pc:sldMk cId="0" sldId="373"/>
            <ac:spMk id="87" creationId="{88674CD0-0A10-48F0-BBAF-5F61EDD2B397}"/>
          </ac:spMkLst>
        </pc:spChg>
        <pc:spChg chg="mod">
          <ac:chgData name="Cai Wentong (Prof)" userId="b22aa830-216f-40eb-a687-3460ebbcbaa9" providerId="ADAL" clId="{628E8A63-38BA-4231-AEB2-892A2B8C36DF}" dt="2020-09-05T08:29:38.657" v="743"/>
          <ac:spMkLst>
            <pc:docMk/>
            <pc:sldMk cId="0" sldId="373"/>
            <ac:spMk id="88" creationId="{A6C5AB60-BC8A-432E-BF7A-0156CD8FC97C}"/>
          </ac:spMkLst>
        </pc:spChg>
        <pc:spChg chg="mod">
          <ac:chgData name="Cai Wentong (Prof)" userId="b22aa830-216f-40eb-a687-3460ebbcbaa9" providerId="ADAL" clId="{628E8A63-38BA-4231-AEB2-892A2B8C36DF}" dt="2020-09-05T08:29:38.657" v="743"/>
          <ac:spMkLst>
            <pc:docMk/>
            <pc:sldMk cId="0" sldId="373"/>
            <ac:spMk id="89" creationId="{0B353425-7ED9-4DA0-A4A6-05702B9C79D2}"/>
          </ac:spMkLst>
        </pc:spChg>
        <pc:spChg chg="mod">
          <ac:chgData name="Cai Wentong (Prof)" userId="b22aa830-216f-40eb-a687-3460ebbcbaa9" providerId="ADAL" clId="{628E8A63-38BA-4231-AEB2-892A2B8C36DF}" dt="2020-09-05T08:29:38.657" v="743"/>
          <ac:spMkLst>
            <pc:docMk/>
            <pc:sldMk cId="0" sldId="373"/>
            <ac:spMk id="91" creationId="{F60BC15D-CD71-4718-BA1E-42E84114E59B}"/>
          </ac:spMkLst>
        </pc:spChg>
        <pc:spChg chg="mod">
          <ac:chgData name="Cai Wentong (Prof)" userId="b22aa830-216f-40eb-a687-3460ebbcbaa9" providerId="ADAL" clId="{628E8A63-38BA-4231-AEB2-892A2B8C36DF}" dt="2020-09-05T08:29:38.657" v="743"/>
          <ac:spMkLst>
            <pc:docMk/>
            <pc:sldMk cId="0" sldId="373"/>
            <ac:spMk id="92" creationId="{5F7173BD-1851-4B1E-AD07-3F297A406AB4}"/>
          </ac:spMkLst>
        </pc:spChg>
        <pc:spChg chg="mod">
          <ac:chgData name="Cai Wentong (Prof)" userId="b22aa830-216f-40eb-a687-3460ebbcbaa9" providerId="ADAL" clId="{628E8A63-38BA-4231-AEB2-892A2B8C36DF}" dt="2020-09-05T08:29:38.657" v="743"/>
          <ac:spMkLst>
            <pc:docMk/>
            <pc:sldMk cId="0" sldId="373"/>
            <ac:spMk id="93" creationId="{0AF097FC-3C5C-4729-A95A-C1F31D4F3679}"/>
          </ac:spMkLst>
        </pc:spChg>
        <pc:spChg chg="mod">
          <ac:chgData name="Cai Wentong (Prof)" userId="b22aa830-216f-40eb-a687-3460ebbcbaa9" providerId="ADAL" clId="{628E8A63-38BA-4231-AEB2-892A2B8C36DF}" dt="2020-09-05T08:29:38.657" v="743"/>
          <ac:spMkLst>
            <pc:docMk/>
            <pc:sldMk cId="0" sldId="373"/>
            <ac:spMk id="94" creationId="{D465525B-AA89-4E82-AA68-B1424B1705B0}"/>
          </ac:spMkLst>
        </pc:spChg>
        <pc:spChg chg="mod">
          <ac:chgData name="Cai Wentong (Prof)" userId="b22aa830-216f-40eb-a687-3460ebbcbaa9" providerId="ADAL" clId="{628E8A63-38BA-4231-AEB2-892A2B8C36DF}" dt="2020-09-05T08:29:38.657" v="743"/>
          <ac:spMkLst>
            <pc:docMk/>
            <pc:sldMk cId="0" sldId="373"/>
            <ac:spMk id="95" creationId="{97DCD2D9-D8FA-4267-B5D1-A02C48E6EF11}"/>
          </ac:spMkLst>
        </pc:spChg>
        <pc:spChg chg="mod">
          <ac:chgData name="Cai Wentong (Prof)" userId="b22aa830-216f-40eb-a687-3460ebbcbaa9" providerId="ADAL" clId="{628E8A63-38BA-4231-AEB2-892A2B8C36DF}" dt="2020-09-05T08:29:38.657" v="743"/>
          <ac:spMkLst>
            <pc:docMk/>
            <pc:sldMk cId="0" sldId="373"/>
            <ac:spMk id="96" creationId="{3AE70BBC-276B-4A9D-BFE1-97BB0A1EED84}"/>
          </ac:spMkLst>
        </pc:spChg>
        <pc:spChg chg="mod">
          <ac:chgData name="Cai Wentong (Prof)" userId="b22aa830-216f-40eb-a687-3460ebbcbaa9" providerId="ADAL" clId="{628E8A63-38BA-4231-AEB2-892A2B8C36DF}" dt="2020-09-05T08:29:38.657" v="743"/>
          <ac:spMkLst>
            <pc:docMk/>
            <pc:sldMk cId="0" sldId="373"/>
            <ac:spMk id="97" creationId="{3001289D-7676-41CC-ABFF-44E09B194D84}"/>
          </ac:spMkLst>
        </pc:spChg>
        <pc:spChg chg="mod">
          <ac:chgData name="Cai Wentong (Prof)" userId="b22aa830-216f-40eb-a687-3460ebbcbaa9" providerId="ADAL" clId="{628E8A63-38BA-4231-AEB2-892A2B8C36DF}" dt="2020-09-05T08:29:38.657" v="743"/>
          <ac:spMkLst>
            <pc:docMk/>
            <pc:sldMk cId="0" sldId="373"/>
            <ac:spMk id="98" creationId="{42D33801-CC2E-4ADD-B70C-44BAC1F3C752}"/>
          </ac:spMkLst>
        </pc:spChg>
        <pc:spChg chg="mod">
          <ac:chgData name="Cai Wentong (Prof)" userId="b22aa830-216f-40eb-a687-3460ebbcbaa9" providerId="ADAL" clId="{628E8A63-38BA-4231-AEB2-892A2B8C36DF}" dt="2020-09-05T08:29:38.657" v="743"/>
          <ac:spMkLst>
            <pc:docMk/>
            <pc:sldMk cId="0" sldId="373"/>
            <ac:spMk id="100" creationId="{B3A12CD8-F5E2-4B47-8928-57747584FDF8}"/>
          </ac:spMkLst>
        </pc:spChg>
        <pc:spChg chg="mod">
          <ac:chgData name="Cai Wentong (Prof)" userId="b22aa830-216f-40eb-a687-3460ebbcbaa9" providerId="ADAL" clId="{628E8A63-38BA-4231-AEB2-892A2B8C36DF}" dt="2020-09-05T08:29:38.657" v="743"/>
          <ac:spMkLst>
            <pc:docMk/>
            <pc:sldMk cId="0" sldId="373"/>
            <ac:spMk id="101" creationId="{E35A504E-F5E4-480B-AA02-6EEDE8420D06}"/>
          </ac:spMkLst>
        </pc:spChg>
        <pc:spChg chg="mod">
          <ac:chgData name="Cai Wentong (Prof)" userId="b22aa830-216f-40eb-a687-3460ebbcbaa9" providerId="ADAL" clId="{628E8A63-38BA-4231-AEB2-892A2B8C36DF}" dt="2020-09-05T08:29:38.657" v="743"/>
          <ac:spMkLst>
            <pc:docMk/>
            <pc:sldMk cId="0" sldId="373"/>
            <ac:spMk id="102" creationId="{DCFE2BAC-8174-4C53-B0F0-61D291FB9E39}"/>
          </ac:spMkLst>
        </pc:spChg>
        <pc:spChg chg="mod">
          <ac:chgData name="Cai Wentong (Prof)" userId="b22aa830-216f-40eb-a687-3460ebbcbaa9" providerId="ADAL" clId="{628E8A63-38BA-4231-AEB2-892A2B8C36DF}" dt="2020-09-05T08:29:38.657" v="743"/>
          <ac:spMkLst>
            <pc:docMk/>
            <pc:sldMk cId="0" sldId="373"/>
            <ac:spMk id="103" creationId="{82DBEB8A-9AEE-48CE-B031-EE48B36DE159}"/>
          </ac:spMkLst>
        </pc:spChg>
        <pc:spChg chg="mod">
          <ac:chgData name="Cai Wentong (Prof)" userId="b22aa830-216f-40eb-a687-3460ebbcbaa9" providerId="ADAL" clId="{628E8A63-38BA-4231-AEB2-892A2B8C36DF}" dt="2020-09-05T08:29:38.657" v="743"/>
          <ac:spMkLst>
            <pc:docMk/>
            <pc:sldMk cId="0" sldId="373"/>
            <ac:spMk id="104" creationId="{2AED5EB0-FCED-432A-BCFF-C810CE0BAD66}"/>
          </ac:spMkLst>
        </pc:spChg>
        <pc:spChg chg="mod">
          <ac:chgData name="Cai Wentong (Prof)" userId="b22aa830-216f-40eb-a687-3460ebbcbaa9" providerId="ADAL" clId="{628E8A63-38BA-4231-AEB2-892A2B8C36DF}" dt="2020-09-05T08:29:38.657" v="743"/>
          <ac:spMkLst>
            <pc:docMk/>
            <pc:sldMk cId="0" sldId="373"/>
            <ac:spMk id="105" creationId="{D66EB3E4-DC2B-43EA-8E9C-C94413D0D094}"/>
          </ac:spMkLst>
        </pc:spChg>
        <pc:spChg chg="mod">
          <ac:chgData name="Cai Wentong (Prof)" userId="b22aa830-216f-40eb-a687-3460ebbcbaa9" providerId="ADAL" clId="{628E8A63-38BA-4231-AEB2-892A2B8C36DF}" dt="2020-09-05T08:29:38.657" v="743"/>
          <ac:spMkLst>
            <pc:docMk/>
            <pc:sldMk cId="0" sldId="373"/>
            <ac:spMk id="106" creationId="{14B52D3C-E028-49B1-BCC4-0D8349C819FB}"/>
          </ac:spMkLst>
        </pc:spChg>
        <pc:spChg chg="mod">
          <ac:chgData name="Cai Wentong (Prof)" userId="b22aa830-216f-40eb-a687-3460ebbcbaa9" providerId="ADAL" clId="{628E8A63-38BA-4231-AEB2-892A2B8C36DF}" dt="2020-09-05T08:29:38.657" v="743"/>
          <ac:spMkLst>
            <pc:docMk/>
            <pc:sldMk cId="0" sldId="373"/>
            <ac:spMk id="107" creationId="{21F24E6A-7C7E-441C-BC05-035676625218}"/>
          </ac:spMkLst>
        </pc:spChg>
        <pc:spChg chg="mod">
          <ac:chgData name="Cai Wentong (Prof)" userId="b22aa830-216f-40eb-a687-3460ebbcbaa9" providerId="ADAL" clId="{628E8A63-38BA-4231-AEB2-892A2B8C36DF}" dt="2020-09-05T08:29:38.657" v="743"/>
          <ac:spMkLst>
            <pc:docMk/>
            <pc:sldMk cId="0" sldId="373"/>
            <ac:spMk id="108" creationId="{420CF569-84E3-481F-8F11-E4F6E9008AA8}"/>
          </ac:spMkLst>
        </pc:spChg>
        <pc:spChg chg="mod">
          <ac:chgData name="Cai Wentong (Prof)" userId="b22aa830-216f-40eb-a687-3460ebbcbaa9" providerId="ADAL" clId="{628E8A63-38BA-4231-AEB2-892A2B8C36DF}" dt="2020-09-05T08:29:38.657" v="743"/>
          <ac:spMkLst>
            <pc:docMk/>
            <pc:sldMk cId="0" sldId="373"/>
            <ac:spMk id="109" creationId="{BBBE7D52-B6C6-4583-95E9-76744921C670}"/>
          </ac:spMkLst>
        </pc:spChg>
        <pc:spChg chg="mod">
          <ac:chgData name="Cai Wentong (Prof)" userId="b22aa830-216f-40eb-a687-3460ebbcbaa9" providerId="ADAL" clId="{628E8A63-38BA-4231-AEB2-892A2B8C36DF}" dt="2020-09-05T08:29:38.657" v="743"/>
          <ac:spMkLst>
            <pc:docMk/>
            <pc:sldMk cId="0" sldId="373"/>
            <ac:spMk id="110" creationId="{405D2479-3A4C-4878-9CB3-218643E373E2}"/>
          </ac:spMkLst>
        </pc:spChg>
        <pc:spChg chg="mod">
          <ac:chgData name="Cai Wentong (Prof)" userId="b22aa830-216f-40eb-a687-3460ebbcbaa9" providerId="ADAL" clId="{628E8A63-38BA-4231-AEB2-892A2B8C36DF}" dt="2020-09-05T08:29:38.657" v="743"/>
          <ac:spMkLst>
            <pc:docMk/>
            <pc:sldMk cId="0" sldId="373"/>
            <ac:spMk id="111" creationId="{C2E2F99D-B762-4755-9250-6DBBC409EB28}"/>
          </ac:spMkLst>
        </pc:spChg>
        <pc:spChg chg="mod">
          <ac:chgData name="Cai Wentong (Prof)" userId="b22aa830-216f-40eb-a687-3460ebbcbaa9" providerId="ADAL" clId="{628E8A63-38BA-4231-AEB2-892A2B8C36DF}" dt="2020-09-05T08:29:38.657" v="743"/>
          <ac:spMkLst>
            <pc:docMk/>
            <pc:sldMk cId="0" sldId="373"/>
            <ac:spMk id="112" creationId="{98728582-72C6-4EE1-AFC9-E2D73E1CF51D}"/>
          </ac:spMkLst>
        </pc:spChg>
        <pc:spChg chg="mod">
          <ac:chgData name="Cai Wentong (Prof)" userId="b22aa830-216f-40eb-a687-3460ebbcbaa9" providerId="ADAL" clId="{628E8A63-38BA-4231-AEB2-892A2B8C36DF}" dt="2020-09-05T08:29:38.657" v="743"/>
          <ac:spMkLst>
            <pc:docMk/>
            <pc:sldMk cId="0" sldId="373"/>
            <ac:spMk id="113" creationId="{319E047D-E77D-48F8-8D25-248565132B68}"/>
          </ac:spMkLst>
        </pc:spChg>
        <pc:spChg chg="mod">
          <ac:chgData name="Cai Wentong (Prof)" userId="b22aa830-216f-40eb-a687-3460ebbcbaa9" providerId="ADAL" clId="{628E8A63-38BA-4231-AEB2-892A2B8C36DF}" dt="2020-09-05T08:29:38.657" v="743"/>
          <ac:spMkLst>
            <pc:docMk/>
            <pc:sldMk cId="0" sldId="373"/>
            <ac:spMk id="114" creationId="{B278CCA7-CCDD-4927-AE86-C97A2C1972B3}"/>
          </ac:spMkLst>
        </pc:spChg>
        <pc:spChg chg="mod">
          <ac:chgData name="Cai Wentong (Prof)" userId="b22aa830-216f-40eb-a687-3460ebbcbaa9" providerId="ADAL" clId="{628E8A63-38BA-4231-AEB2-892A2B8C36DF}" dt="2020-09-05T08:29:38.657" v="743"/>
          <ac:spMkLst>
            <pc:docMk/>
            <pc:sldMk cId="0" sldId="373"/>
            <ac:spMk id="115" creationId="{90218563-A970-40EF-B7CC-954EA746D7B7}"/>
          </ac:spMkLst>
        </pc:spChg>
        <pc:spChg chg="mod">
          <ac:chgData name="Cai Wentong (Prof)" userId="b22aa830-216f-40eb-a687-3460ebbcbaa9" providerId="ADAL" clId="{628E8A63-38BA-4231-AEB2-892A2B8C36DF}" dt="2020-09-05T08:29:38.657" v="743"/>
          <ac:spMkLst>
            <pc:docMk/>
            <pc:sldMk cId="0" sldId="373"/>
            <ac:spMk id="117" creationId="{EF1141C7-E72D-4B7E-89FE-E6430675F0D3}"/>
          </ac:spMkLst>
        </pc:spChg>
        <pc:spChg chg="mod">
          <ac:chgData name="Cai Wentong (Prof)" userId="b22aa830-216f-40eb-a687-3460ebbcbaa9" providerId="ADAL" clId="{628E8A63-38BA-4231-AEB2-892A2B8C36DF}" dt="2020-09-05T08:29:38.657" v="743"/>
          <ac:spMkLst>
            <pc:docMk/>
            <pc:sldMk cId="0" sldId="373"/>
            <ac:spMk id="118" creationId="{6BB41762-D16D-4114-ABCD-4A995965E475}"/>
          </ac:spMkLst>
        </pc:spChg>
        <pc:spChg chg="mod">
          <ac:chgData name="Cai Wentong (Prof)" userId="b22aa830-216f-40eb-a687-3460ebbcbaa9" providerId="ADAL" clId="{628E8A63-38BA-4231-AEB2-892A2B8C36DF}" dt="2020-09-05T08:29:38.657" v="743"/>
          <ac:spMkLst>
            <pc:docMk/>
            <pc:sldMk cId="0" sldId="373"/>
            <ac:spMk id="119" creationId="{AF531F6A-ED14-489A-9797-71D4D61637A5}"/>
          </ac:spMkLst>
        </pc:spChg>
        <pc:spChg chg="mod">
          <ac:chgData name="Cai Wentong (Prof)" userId="b22aa830-216f-40eb-a687-3460ebbcbaa9" providerId="ADAL" clId="{628E8A63-38BA-4231-AEB2-892A2B8C36DF}" dt="2020-09-05T08:29:38.657" v="743"/>
          <ac:spMkLst>
            <pc:docMk/>
            <pc:sldMk cId="0" sldId="373"/>
            <ac:spMk id="120" creationId="{12BD72FA-DEB4-417D-B0FA-DA225A3CABD2}"/>
          </ac:spMkLst>
        </pc:spChg>
        <pc:spChg chg="mod">
          <ac:chgData name="Cai Wentong (Prof)" userId="b22aa830-216f-40eb-a687-3460ebbcbaa9" providerId="ADAL" clId="{628E8A63-38BA-4231-AEB2-892A2B8C36DF}" dt="2020-09-05T08:29:38.657" v="743"/>
          <ac:spMkLst>
            <pc:docMk/>
            <pc:sldMk cId="0" sldId="373"/>
            <ac:spMk id="121" creationId="{CB9BD572-1F6D-4957-99BA-90DAFF6327A9}"/>
          </ac:spMkLst>
        </pc:spChg>
        <pc:spChg chg="mod">
          <ac:chgData name="Cai Wentong (Prof)" userId="b22aa830-216f-40eb-a687-3460ebbcbaa9" providerId="ADAL" clId="{628E8A63-38BA-4231-AEB2-892A2B8C36DF}" dt="2020-09-05T08:29:38.657" v="743"/>
          <ac:spMkLst>
            <pc:docMk/>
            <pc:sldMk cId="0" sldId="373"/>
            <ac:spMk id="122" creationId="{63269C0A-CDB9-4F78-B7CF-847490094D4D}"/>
          </ac:spMkLst>
        </pc:spChg>
        <pc:spChg chg="mod">
          <ac:chgData name="Cai Wentong (Prof)" userId="b22aa830-216f-40eb-a687-3460ebbcbaa9" providerId="ADAL" clId="{628E8A63-38BA-4231-AEB2-892A2B8C36DF}" dt="2020-09-05T08:29:38.657" v="743"/>
          <ac:spMkLst>
            <pc:docMk/>
            <pc:sldMk cId="0" sldId="373"/>
            <ac:spMk id="123" creationId="{10FD2032-9ED9-4D52-AB3A-18655E0870A3}"/>
          </ac:spMkLst>
        </pc:spChg>
        <pc:spChg chg="mod">
          <ac:chgData name="Cai Wentong (Prof)" userId="b22aa830-216f-40eb-a687-3460ebbcbaa9" providerId="ADAL" clId="{628E8A63-38BA-4231-AEB2-892A2B8C36DF}" dt="2020-09-05T08:29:38.657" v="743"/>
          <ac:spMkLst>
            <pc:docMk/>
            <pc:sldMk cId="0" sldId="373"/>
            <ac:spMk id="124" creationId="{D1D5B1BA-0077-46DF-BA5E-E22A6F9E46C8}"/>
          </ac:spMkLst>
        </pc:spChg>
        <pc:spChg chg="mod">
          <ac:chgData name="Cai Wentong (Prof)" userId="b22aa830-216f-40eb-a687-3460ebbcbaa9" providerId="ADAL" clId="{628E8A63-38BA-4231-AEB2-892A2B8C36DF}" dt="2020-09-05T08:29:38.657" v="743"/>
          <ac:spMkLst>
            <pc:docMk/>
            <pc:sldMk cId="0" sldId="373"/>
            <ac:spMk id="125" creationId="{1E7C15C9-DF97-424A-A921-2C0C17A536A2}"/>
          </ac:spMkLst>
        </pc:spChg>
        <pc:spChg chg="add mod">
          <ac:chgData name="Cai Wentong (Prof)" userId="b22aa830-216f-40eb-a687-3460ebbcbaa9" providerId="ADAL" clId="{628E8A63-38BA-4231-AEB2-892A2B8C36DF}" dt="2020-09-05T08:29:38.657" v="743"/>
          <ac:spMkLst>
            <pc:docMk/>
            <pc:sldMk cId="0" sldId="373"/>
            <ac:spMk id="126" creationId="{107C243B-A7F2-4829-B0DD-D327FA8D8D34}"/>
          </ac:spMkLst>
        </pc:spChg>
        <pc:spChg chg="mod">
          <ac:chgData name="Cai Wentong (Prof)" userId="b22aa830-216f-40eb-a687-3460ebbcbaa9" providerId="ADAL" clId="{628E8A63-38BA-4231-AEB2-892A2B8C36DF}" dt="2020-09-05T08:29:38.657" v="743"/>
          <ac:spMkLst>
            <pc:docMk/>
            <pc:sldMk cId="0" sldId="373"/>
            <ac:spMk id="128" creationId="{0BC4DD0B-1217-48F5-84AD-11FCAAC31C33}"/>
          </ac:spMkLst>
        </pc:spChg>
        <pc:spChg chg="mod">
          <ac:chgData name="Cai Wentong (Prof)" userId="b22aa830-216f-40eb-a687-3460ebbcbaa9" providerId="ADAL" clId="{628E8A63-38BA-4231-AEB2-892A2B8C36DF}" dt="2020-09-05T08:29:38.657" v="743"/>
          <ac:spMkLst>
            <pc:docMk/>
            <pc:sldMk cId="0" sldId="373"/>
            <ac:spMk id="129" creationId="{C5C4D0CD-A143-43C6-9035-C8FBCB87F255}"/>
          </ac:spMkLst>
        </pc:spChg>
        <pc:spChg chg="del mod topLvl">
          <ac:chgData name="Cai Wentong (Prof)" userId="b22aa830-216f-40eb-a687-3460ebbcbaa9" providerId="ADAL" clId="{628E8A63-38BA-4231-AEB2-892A2B8C36DF}" dt="2020-09-05T08:40:54.029" v="783" actId="21"/>
          <ac:spMkLst>
            <pc:docMk/>
            <pc:sldMk cId="0" sldId="373"/>
            <ac:spMk id="131" creationId="{DB5B27A6-AFA0-419C-8E3B-2ED139AFB273}"/>
          </ac:spMkLst>
        </pc:spChg>
        <pc:spChg chg="mod topLvl">
          <ac:chgData name="Cai Wentong (Prof)" userId="b22aa830-216f-40eb-a687-3460ebbcbaa9" providerId="ADAL" clId="{628E8A63-38BA-4231-AEB2-892A2B8C36DF}" dt="2020-09-05T09:01:04.916" v="869" actId="1076"/>
          <ac:spMkLst>
            <pc:docMk/>
            <pc:sldMk cId="0" sldId="373"/>
            <ac:spMk id="132" creationId="{5657923D-E49A-4A40-9A52-B0872C766187}"/>
          </ac:spMkLst>
        </pc:spChg>
        <pc:spChg chg="mod topLvl">
          <ac:chgData name="Cai Wentong (Prof)" userId="b22aa830-216f-40eb-a687-3460ebbcbaa9" providerId="ADAL" clId="{628E8A63-38BA-4231-AEB2-892A2B8C36DF}" dt="2020-09-05T09:10:33.779" v="919" actId="1076"/>
          <ac:spMkLst>
            <pc:docMk/>
            <pc:sldMk cId="0" sldId="373"/>
            <ac:spMk id="133" creationId="{48773FBC-6515-4B20-AFCE-0385EDA42EA3}"/>
          </ac:spMkLst>
        </pc:spChg>
        <pc:spChg chg="mod topLvl">
          <ac:chgData name="Cai Wentong (Prof)" userId="b22aa830-216f-40eb-a687-3460ebbcbaa9" providerId="ADAL" clId="{628E8A63-38BA-4231-AEB2-892A2B8C36DF}" dt="2020-09-05T09:10:33.779" v="919" actId="1076"/>
          <ac:spMkLst>
            <pc:docMk/>
            <pc:sldMk cId="0" sldId="373"/>
            <ac:spMk id="134" creationId="{31CF5FC8-3A0F-4147-995B-6CE0C4E61129}"/>
          </ac:spMkLst>
        </pc:spChg>
        <pc:spChg chg="mod topLvl">
          <ac:chgData name="Cai Wentong (Prof)" userId="b22aa830-216f-40eb-a687-3460ebbcbaa9" providerId="ADAL" clId="{628E8A63-38BA-4231-AEB2-892A2B8C36DF}" dt="2020-09-05T09:10:33.779" v="919" actId="1076"/>
          <ac:spMkLst>
            <pc:docMk/>
            <pc:sldMk cId="0" sldId="373"/>
            <ac:spMk id="135" creationId="{50AF36C0-E13F-455B-82C8-9A6179AAE9A2}"/>
          </ac:spMkLst>
        </pc:spChg>
        <pc:spChg chg="del mod topLvl">
          <ac:chgData name="Cai Wentong (Prof)" userId="b22aa830-216f-40eb-a687-3460ebbcbaa9" providerId="ADAL" clId="{628E8A63-38BA-4231-AEB2-892A2B8C36DF}" dt="2020-09-05T08:40:37.216" v="782" actId="21"/>
          <ac:spMkLst>
            <pc:docMk/>
            <pc:sldMk cId="0" sldId="373"/>
            <ac:spMk id="136" creationId="{AA371ECF-873E-4989-8B99-344DCBD042BF}"/>
          </ac:spMkLst>
        </pc:spChg>
        <pc:spChg chg="mod topLvl">
          <ac:chgData name="Cai Wentong (Prof)" userId="b22aa830-216f-40eb-a687-3460ebbcbaa9" providerId="ADAL" clId="{628E8A63-38BA-4231-AEB2-892A2B8C36DF}" dt="2020-09-05T09:10:33.779" v="919" actId="1076"/>
          <ac:spMkLst>
            <pc:docMk/>
            <pc:sldMk cId="0" sldId="373"/>
            <ac:spMk id="137" creationId="{6F9A0F2F-443C-4AD8-8B75-C93046AEAC4C}"/>
          </ac:spMkLst>
        </pc:spChg>
        <pc:spChg chg="mod topLvl">
          <ac:chgData name="Cai Wentong (Prof)" userId="b22aa830-216f-40eb-a687-3460ebbcbaa9" providerId="ADAL" clId="{628E8A63-38BA-4231-AEB2-892A2B8C36DF}" dt="2020-09-05T09:01:04.916" v="869" actId="1076"/>
          <ac:spMkLst>
            <pc:docMk/>
            <pc:sldMk cId="0" sldId="373"/>
            <ac:spMk id="138" creationId="{F49934B8-35DA-4030-9793-676A345C6F25}"/>
          </ac:spMkLst>
        </pc:spChg>
        <pc:spChg chg="mod topLvl">
          <ac:chgData name="Cai Wentong (Prof)" userId="b22aa830-216f-40eb-a687-3460ebbcbaa9" providerId="ADAL" clId="{628E8A63-38BA-4231-AEB2-892A2B8C36DF}" dt="2020-09-05T09:10:33.779" v="919" actId="1076"/>
          <ac:spMkLst>
            <pc:docMk/>
            <pc:sldMk cId="0" sldId="373"/>
            <ac:spMk id="139" creationId="{B2A2C3AB-4326-49AC-9C62-418D0FABB5DD}"/>
          </ac:spMkLst>
        </pc:spChg>
        <pc:spChg chg="mod topLvl">
          <ac:chgData name="Cai Wentong (Prof)" userId="b22aa830-216f-40eb-a687-3460ebbcbaa9" providerId="ADAL" clId="{628E8A63-38BA-4231-AEB2-892A2B8C36DF}" dt="2020-09-05T09:10:33.779" v="919" actId="1076"/>
          <ac:spMkLst>
            <pc:docMk/>
            <pc:sldMk cId="0" sldId="373"/>
            <ac:spMk id="140" creationId="{45F55865-B17F-4219-BE8E-BC93CF650864}"/>
          </ac:spMkLst>
        </pc:spChg>
        <pc:spChg chg="del mod topLvl">
          <ac:chgData name="Cai Wentong (Prof)" userId="b22aa830-216f-40eb-a687-3460ebbcbaa9" providerId="ADAL" clId="{628E8A63-38BA-4231-AEB2-892A2B8C36DF}" dt="2020-09-05T09:04:37.305" v="890" actId="21"/>
          <ac:spMkLst>
            <pc:docMk/>
            <pc:sldMk cId="0" sldId="373"/>
            <ac:spMk id="141" creationId="{67522A26-655F-4F18-80F5-6DE450D259B3}"/>
          </ac:spMkLst>
        </pc:spChg>
        <pc:spChg chg="del mod topLvl">
          <ac:chgData name="Cai Wentong (Prof)" userId="b22aa830-216f-40eb-a687-3460ebbcbaa9" providerId="ADAL" clId="{628E8A63-38BA-4231-AEB2-892A2B8C36DF}" dt="2020-09-05T09:04:37.305" v="890" actId="21"/>
          <ac:spMkLst>
            <pc:docMk/>
            <pc:sldMk cId="0" sldId="373"/>
            <ac:spMk id="142" creationId="{9149FC7A-A218-40B8-BAF2-B83BFF96C624}"/>
          </ac:spMkLst>
        </pc:spChg>
        <pc:spChg chg="mod topLvl">
          <ac:chgData name="Cai Wentong (Prof)" userId="b22aa830-216f-40eb-a687-3460ebbcbaa9" providerId="ADAL" clId="{628E8A63-38BA-4231-AEB2-892A2B8C36DF}" dt="2020-09-05T09:10:33.779" v="919" actId="1076"/>
          <ac:spMkLst>
            <pc:docMk/>
            <pc:sldMk cId="0" sldId="373"/>
            <ac:spMk id="143" creationId="{577E0286-748C-409B-88D5-CFD2AE1D458F}"/>
          </ac:spMkLst>
        </pc:spChg>
        <pc:spChg chg="add del mod">
          <ac:chgData name="Cai Wentong (Prof)" userId="b22aa830-216f-40eb-a687-3460ebbcbaa9" providerId="ADAL" clId="{628E8A63-38BA-4231-AEB2-892A2B8C36DF}" dt="2020-09-05T08:31:47.866" v="748" actId="21"/>
          <ac:spMkLst>
            <pc:docMk/>
            <pc:sldMk cId="0" sldId="373"/>
            <ac:spMk id="144" creationId="{07D833DE-15B3-49FF-8FC5-BBFEB4034CA6}"/>
          </ac:spMkLst>
        </pc:spChg>
        <pc:spChg chg="mod">
          <ac:chgData name="Cai Wentong (Prof)" userId="b22aa830-216f-40eb-a687-3460ebbcbaa9" providerId="ADAL" clId="{628E8A63-38BA-4231-AEB2-892A2B8C36DF}" dt="2020-09-05T09:09:56.565" v="914" actId="1076"/>
          <ac:spMkLst>
            <pc:docMk/>
            <pc:sldMk cId="0" sldId="373"/>
            <ac:spMk id="146" creationId="{77FB9A13-C867-4FC2-9737-144E0EC467C1}"/>
          </ac:spMkLst>
        </pc:spChg>
        <pc:spChg chg="mod">
          <ac:chgData name="Cai Wentong (Prof)" userId="b22aa830-216f-40eb-a687-3460ebbcbaa9" providerId="ADAL" clId="{628E8A63-38BA-4231-AEB2-892A2B8C36DF}" dt="2020-09-05T09:09:56.565" v="914" actId="1076"/>
          <ac:spMkLst>
            <pc:docMk/>
            <pc:sldMk cId="0" sldId="373"/>
            <ac:spMk id="147" creationId="{5E155053-F9B7-41F0-AA0B-2BC9205E73BE}"/>
          </ac:spMkLst>
        </pc:spChg>
        <pc:spChg chg="mod">
          <ac:chgData name="Cai Wentong (Prof)" userId="b22aa830-216f-40eb-a687-3460ebbcbaa9" providerId="ADAL" clId="{628E8A63-38BA-4231-AEB2-892A2B8C36DF}" dt="2020-09-05T08:29:38.657" v="743"/>
          <ac:spMkLst>
            <pc:docMk/>
            <pc:sldMk cId="0" sldId="373"/>
            <ac:spMk id="149" creationId="{067A9970-20BE-4739-A4A1-B69C8E09FF25}"/>
          </ac:spMkLst>
        </pc:spChg>
        <pc:spChg chg="mod">
          <ac:chgData name="Cai Wentong (Prof)" userId="b22aa830-216f-40eb-a687-3460ebbcbaa9" providerId="ADAL" clId="{628E8A63-38BA-4231-AEB2-892A2B8C36DF}" dt="2020-09-05T08:29:38.657" v="743"/>
          <ac:spMkLst>
            <pc:docMk/>
            <pc:sldMk cId="0" sldId="373"/>
            <ac:spMk id="150" creationId="{912AD365-B6EE-4168-A3B3-54FFBF2FF593}"/>
          </ac:spMkLst>
        </pc:spChg>
        <pc:spChg chg="mod">
          <ac:chgData name="Cai Wentong (Prof)" userId="b22aa830-216f-40eb-a687-3460ebbcbaa9" providerId="ADAL" clId="{628E8A63-38BA-4231-AEB2-892A2B8C36DF}" dt="2020-09-05T08:29:38.657" v="743"/>
          <ac:spMkLst>
            <pc:docMk/>
            <pc:sldMk cId="0" sldId="373"/>
            <ac:spMk id="152" creationId="{5796BCEE-C216-41C6-8E39-CE64BA95EA85}"/>
          </ac:spMkLst>
        </pc:spChg>
        <pc:spChg chg="mod">
          <ac:chgData name="Cai Wentong (Prof)" userId="b22aa830-216f-40eb-a687-3460ebbcbaa9" providerId="ADAL" clId="{628E8A63-38BA-4231-AEB2-892A2B8C36DF}" dt="2020-09-05T08:29:38.657" v="743"/>
          <ac:spMkLst>
            <pc:docMk/>
            <pc:sldMk cId="0" sldId="373"/>
            <ac:spMk id="153" creationId="{A99F80E1-CB04-4968-92AD-C0F7584A0DB3}"/>
          </ac:spMkLst>
        </pc:spChg>
        <pc:spChg chg="mod">
          <ac:chgData name="Cai Wentong (Prof)" userId="b22aa830-216f-40eb-a687-3460ebbcbaa9" providerId="ADAL" clId="{628E8A63-38BA-4231-AEB2-892A2B8C36DF}" dt="2020-09-05T08:29:38.657" v="743"/>
          <ac:spMkLst>
            <pc:docMk/>
            <pc:sldMk cId="0" sldId="373"/>
            <ac:spMk id="154" creationId="{852C66B8-FEBA-481D-8721-5F8515B49F2A}"/>
          </ac:spMkLst>
        </pc:spChg>
        <pc:spChg chg="mod">
          <ac:chgData name="Cai Wentong (Prof)" userId="b22aa830-216f-40eb-a687-3460ebbcbaa9" providerId="ADAL" clId="{628E8A63-38BA-4231-AEB2-892A2B8C36DF}" dt="2020-09-05T08:29:38.657" v="743"/>
          <ac:spMkLst>
            <pc:docMk/>
            <pc:sldMk cId="0" sldId="373"/>
            <ac:spMk id="155" creationId="{0BF7660B-D71C-4A4C-9225-B175D1A52A76}"/>
          </ac:spMkLst>
        </pc:spChg>
        <pc:spChg chg="mod">
          <ac:chgData name="Cai Wentong (Prof)" userId="b22aa830-216f-40eb-a687-3460ebbcbaa9" providerId="ADAL" clId="{628E8A63-38BA-4231-AEB2-892A2B8C36DF}" dt="2020-09-05T08:29:38.657" v="743"/>
          <ac:spMkLst>
            <pc:docMk/>
            <pc:sldMk cId="0" sldId="373"/>
            <ac:spMk id="156" creationId="{FA866463-5976-4B86-A90E-36796936859D}"/>
          </ac:spMkLst>
        </pc:spChg>
        <pc:spChg chg="mod">
          <ac:chgData name="Cai Wentong (Prof)" userId="b22aa830-216f-40eb-a687-3460ebbcbaa9" providerId="ADAL" clId="{628E8A63-38BA-4231-AEB2-892A2B8C36DF}" dt="2020-09-05T08:29:38.657" v="743"/>
          <ac:spMkLst>
            <pc:docMk/>
            <pc:sldMk cId="0" sldId="373"/>
            <ac:spMk id="157" creationId="{6071A208-8E7B-46AB-9B63-22E5411121D8}"/>
          </ac:spMkLst>
        </pc:spChg>
        <pc:spChg chg="mod">
          <ac:chgData name="Cai Wentong (Prof)" userId="b22aa830-216f-40eb-a687-3460ebbcbaa9" providerId="ADAL" clId="{628E8A63-38BA-4231-AEB2-892A2B8C36DF}" dt="2020-09-05T08:29:38.657" v="743"/>
          <ac:spMkLst>
            <pc:docMk/>
            <pc:sldMk cId="0" sldId="373"/>
            <ac:spMk id="158" creationId="{2C733532-AE02-4020-A5AE-6AF1A0216E6F}"/>
          </ac:spMkLst>
        </pc:spChg>
        <pc:spChg chg="mod">
          <ac:chgData name="Cai Wentong (Prof)" userId="b22aa830-216f-40eb-a687-3460ebbcbaa9" providerId="ADAL" clId="{628E8A63-38BA-4231-AEB2-892A2B8C36DF}" dt="2020-09-05T08:29:38.657" v="743"/>
          <ac:spMkLst>
            <pc:docMk/>
            <pc:sldMk cId="0" sldId="373"/>
            <ac:spMk id="159" creationId="{112BBFE8-53E8-4898-93C4-68D25DA16EAE}"/>
          </ac:spMkLst>
        </pc:spChg>
        <pc:spChg chg="mod">
          <ac:chgData name="Cai Wentong (Prof)" userId="b22aa830-216f-40eb-a687-3460ebbcbaa9" providerId="ADAL" clId="{628E8A63-38BA-4231-AEB2-892A2B8C36DF}" dt="2020-09-05T08:29:38.657" v="743"/>
          <ac:spMkLst>
            <pc:docMk/>
            <pc:sldMk cId="0" sldId="373"/>
            <ac:spMk id="160" creationId="{DA4FF155-79A8-43B5-8F45-723905E08423}"/>
          </ac:spMkLst>
        </pc:spChg>
        <pc:spChg chg="mod">
          <ac:chgData name="Cai Wentong (Prof)" userId="b22aa830-216f-40eb-a687-3460ebbcbaa9" providerId="ADAL" clId="{628E8A63-38BA-4231-AEB2-892A2B8C36DF}" dt="2020-09-05T08:29:38.657" v="743"/>
          <ac:spMkLst>
            <pc:docMk/>
            <pc:sldMk cId="0" sldId="373"/>
            <ac:spMk id="161" creationId="{59C66660-C041-406E-A540-E10F2EEAF317}"/>
          </ac:spMkLst>
        </pc:spChg>
        <pc:spChg chg="mod">
          <ac:chgData name="Cai Wentong (Prof)" userId="b22aa830-216f-40eb-a687-3460ebbcbaa9" providerId="ADAL" clId="{628E8A63-38BA-4231-AEB2-892A2B8C36DF}" dt="2020-09-05T08:29:38.657" v="743"/>
          <ac:spMkLst>
            <pc:docMk/>
            <pc:sldMk cId="0" sldId="373"/>
            <ac:spMk id="162" creationId="{47262CE7-5584-4539-BAAA-5BE29E3738A8}"/>
          </ac:spMkLst>
        </pc:spChg>
        <pc:spChg chg="add mod">
          <ac:chgData name="Cai Wentong (Prof)" userId="b22aa830-216f-40eb-a687-3460ebbcbaa9" providerId="ADAL" clId="{628E8A63-38BA-4231-AEB2-892A2B8C36DF}" dt="2020-09-05T08:29:38.657" v="743"/>
          <ac:spMkLst>
            <pc:docMk/>
            <pc:sldMk cId="0" sldId="373"/>
            <ac:spMk id="164" creationId="{78E62EE6-D7DC-4A21-8EE6-D314589FAF24}"/>
          </ac:spMkLst>
        </pc:spChg>
        <pc:spChg chg="mod">
          <ac:chgData name="Cai Wentong (Prof)" userId="b22aa830-216f-40eb-a687-3460ebbcbaa9" providerId="ADAL" clId="{628E8A63-38BA-4231-AEB2-892A2B8C36DF}" dt="2020-09-05T08:29:38.657" v="743"/>
          <ac:spMkLst>
            <pc:docMk/>
            <pc:sldMk cId="0" sldId="373"/>
            <ac:spMk id="166" creationId="{2167D0AB-AA5A-4FD5-84D2-0C05A3AE19EC}"/>
          </ac:spMkLst>
        </pc:spChg>
        <pc:spChg chg="mod">
          <ac:chgData name="Cai Wentong (Prof)" userId="b22aa830-216f-40eb-a687-3460ebbcbaa9" providerId="ADAL" clId="{628E8A63-38BA-4231-AEB2-892A2B8C36DF}" dt="2020-09-05T08:29:38.657" v="743"/>
          <ac:spMkLst>
            <pc:docMk/>
            <pc:sldMk cId="0" sldId="373"/>
            <ac:spMk id="169" creationId="{6ABD36E5-E367-430E-89CB-46CA332E9288}"/>
          </ac:spMkLst>
        </pc:spChg>
        <pc:spChg chg="del mod topLvl">
          <ac:chgData name="Cai Wentong (Prof)" userId="b22aa830-216f-40eb-a687-3460ebbcbaa9" providerId="ADAL" clId="{628E8A63-38BA-4231-AEB2-892A2B8C36DF}" dt="2020-09-05T08:30:12.502" v="746" actId="21"/>
          <ac:spMkLst>
            <pc:docMk/>
            <pc:sldMk cId="0" sldId="373"/>
            <ac:spMk id="172" creationId="{22419A62-CA57-4313-ADC3-4C9AF66B2429}"/>
          </ac:spMkLst>
        </pc:spChg>
        <pc:spChg chg="add mod">
          <ac:chgData name="Cai Wentong (Prof)" userId="b22aa830-216f-40eb-a687-3460ebbcbaa9" providerId="ADAL" clId="{628E8A63-38BA-4231-AEB2-892A2B8C36DF}" dt="2020-09-05T08:35:04.678" v="763" actId="1076"/>
          <ac:spMkLst>
            <pc:docMk/>
            <pc:sldMk cId="0" sldId="373"/>
            <ac:spMk id="174" creationId="{658426F7-2906-4B40-82FC-3BDD9FED4007}"/>
          </ac:spMkLst>
        </pc:spChg>
        <pc:spChg chg="add del mod">
          <ac:chgData name="Cai Wentong (Prof)" userId="b22aa830-216f-40eb-a687-3460ebbcbaa9" providerId="ADAL" clId="{628E8A63-38BA-4231-AEB2-892A2B8C36DF}" dt="2020-09-05T08:29:51.490" v="744" actId="21"/>
          <ac:spMkLst>
            <pc:docMk/>
            <pc:sldMk cId="0" sldId="373"/>
            <ac:spMk id="175" creationId="{BC35C7C9-B40C-44B5-B10A-69AEC0DB18D6}"/>
          </ac:spMkLst>
        </pc:spChg>
        <pc:spChg chg="mod">
          <ac:chgData name="Cai Wentong (Prof)" userId="b22aa830-216f-40eb-a687-3460ebbcbaa9" providerId="ADAL" clId="{628E8A63-38BA-4231-AEB2-892A2B8C36DF}" dt="2020-09-05T08:32:26.414" v="752" actId="1076"/>
          <ac:spMkLst>
            <pc:docMk/>
            <pc:sldMk cId="0" sldId="373"/>
            <ac:spMk id="177" creationId="{FD2B0658-68E2-46CA-A6D0-836BCF641F03}"/>
          </ac:spMkLst>
        </pc:spChg>
        <pc:spChg chg="mod">
          <ac:chgData name="Cai Wentong (Prof)" userId="b22aa830-216f-40eb-a687-3460ebbcbaa9" providerId="ADAL" clId="{628E8A63-38BA-4231-AEB2-892A2B8C36DF}" dt="2020-09-05T08:32:26.414" v="752" actId="1076"/>
          <ac:spMkLst>
            <pc:docMk/>
            <pc:sldMk cId="0" sldId="373"/>
            <ac:spMk id="178" creationId="{ECB4C092-BB42-40D4-9AD7-6C9F6884C8A4}"/>
          </ac:spMkLst>
        </pc:spChg>
        <pc:spChg chg="mod">
          <ac:chgData name="Cai Wentong (Prof)" userId="b22aa830-216f-40eb-a687-3460ebbcbaa9" providerId="ADAL" clId="{628E8A63-38BA-4231-AEB2-892A2B8C36DF}" dt="2020-09-05T08:32:26.414" v="752" actId="1076"/>
          <ac:spMkLst>
            <pc:docMk/>
            <pc:sldMk cId="0" sldId="373"/>
            <ac:spMk id="179" creationId="{DB3B252D-0D67-4045-8A04-216869684F4E}"/>
          </ac:spMkLst>
        </pc:spChg>
        <pc:spChg chg="mod">
          <ac:chgData name="Cai Wentong (Prof)" userId="b22aa830-216f-40eb-a687-3460ebbcbaa9" providerId="ADAL" clId="{628E8A63-38BA-4231-AEB2-892A2B8C36DF}" dt="2020-09-05T08:32:26.414" v="752" actId="1076"/>
          <ac:spMkLst>
            <pc:docMk/>
            <pc:sldMk cId="0" sldId="373"/>
            <ac:spMk id="180" creationId="{6DCE8763-1B48-4FE6-A772-E5E18C777A6F}"/>
          </ac:spMkLst>
        </pc:spChg>
        <pc:spChg chg="mod">
          <ac:chgData name="Cai Wentong (Prof)" userId="b22aa830-216f-40eb-a687-3460ebbcbaa9" providerId="ADAL" clId="{628E8A63-38BA-4231-AEB2-892A2B8C36DF}" dt="2020-09-05T08:32:26.414" v="752" actId="1076"/>
          <ac:spMkLst>
            <pc:docMk/>
            <pc:sldMk cId="0" sldId="373"/>
            <ac:spMk id="181" creationId="{35D4D9BA-A8AD-4C91-BE75-09944289988E}"/>
          </ac:spMkLst>
        </pc:spChg>
        <pc:spChg chg="mod">
          <ac:chgData name="Cai Wentong (Prof)" userId="b22aa830-216f-40eb-a687-3460ebbcbaa9" providerId="ADAL" clId="{628E8A63-38BA-4231-AEB2-892A2B8C36DF}" dt="2020-09-05T08:32:26.414" v="752" actId="1076"/>
          <ac:spMkLst>
            <pc:docMk/>
            <pc:sldMk cId="0" sldId="373"/>
            <ac:spMk id="182" creationId="{7BDDE68B-78F2-410A-A099-1A088C073589}"/>
          </ac:spMkLst>
        </pc:spChg>
        <pc:spChg chg="mod">
          <ac:chgData name="Cai Wentong (Prof)" userId="b22aa830-216f-40eb-a687-3460ebbcbaa9" providerId="ADAL" clId="{628E8A63-38BA-4231-AEB2-892A2B8C36DF}" dt="2020-09-05T08:32:26.414" v="752" actId="1076"/>
          <ac:spMkLst>
            <pc:docMk/>
            <pc:sldMk cId="0" sldId="373"/>
            <ac:spMk id="183" creationId="{4D1D7C88-9BA3-4C8A-B7C3-0C423F764285}"/>
          </ac:spMkLst>
        </pc:spChg>
        <pc:spChg chg="mod">
          <ac:chgData name="Cai Wentong (Prof)" userId="b22aa830-216f-40eb-a687-3460ebbcbaa9" providerId="ADAL" clId="{628E8A63-38BA-4231-AEB2-892A2B8C36DF}" dt="2020-09-05T08:32:26.414" v="752" actId="1076"/>
          <ac:spMkLst>
            <pc:docMk/>
            <pc:sldMk cId="0" sldId="373"/>
            <ac:spMk id="184" creationId="{95C68EB8-906F-4602-A362-08CF99103B66}"/>
          </ac:spMkLst>
        </pc:spChg>
        <pc:spChg chg="mod">
          <ac:chgData name="Cai Wentong (Prof)" userId="b22aa830-216f-40eb-a687-3460ebbcbaa9" providerId="ADAL" clId="{628E8A63-38BA-4231-AEB2-892A2B8C36DF}" dt="2020-09-05T08:32:26.414" v="752" actId="1076"/>
          <ac:spMkLst>
            <pc:docMk/>
            <pc:sldMk cId="0" sldId="373"/>
            <ac:spMk id="185" creationId="{D353EE68-7B00-46C2-9AAA-C622FF83E3F5}"/>
          </ac:spMkLst>
        </pc:spChg>
        <pc:spChg chg="mod">
          <ac:chgData name="Cai Wentong (Prof)" userId="b22aa830-216f-40eb-a687-3460ebbcbaa9" providerId="ADAL" clId="{628E8A63-38BA-4231-AEB2-892A2B8C36DF}" dt="2020-09-05T08:32:26.414" v="752" actId="1076"/>
          <ac:spMkLst>
            <pc:docMk/>
            <pc:sldMk cId="0" sldId="373"/>
            <ac:spMk id="186" creationId="{B62BA710-B80D-4C9E-9827-1D579CD087D4}"/>
          </ac:spMkLst>
        </pc:spChg>
        <pc:spChg chg="mod">
          <ac:chgData name="Cai Wentong (Prof)" userId="b22aa830-216f-40eb-a687-3460ebbcbaa9" providerId="ADAL" clId="{628E8A63-38BA-4231-AEB2-892A2B8C36DF}" dt="2020-09-05T08:32:26.414" v="752" actId="1076"/>
          <ac:spMkLst>
            <pc:docMk/>
            <pc:sldMk cId="0" sldId="373"/>
            <ac:spMk id="187" creationId="{29E79084-4DDB-4CB1-810C-9C104549DE10}"/>
          </ac:spMkLst>
        </pc:spChg>
        <pc:spChg chg="mod">
          <ac:chgData name="Cai Wentong (Prof)" userId="b22aa830-216f-40eb-a687-3460ebbcbaa9" providerId="ADAL" clId="{628E8A63-38BA-4231-AEB2-892A2B8C36DF}" dt="2020-09-05T08:32:26.414" v="752" actId="1076"/>
          <ac:spMkLst>
            <pc:docMk/>
            <pc:sldMk cId="0" sldId="373"/>
            <ac:spMk id="188" creationId="{3E4BD152-426D-4D80-B82C-5B5B03F0A46B}"/>
          </ac:spMkLst>
        </pc:spChg>
        <pc:spChg chg="mod">
          <ac:chgData name="Cai Wentong (Prof)" userId="b22aa830-216f-40eb-a687-3460ebbcbaa9" providerId="ADAL" clId="{628E8A63-38BA-4231-AEB2-892A2B8C36DF}" dt="2020-09-05T08:32:26.414" v="752" actId="1076"/>
          <ac:spMkLst>
            <pc:docMk/>
            <pc:sldMk cId="0" sldId="373"/>
            <ac:spMk id="189" creationId="{AC233877-CD2E-4AB9-84EA-853697E440CA}"/>
          </ac:spMkLst>
        </pc:spChg>
        <pc:spChg chg="mod">
          <ac:chgData name="Cai Wentong (Prof)" userId="b22aa830-216f-40eb-a687-3460ebbcbaa9" providerId="ADAL" clId="{628E8A63-38BA-4231-AEB2-892A2B8C36DF}" dt="2020-09-05T08:44:03.580" v="797" actId="1076"/>
          <ac:spMkLst>
            <pc:docMk/>
            <pc:sldMk cId="0" sldId="373"/>
            <ac:spMk id="192" creationId="{E9D8473C-15EC-44B0-99A1-126854DD7532}"/>
          </ac:spMkLst>
        </pc:spChg>
        <pc:spChg chg="mod">
          <ac:chgData name="Cai Wentong (Prof)" userId="b22aa830-216f-40eb-a687-3460ebbcbaa9" providerId="ADAL" clId="{628E8A63-38BA-4231-AEB2-892A2B8C36DF}" dt="2020-09-05T08:44:03.580" v="797" actId="1076"/>
          <ac:spMkLst>
            <pc:docMk/>
            <pc:sldMk cId="0" sldId="373"/>
            <ac:spMk id="193" creationId="{45A2E9A7-224C-4F5A-888B-484F33B37712}"/>
          </ac:spMkLst>
        </pc:spChg>
        <pc:spChg chg="mod">
          <ac:chgData name="Cai Wentong (Prof)" userId="b22aa830-216f-40eb-a687-3460ebbcbaa9" providerId="ADAL" clId="{628E8A63-38BA-4231-AEB2-892A2B8C36DF}" dt="2020-09-05T08:44:03.580" v="797" actId="1076"/>
          <ac:spMkLst>
            <pc:docMk/>
            <pc:sldMk cId="0" sldId="373"/>
            <ac:spMk id="194" creationId="{C2DD72FD-9DF5-4FA9-B49C-D3CCC42E7821}"/>
          </ac:spMkLst>
        </pc:spChg>
        <pc:spChg chg="mod">
          <ac:chgData name="Cai Wentong (Prof)" userId="b22aa830-216f-40eb-a687-3460ebbcbaa9" providerId="ADAL" clId="{628E8A63-38BA-4231-AEB2-892A2B8C36DF}" dt="2020-09-05T08:44:03.580" v="797" actId="1076"/>
          <ac:spMkLst>
            <pc:docMk/>
            <pc:sldMk cId="0" sldId="373"/>
            <ac:spMk id="195" creationId="{A6397681-BBB0-4470-BBE5-46BDDDC86FEF}"/>
          </ac:spMkLst>
        </pc:spChg>
        <pc:spChg chg="mod">
          <ac:chgData name="Cai Wentong (Prof)" userId="b22aa830-216f-40eb-a687-3460ebbcbaa9" providerId="ADAL" clId="{628E8A63-38BA-4231-AEB2-892A2B8C36DF}" dt="2020-09-05T08:44:03.580" v="797" actId="1076"/>
          <ac:spMkLst>
            <pc:docMk/>
            <pc:sldMk cId="0" sldId="373"/>
            <ac:spMk id="196" creationId="{C5BCEC44-A16A-4E48-8790-D1AA1E209256}"/>
          </ac:spMkLst>
        </pc:spChg>
        <pc:spChg chg="mod">
          <ac:chgData name="Cai Wentong (Prof)" userId="b22aa830-216f-40eb-a687-3460ebbcbaa9" providerId="ADAL" clId="{628E8A63-38BA-4231-AEB2-892A2B8C36DF}" dt="2020-09-05T08:44:03.580" v="797" actId="1076"/>
          <ac:spMkLst>
            <pc:docMk/>
            <pc:sldMk cId="0" sldId="373"/>
            <ac:spMk id="197" creationId="{B6B8866F-8F1B-42C5-B14A-25C37997BB3B}"/>
          </ac:spMkLst>
        </pc:spChg>
        <pc:spChg chg="mod">
          <ac:chgData name="Cai Wentong (Prof)" userId="b22aa830-216f-40eb-a687-3460ebbcbaa9" providerId="ADAL" clId="{628E8A63-38BA-4231-AEB2-892A2B8C36DF}" dt="2020-09-05T08:44:03.580" v="797" actId="1076"/>
          <ac:spMkLst>
            <pc:docMk/>
            <pc:sldMk cId="0" sldId="373"/>
            <ac:spMk id="198" creationId="{0210A950-EF27-400F-BB2B-1D7ED31C214A}"/>
          </ac:spMkLst>
        </pc:spChg>
        <pc:spChg chg="mod">
          <ac:chgData name="Cai Wentong (Prof)" userId="b22aa830-216f-40eb-a687-3460ebbcbaa9" providerId="ADAL" clId="{628E8A63-38BA-4231-AEB2-892A2B8C36DF}" dt="2020-09-05T08:44:03.580" v="797" actId="1076"/>
          <ac:spMkLst>
            <pc:docMk/>
            <pc:sldMk cId="0" sldId="373"/>
            <ac:spMk id="199" creationId="{719CDDF3-5947-4B31-B43A-E2657D3A4BFB}"/>
          </ac:spMkLst>
        </pc:spChg>
        <pc:spChg chg="mod">
          <ac:chgData name="Cai Wentong (Prof)" userId="b22aa830-216f-40eb-a687-3460ebbcbaa9" providerId="ADAL" clId="{628E8A63-38BA-4231-AEB2-892A2B8C36DF}" dt="2020-09-05T08:44:22.073" v="798" actId="1076"/>
          <ac:spMkLst>
            <pc:docMk/>
            <pc:sldMk cId="0" sldId="373"/>
            <ac:spMk id="201" creationId="{D496A1FE-1A94-487F-A48A-92EEF9F6B3FB}"/>
          </ac:spMkLst>
        </pc:spChg>
        <pc:spChg chg="mod">
          <ac:chgData name="Cai Wentong (Prof)" userId="b22aa830-216f-40eb-a687-3460ebbcbaa9" providerId="ADAL" clId="{628E8A63-38BA-4231-AEB2-892A2B8C36DF}" dt="2020-09-05T08:44:22.073" v="798" actId="1076"/>
          <ac:spMkLst>
            <pc:docMk/>
            <pc:sldMk cId="0" sldId="373"/>
            <ac:spMk id="202" creationId="{21D2E770-C933-468D-A140-6FB9EA324390}"/>
          </ac:spMkLst>
        </pc:spChg>
        <pc:spChg chg="mod">
          <ac:chgData name="Cai Wentong (Prof)" userId="b22aa830-216f-40eb-a687-3460ebbcbaa9" providerId="ADAL" clId="{628E8A63-38BA-4231-AEB2-892A2B8C36DF}" dt="2020-09-05T09:11:46.847" v="925" actId="1076"/>
          <ac:spMkLst>
            <pc:docMk/>
            <pc:sldMk cId="0" sldId="373"/>
            <ac:spMk id="205" creationId="{F3EBA4F3-2DED-411E-B3A6-3508635C0CF4}"/>
          </ac:spMkLst>
        </pc:spChg>
        <pc:spChg chg="mod">
          <ac:chgData name="Cai Wentong (Prof)" userId="b22aa830-216f-40eb-a687-3460ebbcbaa9" providerId="ADAL" clId="{628E8A63-38BA-4231-AEB2-892A2B8C36DF}" dt="2020-09-05T09:07:51.842" v="906" actId="1076"/>
          <ac:spMkLst>
            <pc:docMk/>
            <pc:sldMk cId="0" sldId="373"/>
            <ac:spMk id="206" creationId="{397A9CC1-5A79-4A1A-92F5-E22DDE9ACC39}"/>
          </ac:spMkLst>
        </pc:spChg>
        <pc:spChg chg="mod">
          <ac:chgData name="Cai Wentong (Prof)" userId="b22aa830-216f-40eb-a687-3460ebbcbaa9" providerId="ADAL" clId="{628E8A63-38BA-4231-AEB2-892A2B8C36DF}" dt="2020-09-05T09:10:40.128" v="920" actId="14100"/>
          <ac:spMkLst>
            <pc:docMk/>
            <pc:sldMk cId="0" sldId="373"/>
            <ac:spMk id="208" creationId="{A6047F7D-4209-4C90-9B4C-CD7B430DDB90}"/>
          </ac:spMkLst>
        </pc:spChg>
        <pc:spChg chg="mod">
          <ac:chgData name="Cai Wentong (Prof)" userId="b22aa830-216f-40eb-a687-3460ebbcbaa9" providerId="ADAL" clId="{628E8A63-38BA-4231-AEB2-892A2B8C36DF}" dt="2020-09-05T09:10:33.779" v="919" actId="1076"/>
          <ac:spMkLst>
            <pc:docMk/>
            <pc:sldMk cId="0" sldId="373"/>
            <ac:spMk id="209" creationId="{AD98B044-D468-45A0-91F8-E4C82BEF67F3}"/>
          </ac:spMkLst>
        </pc:spChg>
        <pc:spChg chg="mod">
          <ac:chgData name="Cai Wentong (Prof)" userId="b22aa830-216f-40eb-a687-3460ebbcbaa9" providerId="ADAL" clId="{628E8A63-38BA-4231-AEB2-892A2B8C36DF}" dt="2020-09-05T09:04:17.759" v="886"/>
          <ac:spMkLst>
            <pc:docMk/>
            <pc:sldMk cId="0" sldId="373"/>
            <ac:spMk id="211" creationId="{6FA3426B-AD7B-4F72-B287-3C75D1F819EC}"/>
          </ac:spMkLst>
        </pc:spChg>
        <pc:spChg chg="mod">
          <ac:chgData name="Cai Wentong (Prof)" userId="b22aa830-216f-40eb-a687-3460ebbcbaa9" providerId="ADAL" clId="{628E8A63-38BA-4231-AEB2-892A2B8C36DF}" dt="2020-09-05T09:04:17.759" v="886"/>
          <ac:spMkLst>
            <pc:docMk/>
            <pc:sldMk cId="0" sldId="373"/>
            <ac:spMk id="212" creationId="{A8DD5EFE-CB83-48FA-9D37-2859657F8A11}"/>
          </ac:spMkLst>
        </pc:spChg>
        <pc:spChg chg="mod">
          <ac:chgData name="Cai Wentong (Prof)" userId="b22aa830-216f-40eb-a687-3460ebbcbaa9" providerId="ADAL" clId="{628E8A63-38BA-4231-AEB2-892A2B8C36DF}" dt="2020-09-05T09:04:17.759" v="886"/>
          <ac:spMkLst>
            <pc:docMk/>
            <pc:sldMk cId="0" sldId="373"/>
            <ac:spMk id="213" creationId="{9767E46B-D666-4150-8340-E6FF7EA10260}"/>
          </ac:spMkLst>
        </pc:spChg>
        <pc:spChg chg="mod">
          <ac:chgData name="Cai Wentong (Prof)" userId="b22aa830-216f-40eb-a687-3460ebbcbaa9" providerId="ADAL" clId="{628E8A63-38BA-4231-AEB2-892A2B8C36DF}" dt="2020-09-05T09:04:17.759" v="886"/>
          <ac:spMkLst>
            <pc:docMk/>
            <pc:sldMk cId="0" sldId="373"/>
            <ac:spMk id="214" creationId="{EAB5882A-B6BF-4F4B-9DF5-657032F5D47D}"/>
          </ac:spMkLst>
        </pc:spChg>
        <pc:spChg chg="mod">
          <ac:chgData name="Cai Wentong (Prof)" userId="b22aa830-216f-40eb-a687-3460ebbcbaa9" providerId="ADAL" clId="{628E8A63-38BA-4231-AEB2-892A2B8C36DF}" dt="2020-09-05T09:04:17.759" v="886"/>
          <ac:spMkLst>
            <pc:docMk/>
            <pc:sldMk cId="0" sldId="373"/>
            <ac:spMk id="215" creationId="{DE189B0C-CA26-4DC2-A422-23A2B4CB6A72}"/>
          </ac:spMkLst>
        </pc:spChg>
        <pc:spChg chg="mod">
          <ac:chgData name="Cai Wentong (Prof)" userId="b22aa830-216f-40eb-a687-3460ebbcbaa9" providerId="ADAL" clId="{628E8A63-38BA-4231-AEB2-892A2B8C36DF}" dt="2020-09-05T09:04:17.759" v="886"/>
          <ac:spMkLst>
            <pc:docMk/>
            <pc:sldMk cId="0" sldId="373"/>
            <ac:spMk id="216" creationId="{C618F26D-77D8-4A08-8CDC-A6B986089037}"/>
          </ac:spMkLst>
        </pc:spChg>
        <pc:spChg chg="mod">
          <ac:chgData name="Cai Wentong (Prof)" userId="b22aa830-216f-40eb-a687-3460ebbcbaa9" providerId="ADAL" clId="{628E8A63-38BA-4231-AEB2-892A2B8C36DF}" dt="2020-09-05T09:04:17.759" v="886"/>
          <ac:spMkLst>
            <pc:docMk/>
            <pc:sldMk cId="0" sldId="373"/>
            <ac:spMk id="217" creationId="{74CBFB04-FDE6-4504-B8EA-94157481E54A}"/>
          </ac:spMkLst>
        </pc:spChg>
        <pc:spChg chg="mod">
          <ac:chgData name="Cai Wentong (Prof)" userId="b22aa830-216f-40eb-a687-3460ebbcbaa9" providerId="ADAL" clId="{628E8A63-38BA-4231-AEB2-892A2B8C36DF}" dt="2020-09-05T09:04:17.759" v="886"/>
          <ac:spMkLst>
            <pc:docMk/>
            <pc:sldMk cId="0" sldId="373"/>
            <ac:spMk id="218" creationId="{51DDE927-AE36-432C-ADBC-05FAE225390E}"/>
          </ac:spMkLst>
        </pc:spChg>
        <pc:spChg chg="mod topLvl">
          <ac:chgData name="Cai Wentong (Prof)" userId="b22aa830-216f-40eb-a687-3460ebbcbaa9" providerId="ADAL" clId="{628E8A63-38BA-4231-AEB2-892A2B8C36DF}" dt="2020-09-05T09:11:31.867" v="924" actId="1076"/>
          <ac:spMkLst>
            <pc:docMk/>
            <pc:sldMk cId="0" sldId="373"/>
            <ac:spMk id="221" creationId="{3145499A-E61B-4E4B-B31D-9F04658E4519}"/>
          </ac:spMkLst>
        </pc:spChg>
        <pc:spChg chg="del mod topLvl">
          <ac:chgData name="Cai Wentong (Prof)" userId="b22aa830-216f-40eb-a687-3460ebbcbaa9" providerId="ADAL" clId="{628E8A63-38BA-4231-AEB2-892A2B8C36DF}" dt="2020-09-05T09:06:29.002" v="898" actId="21"/>
          <ac:spMkLst>
            <pc:docMk/>
            <pc:sldMk cId="0" sldId="373"/>
            <ac:spMk id="222" creationId="{A7137B19-53FF-486D-94B6-A1DD40A02BA4}"/>
          </ac:spMkLst>
        </pc:spChg>
        <pc:grpChg chg="del">
          <ac:chgData name="Cai Wentong (Prof)" userId="b22aa830-216f-40eb-a687-3460ebbcbaa9" providerId="ADAL" clId="{628E8A63-38BA-4231-AEB2-892A2B8C36DF}" dt="2020-09-05T08:29:20.830" v="742" actId="21"/>
          <ac:grpSpMkLst>
            <pc:docMk/>
            <pc:sldMk cId="0" sldId="373"/>
            <ac:grpSpMk id="2" creationId="{00000000-0000-0000-0000-000000000000}"/>
          </ac:grpSpMkLst>
        </pc:grpChg>
        <pc:grpChg chg="del">
          <ac:chgData name="Cai Wentong (Prof)" userId="b22aa830-216f-40eb-a687-3460ebbcbaa9" providerId="ADAL" clId="{628E8A63-38BA-4231-AEB2-892A2B8C36DF}" dt="2020-09-05T08:29:20.830" v="742" actId="21"/>
          <ac:grpSpMkLst>
            <pc:docMk/>
            <pc:sldMk cId="0" sldId="373"/>
            <ac:grpSpMk id="3" creationId="{00000000-0000-0000-0000-000000000000}"/>
          </ac:grpSpMkLst>
        </pc:grpChg>
        <pc:grpChg chg="del">
          <ac:chgData name="Cai Wentong (Prof)" userId="b22aa830-216f-40eb-a687-3460ebbcbaa9" providerId="ADAL" clId="{628E8A63-38BA-4231-AEB2-892A2B8C36DF}" dt="2020-09-05T08:29:20.830" v="742" actId="21"/>
          <ac:grpSpMkLst>
            <pc:docMk/>
            <pc:sldMk cId="0" sldId="373"/>
            <ac:grpSpMk id="4" creationId="{00000000-0000-0000-0000-000000000000}"/>
          </ac:grpSpMkLst>
        </pc:grpChg>
        <pc:grpChg chg="del">
          <ac:chgData name="Cai Wentong (Prof)" userId="b22aa830-216f-40eb-a687-3460ebbcbaa9" providerId="ADAL" clId="{628E8A63-38BA-4231-AEB2-892A2B8C36DF}" dt="2020-09-05T08:29:20.830" v="742" actId="21"/>
          <ac:grpSpMkLst>
            <pc:docMk/>
            <pc:sldMk cId="0" sldId="373"/>
            <ac:grpSpMk id="5" creationId="{00000000-0000-0000-0000-000000000000}"/>
          </ac:grpSpMkLst>
        </pc:grpChg>
        <pc:grpChg chg="del">
          <ac:chgData name="Cai Wentong (Prof)" userId="b22aa830-216f-40eb-a687-3460ebbcbaa9" providerId="ADAL" clId="{628E8A63-38BA-4231-AEB2-892A2B8C36DF}" dt="2020-09-05T08:29:20.830" v="742" actId="21"/>
          <ac:grpSpMkLst>
            <pc:docMk/>
            <pc:sldMk cId="0" sldId="373"/>
            <ac:grpSpMk id="6" creationId="{00000000-0000-0000-0000-000000000000}"/>
          </ac:grpSpMkLst>
        </pc:grpChg>
        <pc:grpChg chg="del">
          <ac:chgData name="Cai Wentong (Prof)" userId="b22aa830-216f-40eb-a687-3460ebbcbaa9" providerId="ADAL" clId="{628E8A63-38BA-4231-AEB2-892A2B8C36DF}" dt="2020-09-05T08:29:20.830" v="742" actId="21"/>
          <ac:grpSpMkLst>
            <pc:docMk/>
            <pc:sldMk cId="0" sldId="373"/>
            <ac:grpSpMk id="8" creationId="{00000000-0000-0000-0000-000000000000}"/>
          </ac:grpSpMkLst>
        </pc:grpChg>
        <pc:grpChg chg="add del mod">
          <ac:chgData name="Cai Wentong (Prof)" userId="b22aa830-216f-40eb-a687-3460ebbcbaa9" providerId="ADAL" clId="{628E8A63-38BA-4231-AEB2-892A2B8C36DF}" dt="2020-09-05T08:38:02.972" v="772" actId="165"/>
          <ac:grpSpMkLst>
            <pc:docMk/>
            <pc:sldMk cId="0" sldId="373"/>
            <ac:grpSpMk id="9" creationId="{D4A98498-F503-47CD-BD7C-1A4A56AF9287}"/>
          </ac:grpSpMkLst>
        </pc:grpChg>
        <pc:grpChg chg="del">
          <ac:chgData name="Cai Wentong (Prof)" userId="b22aa830-216f-40eb-a687-3460ebbcbaa9" providerId="ADAL" clId="{628E8A63-38BA-4231-AEB2-892A2B8C36DF}" dt="2020-09-05T08:29:20.830" v="742" actId="21"/>
          <ac:grpSpMkLst>
            <pc:docMk/>
            <pc:sldMk cId="0" sldId="373"/>
            <ac:grpSpMk id="10" creationId="{00000000-0000-0000-0000-000000000000}"/>
          </ac:grpSpMkLst>
        </pc:grpChg>
        <pc:grpChg chg="add del mod">
          <ac:chgData name="Cai Wentong (Prof)" userId="b22aa830-216f-40eb-a687-3460ebbcbaa9" providerId="ADAL" clId="{628E8A63-38BA-4231-AEB2-892A2B8C36DF}" dt="2020-09-05T09:01:07.712" v="870" actId="21"/>
          <ac:grpSpMkLst>
            <pc:docMk/>
            <pc:sldMk cId="0" sldId="373"/>
            <ac:grpSpMk id="11" creationId="{6C4AC70E-56DD-4DDE-B88B-DCF572CF8FCC}"/>
          </ac:grpSpMkLst>
        </pc:grpChg>
        <pc:grpChg chg="add del mod">
          <ac:chgData name="Cai Wentong (Prof)" userId="b22aa830-216f-40eb-a687-3460ebbcbaa9" providerId="ADAL" clId="{628E8A63-38BA-4231-AEB2-892A2B8C36DF}" dt="2020-09-05T08:40:16.279" v="780" actId="165"/>
          <ac:grpSpMkLst>
            <pc:docMk/>
            <pc:sldMk cId="0" sldId="373"/>
            <ac:grpSpMk id="12" creationId="{CD7B285A-0D79-4919-A555-BD07A0026FCF}"/>
          </ac:grpSpMkLst>
        </pc:grpChg>
        <pc:grpChg chg="add del mod">
          <ac:chgData name="Cai Wentong (Prof)" userId="b22aa830-216f-40eb-a687-3460ebbcbaa9" providerId="ADAL" clId="{628E8A63-38BA-4231-AEB2-892A2B8C36DF}" dt="2020-09-05T09:10:33.779" v="919" actId="1076"/>
          <ac:grpSpMkLst>
            <pc:docMk/>
            <pc:sldMk cId="0" sldId="373"/>
            <ac:grpSpMk id="14" creationId="{3D6F13DB-1A34-429D-A70C-FB462F2EEED1}"/>
          </ac:grpSpMkLst>
        </pc:grpChg>
        <pc:grpChg chg="add mod">
          <ac:chgData name="Cai Wentong (Prof)" userId="b22aa830-216f-40eb-a687-3460ebbcbaa9" providerId="ADAL" clId="{628E8A63-38BA-4231-AEB2-892A2B8C36DF}" dt="2020-09-05T08:44:31.363" v="799" actId="164"/>
          <ac:grpSpMkLst>
            <pc:docMk/>
            <pc:sldMk cId="0" sldId="373"/>
            <ac:grpSpMk id="15" creationId="{84C2A80F-5E91-466A-A7BF-C9CE6419EF21}"/>
          </ac:grpSpMkLst>
        </pc:grpChg>
        <pc:grpChg chg="add mod">
          <ac:chgData name="Cai Wentong (Prof)" userId="b22aa830-216f-40eb-a687-3460ebbcbaa9" providerId="ADAL" clId="{628E8A63-38BA-4231-AEB2-892A2B8C36DF}" dt="2020-09-05T09:10:33.779" v="919" actId="1076"/>
          <ac:grpSpMkLst>
            <pc:docMk/>
            <pc:sldMk cId="0" sldId="373"/>
            <ac:grpSpMk id="16" creationId="{1CC4109B-6079-4C95-871C-5582A4A87D39}"/>
          </ac:grpSpMkLst>
        </pc:grpChg>
        <pc:grpChg chg="del">
          <ac:chgData name="Cai Wentong (Prof)" userId="b22aa830-216f-40eb-a687-3460ebbcbaa9" providerId="ADAL" clId="{628E8A63-38BA-4231-AEB2-892A2B8C36DF}" dt="2020-09-05T08:29:20.830" v="742" actId="21"/>
          <ac:grpSpMkLst>
            <pc:docMk/>
            <pc:sldMk cId="0" sldId="373"/>
            <ac:grpSpMk id="61" creationId="{00000000-0000-0000-0000-000000000000}"/>
          </ac:grpSpMkLst>
        </pc:grpChg>
        <pc:grpChg chg="add del mod">
          <ac:chgData name="Cai Wentong (Prof)" userId="b22aa830-216f-40eb-a687-3460ebbcbaa9" providerId="ADAL" clId="{628E8A63-38BA-4231-AEB2-892A2B8C36DF}" dt="2020-09-05T08:32:17.501" v="750" actId="21"/>
          <ac:grpSpMkLst>
            <pc:docMk/>
            <pc:sldMk cId="0" sldId="373"/>
            <ac:grpSpMk id="74" creationId="{EF209B6C-4595-4911-8C72-7A23DE06B51C}"/>
          </ac:grpSpMkLst>
        </pc:grpChg>
        <pc:grpChg chg="del">
          <ac:chgData name="Cai Wentong (Prof)" userId="b22aa830-216f-40eb-a687-3460ebbcbaa9" providerId="ADAL" clId="{628E8A63-38BA-4231-AEB2-892A2B8C36DF}" dt="2020-09-05T08:29:20.830" v="742" actId="21"/>
          <ac:grpSpMkLst>
            <pc:docMk/>
            <pc:sldMk cId="0" sldId="373"/>
            <ac:grpSpMk id="77" creationId="{00000000-0000-0000-0000-000000000000}"/>
          </ac:grpSpMkLst>
        </pc:grpChg>
        <pc:grpChg chg="add mod">
          <ac:chgData name="Cai Wentong (Prof)" userId="b22aa830-216f-40eb-a687-3460ebbcbaa9" providerId="ADAL" clId="{628E8A63-38BA-4231-AEB2-892A2B8C36DF}" dt="2020-09-05T08:29:38.657" v="743"/>
          <ac:grpSpMkLst>
            <pc:docMk/>
            <pc:sldMk cId="0" sldId="373"/>
            <ac:grpSpMk id="90" creationId="{FAD75B49-5CA1-4088-BBBC-C2D5F04D4778}"/>
          </ac:grpSpMkLst>
        </pc:grpChg>
        <pc:grpChg chg="add mod">
          <ac:chgData name="Cai Wentong (Prof)" userId="b22aa830-216f-40eb-a687-3460ebbcbaa9" providerId="ADAL" clId="{628E8A63-38BA-4231-AEB2-892A2B8C36DF}" dt="2020-09-05T08:29:38.657" v="743"/>
          <ac:grpSpMkLst>
            <pc:docMk/>
            <pc:sldMk cId="0" sldId="373"/>
            <ac:grpSpMk id="99" creationId="{46FD45C8-6D9B-4CC2-B062-EF477CE4F46A}"/>
          </ac:grpSpMkLst>
        </pc:grpChg>
        <pc:grpChg chg="add mod">
          <ac:chgData name="Cai Wentong (Prof)" userId="b22aa830-216f-40eb-a687-3460ebbcbaa9" providerId="ADAL" clId="{628E8A63-38BA-4231-AEB2-892A2B8C36DF}" dt="2020-09-05T08:29:38.657" v="743"/>
          <ac:grpSpMkLst>
            <pc:docMk/>
            <pc:sldMk cId="0" sldId="373"/>
            <ac:grpSpMk id="116" creationId="{35B4FA02-03D5-4D1D-B55F-68DE069164B2}"/>
          </ac:grpSpMkLst>
        </pc:grpChg>
        <pc:grpChg chg="add mod">
          <ac:chgData name="Cai Wentong (Prof)" userId="b22aa830-216f-40eb-a687-3460ebbcbaa9" providerId="ADAL" clId="{628E8A63-38BA-4231-AEB2-892A2B8C36DF}" dt="2020-09-05T08:29:38.657" v="743"/>
          <ac:grpSpMkLst>
            <pc:docMk/>
            <pc:sldMk cId="0" sldId="373"/>
            <ac:grpSpMk id="127" creationId="{56BAAAF4-8475-4528-973C-3A611404F74E}"/>
          </ac:grpSpMkLst>
        </pc:grpChg>
        <pc:grpChg chg="add del mod">
          <ac:chgData name="Cai Wentong (Prof)" userId="b22aa830-216f-40eb-a687-3460ebbcbaa9" providerId="ADAL" clId="{628E8A63-38BA-4231-AEB2-892A2B8C36DF}" dt="2020-09-05T08:36:51.845" v="766" actId="165"/>
          <ac:grpSpMkLst>
            <pc:docMk/>
            <pc:sldMk cId="0" sldId="373"/>
            <ac:grpSpMk id="130" creationId="{72CE73AD-499E-42AA-A3FA-70A581199BF8}"/>
          </ac:grpSpMkLst>
        </pc:grpChg>
        <pc:grpChg chg="add mod">
          <ac:chgData name="Cai Wentong (Prof)" userId="b22aa830-216f-40eb-a687-3460ebbcbaa9" providerId="ADAL" clId="{628E8A63-38BA-4231-AEB2-892A2B8C36DF}" dt="2020-09-05T09:09:56.565" v="914" actId="1076"/>
          <ac:grpSpMkLst>
            <pc:docMk/>
            <pc:sldMk cId="0" sldId="373"/>
            <ac:grpSpMk id="145" creationId="{13334AE1-8397-4305-B544-6AF57EBEC3B0}"/>
          </ac:grpSpMkLst>
        </pc:grpChg>
        <pc:grpChg chg="add mod">
          <ac:chgData name="Cai Wentong (Prof)" userId="b22aa830-216f-40eb-a687-3460ebbcbaa9" providerId="ADAL" clId="{628E8A63-38BA-4231-AEB2-892A2B8C36DF}" dt="2020-09-05T08:29:38.657" v="743"/>
          <ac:grpSpMkLst>
            <pc:docMk/>
            <pc:sldMk cId="0" sldId="373"/>
            <ac:grpSpMk id="148" creationId="{34C0FC03-CD38-47D5-BD3B-6B2F4FB8DA4B}"/>
          </ac:grpSpMkLst>
        </pc:grpChg>
        <pc:grpChg chg="add mod">
          <ac:chgData name="Cai Wentong (Prof)" userId="b22aa830-216f-40eb-a687-3460ebbcbaa9" providerId="ADAL" clId="{628E8A63-38BA-4231-AEB2-892A2B8C36DF}" dt="2020-09-05T08:29:38.657" v="743"/>
          <ac:grpSpMkLst>
            <pc:docMk/>
            <pc:sldMk cId="0" sldId="373"/>
            <ac:grpSpMk id="151" creationId="{5F17FB06-8B71-4554-B0FB-3830C2AAF059}"/>
          </ac:grpSpMkLst>
        </pc:grpChg>
        <pc:grpChg chg="add mod">
          <ac:chgData name="Cai Wentong (Prof)" userId="b22aa830-216f-40eb-a687-3460ebbcbaa9" providerId="ADAL" clId="{628E8A63-38BA-4231-AEB2-892A2B8C36DF}" dt="2020-09-05T08:29:38.657" v="743"/>
          <ac:grpSpMkLst>
            <pc:docMk/>
            <pc:sldMk cId="0" sldId="373"/>
            <ac:grpSpMk id="165" creationId="{E9B3C589-A928-4A35-97B5-57ED2E40CE64}"/>
          </ac:grpSpMkLst>
        </pc:grpChg>
        <pc:grpChg chg="add mod">
          <ac:chgData name="Cai Wentong (Prof)" userId="b22aa830-216f-40eb-a687-3460ebbcbaa9" providerId="ADAL" clId="{628E8A63-38BA-4231-AEB2-892A2B8C36DF}" dt="2020-09-05T08:34:56.618" v="762" actId="1076"/>
          <ac:grpSpMkLst>
            <pc:docMk/>
            <pc:sldMk cId="0" sldId="373"/>
            <ac:grpSpMk id="168" creationId="{36C71BFD-BE35-49D9-8584-7542B3576301}"/>
          </ac:grpSpMkLst>
        </pc:grpChg>
        <pc:grpChg chg="add del mod">
          <ac:chgData name="Cai Wentong (Prof)" userId="b22aa830-216f-40eb-a687-3460ebbcbaa9" providerId="ADAL" clId="{628E8A63-38BA-4231-AEB2-892A2B8C36DF}" dt="2020-09-05T08:30:05.198" v="745" actId="21"/>
          <ac:grpSpMkLst>
            <pc:docMk/>
            <pc:sldMk cId="0" sldId="373"/>
            <ac:grpSpMk id="171" creationId="{63201537-79B7-4D6F-BD6E-317A86F7F9AE}"/>
          </ac:grpSpMkLst>
        </pc:grpChg>
        <pc:grpChg chg="add del mod">
          <ac:chgData name="Cai Wentong (Prof)" userId="b22aa830-216f-40eb-a687-3460ebbcbaa9" providerId="ADAL" clId="{628E8A63-38BA-4231-AEB2-892A2B8C36DF}" dt="2020-09-05T08:43:41.265" v="795" actId="21"/>
          <ac:grpSpMkLst>
            <pc:docMk/>
            <pc:sldMk cId="0" sldId="373"/>
            <ac:grpSpMk id="176" creationId="{C0112952-EB39-4884-9F93-1ADDB00380D0}"/>
          </ac:grpSpMkLst>
        </pc:grpChg>
        <pc:grpChg chg="add mod">
          <ac:chgData name="Cai Wentong (Prof)" userId="b22aa830-216f-40eb-a687-3460ebbcbaa9" providerId="ADAL" clId="{628E8A63-38BA-4231-AEB2-892A2B8C36DF}" dt="2020-09-05T08:44:31.363" v="799" actId="164"/>
          <ac:grpSpMkLst>
            <pc:docMk/>
            <pc:sldMk cId="0" sldId="373"/>
            <ac:grpSpMk id="191" creationId="{F4B36ACF-0539-45CB-B8A4-CE0C9FAE870C}"/>
          </ac:grpSpMkLst>
        </pc:grpChg>
        <pc:grpChg chg="add mod">
          <ac:chgData name="Cai Wentong (Prof)" userId="b22aa830-216f-40eb-a687-3460ebbcbaa9" providerId="ADAL" clId="{628E8A63-38BA-4231-AEB2-892A2B8C36DF}" dt="2020-09-05T08:44:31.363" v="799" actId="164"/>
          <ac:grpSpMkLst>
            <pc:docMk/>
            <pc:sldMk cId="0" sldId="373"/>
            <ac:grpSpMk id="200" creationId="{06632291-1593-4AF0-8B48-92FC60EBC11F}"/>
          </ac:grpSpMkLst>
        </pc:grpChg>
        <pc:grpChg chg="add mod">
          <ac:chgData name="Cai Wentong (Prof)" userId="b22aa830-216f-40eb-a687-3460ebbcbaa9" providerId="ADAL" clId="{628E8A63-38BA-4231-AEB2-892A2B8C36DF}" dt="2020-09-05T09:07:51.842" v="906" actId="1076"/>
          <ac:grpSpMkLst>
            <pc:docMk/>
            <pc:sldMk cId="0" sldId="373"/>
            <ac:grpSpMk id="204" creationId="{A1CF267C-7CB9-4558-8730-81E89C9CDF40}"/>
          </ac:grpSpMkLst>
        </pc:grpChg>
        <pc:grpChg chg="add del mod">
          <ac:chgData name="Cai Wentong (Prof)" userId="b22aa830-216f-40eb-a687-3460ebbcbaa9" providerId="ADAL" clId="{628E8A63-38BA-4231-AEB2-892A2B8C36DF}" dt="2020-09-05T09:10:33.779" v="919" actId="1076"/>
          <ac:grpSpMkLst>
            <pc:docMk/>
            <pc:sldMk cId="0" sldId="373"/>
            <ac:grpSpMk id="207" creationId="{97DF8702-24F9-4409-9260-24234FAFF567}"/>
          </ac:grpSpMkLst>
        </pc:grpChg>
        <pc:grpChg chg="add del mod">
          <ac:chgData name="Cai Wentong (Prof)" userId="b22aa830-216f-40eb-a687-3460ebbcbaa9" providerId="ADAL" clId="{628E8A63-38BA-4231-AEB2-892A2B8C36DF}" dt="2020-09-05T09:04:22.134" v="887"/>
          <ac:grpSpMkLst>
            <pc:docMk/>
            <pc:sldMk cId="0" sldId="373"/>
            <ac:grpSpMk id="210" creationId="{00628C4B-336C-404E-BAAA-B1E1A070E05D}"/>
          </ac:grpSpMkLst>
        </pc:grpChg>
        <pc:grpChg chg="add del mod">
          <ac:chgData name="Cai Wentong (Prof)" userId="b22aa830-216f-40eb-a687-3460ebbcbaa9" providerId="ADAL" clId="{628E8A63-38BA-4231-AEB2-892A2B8C36DF}" dt="2020-09-05T09:06:20.639" v="897" actId="165"/>
          <ac:grpSpMkLst>
            <pc:docMk/>
            <pc:sldMk cId="0" sldId="373"/>
            <ac:grpSpMk id="220" creationId="{6786A831-0497-4C0E-BD68-FCACE7821703}"/>
          </ac:grpSpMkLst>
        </pc:grpChg>
        <pc:cxnChg chg="add mod">
          <ac:chgData name="Cai Wentong (Prof)" userId="b22aa830-216f-40eb-a687-3460ebbcbaa9" providerId="ADAL" clId="{628E8A63-38BA-4231-AEB2-892A2B8C36DF}" dt="2020-09-05T08:29:38.657" v="743"/>
          <ac:cxnSpMkLst>
            <pc:docMk/>
            <pc:sldMk cId="0" sldId="373"/>
            <ac:cxnSpMk id="163" creationId="{4880F294-585F-40B7-ABC4-64472FDA399B}"/>
          </ac:cxnSpMkLst>
        </pc:cxnChg>
        <pc:cxnChg chg="mod">
          <ac:chgData name="Cai Wentong (Prof)" userId="b22aa830-216f-40eb-a687-3460ebbcbaa9" providerId="ADAL" clId="{628E8A63-38BA-4231-AEB2-892A2B8C36DF}" dt="2020-09-05T08:29:38.657" v="743"/>
          <ac:cxnSpMkLst>
            <pc:docMk/>
            <pc:sldMk cId="0" sldId="373"/>
            <ac:cxnSpMk id="167" creationId="{D9DF2DF3-291A-48B3-8435-DA9EB4FB0656}"/>
          </ac:cxnSpMkLst>
        </pc:cxnChg>
        <pc:cxnChg chg="mod">
          <ac:chgData name="Cai Wentong (Prof)" userId="b22aa830-216f-40eb-a687-3460ebbcbaa9" providerId="ADAL" clId="{628E8A63-38BA-4231-AEB2-892A2B8C36DF}" dt="2020-09-05T08:29:38.657" v="743"/>
          <ac:cxnSpMkLst>
            <pc:docMk/>
            <pc:sldMk cId="0" sldId="373"/>
            <ac:cxnSpMk id="170" creationId="{50BB6A8A-358B-4710-A19A-F802E52BA244}"/>
          </ac:cxnSpMkLst>
        </pc:cxnChg>
        <pc:cxnChg chg="del mod topLvl">
          <ac:chgData name="Cai Wentong (Prof)" userId="b22aa830-216f-40eb-a687-3460ebbcbaa9" providerId="ADAL" clId="{628E8A63-38BA-4231-AEB2-892A2B8C36DF}" dt="2020-09-05T08:30:05.198" v="745" actId="21"/>
          <ac:cxnSpMkLst>
            <pc:docMk/>
            <pc:sldMk cId="0" sldId="373"/>
            <ac:cxnSpMk id="173" creationId="{D327824B-0E26-46E7-899D-B13271D0CC4A}"/>
          </ac:cxnSpMkLst>
        </pc:cxnChg>
      </pc:sldChg>
      <pc:sldChg chg="modNotesTx">
        <pc:chgData name="Cai Wentong (Prof)" userId="b22aa830-216f-40eb-a687-3460ebbcbaa9" providerId="ADAL" clId="{628E8A63-38BA-4231-AEB2-892A2B8C36DF}" dt="2020-10-07T13:45:56.681" v="3803" actId="20577"/>
        <pc:sldMkLst>
          <pc:docMk/>
          <pc:sldMk cId="0" sldId="377"/>
        </pc:sldMkLst>
      </pc:sldChg>
      <pc:sldChg chg="addSp delSp modSp mod modAnim modNotesTx">
        <pc:chgData name="Cai Wentong (Prof)" userId="b22aa830-216f-40eb-a687-3460ebbcbaa9" providerId="ADAL" clId="{628E8A63-38BA-4231-AEB2-892A2B8C36DF}" dt="2020-09-11T09:34:13.335" v="2891" actId="20577"/>
        <pc:sldMkLst>
          <pc:docMk/>
          <pc:sldMk cId="0" sldId="381"/>
        </pc:sldMkLst>
        <pc:spChg chg="add del">
          <ac:chgData name="Cai Wentong (Prof)" userId="b22aa830-216f-40eb-a687-3460ebbcbaa9" providerId="ADAL" clId="{628E8A63-38BA-4231-AEB2-892A2B8C36DF}" dt="2020-09-05T07:55:55.584" v="532" actId="22"/>
          <ac:spMkLst>
            <pc:docMk/>
            <pc:sldMk cId="0" sldId="381"/>
            <ac:spMk id="15" creationId="{17446F3D-7EDC-4869-9E37-66AD25302024}"/>
          </ac:spMkLst>
        </pc:spChg>
        <pc:spChg chg="add mod">
          <ac:chgData name="Cai Wentong (Prof)" userId="b22aa830-216f-40eb-a687-3460ebbcbaa9" providerId="ADAL" clId="{628E8A63-38BA-4231-AEB2-892A2B8C36DF}" dt="2020-09-05T08:16:57.101" v="658" actId="1076"/>
          <ac:spMkLst>
            <pc:docMk/>
            <pc:sldMk cId="0" sldId="381"/>
            <ac:spMk id="20" creationId="{D78F4FB5-FFBA-4F19-AC1D-B573C16B7E63}"/>
          </ac:spMkLst>
        </pc:spChg>
        <pc:spChg chg="add mod">
          <ac:chgData name="Cai Wentong (Prof)" userId="b22aa830-216f-40eb-a687-3460ebbcbaa9" providerId="ADAL" clId="{628E8A63-38BA-4231-AEB2-892A2B8C36DF}" dt="2020-09-05T08:16:57.101" v="658" actId="1076"/>
          <ac:spMkLst>
            <pc:docMk/>
            <pc:sldMk cId="0" sldId="381"/>
            <ac:spMk id="21" creationId="{AD1ADD36-E69A-4E53-B181-0AFC9383CE68}"/>
          </ac:spMkLst>
        </pc:spChg>
        <pc:spChg chg="add mod">
          <ac:chgData name="Cai Wentong (Prof)" userId="b22aa830-216f-40eb-a687-3460ebbcbaa9" providerId="ADAL" clId="{628E8A63-38BA-4231-AEB2-892A2B8C36DF}" dt="2020-09-05T08:26:27.562" v="730" actId="692"/>
          <ac:spMkLst>
            <pc:docMk/>
            <pc:sldMk cId="0" sldId="381"/>
            <ac:spMk id="26" creationId="{99CF6536-63AD-49E4-B727-C47E60CC61A8}"/>
          </ac:spMkLst>
        </pc:spChg>
        <pc:spChg chg="add mod">
          <ac:chgData name="Cai Wentong (Prof)" userId="b22aa830-216f-40eb-a687-3460ebbcbaa9" providerId="ADAL" clId="{628E8A63-38BA-4231-AEB2-892A2B8C36DF}" dt="2020-09-05T08:26:36.217" v="732" actId="692"/>
          <ac:spMkLst>
            <pc:docMk/>
            <pc:sldMk cId="0" sldId="381"/>
            <ac:spMk id="27" creationId="{4F5EC20C-4223-4DAB-AC26-5CEE421DE4F5}"/>
          </ac:spMkLst>
        </pc:spChg>
        <pc:spChg chg="mod">
          <ac:chgData name="Cai Wentong (Prof)" userId="b22aa830-216f-40eb-a687-3460ebbcbaa9" providerId="ADAL" clId="{628E8A63-38BA-4231-AEB2-892A2B8C36DF}" dt="2020-09-05T08:16:57.101" v="658" actId="1076"/>
          <ac:spMkLst>
            <pc:docMk/>
            <pc:sldMk cId="0" sldId="381"/>
            <ac:spMk id="75"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76" creationId="{00000000-0000-0000-0000-000000000000}"/>
          </ac:spMkLst>
        </pc:spChg>
        <pc:spChg chg="del mod topLvl">
          <ac:chgData name="Cai Wentong (Prof)" userId="b22aa830-216f-40eb-a687-3460ebbcbaa9" providerId="ADAL" clId="{628E8A63-38BA-4231-AEB2-892A2B8C36DF}" dt="2020-09-05T07:56:55.713" v="543" actId="21"/>
          <ac:spMkLst>
            <pc:docMk/>
            <pc:sldMk cId="0" sldId="381"/>
            <ac:spMk id="86" creationId="{29AC7B78-842E-43E9-A107-BEFA51BD8C6B}"/>
          </ac:spMkLst>
        </pc:spChg>
        <pc:spChg chg="mod topLvl">
          <ac:chgData name="Cai Wentong (Prof)" userId="b22aa830-216f-40eb-a687-3460ebbcbaa9" providerId="ADAL" clId="{628E8A63-38BA-4231-AEB2-892A2B8C36DF}" dt="2020-09-05T08:16:57.101" v="658" actId="1076"/>
          <ac:spMkLst>
            <pc:docMk/>
            <pc:sldMk cId="0" sldId="381"/>
            <ac:spMk id="87" creationId="{BE280C2D-75E5-4092-BDDC-5EEE40AD9CFB}"/>
          </ac:spMkLst>
        </pc:spChg>
        <pc:spChg chg="mod topLvl">
          <ac:chgData name="Cai Wentong (Prof)" userId="b22aa830-216f-40eb-a687-3460ebbcbaa9" providerId="ADAL" clId="{628E8A63-38BA-4231-AEB2-892A2B8C36DF}" dt="2020-09-05T08:16:57.101" v="658" actId="1076"/>
          <ac:spMkLst>
            <pc:docMk/>
            <pc:sldMk cId="0" sldId="381"/>
            <ac:spMk id="88" creationId="{6175D87C-0334-4DDD-96BB-9A5553BD4CB0}"/>
          </ac:spMkLst>
        </pc:spChg>
        <pc:spChg chg="mod topLvl">
          <ac:chgData name="Cai Wentong (Prof)" userId="b22aa830-216f-40eb-a687-3460ebbcbaa9" providerId="ADAL" clId="{628E8A63-38BA-4231-AEB2-892A2B8C36DF}" dt="2020-09-05T08:16:57.101" v="658" actId="1076"/>
          <ac:spMkLst>
            <pc:docMk/>
            <pc:sldMk cId="0" sldId="381"/>
            <ac:spMk id="89" creationId="{7FC96F14-1433-4EA8-A4F8-60D0381DACA9}"/>
          </ac:spMkLst>
        </pc:spChg>
        <pc:spChg chg="mod topLvl">
          <ac:chgData name="Cai Wentong (Prof)" userId="b22aa830-216f-40eb-a687-3460ebbcbaa9" providerId="ADAL" clId="{628E8A63-38BA-4231-AEB2-892A2B8C36DF}" dt="2020-09-05T08:16:57.101" v="658" actId="1076"/>
          <ac:spMkLst>
            <pc:docMk/>
            <pc:sldMk cId="0" sldId="381"/>
            <ac:spMk id="90" creationId="{27132930-6E8F-41D4-AAC1-7295D967F75B}"/>
          </ac:spMkLst>
        </pc:spChg>
        <pc:spChg chg="mod topLvl">
          <ac:chgData name="Cai Wentong (Prof)" userId="b22aa830-216f-40eb-a687-3460ebbcbaa9" providerId="ADAL" clId="{628E8A63-38BA-4231-AEB2-892A2B8C36DF}" dt="2020-09-05T08:16:57.101" v="658" actId="1076"/>
          <ac:spMkLst>
            <pc:docMk/>
            <pc:sldMk cId="0" sldId="381"/>
            <ac:spMk id="91" creationId="{BB640EA9-AEA5-4E05-B049-C90C43629207}"/>
          </ac:spMkLst>
        </pc:spChg>
        <pc:spChg chg="mod topLvl">
          <ac:chgData name="Cai Wentong (Prof)" userId="b22aa830-216f-40eb-a687-3460ebbcbaa9" providerId="ADAL" clId="{628E8A63-38BA-4231-AEB2-892A2B8C36DF}" dt="2020-09-05T08:16:57.101" v="658" actId="1076"/>
          <ac:spMkLst>
            <pc:docMk/>
            <pc:sldMk cId="0" sldId="381"/>
            <ac:spMk id="92" creationId="{B1EA3675-E27D-45F7-BF2B-2C6DD4BE16D9}"/>
          </ac:spMkLst>
        </pc:spChg>
        <pc:spChg chg="mod topLvl">
          <ac:chgData name="Cai Wentong (Prof)" userId="b22aa830-216f-40eb-a687-3460ebbcbaa9" providerId="ADAL" clId="{628E8A63-38BA-4231-AEB2-892A2B8C36DF}" dt="2020-09-05T08:16:57.101" v="658" actId="1076"/>
          <ac:spMkLst>
            <pc:docMk/>
            <pc:sldMk cId="0" sldId="381"/>
            <ac:spMk id="93" creationId="{08AFC24E-C2CA-4969-BF15-CAD8D2C6A062}"/>
          </ac:spMkLst>
        </pc:spChg>
        <pc:spChg chg="mod topLvl">
          <ac:chgData name="Cai Wentong (Prof)" userId="b22aa830-216f-40eb-a687-3460ebbcbaa9" providerId="ADAL" clId="{628E8A63-38BA-4231-AEB2-892A2B8C36DF}" dt="2020-09-05T08:16:57.101" v="658" actId="1076"/>
          <ac:spMkLst>
            <pc:docMk/>
            <pc:sldMk cId="0" sldId="381"/>
            <ac:spMk id="94" creationId="{BDDFC197-7A5E-4F44-9086-4C20B16866D8}"/>
          </ac:spMkLst>
        </pc:spChg>
        <pc:spChg chg="mod topLvl">
          <ac:chgData name="Cai Wentong (Prof)" userId="b22aa830-216f-40eb-a687-3460ebbcbaa9" providerId="ADAL" clId="{628E8A63-38BA-4231-AEB2-892A2B8C36DF}" dt="2020-09-05T08:16:57.101" v="658" actId="1076"/>
          <ac:spMkLst>
            <pc:docMk/>
            <pc:sldMk cId="0" sldId="381"/>
            <ac:spMk id="95" creationId="{5A5ECF2E-BF94-4A1E-9577-4E37989BF39A}"/>
          </ac:spMkLst>
        </pc:spChg>
        <pc:spChg chg="mod topLvl">
          <ac:chgData name="Cai Wentong (Prof)" userId="b22aa830-216f-40eb-a687-3460ebbcbaa9" providerId="ADAL" clId="{628E8A63-38BA-4231-AEB2-892A2B8C36DF}" dt="2020-09-05T08:16:57.101" v="658" actId="1076"/>
          <ac:spMkLst>
            <pc:docMk/>
            <pc:sldMk cId="0" sldId="381"/>
            <ac:spMk id="96" creationId="{C3DDE08F-DA7B-4E7D-9E2F-3798C31B9AC6}"/>
          </ac:spMkLst>
        </pc:spChg>
        <pc:spChg chg="mod topLvl">
          <ac:chgData name="Cai Wentong (Prof)" userId="b22aa830-216f-40eb-a687-3460ebbcbaa9" providerId="ADAL" clId="{628E8A63-38BA-4231-AEB2-892A2B8C36DF}" dt="2020-09-05T08:16:57.101" v="658" actId="1076"/>
          <ac:spMkLst>
            <pc:docMk/>
            <pc:sldMk cId="0" sldId="381"/>
            <ac:spMk id="97" creationId="{B01B989D-19BC-4603-929B-30FA5709B608}"/>
          </ac:spMkLst>
        </pc:spChg>
        <pc:spChg chg="mod">
          <ac:chgData name="Cai Wentong (Prof)" userId="b22aa830-216f-40eb-a687-3460ebbcbaa9" providerId="ADAL" clId="{628E8A63-38BA-4231-AEB2-892A2B8C36DF}" dt="2020-09-05T08:16:57.101" v="658" actId="1076"/>
          <ac:spMkLst>
            <pc:docMk/>
            <pc:sldMk cId="0" sldId="381"/>
            <ac:spMk id="110" creationId="{120A6F2E-C086-47D1-BC8F-9D87EF5AE7B7}"/>
          </ac:spMkLst>
        </pc:spChg>
        <pc:spChg chg="mod">
          <ac:chgData name="Cai Wentong (Prof)" userId="b22aa830-216f-40eb-a687-3460ebbcbaa9" providerId="ADAL" clId="{628E8A63-38BA-4231-AEB2-892A2B8C36DF}" dt="2020-09-05T08:10:05.623" v="620"/>
          <ac:spMkLst>
            <pc:docMk/>
            <pc:sldMk cId="0" sldId="381"/>
            <ac:spMk id="113" creationId="{2DD17147-F04F-4576-89DB-7B69945CB099}"/>
          </ac:spMkLst>
        </pc:spChg>
        <pc:spChg chg="mod">
          <ac:chgData name="Cai Wentong (Prof)" userId="b22aa830-216f-40eb-a687-3460ebbcbaa9" providerId="ADAL" clId="{628E8A63-38BA-4231-AEB2-892A2B8C36DF}" dt="2020-09-05T08:16:57.101" v="658" actId="1076"/>
          <ac:spMkLst>
            <pc:docMk/>
            <pc:sldMk cId="0" sldId="381"/>
            <ac:spMk id="116" creationId="{CA392A6C-AB91-440C-AF76-9ABC32E1A253}"/>
          </ac:spMkLst>
        </pc:spChg>
        <pc:spChg chg="mod">
          <ac:chgData name="Cai Wentong (Prof)" userId="b22aa830-216f-40eb-a687-3460ebbcbaa9" providerId="ADAL" clId="{628E8A63-38BA-4231-AEB2-892A2B8C36DF}" dt="2020-09-05T08:10:22.641" v="624"/>
          <ac:spMkLst>
            <pc:docMk/>
            <pc:sldMk cId="0" sldId="381"/>
            <ac:spMk id="119" creationId="{97C990CA-B24C-4FCD-9F6C-6ACFD181B5B3}"/>
          </ac:spMkLst>
        </pc:spChg>
        <pc:spChg chg="mod">
          <ac:chgData name="Cai Wentong (Prof)" userId="b22aa830-216f-40eb-a687-3460ebbcbaa9" providerId="ADAL" clId="{628E8A63-38BA-4231-AEB2-892A2B8C36DF}" dt="2020-09-05T07:50:06.869" v="507" actId="14100"/>
          <ac:spMkLst>
            <pc:docMk/>
            <pc:sldMk cId="0" sldId="381"/>
            <ac:spMk id="19458"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60"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0"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1"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2"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3"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4"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5"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6"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7"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8"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79"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0"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1"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2"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3"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4"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5"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486"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87"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88"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89"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0"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1"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2"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3"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4"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5"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6"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7"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8"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499"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0"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1"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2"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3"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4"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5"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6"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7"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8"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09"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10"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9511"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2"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3"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4"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5"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6"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7"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8"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19"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0"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1"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2"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3"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4"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5"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6"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7"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8"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29" creationId="{00000000-0000-0000-0000-000000000000}"/>
          </ac:spMkLst>
        </pc:spChg>
        <pc:spChg chg="mod">
          <ac:chgData name="Cai Wentong (Prof)" userId="b22aa830-216f-40eb-a687-3460ebbcbaa9" providerId="ADAL" clId="{628E8A63-38BA-4231-AEB2-892A2B8C36DF}" dt="2020-09-05T08:16:57.101" v="658" actId="1076"/>
          <ac:spMkLst>
            <pc:docMk/>
            <pc:sldMk cId="0" sldId="381"/>
            <ac:spMk id="19530"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63892" creationId="{00000000-0000-0000-0000-000000000000}"/>
          </ac:spMkLst>
        </pc:spChg>
        <pc:spChg chg="mod topLvl">
          <ac:chgData name="Cai Wentong (Prof)" userId="b22aa830-216f-40eb-a687-3460ebbcbaa9" providerId="ADAL" clId="{628E8A63-38BA-4231-AEB2-892A2B8C36DF}" dt="2020-09-05T08:16:57.101" v="658" actId="1076"/>
          <ac:spMkLst>
            <pc:docMk/>
            <pc:sldMk cId="0" sldId="381"/>
            <ac:spMk id="163910" creationId="{00000000-0000-0000-0000-000000000000}"/>
          </ac:spMkLst>
        </pc:spChg>
        <pc:grpChg chg="mod topLvl">
          <ac:chgData name="Cai Wentong (Prof)" userId="b22aa830-216f-40eb-a687-3460ebbcbaa9" providerId="ADAL" clId="{628E8A63-38BA-4231-AEB2-892A2B8C36DF}" dt="2020-09-05T08:16:57.101" v="658" actId="1076"/>
          <ac:grpSpMkLst>
            <pc:docMk/>
            <pc:sldMk cId="0" sldId="381"/>
            <ac:grpSpMk id="2" creationId="{00000000-0000-0000-0000-000000000000}"/>
          </ac:grpSpMkLst>
        </pc:grpChg>
        <pc:grpChg chg="mod topLvl">
          <ac:chgData name="Cai Wentong (Prof)" userId="b22aa830-216f-40eb-a687-3460ebbcbaa9" providerId="ADAL" clId="{628E8A63-38BA-4231-AEB2-892A2B8C36DF}" dt="2020-09-05T08:16:57.101" v="658" actId="1076"/>
          <ac:grpSpMkLst>
            <pc:docMk/>
            <pc:sldMk cId="0" sldId="381"/>
            <ac:grpSpMk id="3" creationId="{00000000-0000-0000-0000-000000000000}"/>
          </ac:grpSpMkLst>
        </pc:grpChg>
        <pc:grpChg chg="del mod topLvl">
          <ac:chgData name="Cai Wentong (Prof)" userId="b22aa830-216f-40eb-a687-3460ebbcbaa9" providerId="ADAL" clId="{628E8A63-38BA-4231-AEB2-892A2B8C36DF}" dt="2020-09-05T07:53:35.588" v="522" actId="165"/>
          <ac:grpSpMkLst>
            <pc:docMk/>
            <pc:sldMk cId="0" sldId="381"/>
            <ac:grpSpMk id="4" creationId="{00000000-0000-0000-0000-000000000000}"/>
          </ac:grpSpMkLst>
        </pc:grpChg>
        <pc:grpChg chg="del mod topLvl">
          <ac:chgData name="Cai Wentong (Prof)" userId="b22aa830-216f-40eb-a687-3460ebbcbaa9" providerId="ADAL" clId="{628E8A63-38BA-4231-AEB2-892A2B8C36DF}" dt="2020-09-05T07:54:13.997" v="524" actId="165"/>
          <ac:grpSpMkLst>
            <pc:docMk/>
            <pc:sldMk cId="0" sldId="381"/>
            <ac:grpSpMk id="5" creationId="{00000000-0000-0000-0000-000000000000}"/>
          </ac:grpSpMkLst>
        </pc:grpChg>
        <pc:grpChg chg="mod topLvl">
          <ac:chgData name="Cai Wentong (Prof)" userId="b22aa830-216f-40eb-a687-3460ebbcbaa9" providerId="ADAL" clId="{628E8A63-38BA-4231-AEB2-892A2B8C36DF}" dt="2020-09-05T08:16:57.101" v="658" actId="1076"/>
          <ac:grpSpMkLst>
            <pc:docMk/>
            <pc:sldMk cId="0" sldId="381"/>
            <ac:grpSpMk id="6" creationId="{00000000-0000-0000-0000-000000000000}"/>
          </ac:grpSpMkLst>
        </pc:grpChg>
        <pc:grpChg chg="mod topLvl">
          <ac:chgData name="Cai Wentong (Prof)" userId="b22aa830-216f-40eb-a687-3460ebbcbaa9" providerId="ADAL" clId="{628E8A63-38BA-4231-AEB2-892A2B8C36DF}" dt="2020-09-05T08:16:57.101" v="658" actId="1076"/>
          <ac:grpSpMkLst>
            <pc:docMk/>
            <pc:sldMk cId="0" sldId="381"/>
            <ac:grpSpMk id="7" creationId="{00000000-0000-0000-0000-000000000000}"/>
          </ac:grpSpMkLst>
        </pc:grpChg>
        <pc:grpChg chg="mod topLvl">
          <ac:chgData name="Cai Wentong (Prof)" userId="b22aa830-216f-40eb-a687-3460ebbcbaa9" providerId="ADAL" clId="{628E8A63-38BA-4231-AEB2-892A2B8C36DF}" dt="2020-09-05T08:16:57.101" v="658" actId="1076"/>
          <ac:grpSpMkLst>
            <pc:docMk/>
            <pc:sldMk cId="0" sldId="381"/>
            <ac:grpSpMk id="8" creationId="{00000000-0000-0000-0000-000000000000}"/>
          </ac:grpSpMkLst>
        </pc:grpChg>
        <pc:grpChg chg="mod topLvl">
          <ac:chgData name="Cai Wentong (Prof)" userId="b22aa830-216f-40eb-a687-3460ebbcbaa9" providerId="ADAL" clId="{628E8A63-38BA-4231-AEB2-892A2B8C36DF}" dt="2020-09-05T08:16:57.101" v="658" actId="1076"/>
          <ac:grpSpMkLst>
            <pc:docMk/>
            <pc:sldMk cId="0" sldId="381"/>
            <ac:grpSpMk id="9" creationId="{00000000-0000-0000-0000-000000000000}"/>
          </ac:grpSpMkLst>
        </pc:grpChg>
        <pc:grpChg chg="add mod">
          <ac:chgData name="Cai Wentong (Prof)" userId="b22aa830-216f-40eb-a687-3460ebbcbaa9" providerId="ADAL" clId="{628E8A63-38BA-4231-AEB2-892A2B8C36DF}" dt="2020-09-05T07:51:46.102" v="511" actId="164"/>
          <ac:grpSpMkLst>
            <pc:docMk/>
            <pc:sldMk cId="0" sldId="381"/>
            <ac:grpSpMk id="10" creationId="{1209054D-F4EB-4623-B499-4CC32F74C015}"/>
          </ac:grpSpMkLst>
        </pc:grpChg>
        <pc:grpChg chg="add del mod">
          <ac:chgData name="Cai Wentong (Prof)" userId="b22aa830-216f-40eb-a687-3460ebbcbaa9" providerId="ADAL" clId="{628E8A63-38BA-4231-AEB2-892A2B8C36DF}" dt="2020-09-05T07:53:19.087" v="521" actId="165"/>
          <ac:grpSpMkLst>
            <pc:docMk/>
            <pc:sldMk cId="0" sldId="381"/>
            <ac:grpSpMk id="11" creationId="{3FC0D145-9D96-4DCA-B82E-ADEDB37947C9}"/>
          </ac:grpSpMkLst>
        </pc:grpChg>
        <pc:grpChg chg="mod topLvl">
          <ac:chgData name="Cai Wentong (Prof)" userId="b22aa830-216f-40eb-a687-3460ebbcbaa9" providerId="ADAL" clId="{628E8A63-38BA-4231-AEB2-892A2B8C36DF}" dt="2020-09-05T08:16:57.101" v="658" actId="1076"/>
          <ac:grpSpMkLst>
            <pc:docMk/>
            <pc:sldMk cId="0" sldId="381"/>
            <ac:grpSpMk id="12" creationId="{79D9B3DD-7456-4483-992C-C0C4D0EAFD66}"/>
          </ac:grpSpMkLst>
        </pc:grpChg>
        <pc:grpChg chg="mod topLvl">
          <ac:chgData name="Cai Wentong (Prof)" userId="b22aa830-216f-40eb-a687-3460ebbcbaa9" providerId="ADAL" clId="{628E8A63-38BA-4231-AEB2-892A2B8C36DF}" dt="2020-09-05T08:16:57.101" v="658" actId="1076"/>
          <ac:grpSpMkLst>
            <pc:docMk/>
            <pc:sldMk cId="0" sldId="381"/>
            <ac:grpSpMk id="13" creationId="{C1E92336-1375-4977-8E83-7FAE2C8A3644}"/>
          </ac:grpSpMkLst>
        </pc:grpChg>
        <pc:grpChg chg="add del mod">
          <ac:chgData name="Cai Wentong (Prof)" userId="b22aa830-216f-40eb-a687-3460ebbcbaa9" providerId="ADAL" clId="{628E8A63-38BA-4231-AEB2-892A2B8C36DF}" dt="2020-09-05T07:59:41.779" v="554" actId="165"/>
          <ac:grpSpMkLst>
            <pc:docMk/>
            <pc:sldMk cId="0" sldId="381"/>
            <ac:grpSpMk id="14" creationId="{09F12C0C-067C-4CCA-952C-69EF0FC4CB09}"/>
          </ac:grpSpMkLst>
        </pc:grpChg>
        <pc:grpChg chg="add del mod">
          <ac:chgData name="Cai Wentong (Prof)" userId="b22aa830-216f-40eb-a687-3460ebbcbaa9" providerId="ADAL" clId="{628E8A63-38BA-4231-AEB2-892A2B8C36DF}" dt="2020-09-05T07:57:44.898" v="546" actId="165"/>
          <ac:grpSpMkLst>
            <pc:docMk/>
            <pc:sldMk cId="0" sldId="381"/>
            <ac:grpSpMk id="16" creationId="{0A88684C-F876-4280-9A68-7AD2E5420188}"/>
          </ac:grpSpMkLst>
        </pc:grpChg>
        <pc:grpChg chg="add mod">
          <ac:chgData name="Cai Wentong (Prof)" userId="b22aa830-216f-40eb-a687-3460ebbcbaa9" providerId="ADAL" clId="{628E8A63-38BA-4231-AEB2-892A2B8C36DF}" dt="2020-09-05T08:16:57.101" v="658" actId="1076"/>
          <ac:grpSpMkLst>
            <pc:docMk/>
            <pc:sldMk cId="0" sldId="381"/>
            <ac:grpSpMk id="17" creationId="{3B57CC43-3E2F-4917-AF9A-876DBE441281}"/>
          </ac:grpSpMkLst>
        </pc:grpChg>
        <pc:grpChg chg="add mod">
          <ac:chgData name="Cai Wentong (Prof)" userId="b22aa830-216f-40eb-a687-3460ebbcbaa9" providerId="ADAL" clId="{628E8A63-38BA-4231-AEB2-892A2B8C36DF}" dt="2020-09-05T08:16:57.101" v="658" actId="1076"/>
          <ac:grpSpMkLst>
            <pc:docMk/>
            <pc:sldMk cId="0" sldId="381"/>
            <ac:grpSpMk id="25" creationId="{C61E5043-70B2-4164-B993-A3349F3D7481}"/>
          </ac:grpSpMkLst>
        </pc:grpChg>
        <pc:grpChg chg="add del mod">
          <ac:chgData name="Cai Wentong (Prof)" userId="b22aa830-216f-40eb-a687-3460ebbcbaa9" providerId="ADAL" clId="{628E8A63-38BA-4231-AEB2-892A2B8C36DF}" dt="2020-09-05T07:56:51.051" v="542" actId="165"/>
          <ac:grpSpMkLst>
            <pc:docMk/>
            <pc:sldMk cId="0" sldId="381"/>
            <ac:grpSpMk id="85" creationId="{AD6A44A1-30E5-4CA8-9EAC-AEE5EF816AC3}"/>
          </ac:grpSpMkLst>
        </pc:grpChg>
        <pc:grpChg chg="add mod">
          <ac:chgData name="Cai Wentong (Prof)" userId="b22aa830-216f-40eb-a687-3460ebbcbaa9" providerId="ADAL" clId="{628E8A63-38BA-4231-AEB2-892A2B8C36DF}" dt="2020-09-05T08:16:57.101" v="658" actId="1076"/>
          <ac:grpSpMkLst>
            <pc:docMk/>
            <pc:sldMk cId="0" sldId="381"/>
            <ac:grpSpMk id="109" creationId="{E5757B7B-DD7B-44C3-B10B-6BC58C4D4143}"/>
          </ac:grpSpMkLst>
        </pc:grpChg>
        <pc:grpChg chg="add del mod">
          <ac:chgData name="Cai Wentong (Prof)" userId="b22aa830-216f-40eb-a687-3460ebbcbaa9" providerId="ADAL" clId="{628E8A63-38BA-4231-AEB2-892A2B8C36DF}" dt="2020-09-05T08:11:10.069" v="628" actId="21"/>
          <ac:grpSpMkLst>
            <pc:docMk/>
            <pc:sldMk cId="0" sldId="381"/>
            <ac:grpSpMk id="112" creationId="{33FEC165-A207-49D7-A2BA-1A76B724BC60}"/>
          </ac:grpSpMkLst>
        </pc:grpChg>
        <pc:grpChg chg="add mod">
          <ac:chgData name="Cai Wentong (Prof)" userId="b22aa830-216f-40eb-a687-3460ebbcbaa9" providerId="ADAL" clId="{628E8A63-38BA-4231-AEB2-892A2B8C36DF}" dt="2020-09-05T08:16:57.101" v="658" actId="1076"/>
          <ac:grpSpMkLst>
            <pc:docMk/>
            <pc:sldMk cId="0" sldId="381"/>
            <ac:grpSpMk id="115" creationId="{A582C3BE-3E8B-45CE-BC04-E6DF7260591B}"/>
          </ac:grpSpMkLst>
        </pc:grpChg>
        <pc:grpChg chg="add del mod">
          <ac:chgData name="Cai Wentong (Prof)" userId="b22aa830-216f-40eb-a687-3460ebbcbaa9" providerId="ADAL" clId="{628E8A63-38BA-4231-AEB2-892A2B8C36DF}" dt="2020-09-05T08:11:53.238" v="631" actId="21"/>
          <ac:grpSpMkLst>
            <pc:docMk/>
            <pc:sldMk cId="0" sldId="381"/>
            <ac:grpSpMk id="118" creationId="{2E76535E-CB63-44B0-B858-1CCFD78D96BC}"/>
          </ac:grpSpMkLst>
        </pc:grpChg>
        <pc:cxnChg chg="add mod">
          <ac:chgData name="Cai Wentong (Prof)" userId="b22aa830-216f-40eb-a687-3460ebbcbaa9" providerId="ADAL" clId="{628E8A63-38BA-4231-AEB2-892A2B8C36DF}" dt="2020-09-05T08:16:57.101" v="658" actId="1076"/>
          <ac:cxnSpMkLst>
            <pc:docMk/>
            <pc:sldMk cId="0" sldId="381"/>
            <ac:cxnSpMk id="19" creationId="{4FD19DD7-E489-4007-8BF4-5220F5366D2B}"/>
          </ac:cxnSpMkLst>
        </pc:cxnChg>
        <pc:cxnChg chg="add mod">
          <ac:chgData name="Cai Wentong (Prof)" userId="b22aa830-216f-40eb-a687-3460ebbcbaa9" providerId="ADAL" clId="{628E8A63-38BA-4231-AEB2-892A2B8C36DF}" dt="2020-09-05T08:16:57.101" v="658" actId="1076"/>
          <ac:cxnSpMkLst>
            <pc:docMk/>
            <pc:sldMk cId="0" sldId="381"/>
            <ac:cxnSpMk id="23" creationId="{0BC002D3-C478-4524-9791-F9E76701D65E}"/>
          </ac:cxnSpMkLst>
        </pc:cxnChg>
        <pc:cxnChg chg="mod">
          <ac:chgData name="Cai Wentong (Prof)" userId="b22aa830-216f-40eb-a687-3460ebbcbaa9" providerId="ADAL" clId="{628E8A63-38BA-4231-AEB2-892A2B8C36DF}" dt="2020-09-05T08:16:57.101" v="658" actId="1076"/>
          <ac:cxnSpMkLst>
            <pc:docMk/>
            <pc:sldMk cId="0" sldId="381"/>
            <ac:cxnSpMk id="111" creationId="{53CAE7D3-096A-4E76-A1A1-928FDC38E2FE}"/>
          </ac:cxnSpMkLst>
        </pc:cxnChg>
        <pc:cxnChg chg="mod">
          <ac:chgData name="Cai Wentong (Prof)" userId="b22aa830-216f-40eb-a687-3460ebbcbaa9" providerId="ADAL" clId="{628E8A63-38BA-4231-AEB2-892A2B8C36DF}" dt="2020-09-05T08:10:05.623" v="620"/>
          <ac:cxnSpMkLst>
            <pc:docMk/>
            <pc:sldMk cId="0" sldId="381"/>
            <ac:cxnSpMk id="114" creationId="{26232CCE-1666-4222-BF93-8B4D1A4BF365}"/>
          </ac:cxnSpMkLst>
        </pc:cxnChg>
        <pc:cxnChg chg="mod">
          <ac:chgData name="Cai Wentong (Prof)" userId="b22aa830-216f-40eb-a687-3460ebbcbaa9" providerId="ADAL" clId="{628E8A63-38BA-4231-AEB2-892A2B8C36DF}" dt="2020-09-05T08:16:57.101" v="658" actId="1076"/>
          <ac:cxnSpMkLst>
            <pc:docMk/>
            <pc:sldMk cId="0" sldId="381"/>
            <ac:cxnSpMk id="117" creationId="{8C2474F8-1D7A-4174-845B-E0B1D7413362}"/>
          </ac:cxnSpMkLst>
        </pc:cxnChg>
        <pc:cxnChg chg="mod">
          <ac:chgData name="Cai Wentong (Prof)" userId="b22aa830-216f-40eb-a687-3460ebbcbaa9" providerId="ADAL" clId="{628E8A63-38BA-4231-AEB2-892A2B8C36DF}" dt="2020-09-05T08:10:22.641" v="624"/>
          <ac:cxnSpMkLst>
            <pc:docMk/>
            <pc:sldMk cId="0" sldId="381"/>
            <ac:cxnSpMk id="120" creationId="{178AD1F0-65B8-4788-A31B-FF404801882A}"/>
          </ac:cxnSpMkLst>
        </pc:cxnChg>
      </pc:sldChg>
      <pc:sldChg chg="modNotesTx">
        <pc:chgData name="Cai Wentong (Prof)" userId="b22aa830-216f-40eb-a687-3460ebbcbaa9" providerId="ADAL" clId="{628E8A63-38BA-4231-AEB2-892A2B8C36DF}" dt="2020-09-11T09:34:28.348" v="2894" actId="20577"/>
        <pc:sldMkLst>
          <pc:docMk/>
          <pc:sldMk cId="0" sldId="383"/>
        </pc:sldMkLst>
      </pc:sldChg>
      <pc:sldChg chg="modNotesTx">
        <pc:chgData name="Cai Wentong (Prof)" userId="b22aa830-216f-40eb-a687-3460ebbcbaa9" providerId="ADAL" clId="{628E8A63-38BA-4231-AEB2-892A2B8C36DF}" dt="2020-09-05T07:39:28.235" v="103" actId="20577"/>
        <pc:sldMkLst>
          <pc:docMk/>
          <pc:sldMk cId="0" sldId="394"/>
        </pc:sldMkLst>
      </pc:sldChg>
      <pc:sldChg chg="modNotesTx">
        <pc:chgData name="Cai Wentong (Prof)" userId="b22aa830-216f-40eb-a687-3460ebbcbaa9" providerId="ADAL" clId="{628E8A63-38BA-4231-AEB2-892A2B8C36DF}" dt="2020-09-11T09:34:08.604" v="2890" actId="20577"/>
        <pc:sldMkLst>
          <pc:docMk/>
          <pc:sldMk cId="0" sldId="395"/>
        </pc:sldMkLst>
      </pc:sldChg>
      <pc:sldChg chg="modSp modNotesTx">
        <pc:chgData name="Cai Wentong (Prof)" userId="b22aa830-216f-40eb-a687-3460ebbcbaa9" providerId="ADAL" clId="{628E8A63-38BA-4231-AEB2-892A2B8C36DF}" dt="2020-10-07T12:44:06.313" v="3369" actId="114"/>
        <pc:sldMkLst>
          <pc:docMk/>
          <pc:sldMk cId="0" sldId="396"/>
        </pc:sldMkLst>
        <pc:spChg chg="mod">
          <ac:chgData name="Cai Wentong (Prof)" userId="b22aa830-216f-40eb-a687-3460ebbcbaa9" providerId="ADAL" clId="{628E8A63-38BA-4231-AEB2-892A2B8C36DF}" dt="2020-10-07T12:44:06.313" v="3369" actId="114"/>
          <ac:spMkLst>
            <pc:docMk/>
            <pc:sldMk cId="0" sldId="396"/>
            <ac:spMk id="27" creationId="{00000000-0000-0000-0000-000000000000}"/>
          </ac:spMkLst>
        </pc:spChg>
      </pc:sldChg>
      <pc:sldChg chg="modNotesTx">
        <pc:chgData name="Cai Wentong (Prof)" userId="b22aa830-216f-40eb-a687-3460ebbcbaa9" providerId="ADAL" clId="{628E8A63-38BA-4231-AEB2-892A2B8C36DF}" dt="2020-09-05T09:20:05.980" v="956" actId="20577"/>
        <pc:sldMkLst>
          <pc:docMk/>
          <pc:sldMk cId="0" sldId="397"/>
        </pc:sldMkLst>
      </pc:sldChg>
      <pc:sldChg chg="ord modNotesTx">
        <pc:chgData name="Cai Wentong (Prof)" userId="b22aa830-216f-40eb-a687-3460ebbcbaa9" providerId="ADAL" clId="{628E8A63-38BA-4231-AEB2-892A2B8C36DF}" dt="2020-09-06T13:22:20.455" v="2557"/>
        <pc:sldMkLst>
          <pc:docMk/>
          <pc:sldMk cId="0" sldId="400"/>
        </pc:sldMkLst>
      </pc:sldChg>
      <pc:sldChg chg="modNotesTx">
        <pc:chgData name="Cai Wentong (Prof)" userId="b22aa830-216f-40eb-a687-3460ebbcbaa9" providerId="ADAL" clId="{628E8A63-38BA-4231-AEB2-892A2B8C36DF}" dt="2020-10-07T12:34:15.486" v="3187" actId="20577"/>
        <pc:sldMkLst>
          <pc:docMk/>
          <pc:sldMk cId="4289880071" sldId="401"/>
        </pc:sldMkLst>
      </pc:sldChg>
      <pc:sldChg chg="modNotesTx">
        <pc:chgData name="Cai Wentong (Prof)" userId="b22aa830-216f-40eb-a687-3460ebbcbaa9" providerId="ADAL" clId="{628E8A63-38BA-4231-AEB2-892A2B8C36DF}" dt="2020-10-07T12:36:09.118" v="3331" actId="20577"/>
        <pc:sldMkLst>
          <pc:docMk/>
          <pc:sldMk cId="2417854847" sldId="404"/>
        </pc:sldMkLst>
      </pc:sldChg>
      <pc:sldChg chg="modNotesTx">
        <pc:chgData name="Cai Wentong (Prof)" userId="b22aa830-216f-40eb-a687-3460ebbcbaa9" providerId="ADAL" clId="{628E8A63-38BA-4231-AEB2-892A2B8C36DF}" dt="2020-10-07T12:46:41.930" v="3423" actId="20577"/>
        <pc:sldMkLst>
          <pc:docMk/>
          <pc:sldMk cId="439352214" sldId="405"/>
        </pc:sldMkLst>
      </pc:sldChg>
      <pc:sldChg chg="modSp ord">
        <pc:chgData name="Cai Wentong (Prof)" userId="b22aa830-216f-40eb-a687-3460ebbcbaa9" providerId="ADAL" clId="{628E8A63-38BA-4231-AEB2-892A2B8C36DF}" dt="2020-10-07T12:48:43.217" v="3424" actId="20578"/>
        <pc:sldMkLst>
          <pc:docMk/>
          <pc:sldMk cId="2803010623" sldId="406"/>
        </pc:sldMkLst>
        <pc:spChg chg="mod">
          <ac:chgData name="Cai Wentong (Prof)" userId="b22aa830-216f-40eb-a687-3460ebbcbaa9" providerId="ADAL" clId="{628E8A63-38BA-4231-AEB2-892A2B8C36DF}" dt="2020-10-07T12:48:43.217" v="3424" actId="20578"/>
          <ac:spMkLst>
            <pc:docMk/>
            <pc:sldMk cId="2803010623" sldId="406"/>
            <ac:spMk id="14340" creationId="{00000000-0000-0000-0000-000000000000}"/>
          </ac:spMkLst>
        </pc:spChg>
      </pc:sldChg>
    </pc:docChg>
  </pc:docChgLst>
  <pc:docChgLst>
    <pc:chgData name="Cai Wentong (Prof)" userId="b22aa830-216f-40eb-a687-3460ebbcbaa9" providerId="ADAL" clId="{176B009D-E5E9-4911-BE11-E4CA5803FA18}"/>
    <pc:docChg chg="modSld">
      <pc:chgData name="Cai Wentong (Prof)" userId="b22aa830-216f-40eb-a687-3460ebbcbaa9" providerId="ADAL" clId="{176B009D-E5E9-4911-BE11-E4CA5803FA18}" dt="2021-04-27T03:55:07.153" v="3" actId="20577"/>
      <pc:docMkLst>
        <pc:docMk/>
      </pc:docMkLst>
      <pc:sldChg chg="modSp mod">
        <pc:chgData name="Cai Wentong (Prof)" userId="b22aa830-216f-40eb-a687-3460ebbcbaa9" providerId="ADAL" clId="{176B009D-E5E9-4911-BE11-E4CA5803FA18}" dt="2021-04-27T03:55:07.153" v="3" actId="20577"/>
        <pc:sldMkLst>
          <pc:docMk/>
          <pc:sldMk cId="0" sldId="359"/>
        </pc:sldMkLst>
        <pc:spChg chg="mod">
          <ac:chgData name="Cai Wentong (Prof)" userId="b22aa830-216f-40eb-a687-3460ebbcbaa9" providerId="ADAL" clId="{176B009D-E5E9-4911-BE11-E4CA5803FA18}" dt="2021-04-27T03:55:07.153" v="3" actId="20577"/>
          <ac:spMkLst>
            <pc:docMk/>
            <pc:sldMk cId="0" sldId="359"/>
            <ac:spMk id="22532" creationId="{00000000-0000-0000-0000-000000000000}"/>
          </ac:spMkLst>
        </pc:spChg>
      </pc:sldChg>
    </pc:docChg>
  </pc:docChgLst>
  <pc:docChgLst>
    <pc:chgData name="Cai Wentong (Prof)" userId="b22aa830-216f-40eb-a687-3460ebbcbaa9" providerId="ADAL" clId="{0A494D6A-E88E-4075-8F0A-7A154A6849EF}"/>
    <pc:docChg chg="undo custSel addSld delSld modSld modMainMaster">
      <pc:chgData name="Cai Wentong (Prof)" userId="b22aa830-216f-40eb-a687-3460ebbcbaa9" providerId="ADAL" clId="{0A494D6A-E88E-4075-8F0A-7A154A6849EF}" dt="2021-10-13T11:21:57.676" v="1593" actId="20577"/>
      <pc:docMkLst>
        <pc:docMk/>
      </pc:docMkLst>
      <pc:sldChg chg="modSp mod">
        <pc:chgData name="Cai Wentong (Prof)" userId="b22aa830-216f-40eb-a687-3460ebbcbaa9" providerId="ADAL" clId="{0A494D6A-E88E-4075-8F0A-7A154A6849EF}" dt="2021-10-13T11:20:59.187" v="1588"/>
        <pc:sldMkLst>
          <pc:docMk/>
          <pc:sldMk cId="0" sldId="284"/>
        </pc:sldMkLst>
        <pc:spChg chg="mod">
          <ac:chgData name="Cai Wentong (Prof)" userId="b22aa830-216f-40eb-a687-3460ebbcbaa9" providerId="ADAL" clId="{0A494D6A-E88E-4075-8F0A-7A154A6849EF}" dt="2021-10-13T11:20:59.187" v="1588"/>
          <ac:spMkLst>
            <pc:docMk/>
            <pc:sldMk cId="0" sldId="284"/>
            <ac:spMk id="7171" creationId="{00000000-0000-0000-0000-000000000000}"/>
          </ac:spMkLst>
        </pc:spChg>
      </pc:sldChg>
      <pc:sldChg chg="modSp modNotesTx">
        <pc:chgData name="Cai Wentong (Prof)" userId="b22aa830-216f-40eb-a687-3460ebbcbaa9" providerId="ADAL" clId="{0A494D6A-E88E-4075-8F0A-7A154A6849EF}" dt="2021-10-13T11:20:59.187" v="1588"/>
        <pc:sldMkLst>
          <pc:docMk/>
          <pc:sldMk cId="0" sldId="286"/>
        </pc:sldMkLst>
        <pc:spChg chg="mod">
          <ac:chgData name="Cai Wentong (Prof)" userId="b22aa830-216f-40eb-a687-3460ebbcbaa9" providerId="ADAL" clId="{0A494D6A-E88E-4075-8F0A-7A154A6849EF}" dt="2021-10-13T11:20:59.187" v="1588"/>
          <ac:spMkLst>
            <pc:docMk/>
            <pc:sldMk cId="0" sldId="286"/>
            <ac:spMk id="8195" creationId="{00000000-0000-0000-0000-000000000000}"/>
          </ac:spMkLst>
        </pc:spChg>
      </pc:sldChg>
      <pc:sldChg chg="modNotesTx">
        <pc:chgData name="Cai Wentong (Prof)" userId="b22aa830-216f-40eb-a687-3460ebbcbaa9" providerId="ADAL" clId="{0A494D6A-E88E-4075-8F0A-7A154A6849EF}" dt="2021-10-06T12:57:39.539" v="1306" actId="20577"/>
        <pc:sldMkLst>
          <pc:docMk/>
          <pc:sldMk cId="0" sldId="287"/>
        </pc:sldMkLst>
      </pc:sldChg>
      <pc:sldChg chg="modSp">
        <pc:chgData name="Cai Wentong (Prof)" userId="b22aa830-216f-40eb-a687-3460ebbcbaa9" providerId="ADAL" clId="{0A494D6A-E88E-4075-8F0A-7A154A6849EF}" dt="2021-10-13T11:20:59.187" v="1588"/>
        <pc:sldMkLst>
          <pc:docMk/>
          <pc:sldMk cId="0" sldId="290"/>
        </pc:sldMkLst>
        <pc:spChg chg="mod">
          <ac:chgData name="Cai Wentong (Prof)" userId="b22aa830-216f-40eb-a687-3460ebbcbaa9" providerId="ADAL" clId="{0A494D6A-E88E-4075-8F0A-7A154A6849EF}" dt="2021-10-13T11:20:59.187" v="1588"/>
          <ac:spMkLst>
            <pc:docMk/>
            <pc:sldMk cId="0" sldId="290"/>
            <ac:spMk id="14339" creationId="{00000000-0000-0000-0000-000000000000}"/>
          </ac:spMkLst>
        </pc:spChg>
      </pc:sldChg>
      <pc:sldChg chg="modSp">
        <pc:chgData name="Cai Wentong (Prof)" userId="b22aa830-216f-40eb-a687-3460ebbcbaa9" providerId="ADAL" clId="{0A494D6A-E88E-4075-8F0A-7A154A6849EF}" dt="2021-10-13T11:20:59.187" v="1588"/>
        <pc:sldMkLst>
          <pc:docMk/>
          <pc:sldMk cId="0" sldId="295"/>
        </pc:sldMkLst>
        <pc:spChg chg="mod">
          <ac:chgData name="Cai Wentong (Prof)" userId="b22aa830-216f-40eb-a687-3460ebbcbaa9" providerId="ADAL" clId="{0A494D6A-E88E-4075-8F0A-7A154A6849EF}" dt="2021-10-13T11:20:59.187" v="1588"/>
          <ac:spMkLst>
            <pc:docMk/>
            <pc:sldMk cId="0" sldId="295"/>
            <ac:spMk id="17411" creationId="{00000000-0000-0000-0000-000000000000}"/>
          </ac:spMkLst>
        </pc:spChg>
      </pc:sldChg>
      <pc:sldChg chg="modSp">
        <pc:chgData name="Cai Wentong (Prof)" userId="b22aa830-216f-40eb-a687-3460ebbcbaa9" providerId="ADAL" clId="{0A494D6A-E88E-4075-8F0A-7A154A6849EF}" dt="2021-10-13T11:20:59.187" v="1588"/>
        <pc:sldMkLst>
          <pc:docMk/>
          <pc:sldMk cId="0" sldId="296"/>
        </pc:sldMkLst>
        <pc:spChg chg="mod">
          <ac:chgData name="Cai Wentong (Prof)" userId="b22aa830-216f-40eb-a687-3460ebbcbaa9" providerId="ADAL" clId="{0A494D6A-E88E-4075-8F0A-7A154A6849EF}" dt="2021-10-13T11:20:59.187" v="1588"/>
          <ac:spMkLst>
            <pc:docMk/>
            <pc:sldMk cId="0" sldId="296"/>
            <ac:spMk id="20483" creationId="{00000000-0000-0000-0000-000000000000}"/>
          </ac:spMkLst>
        </pc:spChg>
      </pc:sldChg>
      <pc:sldChg chg="modSp">
        <pc:chgData name="Cai Wentong (Prof)" userId="b22aa830-216f-40eb-a687-3460ebbcbaa9" providerId="ADAL" clId="{0A494D6A-E88E-4075-8F0A-7A154A6849EF}" dt="2021-10-13T11:20:59.187" v="1588"/>
        <pc:sldMkLst>
          <pc:docMk/>
          <pc:sldMk cId="0" sldId="297"/>
        </pc:sldMkLst>
        <pc:spChg chg="mod">
          <ac:chgData name="Cai Wentong (Prof)" userId="b22aa830-216f-40eb-a687-3460ebbcbaa9" providerId="ADAL" clId="{0A494D6A-E88E-4075-8F0A-7A154A6849EF}" dt="2021-10-13T11:20:59.187" v="1588"/>
          <ac:spMkLst>
            <pc:docMk/>
            <pc:sldMk cId="0" sldId="297"/>
            <ac:spMk id="21507" creationId="{00000000-0000-0000-0000-000000000000}"/>
          </ac:spMkLst>
        </pc:spChg>
      </pc:sldChg>
      <pc:sldChg chg="modSp">
        <pc:chgData name="Cai Wentong (Prof)" userId="b22aa830-216f-40eb-a687-3460ebbcbaa9" providerId="ADAL" clId="{0A494D6A-E88E-4075-8F0A-7A154A6849EF}" dt="2021-10-13T11:20:59.187" v="1588"/>
        <pc:sldMkLst>
          <pc:docMk/>
          <pc:sldMk cId="0" sldId="298"/>
        </pc:sldMkLst>
        <pc:spChg chg="mod">
          <ac:chgData name="Cai Wentong (Prof)" userId="b22aa830-216f-40eb-a687-3460ebbcbaa9" providerId="ADAL" clId="{0A494D6A-E88E-4075-8F0A-7A154A6849EF}" dt="2021-10-13T11:20:59.187" v="1588"/>
          <ac:spMkLst>
            <pc:docMk/>
            <pc:sldMk cId="0" sldId="298"/>
            <ac:spMk id="24579" creationId="{00000000-0000-0000-0000-000000000000}"/>
          </ac:spMkLst>
        </pc:spChg>
      </pc:sldChg>
      <pc:sldChg chg="modSp">
        <pc:chgData name="Cai Wentong (Prof)" userId="b22aa830-216f-40eb-a687-3460ebbcbaa9" providerId="ADAL" clId="{0A494D6A-E88E-4075-8F0A-7A154A6849EF}" dt="2021-10-13T11:20:59.187" v="1588"/>
        <pc:sldMkLst>
          <pc:docMk/>
          <pc:sldMk cId="0" sldId="299"/>
        </pc:sldMkLst>
        <pc:spChg chg="mod">
          <ac:chgData name="Cai Wentong (Prof)" userId="b22aa830-216f-40eb-a687-3460ebbcbaa9" providerId="ADAL" clId="{0A494D6A-E88E-4075-8F0A-7A154A6849EF}" dt="2021-10-13T11:20:59.187" v="1588"/>
          <ac:spMkLst>
            <pc:docMk/>
            <pc:sldMk cId="0" sldId="299"/>
            <ac:spMk id="27651" creationId="{00000000-0000-0000-0000-000000000000}"/>
          </ac:spMkLst>
        </pc:spChg>
      </pc:sldChg>
      <pc:sldChg chg="modSp">
        <pc:chgData name="Cai Wentong (Prof)" userId="b22aa830-216f-40eb-a687-3460ebbcbaa9" providerId="ADAL" clId="{0A494D6A-E88E-4075-8F0A-7A154A6849EF}" dt="2021-10-13T11:20:59.187" v="1588"/>
        <pc:sldMkLst>
          <pc:docMk/>
          <pc:sldMk cId="0" sldId="302"/>
        </pc:sldMkLst>
        <pc:spChg chg="mod">
          <ac:chgData name="Cai Wentong (Prof)" userId="b22aa830-216f-40eb-a687-3460ebbcbaa9" providerId="ADAL" clId="{0A494D6A-E88E-4075-8F0A-7A154A6849EF}" dt="2021-10-13T11:20:59.187" v="1588"/>
          <ac:spMkLst>
            <pc:docMk/>
            <pc:sldMk cId="0" sldId="302"/>
            <ac:spMk id="30723" creationId="{00000000-0000-0000-0000-000000000000}"/>
          </ac:spMkLst>
        </pc:spChg>
      </pc:sldChg>
      <pc:sldChg chg="modSp">
        <pc:chgData name="Cai Wentong (Prof)" userId="b22aa830-216f-40eb-a687-3460ebbcbaa9" providerId="ADAL" clId="{0A494D6A-E88E-4075-8F0A-7A154A6849EF}" dt="2021-10-13T11:20:59.187" v="1588"/>
        <pc:sldMkLst>
          <pc:docMk/>
          <pc:sldMk cId="0" sldId="304"/>
        </pc:sldMkLst>
        <pc:spChg chg="mod">
          <ac:chgData name="Cai Wentong (Prof)" userId="b22aa830-216f-40eb-a687-3460ebbcbaa9" providerId="ADAL" clId="{0A494D6A-E88E-4075-8F0A-7A154A6849EF}" dt="2021-10-13T11:20:59.187" v="1588"/>
          <ac:spMkLst>
            <pc:docMk/>
            <pc:sldMk cId="0" sldId="304"/>
            <ac:spMk id="32771" creationId="{00000000-0000-0000-0000-000000000000}"/>
          </ac:spMkLst>
        </pc:spChg>
      </pc:sldChg>
      <pc:sldChg chg="modSp">
        <pc:chgData name="Cai Wentong (Prof)" userId="b22aa830-216f-40eb-a687-3460ebbcbaa9" providerId="ADAL" clId="{0A494D6A-E88E-4075-8F0A-7A154A6849EF}" dt="2021-10-13T11:20:59.187" v="1588"/>
        <pc:sldMkLst>
          <pc:docMk/>
          <pc:sldMk cId="0" sldId="308"/>
        </pc:sldMkLst>
        <pc:spChg chg="mod">
          <ac:chgData name="Cai Wentong (Prof)" userId="b22aa830-216f-40eb-a687-3460ebbcbaa9" providerId="ADAL" clId="{0A494D6A-E88E-4075-8F0A-7A154A6849EF}" dt="2021-10-13T11:20:59.187" v="1588"/>
          <ac:spMkLst>
            <pc:docMk/>
            <pc:sldMk cId="0" sldId="308"/>
            <ac:spMk id="37900" creationId="{00000000-0000-0000-0000-000000000000}"/>
          </ac:spMkLst>
        </pc:spChg>
      </pc:sldChg>
      <pc:sldChg chg="modSp">
        <pc:chgData name="Cai Wentong (Prof)" userId="b22aa830-216f-40eb-a687-3460ebbcbaa9" providerId="ADAL" clId="{0A494D6A-E88E-4075-8F0A-7A154A6849EF}" dt="2021-10-13T11:20:59.187" v="1588"/>
        <pc:sldMkLst>
          <pc:docMk/>
          <pc:sldMk cId="0" sldId="310"/>
        </pc:sldMkLst>
        <pc:spChg chg="mod">
          <ac:chgData name="Cai Wentong (Prof)" userId="b22aa830-216f-40eb-a687-3460ebbcbaa9" providerId="ADAL" clId="{0A494D6A-E88E-4075-8F0A-7A154A6849EF}" dt="2021-10-13T11:20:59.187" v="1588"/>
          <ac:spMkLst>
            <pc:docMk/>
            <pc:sldMk cId="0" sldId="310"/>
            <ac:spMk id="38915" creationId="{00000000-0000-0000-0000-000000000000}"/>
          </ac:spMkLst>
        </pc:spChg>
      </pc:sldChg>
      <pc:sldChg chg="modSp">
        <pc:chgData name="Cai Wentong (Prof)" userId="b22aa830-216f-40eb-a687-3460ebbcbaa9" providerId="ADAL" clId="{0A494D6A-E88E-4075-8F0A-7A154A6849EF}" dt="2021-10-13T11:20:59.187" v="1588"/>
        <pc:sldMkLst>
          <pc:docMk/>
          <pc:sldMk cId="0" sldId="314"/>
        </pc:sldMkLst>
        <pc:spChg chg="mod">
          <ac:chgData name="Cai Wentong (Prof)" userId="b22aa830-216f-40eb-a687-3460ebbcbaa9" providerId="ADAL" clId="{0A494D6A-E88E-4075-8F0A-7A154A6849EF}" dt="2021-10-13T11:20:59.187" v="1588"/>
          <ac:spMkLst>
            <pc:docMk/>
            <pc:sldMk cId="0" sldId="314"/>
            <ac:spMk id="41987" creationId="{00000000-0000-0000-0000-000000000000}"/>
          </ac:spMkLst>
        </pc:spChg>
      </pc:sldChg>
      <pc:sldChg chg="modSp">
        <pc:chgData name="Cai Wentong (Prof)" userId="b22aa830-216f-40eb-a687-3460ebbcbaa9" providerId="ADAL" clId="{0A494D6A-E88E-4075-8F0A-7A154A6849EF}" dt="2021-10-13T11:20:59.187" v="1588"/>
        <pc:sldMkLst>
          <pc:docMk/>
          <pc:sldMk cId="0" sldId="316"/>
        </pc:sldMkLst>
        <pc:spChg chg="mod">
          <ac:chgData name="Cai Wentong (Prof)" userId="b22aa830-216f-40eb-a687-3460ebbcbaa9" providerId="ADAL" clId="{0A494D6A-E88E-4075-8F0A-7A154A6849EF}" dt="2021-10-13T11:20:59.187" v="1588"/>
          <ac:spMkLst>
            <pc:docMk/>
            <pc:sldMk cId="0" sldId="316"/>
            <ac:spMk id="44035" creationId="{00000000-0000-0000-0000-000000000000}"/>
          </ac:spMkLst>
        </pc:spChg>
      </pc:sldChg>
      <pc:sldChg chg="modNotesTx">
        <pc:chgData name="Cai Wentong (Prof)" userId="b22aa830-216f-40eb-a687-3460ebbcbaa9" providerId="ADAL" clId="{0A494D6A-E88E-4075-8F0A-7A154A6849EF}" dt="2021-10-06T12:50:18.839" v="927" actId="20577"/>
        <pc:sldMkLst>
          <pc:docMk/>
          <pc:sldMk cId="0" sldId="355"/>
        </pc:sldMkLst>
      </pc:sldChg>
      <pc:sldChg chg="modSp">
        <pc:chgData name="Cai Wentong (Prof)" userId="b22aa830-216f-40eb-a687-3460ebbcbaa9" providerId="ADAL" clId="{0A494D6A-E88E-4075-8F0A-7A154A6849EF}" dt="2021-10-13T11:20:59.187" v="1588"/>
        <pc:sldMkLst>
          <pc:docMk/>
          <pc:sldMk cId="0" sldId="356"/>
        </pc:sldMkLst>
        <pc:spChg chg="mod">
          <ac:chgData name="Cai Wentong (Prof)" userId="b22aa830-216f-40eb-a687-3460ebbcbaa9" providerId="ADAL" clId="{0A494D6A-E88E-4075-8F0A-7A154A6849EF}" dt="2021-10-13T11:20:59.187" v="1588"/>
          <ac:spMkLst>
            <pc:docMk/>
            <pc:sldMk cId="0" sldId="356"/>
            <ac:spMk id="16387" creationId="{00000000-0000-0000-0000-000000000000}"/>
          </ac:spMkLst>
        </pc:spChg>
      </pc:sldChg>
      <pc:sldChg chg="modSp">
        <pc:chgData name="Cai Wentong (Prof)" userId="b22aa830-216f-40eb-a687-3460ebbcbaa9" providerId="ADAL" clId="{0A494D6A-E88E-4075-8F0A-7A154A6849EF}" dt="2021-10-13T11:20:59.187" v="1588"/>
        <pc:sldMkLst>
          <pc:docMk/>
          <pc:sldMk cId="0" sldId="357"/>
        </pc:sldMkLst>
        <pc:spChg chg="mod">
          <ac:chgData name="Cai Wentong (Prof)" userId="b22aa830-216f-40eb-a687-3460ebbcbaa9" providerId="ADAL" clId="{0A494D6A-E88E-4075-8F0A-7A154A6849EF}" dt="2021-10-13T11:20:59.187" v="1588"/>
          <ac:spMkLst>
            <pc:docMk/>
            <pc:sldMk cId="0" sldId="357"/>
            <ac:spMk id="18435" creationId="{00000000-0000-0000-0000-000000000000}"/>
          </ac:spMkLst>
        </pc:spChg>
      </pc:sldChg>
      <pc:sldChg chg="modSp">
        <pc:chgData name="Cai Wentong (Prof)" userId="b22aa830-216f-40eb-a687-3460ebbcbaa9" providerId="ADAL" clId="{0A494D6A-E88E-4075-8F0A-7A154A6849EF}" dt="2021-10-13T11:20:59.187" v="1588"/>
        <pc:sldMkLst>
          <pc:docMk/>
          <pc:sldMk cId="0" sldId="359"/>
        </pc:sldMkLst>
        <pc:spChg chg="mod">
          <ac:chgData name="Cai Wentong (Prof)" userId="b22aa830-216f-40eb-a687-3460ebbcbaa9" providerId="ADAL" clId="{0A494D6A-E88E-4075-8F0A-7A154A6849EF}" dt="2021-10-13T11:20:59.187" v="1588"/>
          <ac:spMkLst>
            <pc:docMk/>
            <pc:sldMk cId="0" sldId="359"/>
            <ac:spMk id="22531" creationId="{00000000-0000-0000-0000-000000000000}"/>
          </ac:spMkLst>
        </pc:spChg>
      </pc:sldChg>
      <pc:sldChg chg="modSp mod">
        <pc:chgData name="Cai Wentong (Prof)" userId="b22aa830-216f-40eb-a687-3460ebbcbaa9" providerId="ADAL" clId="{0A494D6A-E88E-4075-8F0A-7A154A6849EF}" dt="2021-10-13T11:20:59.187" v="1588"/>
        <pc:sldMkLst>
          <pc:docMk/>
          <pc:sldMk cId="0" sldId="360"/>
        </pc:sldMkLst>
        <pc:spChg chg="mod">
          <ac:chgData name="Cai Wentong (Prof)" userId="b22aa830-216f-40eb-a687-3460ebbcbaa9" providerId="ADAL" clId="{0A494D6A-E88E-4075-8F0A-7A154A6849EF}" dt="2021-10-13T11:20:59.187" v="1588"/>
          <ac:spMkLst>
            <pc:docMk/>
            <pc:sldMk cId="0" sldId="360"/>
            <ac:spMk id="25603" creationId="{00000000-0000-0000-0000-000000000000}"/>
          </ac:spMkLst>
        </pc:spChg>
        <pc:spChg chg="mod">
          <ac:chgData name="Cai Wentong (Prof)" userId="b22aa830-216f-40eb-a687-3460ebbcbaa9" providerId="ADAL" clId="{0A494D6A-E88E-4075-8F0A-7A154A6849EF}" dt="2021-10-06T13:09:44.692" v="1409" actId="20577"/>
          <ac:spMkLst>
            <pc:docMk/>
            <pc:sldMk cId="0" sldId="360"/>
            <ac:spMk id="25604" creationId="{00000000-0000-0000-0000-000000000000}"/>
          </ac:spMkLst>
        </pc:spChg>
      </pc:sldChg>
      <pc:sldChg chg="modSp">
        <pc:chgData name="Cai Wentong (Prof)" userId="b22aa830-216f-40eb-a687-3460ebbcbaa9" providerId="ADAL" clId="{0A494D6A-E88E-4075-8F0A-7A154A6849EF}" dt="2021-10-13T11:20:59.187" v="1588"/>
        <pc:sldMkLst>
          <pc:docMk/>
          <pc:sldMk cId="0" sldId="364"/>
        </pc:sldMkLst>
        <pc:spChg chg="mod">
          <ac:chgData name="Cai Wentong (Prof)" userId="b22aa830-216f-40eb-a687-3460ebbcbaa9" providerId="ADAL" clId="{0A494D6A-E88E-4075-8F0A-7A154A6849EF}" dt="2021-10-13T11:20:59.187" v="1588"/>
          <ac:spMkLst>
            <pc:docMk/>
            <pc:sldMk cId="0" sldId="364"/>
            <ac:spMk id="36870" creationId="{00000000-0000-0000-0000-000000000000}"/>
          </ac:spMkLst>
        </pc:spChg>
      </pc:sldChg>
      <pc:sldChg chg="modSp">
        <pc:chgData name="Cai Wentong (Prof)" userId="b22aa830-216f-40eb-a687-3460ebbcbaa9" providerId="ADAL" clId="{0A494D6A-E88E-4075-8F0A-7A154A6849EF}" dt="2021-10-13T11:20:59.187" v="1588"/>
        <pc:sldMkLst>
          <pc:docMk/>
          <pc:sldMk cId="0" sldId="365"/>
        </pc:sldMkLst>
        <pc:spChg chg="mod">
          <ac:chgData name="Cai Wentong (Prof)" userId="b22aa830-216f-40eb-a687-3460ebbcbaa9" providerId="ADAL" clId="{0A494D6A-E88E-4075-8F0A-7A154A6849EF}" dt="2021-10-13T11:20:59.187" v="1588"/>
          <ac:spMkLst>
            <pc:docMk/>
            <pc:sldMk cId="0" sldId="365"/>
            <ac:spMk id="39940" creationId="{00000000-0000-0000-0000-000000000000}"/>
          </ac:spMkLst>
        </pc:spChg>
      </pc:sldChg>
      <pc:sldChg chg="modSp">
        <pc:chgData name="Cai Wentong (Prof)" userId="b22aa830-216f-40eb-a687-3460ebbcbaa9" providerId="ADAL" clId="{0A494D6A-E88E-4075-8F0A-7A154A6849EF}" dt="2021-10-13T11:20:59.187" v="1588"/>
        <pc:sldMkLst>
          <pc:docMk/>
          <pc:sldMk cId="0" sldId="368"/>
        </pc:sldMkLst>
        <pc:spChg chg="mod">
          <ac:chgData name="Cai Wentong (Prof)" userId="b22aa830-216f-40eb-a687-3460ebbcbaa9" providerId="ADAL" clId="{0A494D6A-E88E-4075-8F0A-7A154A6849EF}" dt="2021-10-13T11:20:59.187" v="1588"/>
          <ac:spMkLst>
            <pc:docMk/>
            <pc:sldMk cId="0" sldId="368"/>
            <ac:spMk id="45059" creationId="{00000000-0000-0000-0000-000000000000}"/>
          </ac:spMkLst>
        </pc:spChg>
      </pc:sldChg>
      <pc:sldChg chg="modSp">
        <pc:chgData name="Cai Wentong (Prof)" userId="b22aa830-216f-40eb-a687-3460ebbcbaa9" providerId="ADAL" clId="{0A494D6A-E88E-4075-8F0A-7A154A6849EF}" dt="2021-10-13T11:20:59.187" v="1588"/>
        <pc:sldMkLst>
          <pc:docMk/>
          <pc:sldMk cId="0" sldId="373"/>
        </pc:sldMkLst>
        <pc:spChg chg="mod">
          <ac:chgData name="Cai Wentong (Prof)" userId="b22aa830-216f-40eb-a687-3460ebbcbaa9" providerId="ADAL" clId="{0A494D6A-E88E-4075-8F0A-7A154A6849EF}" dt="2021-10-13T11:20:59.187" v="1588"/>
          <ac:spMkLst>
            <pc:docMk/>
            <pc:sldMk cId="0" sldId="373"/>
            <ac:spMk id="23556" creationId="{00000000-0000-0000-0000-000000000000}"/>
          </ac:spMkLst>
        </pc:spChg>
      </pc:sldChg>
      <pc:sldChg chg="modSp">
        <pc:chgData name="Cai Wentong (Prof)" userId="b22aa830-216f-40eb-a687-3460ebbcbaa9" providerId="ADAL" clId="{0A494D6A-E88E-4075-8F0A-7A154A6849EF}" dt="2021-10-13T11:20:59.187" v="1588"/>
        <pc:sldMkLst>
          <pc:docMk/>
          <pc:sldMk cId="0" sldId="377"/>
        </pc:sldMkLst>
        <pc:spChg chg="mod">
          <ac:chgData name="Cai Wentong (Prof)" userId="b22aa830-216f-40eb-a687-3460ebbcbaa9" providerId="ADAL" clId="{0A494D6A-E88E-4075-8F0A-7A154A6849EF}" dt="2021-10-13T11:20:59.187" v="1588"/>
          <ac:spMkLst>
            <pc:docMk/>
            <pc:sldMk cId="0" sldId="377"/>
            <ac:spMk id="31747" creationId="{00000000-0000-0000-0000-000000000000}"/>
          </ac:spMkLst>
        </pc:spChg>
      </pc:sldChg>
      <pc:sldChg chg="del">
        <pc:chgData name="Cai Wentong (Prof)" userId="b22aa830-216f-40eb-a687-3460ebbcbaa9" providerId="ADAL" clId="{0A494D6A-E88E-4075-8F0A-7A154A6849EF}" dt="2021-10-13T10:42:05.532" v="1413" actId="2696"/>
        <pc:sldMkLst>
          <pc:docMk/>
          <pc:sldMk cId="0" sldId="385"/>
        </pc:sldMkLst>
      </pc:sldChg>
      <pc:sldChg chg="del">
        <pc:chgData name="Cai Wentong (Prof)" userId="b22aa830-216f-40eb-a687-3460ebbcbaa9" providerId="ADAL" clId="{0A494D6A-E88E-4075-8F0A-7A154A6849EF}" dt="2021-10-13T10:42:05.532" v="1413" actId="2696"/>
        <pc:sldMkLst>
          <pc:docMk/>
          <pc:sldMk cId="0" sldId="386"/>
        </pc:sldMkLst>
      </pc:sldChg>
      <pc:sldChg chg="modNotesTx">
        <pc:chgData name="Cai Wentong (Prof)" userId="b22aa830-216f-40eb-a687-3460ebbcbaa9" providerId="ADAL" clId="{0A494D6A-E88E-4075-8F0A-7A154A6849EF}" dt="2021-10-06T12:52:26.290" v="1051" actId="20577"/>
        <pc:sldMkLst>
          <pc:docMk/>
          <pc:sldMk cId="0" sldId="394"/>
        </pc:sldMkLst>
      </pc:sldChg>
      <pc:sldChg chg="modSp modNotesTx">
        <pc:chgData name="Cai Wentong (Prof)" userId="b22aa830-216f-40eb-a687-3460ebbcbaa9" providerId="ADAL" clId="{0A494D6A-E88E-4075-8F0A-7A154A6849EF}" dt="2021-10-13T11:20:59.187" v="1588"/>
        <pc:sldMkLst>
          <pc:docMk/>
          <pc:sldMk cId="0" sldId="397"/>
        </pc:sldMkLst>
        <pc:spChg chg="mod">
          <ac:chgData name="Cai Wentong (Prof)" userId="b22aa830-216f-40eb-a687-3460ebbcbaa9" providerId="ADAL" clId="{0A494D6A-E88E-4075-8F0A-7A154A6849EF}" dt="2021-10-13T11:20:59.187" v="1588"/>
          <ac:spMkLst>
            <pc:docMk/>
            <pc:sldMk cId="0" sldId="397"/>
            <ac:spMk id="26627" creationId="{00000000-0000-0000-0000-000000000000}"/>
          </ac:spMkLst>
        </pc:spChg>
      </pc:sldChg>
      <pc:sldChg chg="modSp modNotesTx">
        <pc:chgData name="Cai Wentong (Prof)" userId="b22aa830-216f-40eb-a687-3460ebbcbaa9" providerId="ADAL" clId="{0A494D6A-E88E-4075-8F0A-7A154A6849EF}" dt="2021-10-13T11:20:59.187" v="1588"/>
        <pc:sldMkLst>
          <pc:docMk/>
          <pc:sldMk cId="0" sldId="398"/>
        </pc:sldMkLst>
        <pc:spChg chg="mod">
          <ac:chgData name="Cai Wentong (Prof)" userId="b22aa830-216f-40eb-a687-3460ebbcbaa9" providerId="ADAL" clId="{0A494D6A-E88E-4075-8F0A-7A154A6849EF}" dt="2021-10-13T11:20:59.187" v="1588"/>
          <ac:spMkLst>
            <pc:docMk/>
            <pc:sldMk cId="0" sldId="398"/>
            <ac:spMk id="29714" creationId="{00000000-0000-0000-0000-000000000000}"/>
          </ac:spMkLst>
        </pc:spChg>
      </pc:sldChg>
      <pc:sldChg chg="modSp">
        <pc:chgData name="Cai Wentong (Prof)" userId="b22aa830-216f-40eb-a687-3460ebbcbaa9" providerId="ADAL" clId="{0A494D6A-E88E-4075-8F0A-7A154A6849EF}" dt="2021-10-13T11:20:59.187" v="1588"/>
        <pc:sldMkLst>
          <pc:docMk/>
          <pc:sldMk cId="0" sldId="399"/>
        </pc:sldMkLst>
        <pc:spChg chg="mod">
          <ac:chgData name="Cai Wentong (Prof)" userId="b22aa830-216f-40eb-a687-3460ebbcbaa9" providerId="ADAL" clId="{0A494D6A-E88E-4075-8F0A-7A154A6849EF}" dt="2021-10-13T11:20:59.187" v="1588"/>
          <ac:spMkLst>
            <pc:docMk/>
            <pc:sldMk cId="0" sldId="399"/>
            <ac:spMk id="46084" creationId="{00000000-0000-0000-0000-000000000000}"/>
          </ac:spMkLst>
        </pc:spChg>
      </pc:sldChg>
      <pc:sldChg chg="modSp">
        <pc:chgData name="Cai Wentong (Prof)" userId="b22aa830-216f-40eb-a687-3460ebbcbaa9" providerId="ADAL" clId="{0A494D6A-E88E-4075-8F0A-7A154A6849EF}" dt="2021-10-13T11:20:59.187" v="1588"/>
        <pc:sldMkLst>
          <pc:docMk/>
          <pc:sldMk cId="0" sldId="400"/>
        </pc:sldMkLst>
        <pc:spChg chg="mod">
          <ac:chgData name="Cai Wentong (Prof)" userId="b22aa830-216f-40eb-a687-3460ebbcbaa9" providerId="ADAL" clId="{0A494D6A-E88E-4075-8F0A-7A154A6849EF}" dt="2021-10-13T11:20:59.187" v="1588"/>
          <ac:spMkLst>
            <pc:docMk/>
            <pc:sldMk cId="0" sldId="400"/>
            <ac:spMk id="40963" creationId="{00000000-0000-0000-0000-000000000000}"/>
          </ac:spMkLst>
        </pc:spChg>
      </pc:sldChg>
      <pc:sldChg chg="modSp">
        <pc:chgData name="Cai Wentong (Prof)" userId="b22aa830-216f-40eb-a687-3460ebbcbaa9" providerId="ADAL" clId="{0A494D6A-E88E-4075-8F0A-7A154A6849EF}" dt="2021-10-13T11:20:59.187" v="1588"/>
        <pc:sldMkLst>
          <pc:docMk/>
          <pc:sldMk cId="2803010623" sldId="406"/>
        </pc:sldMkLst>
        <pc:spChg chg="mod">
          <ac:chgData name="Cai Wentong (Prof)" userId="b22aa830-216f-40eb-a687-3460ebbcbaa9" providerId="ADAL" clId="{0A494D6A-E88E-4075-8F0A-7A154A6849EF}" dt="2021-10-13T11:20:59.187" v="1588"/>
          <ac:spMkLst>
            <pc:docMk/>
            <pc:sldMk cId="2803010623" sldId="406"/>
            <ac:spMk id="14339" creationId="{00000000-0000-0000-0000-000000000000}"/>
          </ac:spMkLst>
        </pc:spChg>
      </pc:sldChg>
      <pc:sldChg chg="modSp add mod">
        <pc:chgData name="Cai Wentong (Prof)" userId="b22aa830-216f-40eb-a687-3460ebbcbaa9" providerId="ADAL" clId="{0A494D6A-E88E-4075-8F0A-7A154A6849EF}" dt="2021-10-13T11:20:59.187" v="1588"/>
        <pc:sldMkLst>
          <pc:docMk/>
          <pc:sldMk cId="0" sldId="431"/>
        </pc:sldMkLst>
        <pc:spChg chg="mod">
          <ac:chgData name="Cai Wentong (Prof)" userId="b22aa830-216f-40eb-a687-3460ebbcbaa9" providerId="ADAL" clId="{0A494D6A-E88E-4075-8F0A-7A154A6849EF}" dt="2021-10-13T11:20:59.187" v="1588"/>
          <ac:spMkLst>
            <pc:docMk/>
            <pc:sldMk cId="0" sldId="431"/>
            <ac:spMk id="3075" creationId="{00000000-0000-0000-0000-000000000000}"/>
          </ac:spMkLst>
        </pc:spChg>
      </pc:sldChg>
      <pc:sldChg chg="modSp add mod">
        <pc:chgData name="Cai Wentong (Prof)" userId="b22aa830-216f-40eb-a687-3460ebbcbaa9" providerId="ADAL" clId="{0A494D6A-E88E-4075-8F0A-7A154A6849EF}" dt="2021-10-13T10:42:21.967" v="1431" actId="20577"/>
        <pc:sldMkLst>
          <pc:docMk/>
          <pc:sldMk cId="0" sldId="432"/>
        </pc:sldMkLst>
        <pc:spChg chg="mod">
          <ac:chgData name="Cai Wentong (Prof)" userId="b22aa830-216f-40eb-a687-3460ebbcbaa9" providerId="ADAL" clId="{0A494D6A-E88E-4075-8F0A-7A154A6849EF}" dt="2021-10-13T10:42:21.967" v="1431" actId="20577"/>
          <ac:spMkLst>
            <pc:docMk/>
            <pc:sldMk cId="0" sldId="432"/>
            <ac:spMk id="4099" creationId="{00000000-0000-0000-0000-000000000000}"/>
          </ac:spMkLst>
        </pc:spChg>
      </pc:sldChg>
      <pc:sldChg chg="modSp add mod">
        <pc:chgData name="Cai Wentong (Prof)" userId="b22aa830-216f-40eb-a687-3460ebbcbaa9" providerId="ADAL" clId="{0A494D6A-E88E-4075-8F0A-7A154A6849EF}" dt="2021-10-13T10:42:29.529" v="1440" actId="20577"/>
        <pc:sldMkLst>
          <pc:docMk/>
          <pc:sldMk cId="2242216207" sldId="433"/>
        </pc:sldMkLst>
        <pc:spChg chg="mod">
          <ac:chgData name="Cai Wentong (Prof)" userId="b22aa830-216f-40eb-a687-3460ebbcbaa9" providerId="ADAL" clId="{0A494D6A-E88E-4075-8F0A-7A154A6849EF}" dt="2021-10-13T10:42:29.529" v="1440" actId="20577"/>
          <ac:spMkLst>
            <pc:docMk/>
            <pc:sldMk cId="2242216207" sldId="433"/>
            <ac:spMk id="10" creationId="{428D08FF-6380-4A91-BB14-42B682053B4C}"/>
          </ac:spMkLst>
        </pc:spChg>
      </pc:sldChg>
      <pc:sldChg chg="modSp add mod">
        <pc:chgData name="Cai Wentong (Prof)" userId="b22aa830-216f-40eb-a687-3460ebbcbaa9" providerId="ADAL" clId="{0A494D6A-E88E-4075-8F0A-7A154A6849EF}" dt="2021-10-13T10:42:36.427" v="1449" actId="20577"/>
        <pc:sldMkLst>
          <pc:docMk/>
          <pc:sldMk cId="0" sldId="434"/>
        </pc:sldMkLst>
        <pc:spChg chg="mod">
          <ac:chgData name="Cai Wentong (Prof)" userId="b22aa830-216f-40eb-a687-3460ebbcbaa9" providerId="ADAL" clId="{0A494D6A-E88E-4075-8F0A-7A154A6849EF}" dt="2021-10-13T10:42:36.427" v="1449" actId="20577"/>
          <ac:spMkLst>
            <pc:docMk/>
            <pc:sldMk cId="0" sldId="434"/>
            <ac:spMk id="5128" creationId="{00000000-0000-0000-0000-000000000000}"/>
          </ac:spMkLst>
        </pc:spChg>
      </pc:sldChg>
      <pc:sldChg chg="modSp add mod">
        <pc:chgData name="Cai Wentong (Prof)" userId="b22aa830-216f-40eb-a687-3460ebbcbaa9" providerId="ADAL" clId="{0A494D6A-E88E-4075-8F0A-7A154A6849EF}" dt="2021-10-13T11:20:59.187" v="1588"/>
        <pc:sldMkLst>
          <pc:docMk/>
          <pc:sldMk cId="3830051327" sldId="439"/>
        </pc:sldMkLst>
        <pc:spChg chg="mod">
          <ac:chgData name="Cai Wentong (Prof)" userId="b22aa830-216f-40eb-a687-3460ebbcbaa9" providerId="ADAL" clId="{0A494D6A-E88E-4075-8F0A-7A154A6849EF}" dt="2021-10-13T11:20:59.187" v="1588"/>
          <ac:spMkLst>
            <pc:docMk/>
            <pc:sldMk cId="3830051327" sldId="439"/>
            <ac:spMk id="37900" creationId="{00000000-0000-0000-0000-000000000000}"/>
          </ac:spMkLst>
        </pc:spChg>
      </pc:sldChg>
      <pc:sldChg chg="modSp add mod">
        <pc:chgData name="Cai Wentong (Prof)" userId="b22aa830-216f-40eb-a687-3460ebbcbaa9" providerId="ADAL" clId="{0A494D6A-E88E-4075-8F0A-7A154A6849EF}" dt="2021-10-13T11:20:59.187" v="1588"/>
        <pc:sldMkLst>
          <pc:docMk/>
          <pc:sldMk cId="0" sldId="440"/>
        </pc:sldMkLst>
        <pc:spChg chg="mod">
          <ac:chgData name="Cai Wentong (Prof)" userId="b22aa830-216f-40eb-a687-3460ebbcbaa9" providerId="ADAL" clId="{0A494D6A-E88E-4075-8F0A-7A154A6849EF}" dt="2021-10-13T11:20:59.187" v="1588"/>
          <ac:spMkLst>
            <pc:docMk/>
            <pc:sldMk cId="0" sldId="440"/>
            <ac:spMk id="39940" creationId="{00000000-0000-0000-0000-000000000000}"/>
          </ac:spMkLst>
        </pc:spChg>
        <pc:spChg chg="mod">
          <ac:chgData name="Cai Wentong (Prof)" userId="b22aa830-216f-40eb-a687-3460ebbcbaa9" providerId="ADAL" clId="{0A494D6A-E88E-4075-8F0A-7A154A6849EF}" dt="2021-10-13T10:45:22.030" v="1542" actId="20577"/>
          <ac:spMkLst>
            <pc:docMk/>
            <pc:sldMk cId="0" sldId="440"/>
            <ac:spMk id="39941" creationId="{00000000-0000-0000-0000-000000000000}"/>
          </ac:spMkLst>
        </pc:spChg>
        <pc:picChg chg="mod">
          <ac:chgData name="Cai Wentong (Prof)" userId="b22aa830-216f-40eb-a687-3460ebbcbaa9" providerId="ADAL" clId="{0A494D6A-E88E-4075-8F0A-7A154A6849EF}" dt="2021-10-13T10:45:26.723" v="1543" actId="1076"/>
          <ac:picMkLst>
            <pc:docMk/>
            <pc:sldMk cId="0" sldId="440"/>
            <ac:picMk id="39938" creationId="{00000000-0000-0000-0000-000000000000}"/>
          </ac:picMkLst>
        </pc:picChg>
      </pc:sldChg>
      <pc:sldChg chg="addSp modSp add mod modAnim">
        <pc:chgData name="Cai Wentong (Prof)" userId="b22aa830-216f-40eb-a687-3460ebbcbaa9" providerId="ADAL" clId="{0A494D6A-E88E-4075-8F0A-7A154A6849EF}" dt="2021-10-13T11:20:59.187" v="1588"/>
        <pc:sldMkLst>
          <pc:docMk/>
          <pc:sldMk cId="0" sldId="441"/>
        </pc:sldMkLst>
        <pc:spChg chg="mod">
          <ac:chgData name="Cai Wentong (Prof)" userId="b22aa830-216f-40eb-a687-3460ebbcbaa9" providerId="ADAL" clId="{0A494D6A-E88E-4075-8F0A-7A154A6849EF}" dt="2021-10-13T10:46:28.554" v="1579" actId="1076"/>
          <ac:spMkLst>
            <pc:docMk/>
            <pc:sldMk cId="0" sldId="441"/>
            <ac:spMk id="3" creationId="{00000000-0000-0000-0000-000000000000}"/>
          </ac:spMkLst>
        </pc:spChg>
        <pc:spChg chg="mod">
          <ac:chgData name="Cai Wentong (Prof)" userId="b22aa830-216f-40eb-a687-3460ebbcbaa9" providerId="ADAL" clId="{0A494D6A-E88E-4075-8F0A-7A154A6849EF}" dt="2021-10-13T10:47:19.503" v="1585" actId="1076"/>
          <ac:spMkLst>
            <pc:docMk/>
            <pc:sldMk cId="0" sldId="441"/>
            <ac:spMk id="4" creationId="{00000000-0000-0000-0000-000000000000}"/>
          </ac:spMkLst>
        </pc:spChg>
        <pc:spChg chg="mod">
          <ac:chgData name="Cai Wentong (Prof)" userId="b22aa830-216f-40eb-a687-3460ebbcbaa9" providerId="ADAL" clId="{0A494D6A-E88E-4075-8F0A-7A154A6849EF}" dt="2021-10-13T10:47:19.503" v="1585" actId="1076"/>
          <ac:spMkLst>
            <pc:docMk/>
            <pc:sldMk cId="0" sldId="441"/>
            <ac:spMk id="5" creationId="{00000000-0000-0000-0000-000000000000}"/>
          </ac:spMkLst>
        </pc:spChg>
        <pc:spChg chg="mod">
          <ac:chgData name="Cai Wentong (Prof)" userId="b22aa830-216f-40eb-a687-3460ebbcbaa9" providerId="ADAL" clId="{0A494D6A-E88E-4075-8F0A-7A154A6849EF}" dt="2021-10-13T10:47:14.586" v="1584" actId="14100"/>
          <ac:spMkLst>
            <pc:docMk/>
            <pc:sldMk cId="0" sldId="441"/>
            <ac:spMk id="7" creationId="{00000000-0000-0000-0000-000000000000}"/>
          </ac:spMkLst>
        </pc:spChg>
        <pc:spChg chg="add mod">
          <ac:chgData name="Cai Wentong (Prof)" userId="b22aa830-216f-40eb-a687-3460ebbcbaa9" providerId="ADAL" clId="{0A494D6A-E88E-4075-8F0A-7A154A6849EF}" dt="2021-10-13T10:45:47.699" v="1575" actId="20577"/>
          <ac:spMkLst>
            <pc:docMk/>
            <pc:sldMk cId="0" sldId="441"/>
            <ac:spMk id="10" creationId="{B16173E8-3582-48B9-8684-10B492A92EF1}"/>
          </ac:spMkLst>
        </pc:spChg>
        <pc:spChg chg="mod">
          <ac:chgData name="Cai Wentong (Prof)" userId="b22aa830-216f-40eb-a687-3460ebbcbaa9" providerId="ADAL" clId="{0A494D6A-E88E-4075-8F0A-7A154A6849EF}" dt="2021-10-13T11:20:59.187" v="1588"/>
          <ac:spMkLst>
            <pc:docMk/>
            <pc:sldMk cId="0" sldId="441"/>
            <ac:spMk id="46084" creationId="{00000000-0000-0000-0000-000000000000}"/>
          </ac:spMkLst>
        </pc:spChg>
        <pc:grpChg chg="add mod">
          <ac:chgData name="Cai Wentong (Prof)" userId="b22aa830-216f-40eb-a687-3460ebbcbaa9" providerId="ADAL" clId="{0A494D6A-E88E-4075-8F0A-7A154A6849EF}" dt="2021-10-13T10:47:19.503" v="1585" actId="1076"/>
          <ac:grpSpMkLst>
            <pc:docMk/>
            <pc:sldMk cId="0" sldId="441"/>
            <ac:grpSpMk id="6" creationId="{134282EA-94DE-4EC8-B141-9C2632B7891B}"/>
          </ac:grpSpMkLst>
        </pc:grpChg>
        <pc:picChg chg="mod">
          <ac:chgData name="Cai Wentong (Prof)" userId="b22aa830-216f-40eb-a687-3460ebbcbaa9" providerId="ADAL" clId="{0A494D6A-E88E-4075-8F0A-7A154A6849EF}" dt="2021-10-13T10:46:03.644" v="1577" actId="1076"/>
          <ac:picMkLst>
            <pc:docMk/>
            <pc:sldMk cId="0" sldId="441"/>
            <ac:picMk id="46083" creationId="{00000000-0000-0000-0000-000000000000}"/>
          </ac:picMkLst>
        </pc:picChg>
      </pc:sldChg>
      <pc:sldMasterChg chg="modSp mod modSldLayout">
        <pc:chgData name="Cai Wentong (Prof)" userId="b22aa830-216f-40eb-a687-3460ebbcbaa9" providerId="ADAL" clId="{0A494D6A-E88E-4075-8F0A-7A154A6849EF}" dt="2021-10-13T11:21:57.676" v="1593" actId="20577"/>
        <pc:sldMasterMkLst>
          <pc:docMk/>
          <pc:sldMasterMk cId="0" sldId="2147483648"/>
        </pc:sldMasterMkLst>
        <pc:spChg chg="mod">
          <ac:chgData name="Cai Wentong (Prof)" userId="b22aa830-216f-40eb-a687-3460ebbcbaa9" providerId="ADAL" clId="{0A494D6A-E88E-4075-8F0A-7A154A6849EF}" dt="2021-10-13T11:21:57.676" v="1593" actId="20577"/>
          <ac:spMkLst>
            <pc:docMk/>
            <pc:sldMasterMk cId="0" sldId="2147483648"/>
            <ac:spMk id="1030" creationId="{00000000-0000-0000-0000-000000000000}"/>
          </ac:spMkLst>
        </pc:spChg>
        <pc:sldLayoutChg chg="addSp delSp modSp">
          <pc:chgData name="Cai Wentong (Prof)" userId="b22aa830-216f-40eb-a687-3460ebbcbaa9" providerId="ADAL" clId="{0A494D6A-E88E-4075-8F0A-7A154A6849EF}" dt="2021-10-13T11:21:21.509" v="1591" actId="1076"/>
          <pc:sldLayoutMkLst>
            <pc:docMk/>
            <pc:sldMasterMk cId="0" sldId="2147483648"/>
            <pc:sldLayoutMk cId="4154990024" sldId="2147483956"/>
          </pc:sldLayoutMkLst>
          <pc:spChg chg="del">
            <ac:chgData name="Cai Wentong (Prof)" userId="b22aa830-216f-40eb-a687-3460ebbcbaa9" providerId="ADAL" clId="{0A494D6A-E88E-4075-8F0A-7A154A6849EF}" dt="2021-10-13T11:20:59.187" v="1588"/>
            <ac:spMkLst>
              <pc:docMk/>
              <pc:sldMasterMk cId="0" sldId="2147483648"/>
              <pc:sldLayoutMk cId="4154990024" sldId="2147483956"/>
              <ac:spMk id="2" creationId="{00000000-0000-0000-0000-000000000000}"/>
            </ac:spMkLst>
          </pc:spChg>
          <pc:spChg chg="mod">
            <ac:chgData name="Cai Wentong (Prof)" userId="b22aa830-216f-40eb-a687-3460ebbcbaa9" providerId="ADAL" clId="{0A494D6A-E88E-4075-8F0A-7A154A6849EF}" dt="2021-10-13T11:21:21.509" v="1591" actId="1076"/>
            <ac:spMkLst>
              <pc:docMk/>
              <pc:sldMasterMk cId="0" sldId="2147483648"/>
              <pc:sldLayoutMk cId="4154990024" sldId="2147483956"/>
              <ac:spMk id="3" creationId="{00000000-0000-0000-0000-000000000000}"/>
            </ac:spMkLst>
          </pc:spChg>
          <pc:spChg chg="add mod">
            <ac:chgData name="Cai Wentong (Prof)" userId="b22aa830-216f-40eb-a687-3460ebbcbaa9" providerId="ADAL" clId="{0A494D6A-E88E-4075-8F0A-7A154A6849EF}" dt="2021-10-13T11:21:01.189" v="1589"/>
            <ac:spMkLst>
              <pc:docMk/>
              <pc:sldMasterMk cId="0" sldId="2147483648"/>
              <pc:sldLayoutMk cId="4154990024" sldId="2147483956"/>
              <ac:spMk id="5" creationId="{3EF65079-C16D-4D7E-9336-73AD0A148F13}"/>
            </ac:spMkLst>
          </pc:spChg>
        </pc:sldLayoutChg>
      </pc:sldMasterChg>
    </pc:docChg>
  </pc:docChgLst>
  <pc:docChgLst>
    <pc:chgData name="Cai Wentong (Prof)" userId="b22aa830-216f-40eb-a687-3460ebbcbaa9" providerId="ADAL" clId="{62256854-914C-4D98-9FF7-A328851B8E7D}"/>
    <pc:docChg chg="custSel addSld delSld modSld">
      <pc:chgData name="Cai Wentong (Prof)" userId="b22aa830-216f-40eb-a687-3460ebbcbaa9" providerId="ADAL" clId="{62256854-914C-4D98-9FF7-A328851B8E7D}" dt="2021-03-14T13:20:42.479" v="69" actId="2696"/>
      <pc:docMkLst>
        <pc:docMk/>
      </pc:docMkLst>
      <pc:sldChg chg="delCm modNotesTx">
        <pc:chgData name="Cai Wentong (Prof)" userId="b22aa830-216f-40eb-a687-3460ebbcbaa9" providerId="ADAL" clId="{62256854-914C-4D98-9FF7-A328851B8E7D}" dt="2021-03-08T13:15:37.149" v="65" actId="20577"/>
        <pc:sldMkLst>
          <pc:docMk/>
          <pc:sldMk cId="0" sldId="284"/>
        </pc:sldMkLst>
      </pc:sldChg>
      <pc:sldChg chg="delSp mod">
        <pc:chgData name="Cai Wentong (Prof)" userId="b22aa830-216f-40eb-a687-3460ebbcbaa9" providerId="ADAL" clId="{62256854-914C-4D98-9FF7-A328851B8E7D}" dt="2021-03-08T09:23:27.162" v="3" actId="21"/>
        <pc:sldMkLst>
          <pc:docMk/>
          <pc:sldMk cId="0" sldId="356"/>
        </pc:sldMkLst>
        <pc:inkChg chg="del">
          <ac:chgData name="Cai Wentong (Prof)" userId="b22aa830-216f-40eb-a687-3460ebbcbaa9" providerId="ADAL" clId="{62256854-914C-4D98-9FF7-A328851B8E7D}" dt="2021-03-08T09:23:27.162" v="3" actId="21"/>
          <ac:inkMkLst>
            <pc:docMk/>
            <pc:sldMk cId="0" sldId="356"/>
            <ac:inkMk id="2" creationId="{BD04B8C4-576A-4A7A-AF6E-2183108ECEF2}"/>
          </ac:inkMkLst>
        </pc:inkChg>
        <pc:inkChg chg="del">
          <ac:chgData name="Cai Wentong (Prof)" userId="b22aa830-216f-40eb-a687-3460ebbcbaa9" providerId="ADAL" clId="{62256854-914C-4D98-9FF7-A328851B8E7D}" dt="2021-03-08T09:23:20.203" v="2" actId="21"/>
          <ac:inkMkLst>
            <pc:docMk/>
            <pc:sldMk cId="0" sldId="356"/>
            <ac:inkMk id="3" creationId="{1A190B62-5F35-463D-A044-D3BC021C436C}"/>
          </ac:inkMkLst>
        </pc:inkChg>
        <pc:inkChg chg="del">
          <ac:chgData name="Cai Wentong (Prof)" userId="b22aa830-216f-40eb-a687-3460ebbcbaa9" providerId="ADAL" clId="{62256854-914C-4D98-9FF7-A328851B8E7D}" dt="2021-03-08T09:23:16.372" v="1" actId="21"/>
          <ac:inkMkLst>
            <pc:docMk/>
            <pc:sldMk cId="0" sldId="356"/>
            <ac:inkMk id="4" creationId="{DAA44CEB-B7E2-4A40-8413-202E8F42D06D}"/>
          </ac:inkMkLst>
        </pc:inkChg>
      </pc:sldChg>
      <pc:sldChg chg="new del">
        <pc:chgData name="Cai Wentong (Prof)" userId="b22aa830-216f-40eb-a687-3460ebbcbaa9" providerId="ADAL" clId="{62256854-914C-4D98-9FF7-A328851B8E7D}" dt="2021-03-14T13:20:41.261" v="68" actId="2696"/>
        <pc:sldMkLst>
          <pc:docMk/>
          <pc:sldMk cId="3540969754" sldId="407"/>
        </pc:sldMkLst>
      </pc:sldChg>
      <pc:sldChg chg="new del">
        <pc:chgData name="Cai Wentong (Prof)" userId="b22aa830-216f-40eb-a687-3460ebbcbaa9" providerId="ADAL" clId="{62256854-914C-4D98-9FF7-A328851B8E7D}" dt="2021-03-14T13:20:42.479" v="69" actId="2696"/>
        <pc:sldMkLst>
          <pc:docMk/>
          <pc:sldMk cId="2356480881" sldId="4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Helvetica" pitchFamily="34" charset="0"/>
              </a:defRPr>
            </a:lvl1pPr>
          </a:lstStyle>
          <a:p>
            <a:pPr>
              <a:defRPr/>
            </a:pPr>
            <a:endParaRPr lang="en-US"/>
          </a:p>
        </p:txBody>
      </p:sp>
      <p:sp>
        <p:nvSpPr>
          <p:cNvPr id="159747" name="Rectangle 3"/>
          <p:cNvSpPr>
            <a:spLocks noGrp="1" noChangeArrowheads="1"/>
          </p:cNvSpPr>
          <p:nvPr>
            <p:ph type="dt" sz="quarter" idx="1"/>
          </p:nvPr>
        </p:nvSpPr>
        <p:spPr bwMode="auto">
          <a:xfrm>
            <a:off x="4116388" y="0"/>
            <a:ext cx="3213100"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Helvetica" pitchFamily="34" charset="0"/>
              </a:defRPr>
            </a:lvl1pPr>
          </a:lstStyle>
          <a:p>
            <a:pPr>
              <a:defRPr/>
            </a:pPr>
            <a:endParaRPr lang="en-US"/>
          </a:p>
        </p:txBody>
      </p:sp>
      <p:sp>
        <p:nvSpPr>
          <p:cNvPr id="159748" name="Rectangle 4"/>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Helvetica" pitchFamily="34" charset="0"/>
              </a:defRPr>
            </a:lvl1pPr>
          </a:lstStyle>
          <a:p>
            <a:pPr>
              <a:defRPr/>
            </a:pPr>
            <a:endParaRPr lang="en-US"/>
          </a:p>
        </p:txBody>
      </p:sp>
      <p:sp>
        <p:nvSpPr>
          <p:cNvPr id="159749" name="Rectangle 5"/>
          <p:cNvSpPr>
            <a:spLocks noGrp="1" noChangeArrowheads="1"/>
          </p:cNvSpPr>
          <p:nvPr>
            <p:ph type="sldNum" sz="quarter" idx="3"/>
          </p:nvPr>
        </p:nvSpPr>
        <p:spPr bwMode="auto">
          <a:xfrm>
            <a:off x="4116388" y="9083675"/>
            <a:ext cx="3213100"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Helvetica" pitchFamily="34" charset="0"/>
              </a:defRPr>
            </a:lvl1pPr>
          </a:lstStyle>
          <a:p>
            <a:pPr>
              <a:defRPr/>
            </a:pPr>
            <a:fld id="{60BA2E97-EF51-4733-B771-7716416D0485}" type="slidenum">
              <a:rPr lang="en-US"/>
              <a:pPr>
                <a:defRPr/>
              </a:pPr>
              <a:t>‹#›</a:t>
            </a:fld>
            <a:endParaRPr lang="en-US"/>
          </a:p>
        </p:txBody>
      </p:sp>
    </p:spTree>
    <p:extLst>
      <p:ext uri="{BB962C8B-B14F-4D97-AF65-F5344CB8AC3E}">
        <p14:creationId xmlns:p14="http://schemas.microsoft.com/office/powerpoint/2010/main" val="2129442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l" defTabSz="930275">
              <a:defRPr sz="1200">
                <a:latin typeface="Times New Roman" pitchFamily="18" charset="0"/>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r" defTabSz="930275">
              <a:defRPr sz="120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l" defTabSz="930275">
              <a:defRPr sz="1200">
                <a:latin typeface="Times New Roman" pitchFamily="18" charset="0"/>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r" defTabSz="930275">
              <a:defRPr sz="1200">
                <a:latin typeface="Times New Roman" pitchFamily="18" charset="0"/>
              </a:defRPr>
            </a:lvl1pPr>
          </a:lstStyle>
          <a:p>
            <a:pPr>
              <a:defRPr/>
            </a:pPr>
            <a:fld id="{4E7D1305-2251-47BA-9506-08B1216A4A3C}" type="slidenum">
              <a:rPr lang="en-US"/>
              <a:pPr>
                <a:defRPr/>
              </a:pPr>
              <a:t>‹#›</a:t>
            </a:fld>
            <a:endParaRPr lang="en-US"/>
          </a:p>
        </p:txBody>
      </p:sp>
    </p:spTree>
    <p:extLst>
      <p:ext uri="{BB962C8B-B14F-4D97-AF65-F5344CB8AC3E}">
        <p14:creationId xmlns:p14="http://schemas.microsoft.com/office/powerpoint/2010/main" val="39278130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Effective memory management is vital in a multiprogramming system. To improve CPU utilization, multiple processes need to be loaded </a:t>
            </a:r>
            <a:r>
              <a:rPr lang="en-US" altLang="en-US"/>
              <a:t>into memory to </a:t>
            </a:r>
            <a:r>
              <a:rPr lang="en-US" altLang="en-US" dirty="0"/>
              <a:t>ensure a reasonable supply of ready processes to consume available CPU time.</a:t>
            </a:r>
          </a:p>
          <a:p>
            <a:endParaRPr lang="en-US" altLang="en-US" dirty="0"/>
          </a:p>
          <a:p>
            <a:r>
              <a:rPr lang="en-US" altLang="en-US" dirty="0"/>
              <a:t>We begin this chapter by understanding how a process gets executed. Next, we approach the technology of memory management by looking at a variety of schemes that have been used. </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BD236F7D-7FC1-4ADB-9EAA-F0F941801DD1}" type="slidenum">
              <a:rPr lang="en-US" altLang="en-US" sz="1200" smtClean="0">
                <a:latin typeface="Times New Roman" pitchFamily="18" charset="0"/>
              </a:rPr>
              <a:pPr/>
              <a:t>1</a:t>
            </a:fld>
            <a:endParaRPr lang="en-US" altLang="en-US" sz="120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How is memory allocated for a process image?</a:t>
            </a:r>
          </a:p>
          <a:p>
            <a:endParaRPr lang="en-US" altLang="en-US" dirty="0"/>
          </a:p>
          <a:p>
            <a:r>
              <a:rPr lang="en-US" altLang="en-US" dirty="0"/>
              <a:t>Logical view of a process in memory (also called process image) – not just code and data, but also include dynamic memory space (stack and heap) required during process execution </a:t>
            </a:r>
          </a:p>
          <a:p>
            <a:endParaRPr lang="en-US" altLang="en-US" dirty="0"/>
          </a:p>
          <a:p>
            <a:r>
              <a:rPr lang="en-US" altLang="en-US" dirty="0"/>
              <a:t>It defines logically the space a process is able to access (or address) during its execution.  So, this is called logical address space of a process.  Address reference generated when executing an instruction always refers to this logical address space and is called logical address.  </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14EF385A-3371-4FBC-AB5E-70E8DD9B872D}" type="slidenum">
              <a:rPr lang="en-US" altLang="en-US" sz="1200" smtClean="0">
                <a:latin typeface="Times New Roman" pitchFamily="18" charset="0"/>
              </a:rPr>
              <a:pPr/>
              <a:t>2</a:t>
            </a:fld>
            <a:endParaRPr lang="en-US" altLang="en-US" sz="120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How is a process image generated and loaded?</a:t>
            </a:r>
          </a:p>
          <a:p>
            <a:r>
              <a:rPr lang="en-US" altLang="en-US" dirty="0"/>
              <a:t>Loader is part of OS</a:t>
            </a:r>
          </a:p>
          <a:p>
            <a:endParaRPr lang="en-US" altLang="en-US" dirty="0"/>
          </a:p>
          <a:p>
            <a:r>
              <a:rPr lang="en-US" altLang="en-US" dirty="0"/>
              <a:t>A program may contain multiple source code files.  Source code files are compiled into object files.  The linker combines these object files into a single binary executable (i.e., the load module on disk).  During the linking phase, other object files or libraries may be included as well, such as the standard C or math library.  A loader is used to load the binary executable file into memory where its is eligible to run on a CPU core. </a:t>
            </a:r>
          </a:p>
          <a:p>
            <a:endParaRPr lang="en-US" altLang="en-US" dirty="0"/>
          </a:p>
          <a:p>
            <a:endParaRPr lang="en-US" altLang="en-US" dirty="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9D163B08-1975-43EC-AE08-FBF3B03A1271}" type="slidenum">
              <a:rPr lang="en-US" altLang="en-US" sz="1200" smtClean="0">
                <a:latin typeface="Times New Roman" pitchFamily="18" charset="0"/>
              </a:rPr>
              <a:pPr/>
              <a:t>3</a:t>
            </a:fld>
            <a:endParaRPr lang="en-US" altLang="en-US" sz="120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As a process executes, it accesses instructions and data in memory.</a:t>
            </a:r>
          </a:p>
          <a:p>
            <a:endParaRPr lang="en-US" altLang="en-US" dirty="0"/>
          </a:p>
          <a:p>
            <a:r>
              <a:rPr lang="en-US" altLang="en-US" dirty="0"/>
              <a:t>CPU must deal with memory references generated. Branch instructions contain an address to reference the instruction to be executed next. Data reference instructions contain the address of the byte or word of data referenced.</a:t>
            </a:r>
          </a:p>
          <a:p>
            <a:endParaRPr lang="en-US" altLang="en-US" dirty="0"/>
          </a:p>
          <a:p>
            <a:r>
              <a:rPr lang="en-US" altLang="en-US" dirty="0"/>
              <a:t>Address generated while executing an instruction may not be used directly to access physical memory, depending on when address binding is performed. </a:t>
            </a: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74DE8B20-67CB-43E0-8177-9E9C6E0BF436}" type="slidenum">
              <a:rPr lang="en-US" altLang="en-US" sz="1200" smtClean="0">
                <a:latin typeface="Times New Roman" pitchFamily="18" charset="0"/>
              </a:rPr>
              <a:pPr/>
              <a:t>4</a:t>
            </a:fld>
            <a:endParaRPr lang="en-US" altLang="en-US" sz="120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binding refers to the action of binding (or translating) the addresses in process image to the physical memory addresses (or absolute addresses).</a:t>
            </a:r>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5</a:t>
            </a:fld>
            <a:endParaRPr lang="en-US"/>
          </a:p>
        </p:txBody>
      </p:sp>
    </p:spTree>
    <p:extLst>
      <p:ext uri="{BB962C8B-B14F-4D97-AF65-F5344CB8AC3E}">
        <p14:creationId xmlns:p14="http://schemas.microsoft.com/office/powerpoint/2010/main" val="870881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4E7D1305-2251-47BA-9506-08B1216A4A3C}" type="slidenum">
              <a:rPr lang="en-US" smtClean="0"/>
              <a:pPr>
                <a:defRPr/>
              </a:pPr>
              <a:t>6</a:t>
            </a:fld>
            <a:endParaRPr lang="en-US"/>
          </a:p>
        </p:txBody>
      </p:sp>
    </p:spTree>
    <p:extLst>
      <p:ext uri="{BB962C8B-B14F-4D97-AF65-F5344CB8AC3E}">
        <p14:creationId xmlns:p14="http://schemas.microsoft.com/office/powerpoint/2010/main" val="3851763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Compiler generates code in re-locatable address format, i.e.,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address format that is relative to the beginning of the address space (also called relative address).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Loader will translate the re-locatable address to absolute address.</a:t>
            </a:r>
          </a:p>
          <a:p>
            <a:endParaRPr lang="en-SG" dirty="0"/>
          </a:p>
        </p:txBody>
      </p:sp>
      <p:sp>
        <p:nvSpPr>
          <p:cNvPr id="4" name="Slide Number Placeholder 3"/>
          <p:cNvSpPr>
            <a:spLocks noGrp="1"/>
          </p:cNvSpPr>
          <p:nvPr>
            <p:ph type="sldNum" sz="quarter" idx="5"/>
          </p:nvPr>
        </p:nvSpPr>
        <p:spPr/>
        <p:txBody>
          <a:bodyPr/>
          <a:lstStyle/>
          <a:p>
            <a:pPr>
              <a:defRPr/>
            </a:pPr>
            <a:fld id="{4E7D1305-2251-47BA-9506-08B1216A4A3C}" type="slidenum">
              <a:rPr lang="en-US" smtClean="0"/>
              <a:pPr>
                <a:defRPr/>
              </a:pPr>
              <a:t>7</a:t>
            </a:fld>
            <a:endParaRPr lang="en-US"/>
          </a:p>
        </p:txBody>
      </p:sp>
    </p:spTree>
    <p:extLst>
      <p:ext uri="{BB962C8B-B14F-4D97-AF65-F5344CB8AC3E}">
        <p14:creationId xmlns:p14="http://schemas.microsoft.com/office/powerpoint/2010/main" val="210706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Base – starting address where process image is loaded in the memory.</a:t>
            </a:r>
          </a:p>
          <a:p>
            <a:r>
              <a:rPr lang="en-SG" dirty="0"/>
              <a:t>Limit – size of the memory space occupied by the process.</a:t>
            </a:r>
          </a:p>
        </p:txBody>
      </p:sp>
      <p:sp>
        <p:nvSpPr>
          <p:cNvPr id="4" name="Slide Number Placeholder 3"/>
          <p:cNvSpPr>
            <a:spLocks noGrp="1"/>
          </p:cNvSpPr>
          <p:nvPr>
            <p:ph type="sldNum" sz="quarter" idx="5"/>
          </p:nvPr>
        </p:nvSpPr>
        <p:spPr/>
        <p:txBody>
          <a:bodyPr/>
          <a:lstStyle/>
          <a:p>
            <a:pPr>
              <a:defRPr/>
            </a:pPr>
            <a:fld id="{4E7D1305-2251-47BA-9506-08B1216A4A3C}" type="slidenum">
              <a:rPr lang="en-US" smtClean="0"/>
              <a:pPr>
                <a:defRPr/>
              </a:pPr>
              <a:t>8</a:t>
            </a:fld>
            <a:endParaRPr lang="en-US"/>
          </a:p>
        </p:txBody>
      </p:sp>
    </p:spTree>
    <p:extLst>
      <p:ext uri="{BB962C8B-B14F-4D97-AF65-F5344CB8AC3E}">
        <p14:creationId xmlns:p14="http://schemas.microsoft.com/office/powerpoint/2010/main" val="582884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For compile-time and load-time binding, absolute address is used directly to access memory.</a:t>
            </a:r>
          </a:p>
          <a:p>
            <a:r>
              <a:rPr lang="en-US" altLang="en-US" dirty="0"/>
              <a:t>So, the binding of logical address space to the physical memory is static. Once process image is loaded, it can’t be moved in the memory.</a:t>
            </a:r>
          </a:p>
          <a:p>
            <a:endParaRPr lang="en-US" altLang="en-US" dirty="0"/>
          </a:p>
          <a:p>
            <a:r>
              <a:rPr lang="en-US" altLang="en-US" dirty="0"/>
              <a:t>In a multiprogramming system, the available memory is generally shared among a number of processes. Typically, it is not possible for the programmer to know in advance which other programs will be resident in physical memory at the time of execution of his or her program. In addition, we would like to be able to:</a:t>
            </a:r>
          </a:p>
          <a:p>
            <a:pPr>
              <a:buFontTx/>
              <a:buChar char="•"/>
            </a:pPr>
            <a:r>
              <a:rPr lang="en-US" altLang="en-US" dirty="0"/>
              <a:t> Perform memory compaction</a:t>
            </a:r>
          </a:p>
          <a:p>
            <a:pPr>
              <a:buFontTx/>
              <a:buChar char="•"/>
            </a:pPr>
            <a:r>
              <a:rPr lang="en-US" altLang="en-US" dirty="0"/>
              <a:t> Swap in and out process</a:t>
            </a:r>
          </a:p>
          <a:p>
            <a:pPr>
              <a:buFontTx/>
              <a:buChar char="•"/>
            </a:pPr>
            <a:r>
              <a:rPr lang="en-US" altLang="en-US" dirty="0"/>
              <a:t> Provide virtual memory support</a:t>
            </a:r>
          </a:p>
          <a:p>
            <a:pPr>
              <a:buFontTx/>
              <a:buChar cha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Hence, we are not interested in compile- or load-time binding.</a:t>
            </a:r>
          </a:p>
          <a:p>
            <a:endParaRPr lang="en-US" altLang="en-US" dirty="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D5C31583-9A55-4068-BD88-4D23E9BB6C49}" type="slidenum">
              <a:rPr lang="en-US" altLang="en-US" sz="1200" smtClean="0">
                <a:latin typeface="Times New Roman" pitchFamily="18" charset="0"/>
              </a:rPr>
              <a:pPr/>
              <a:t>10</a:t>
            </a:fld>
            <a:endParaRPr lang="en-US" altLang="en-US" sz="120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Relative address – address format that is relative to the beginning of the process image.</a:t>
            </a:r>
          </a:p>
          <a:p>
            <a:r>
              <a:rPr lang="en-US" altLang="en-US" dirty="0"/>
              <a:t>Base – starting address where process image is loaded in the memory.</a:t>
            </a:r>
          </a:p>
          <a:p>
            <a:endParaRPr lang="en-US" altLang="en-US" dirty="0"/>
          </a:p>
          <a:p>
            <a:r>
              <a:rPr lang="en-US" altLang="en-US" dirty="0"/>
              <a:t>In execution-time binding, address generated by CPU needs to be translated to the one used to access memory and this translation depends on memory allocation method used.</a:t>
            </a:r>
          </a:p>
          <a:p>
            <a:endParaRPr lang="en-US" altLang="en-US" dirty="0"/>
          </a:p>
          <a:p>
            <a:r>
              <a:rPr lang="en-US" altLang="en-US" dirty="0"/>
              <a:t>The address translation is done by MMU and supported by hardware – recall base and limit registers.</a:t>
            </a:r>
          </a:p>
          <a:p>
            <a:endParaRPr lang="en-US" altLang="en-US" dirty="0"/>
          </a:p>
          <a:p>
            <a:r>
              <a:rPr lang="en-US" altLang="en-US" dirty="0"/>
              <a:t>Execution-time binding is dynamic, process image can be moved in the memory.  In the following lecture, we assume execution-time binding.</a:t>
            </a: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895E50AD-8D0B-4471-8103-828B1E613991}" type="slidenum">
              <a:rPr lang="en-US" altLang="en-US" sz="1200" smtClean="0">
                <a:latin typeface="Times New Roman" pitchFamily="18" charset="0"/>
              </a:rPr>
              <a:pPr/>
              <a:t>11</a:t>
            </a:fld>
            <a:endParaRPr lang="en-US" altLang="en-US" sz="120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Process executes in logical address space and it never sees physical address.  There is one logical address space</a:t>
            </a:r>
            <a:r>
              <a:rPr lang="en-US" altLang="en-US" baseline="0" dirty="0"/>
              <a:t> per process.</a:t>
            </a:r>
          </a:p>
          <a:p>
            <a:endParaRPr lang="en-US" altLang="en-US" dirty="0"/>
          </a:p>
          <a:p>
            <a:r>
              <a:rPr lang="en-US" altLang="en-US" dirty="0"/>
              <a:t>To access physical memory, logical address may need to be translated into physical address.  </a:t>
            </a:r>
            <a:endParaRPr lang="en-US" altLang="en-US" baseline="0" dirty="0"/>
          </a:p>
          <a:p>
            <a:endParaRPr lang="en-SG" altLang="en-US" dirty="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EF58239D-41FE-4C24-9282-F616BBB57094}" type="slidenum">
              <a:rPr lang="en-US" altLang="en-US" sz="1200" smtClean="0">
                <a:latin typeface="Times New Roman" pitchFamily="18" charset="0"/>
              </a:rPr>
              <a:pPr/>
              <a:t>12</a:t>
            </a:fld>
            <a:endParaRPr lang="en-US" altLang="en-US" sz="1200">
              <a:latin typeface="Times New Roman" pitchFamily="18" charset="0"/>
            </a:endParaRPr>
          </a:p>
        </p:txBody>
      </p:sp>
    </p:spTree>
    <p:extLst>
      <p:ext uri="{BB962C8B-B14F-4D97-AF65-F5344CB8AC3E}">
        <p14:creationId xmlns:p14="http://schemas.microsoft.com/office/powerpoint/2010/main" val="421039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baseline="0" dirty="0"/>
          </a:p>
          <a:p>
            <a:endParaRPr lang="en-SG" altLang="en-US" dirty="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EF58239D-41FE-4C24-9282-F616BBB57094}" type="slidenum">
              <a:rPr lang="en-US" altLang="en-US" sz="1200" smtClean="0">
                <a:latin typeface="Times New Roman" pitchFamily="18" charset="0"/>
              </a:rPr>
              <a:pPr/>
              <a:t>13</a:t>
            </a:fld>
            <a:endParaRPr lang="en-US" altLang="en-US" sz="120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14</a:t>
            </a:fld>
            <a:endParaRPr lang="en-US"/>
          </a:p>
        </p:txBody>
      </p:sp>
    </p:spTree>
    <p:extLst>
      <p:ext uri="{BB962C8B-B14F-4D97-AF65-F5344CB8AC3E}">
        <p14:creationId xmlns:p14="http://schemas.microsoft.com/office/powerpoint/2010/main" val="366461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 The number of partitions specified at system generation time limits the number of active processes in the system.</a:t>
            </a:r>
          </a:p>
          <a:p>
            <a:endParaRPr lang="en-US" altLang="en-US" dirty="0"/>
          </a:p>
          <a:p>
            <a:r>
              <a:rPr lang="en-US" altLang="en-US" dirty="0"/>
              <a:t>• Because partition sizes are preset at system generation time, small processes will not utilize partition space efficiently. Any process, no matter how small, occupies an entire partition.  This approach is not really practical.  It is difficulty to determine the number of partitions and size of each partition since the memory requirements of all processes are in general unknown beforehand.</a:t>
            </a:r>
          </a:p>
          <a:p>
            <a:endParaRPr lang="en-US" alt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1300D3A5-A56C-4A89-9C4C-BB2C2F1AB08F}" type="slidenum">
              <a:rPr lang="en-US" altLang="en-US" sz="1200" smtClean="0">
                <a:latin typeface="Times New Roman" pitchFamily="18" charset="0"/>
              </a:rPr>
              <a:pPr/>
              <a:t>15</a:t>
            </a:fld>
            <a:endParaRPr lang="en-US" altLang="en-US" sz="120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Initially, there is a single hole.</a:t>
            </a:r>
          </a:p>
          <a:p>
            <a:endParaRPr lang="en-US" altLang="en-US" dirty="0"/>
          </a:p>
          <a:p>
            <a:r>
              <a:rPr lang="en-US" altLang="en-US" dirty="0"/>
              <a:t>Memory allocation status may change while processes are created (allocate memory) and terminate (de-allocate memory).</a:t>
            </a:r>
          </a:p>
          <a:p>
            <a:endParaRPr lang="en-US" altLang="en-US" dirty="0"/>
          </a:p>
          <a:p>
            <a:r>
              <a:rPr lang="en-US" altLang="en-US" dirty="0"/>
              <a:t>Eventually, as time goes, memory contains a list of holes of vary size.</a:t>
            </a:r>
            <a:endParaRPr lang="en-SG" alt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E1127959-4FBD-416B-B231-C2C24D3C346C}" type="slidenum">
              <a:rPr lang="en-US" altLang="en-US" sz="1200" smtClean="0">
                <a:latin typeface="Times New Roman" pitchFamily="18" charset="0"/>
              </a:rPr>
              <a:pPr/>
              <a:t>16</a:t>
            </a:fld>
            <a:endParaRPr lang="en-US" altLang="en-US" sz="120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17</a:t>
            </a:fld>
            <a:endParaRPr lang="en-US"/>
          </a:p>
        </p:txBody>
      </p:sp>
    </p:spTree>
    <p:extLst>
      <p:ext uri="{BB962C8B-B14F-4D97-AF65-F5344CB8AC3E}">
        <p14:creationId xmlns:p14="http://schemas.microsoft.com/office/powerpoint/2010/main" val="3027807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With dynamic partitioning, the partitions are of variable length and number. When a process is brought into physical memory, it is allocated exactly as much memory as it requires and no more.</a:t>
            </a:r>
          </a:p>
          <a:p>
            <a:endParaRPr lang="en-US" altLang="en-US" dirty="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604AC73E-5B44-4C0F-9A3C-1B91D56BE491}" type="slidenum">
              <a:rPr lang="en-US" altLang="en-US" sz="1200" smtClean="0">
                <a:latin typeface="Times New Roman" pitchFamily="18" charset="0"/>
              </a:rPr>
              <a:pPr/>
              <a:t>18</a:t>
            </a:fld>
            <a:endParaRPr lang="en-US" altLang="en-US" sz="120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Given memory requirement of a process, dynamic storage allocation policies determine which one to use amongst a list of free holes.</a:t>
            </a:r>
            <a:endParaRPr lang="en-SG" alt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8EB38132-B21B-401D-B0A4-575585BF946B}" type="slidenum">
              <a:rPr lang="en-US" altLang="en-US" sz="1200" smtClean="0">
                <a:latin typeface="Times New Roman" pitchFamily="18" charset="0"/>
              </a:rPr>
              <a:pPr/>
              <a:t>19</a:t>
            </a:fld>
            <a:endParaRPr lang="en-US" altLang="en-US" sz="120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Variable partitioning -&gt; external fragmentation</a:t>
            </a:r>
          </a:p>
          <a:p>
            <a:r>
              <a:rPr lang="en-US" altLang="en-US" dirty="0"/>
              <a:t>Fixed partitioning -&gt; internal fragmentation</a:t>
            </a: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FCAF8325-FA45-4FB3-8B65-71284CEB39BA}" type="slidenum">
              <a:rPr lang="en-US" altLang="en-US" sz="1200" smtClean="0">
                <a:latin typeface="Times New Roman" pitchFamily="18" charset="0"/>
              </a:rPr>
              <a:pPr/>
              <a:t>20</a:t>
            </a:fld>
            <a:endParaRPr lang="en-US" altLang="en-US" sz="120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From</a:t>
            </a:r>
            <a:r>
              <a:rPr lang="en-US" altLang="en-US" b="1" dirty="0"/>
              <a:t> </a:t>
            </a:r>
            <a:r>
              <a:rPr lang="en-US" altLang="en-US" dirty="0"/>
              <a:t>time to time, the OS shifts the processes so that all of the free memory is together in one block. The difficulty with compaction is that it is a time-consuming procedure and wasteful of processor time. Note that compaction implies the need for a dynamic relocation capability. That is, it must be possible to move a process from one region to another in memory without invalidating the memory references in the program.</a:t>
            </a: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8FCFA1FF-A344-439D-BA57-B3091598C4B1}" type="slidenum">
              <a:rPr lang="en-US" altLang="en-US" sz="1200" smtClean="0">
                <a:latin typeface="Times New Roman" pitchFamily="18" charset="0"/>
              </a:rPr>
              <a:pPr/>
              <a:t>21</a:t>
            </a:fld>
            <a:endParaRPr lang="en-US" altLang="en-US" sz="1200">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dirty="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2E20C1EC-787B-4A01-81BC-10E6C246B5B1}" type="slidenum">
              <a:rPr lang="en-US" altLang="en-US" sz="1200" smtClean="0">
                <a:latin typeface="Times New Roman" pitchFamily="18" charset="0"/>
              </a:rPr>
              <a:pPr/>
              <a:t>22</a:t>
            </a:fld>
            <a:endParaRPr lang="en-US" altLang="en-US" sz="120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space allocated to a process is not contiguous.</a:t>
            </a:r>
          </a:p>
          <a:p>
            <a:endParaRPr lang="en-US" dirty="0"/>
          </a:p>
          <a:p>
            <a:r>
              <a:rPr lang="en-US" dirty="0"/>
              <a:t>This is how paging works.</a:t>
            </a:r>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23</a:t>
            </a:fld>
            <a:endParaRPr lang="en-US"/>
          </a:p>
        </p:txBody>
      </p:sp>
    </p:spTree>
    <p:extLst>
      <p:ext uri="{BB962C8B-B14F-4D97-AF65-F5344CB8AC3E}">
        <p14:creationId xmlns:p14="http://schemas.microsoft.com/office/powerpoint/2010/main" val="3588798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operating system maintains a </a:t>
            </a:r>
            <a:r>
              <a:rPr lang="en-US" altLang="en-US" b="1" dirty="0"/>
              <a:t>page table </a:t>
            </a:r>
            <a:r>
              <a:rPr lang="en-US" altLang="en-US" dirty="0"/>
              <a:t>for each process. The page table shows the frame location for each page of the process. </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EE682EB0-C206-4D51-9769-245D0DD752F0}" type="slidenum">
              <a:rPr lang="en-US" altLang="en-US" sz="1200" smtClean="0">
                <a:latin typeface="Times New Roman" pitchFamily="18" charset="0"/>
              </a:rPr>
              <a:pPr/>
              <a:t>24</a:t>
            </a:fld>
            <a:endParaRPr lang="en-US" altLang="en-US" sz="120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25</a:t>
            </a:fld>
            <a:endParaRPr lang="en-US"/>
          </a:p>
        </p:txBody>
      </p:sp>
    </p:spTree>
    <p:extLst>
      <p:ext uri="{BB962C8B-B14F-4D97-AF65-F5344CB8AC3E}">
        <p14:creationId xmlns:p14="http://schemas.microsoft.com/office/powerpoint/2010/main" val="3549675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26</a:t>
            </a:fld>
            <a:endParaRPr lang="en-US"/>
          </a:p>
        </p:txBody>
      </p:sp>
    </p:spTree>
    <p:extLst>
      <p:ext uri="{BB962C8B-B14F-4D97-AF65-F5344CB8AC3E}">
        <p14:creationId xmlns:p14="http://schemas.microsoft.com/office/powerpoint/2010/main" val="3258944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SG" altLang="en-US" dirty="0"/>
              <a:t>Logical address: m bits.  There are 2^m bytes in logical address space.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altLang="en-US" dirty="0"/>
              <a:t>Page size: 2^n.  There are 2^m/2^n pages in logical address space.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altLang="en-US" dirty="0"/>
              <a:t>(For the convenience of addressing, page size is always </a:t>
            </a:r>
            <a:r>
              <a:rPr lang="en-US" altLang="en-US" sz="1200" dirty="0"/>
              <a:t>power of 2.)</a:t>
            </a:r>
            <a:endParaRPr lang="en-SG"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SG" altLang="en-US" dirty="0"/>
              <a:t>Logical address is divided into two parts: lower n bits for page number and higher (m-n) bits for page number.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G" altLang="en-US" dirty="0"/>
          </a:p>
          <a:p>
            <a:r>
              <a:rPr lang="en-US" altLang="en-US" dirty="0"/>
              <a:t>This figure suggests a hardware implementation. When a particular process is running, a register holds the starting address of the page table for that</a:t>
            </a:r>
            <a:r>
              <a:rPr lang="en-US" altLang="en-US" baseline="0" dirty="0"/>
              <a:t> </a:t>
            </a:r>
            <a:r>
              <a:rPr lang="en-US" altLang="en-US" dirty="0"/>
              <a:t>process. The page number of a virtual address is used to index that table and look up the corresponding frame number. This is combined with the offset portion of the virtual address to produce the desired real address. Typically, the page number field is longer than the frame number field</a:t>
            </a:r>
            <a:r>
              <a:rPr lang="en-US" altLang="en-US" i="1" dirty="0"/>
              <a:t>.</a:t>
            </a: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G"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G" altLang="en-US" dirty="0"/>
          </a:p>
          <a:p>
            <a:endParaRPr lang="en-SG" altLang="en-US" dirty="0"/>
          </a:p>
          <a:p>
            <a:endParaRPr lang="en-SG" altLang="en-US" dirty="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1F21E0D6-E3F6-4604-949E-28D15ACD378C}" type="slidenum">
              <a:rPr lang="en-US" altLang="en-US" sz="1200" smtClean="0">
                <a:latin typeface="Times New Roman" pitchFamily="18" charset="0"/>
              </a:rPr>
              <a:pPr/>
              <a:t>27</a:t>
            </a:fld>
            <a:endParaRPr lang="en-US" altLang="en-US" sz="120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Example: LOAD 0111 (7)</a:t>
            </a:r>
          </a:p>
          <a:p>
            <a:r>
              <a:rPr lang="en-US" dirty="0"/>
              <a:t>load “h” from logical address 0111</a:t>
            </a:r>
          </a:p>
          <a:p>
            <a:endParaRPr lang="en-US" dirty="0"/>
          </a:p>
          <a:p>
            <a:r>
              <a:rPr lang="en-US" dirty="0"/>
              <a:t>“h” is stored in physical location 11011 (27)</a:t>
            </a:r>
          </a:p>
          <a:p>
            <a:endParaRPr lang="en-US" dirty="0"/>
          </a:p>
          <a:p>
            <a:r>
              <a:rPr lang="en-US" dirty="0"/>
              <a:t>Translate “0111” to “11011”</a:t>
            </a:r>
          </a:p>
          <a:p>
            <a:endParaRPr lang="en-US" dirty="0"/>
          </a:p>
          <a:p>
            <a:r>
              <a:rPr lang="en-US"/>
              <a:t>To do address translation, need to know the logical address is in which page and the offset within the page</a:t>
            </a:r>
          </a:p>
          <a:p>
            <a:endParaRPr lang="en-US" altLang="en-US" dirty="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E2A9FF90-B6B4-4CA6-BDC3-13242405ED2E}" type="slidenum">
              <a:rPr lang="en-US" altLang="en-US" sz="1200" smtClean="0">
                <a:latin typeface="Times New Roman" pitchFamily="18" charset="0"/>
              </a:rPr>
              <a:pPr/>
              <a:t>28</a:t>
            </a:fld>
            <a:endParaRPr lang="en-US" altLang="en-US" sz="120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PAGE TABLE STRUCTURE The basic mechanism for reading a word from memory involves the translation of a virtual, or logical, address, consisting of page number and offset, into a physical address, consisting of frame number and offset, using a page table. Because the page table is of variable length, depending on the size of the process, we cannot expect to hold it in registers. Instead, it must be in physical memory to be accessed. </a:t>
            </a:r>
          </a:p>
          <a:p>
            <a:endParaRPr lang="en-US" altLang="en-US" dirty="0"/>
          </a:p>
          <a:p>
            <a:r>
              <a:rPr lang="en-US" altLang="en-US" dirty="0"/>
              <a:t>With paging, the logical-to-physical address translation is still done with hardware support. Now the CPU must know how to access the page table of the current process -&gt; page-table base register and page-table length register.</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In principle, every virtual memory reference can cause two physical memory accesses: one to fetch the appropriate page table entry and one to fetch the desired data. Thus, a straightforward virtual memory scheme would have the effect of doubling the memory access time. To overcome this problem, most virtual memory schemes make use of a special high-speed cache for page table entries, usually called a translation lookaside buffer (TLB) </a:t>
            </a:r>
            <a:r>
              <a:rPr lang="en-US" altLang="en-US" b="1" dirty="0"/>
              <a:t>. </a:t>
            </a:r>
            <a:endParaRPr lang="en-US" altLang="en-US" dirty="0"/>
          </a:p>
          <a:p>
            <a:endParaRPr lang="en-SG" altLang="en-US"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0E46A9AB-3049-41CA-9924-E6D6E1794209}" type="slidenum">
              <a:rPr lang="en-US" altLang="en-US" sz="1200" smtClean="0">
                <a:latin typeface="Times New Roman" pitchFamily="18" charset="0"/>
              </a:rPr>
              <a:pPr/>
              <a:t>29</a:t>
            </a:fld>
            <a:endParaRPr lang="en-US" altLang="en-US" sz="1200">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Essentially, TLB are associate registers which support parallel search.</a:t>
            </a:r>
          </a:p>
          <a:p>
            <a:r>
              <a:rPr lang="en-US" altLang="en-US" dirty="0"/>
              <a:t>Typically, there are 64 to 1024 entries in TLB.</a:t>
            </a: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4E7D0BF5-87E0-41A5-B15F-8AEB728E8B09}" type="slidenum">
              <a:rPr lang="en-US" altLang="en-US" sz="1200" smtClean="0">
                <a:latin typeface="Times New Roman" pitchFamily="18" charset="0"/>
              </a:rPr>
              <a:pPr/>
              <a:t>30</a:t>
            </a:fld>
            <a:endParaRPr lang="en-US" altLang="en-US" sz="120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4E7D1305-2251-47BA-9506-08B1216A4A3C}" type="slidenum">
              <a:rPr lang="en-US" smtClean="0"/>
              <a:pPr>
                <a:defRPr/>
              </a:pPr>
              <a:t>31</a:t>
            </a:fld>
            <a:endParaRPr lang="en-US"/>
          </a:p>
        </p:txBody>
      </p:sp>
    </p:spTree>
    <p:extLst>
      <p:ext uri="{BB962C8B-B14F-4D97-AF65-F5344CB8AC3E}">
        <p14:creationId xmlns:p14="http://schemas.microsoft.com/office/powerpoint/2010/main" val="39051346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solidFill>
                  <a:srgbClr val="3366FF"/>
                </a:solidFill>
              </a:rPr>
              <a:t>Sharing</a:t>
            </a:r>
            <a:r>
              <a:rPr lang="en-US" altLang="en-US" baseline="0" dirty="0">
                <a:solidFill>
                  <a:srgbClr val="3366FF"/>
                </a:solidFill>
              </a:rPr>
              <a:t> </a:t>
            </a:r>
            <a:r>
              <a:rPr lang="en-US" altLang="en-US" dirty="0">
                <a:solidFill>
                  <a:srgbClr val="3366FF"/>
                </a:solidFill>
              </a:rPr>
              <a:t>pages will reduce the memory usage. </a:t>
            </a:r>
          </a:p>
          <a:p>
            <a:endParaRPr lang="en-US" altLang="en-US" dirty="0">
              <a:solidFill>
                <a:srgbClr val="3366FF"/>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kern="1200" dirty="0">
                <a:solidFill>
                  <a:schemeClr val="tx1"/>
                </a:solidFill>
                <a:effectLst/>
                <a:latin typeface="Times New Roman" pitchFamily="18" charset="0"/>
                <a:ea typeface="+mn-ea"/>
                <a:cs typeface="+mn-cs"/>
              </a:rPr>
              <a:t>In this example, three processes execute the same editor but on different data.  Each process has its own logical address space, but they contain the same editor code (i.e., pages ed1, ed2, and ed3).  So, instead of loading three copies of the editor code, only one copy needs to be loaded in the memory and this copy can be shared amongst 3 processes (by mapping ed1, ed2, and ed3 in each process’s logical address space to the corresponding editor pages loaded in the memory as shown in the slide).   This is only possible if code is read-only code (re-entrant code).</a:t>
            </a:r>
          </a:p>
          <a:p>
            <a:endParaRPr lang="en-US" altLang="en-US" b="1" dirty="0">
              <a:solidFill>
                <a:srgbClr val="3366FF"/>
              </a:solidFill>
            </a:endParaRPr>
          </a:p>
          <a:p>
            <a:r>
              <a:rPr lang="en-US" altLang="en-US" b="1" dirty="0">
                <a:solidFill>
                  <a:srgbClr val="3366FF"/>
                </a:solidFill>
              </a:rPr>
              <a:t>Shared code</a:t>
            </a:r>
          </a:p>
          <a:p>
            <a:pPr lvl="1"/>
            <a:r>
              <a:rPr lang="en-US" altLang="en-US" dirty="0"/>
              <a:t>One copy of read-only (reentrant) code shared among processes (i.e., text editors, compilers, window systems).</a:t>
            </a:r>
          </a:p>
          <a:p>
            <a:pPr lvl="1"/>
            <a:r>
              <a:rPr lang="en-US" altLang="en-US" dirty="0"/>
              <a:t>Shared code must appear in same location in the logical address space of all processes</a:t>
            </a:r>
            <a:br>
              <a:rPr lang="en-US" altLang="en-US" dirty="0"/>
            </a:br>
            <a:endParaRPr lang="en-US" altLang="en-US" dirty="0"/>
          </a:p>
          <a:p>
            <a:r>
              <a:rPr lang="en-US" altLang="en-US" b="1" dirty="0">
                <a:solidFill>
                  <a:srgbClr val="3366FF"/>
                </a:solidFill>
              </a:rPr>
              <a:t>Private code and data</a:t>
            </a:r>
            <a:r>
              <a:rPr lang="en-US" altLang="en-US" dirty="0">
                <a:solidFill>
                  <a:srgbClr val="3366FF"/>
                </a:solidFill>
              </a:rPr>
              <a:t> </a:t>
            </a:r>
          </a:p>
          <a:p>
            <a:pPr lvl="1"/>
            <a:r>
              <a:rPr lang="en-US" altLang="en-US" dirty="0"/>
              <a:t>Each process keeps a separate copy of the private code and data</a:t>
            </a:r>
          </a:p>
          <a:p>
            <a:pPr lvl="1"/>
            <a:r>
              <a:rPr lang="en-US" altLang="en-US" dirty="0"/>
              <a:t>The pages for the private code and data can appear anywhere in the logical address space</a:t>
            </a:r>
          </a:p>
          <a:p>
            <a:endParaRPr lang="en-SG"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6BEC063B-C38A-431F-980D-23F5BF97E8D4}" type="slidenum">
              <a:rPr lang="en-US" altLang="en-US" sz="1200" smtClean="0">
                <a:latin typeface="Times New Roman" pitchFamily="18" charset="0"/>
              </a:rPr>
              <a:pPr/>
              <a:t>32</a:t>
            </a:fld>
            <a:endParaRPr lang="en-US" altLang="en-US" sz="120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E7D1305-2251-47BA-9506-08B1216A4A3C}" type="slidenum">
              <a:rPr lang="en-US" smtClean="0"/>
              <a:pPr>
                <a:defRPr/>
              </a:pPr>
              <a:t>33</a:t>
            </a:fld>
            <a:endParaRPr lang="en-US"/>
          </a:p>
        </p:txBody>
      </p:sp>
    </p:spTree>
    <p:extLst>
      <p:ext uri="{BB962C8B-B14F-4D97-AF65-F5344CB8AC3E}">
        <p14:creationId xmlns:p14="http://schemas.microsoft.com/office/powerpoint/2010/main" val="11868696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figure shows an example of a two-level scheme typical for use with a 32-bit address. </a:t>
            </a:r>
          </a:p>
          <a:p>
            <a:endParaRPr lang="en-US" altLang="en-US" dirty="0"/>
          </a:p>
          <a:p>
            <a:r>
              <a:rPr lang="en-US" altLang="en-US" dirty="0"/>
              <a:t>If we assume byte-level addressing and 4-kbyte (2^12 ) pages, then the 4-Gbyte (2^32 ) virtual address space is composed of 2^20 pages. </a:t>
            </a:r>
          </a:p>
          <a:p>
            <a:endParaRPr lang="en-US" altLang="en-US" dirty="0"/>
          </a:p>
          <a:p>
            <a:r>
              <a:rPr lang="en-US" altLang="en-US" dirty="0"/>
              <a:t>If each of these pages is mapped by a 4-byte page table entry, we can create a user page table composed of 2^20 entries, requiring 4 Mbytes (2^22 ). </a:t>
            </a:r>
          </a:p>
          <a:p>
            <a:endParaRPr lang="en-US" altLang="en-US" dirty="0"/>
          </a:p>
          <a:p>
            <a:r>
              <a:rPr lang="en-US" altLang="en-US" dirty="0"/>
              <a:t>This huge user page table, occupying 2^10 pages, can be kept in virtual memory and mapped by an outer page table with 2^10 entries, occupying 4 Kbyte (2^12 ) of physical memory.</a:t>
            </a:r>
          </a:p>
          <a:p>
            <a:endParaRPr lang="en-SG" altLang="en-US" dirty="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A7F1B25D-3938-46B8-A947-BD66EE84BBEF}" type="slidenum">
              <a:rPr lang="en-US" altLang="en-US" sz="1200" smtClean="0">
                <a:latin typeface="Times New Roman" pitchFamily="18" charset="0"/>
              </a:rPr>
              <a:pPr/>
              <a:t>34</a:t>
            </a:fld>
            <a:endParaRPr lang="en-US" altLang="en-US" sz="120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figure shows the steps involved in address translation for this scheme. The outer page table always remains in physical memory. The first 10 bits of a virtual address are used to index into the outer page table to find an entry for a page of the page table. If that page is not in physical memory, a page fault</a:t>
            </a:r>
            <a:r>
              <a:rPr lang="en-US" altLang="en-US" baseline="0" dirty="0"/>
              <a:t> </a:t>
            </a:r>
            <a:r>
              <a:rPr lang="en-US" altLang="en-US" dirty="0"/>
              <a:t>occurs. If that page is in physical memory, then the next 10 bits of the virtual address index into the page table to find the entry for the page that is referenced by the virtual address.</a:t>
            </a:r>
          </a:p>
          <a:p>
            <a:endParaRPr lang="en-US" altLang="en-US" dirty="0"/>
          </a:p>
          <a:p>
            <a:r>
              <a:rPr lang="en-US" altLang="en-US" dirty="0"/>
              <a:t>Multiple-level paging </a:t>
            </a:r>
            <a:r>
              <a:rPr lang="en-US" altLang="en-US"/>
              <a:t>is used </a:t>
            </a:r>
            <a:r>
              <a:rPr lang="en-US" altLang="en-US" dirty="0"/>
              <a:t>in many systems, e.g., Intel IA-32 (Pentium) and IA-64 (Itanium).</a:t>
            </a:r>
          </a:p>
          <a:p>
            <a:endParaRPr lang="en-SG" altLang="en-US" dirty="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0C79797F-8A2D-46F7-9813-67DB2B1C3943}" type="slidenum">
              <a:rPr lang="en-US" altLang="en-US" sz="1200" smtClean="0">
                <a:latin typeface="Times New Roman" pitchFamily="18" charset="0"/>
              </a:rPr>
              <a:pPr/>
              <a:t>36</a:t>
            </a:fld>
            <a:endParaRPr lang="en-US" altLang="en-US" sz="1200">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drawback of the type of page tables that we have been discussing is that their size is proportional to that of the logical address space and there is one page-table for each process. </a:t>
            </a:r>
          </a:p>
          <a:p>
            <a:endParaRPr lang="en-US" altLang="en-US" dirty="0"/>
          </a:p>
          <a:p>
            <a:r>
              <a:rPr lang="en-US" altLang="en-US" dirty="0"/>
              <a:t>An alternative </a:t>
            </a:r>
            <a:r>
              <a:rPr lang="en-US" altLang="en-US"/>
              <a:t>approach is </a:t>
            </a:r>
            <a:r>
              <a:rPr lang="en-US" altLang="en-US" dirty="0"/>
              <a:t>the use of an inverted page table structure.</a:t>
            </a:r>
          </a:p>
          <a:p>
            <a:endParaRPr lang="en-US" altLang="en-US" dirty="0"/>
          </a:p>
          <a:p>
            <a:r>
              <a:rPr lang="en-US" altLang="en-US" dirty="0"/>
              <a:t>Entries in the inverted page table are ordered by the frame number order. Each entry contains &lt;</a:t>
            </a:r>
            <a:r>
              <a:rPr lang="en-US" altLang="en-US" dirty="0" err="1"/>
              <a:t>pid</a:t>
            </a:r>
            <a:r>
              <a:rPr lang="en-US" altLang="en-US" dirty="0"/>
              <a:t>, page number&gt; tuple.  </a:t>
            </a:r>
            <a:r>
              <a:rPr lang="en-US" altLang="en-US" dirty="0" err="1"/>
              <a:t>pid</a:t>
            </a:r>
            <a:r>
              <a:rPr lang="en-US" altLang="en-US" dirty="0"/>
              <a:t> is needed because the inverted page table is shared by all the processes – the OS needs to know the page mapped to the frame belongs to which process. </a:t>
            </a:r>
            <a:endParaRPr lang="en-SG"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F30DED59-6946-45F4-966F-C69793749C00}" type="slidenum">
              <a:rPr lang="en-US" altLang="en-US" sz="1200" smtClean="0">
                <a:latin typeface="Times New Roman" pitchFamily="18" charset="0"/>
              </a:rPr>
              <a:pPr/>
              <a:t>37</a:t>
            </a:fld>
            <a:endParaRPr lang="en-US" altLang="en-US" sz="1200">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Process id is added to logical address.  Given the pair &lt;</a:t>
            </a:r>
            <a:r>
              <a:rPr lang="en-US" altLang="en-US" dirty="0" err="1"/>
              <a:t>pid</a:t>
            </a:r>
            <a:r>
              <a:rPr lang="en-US" altLang="en-US" dirty="0"/>
              <a:t>, p&gt;, the inverted page table is searched to locate a matching entry.  If entry </a:t>
            </a:r>
            <a:r>
              <a:rPr lang="en-US" altLang="en-US" dirty="0" err="1"/>
              <a:t>i</a:t>
            </a:r>
            <a:r>
              <a:rPr lang="en-US" altLang="en-US" dirty="0"/>
              <a:t> is a matching entry (that is, it contains &lt;</a:t>
            </a:r>
            <a:r>
              <a:rPr lang="en-US" altLang="en-US" dirty="0" err="1"/>
              <a:t>pid</a:t>
            </a:r>
            <a:r>
              <a:rPr lang="en-US" altLang="en-US" dirty="0"/>
              <a:t>, p&gt;), the page p of process </a:t>
            </a:r>
            <a:r>
              <a:rPr lang="en-US" altLang="en-US" dirty="0" err="1"/>
              <a:t>pid</a:t>
            </a:r>
            <a:r>
              <a:rPr lang="en-US" altLang="en-US" dirty="0"/>
              <a:t> is mapped to frame </a:t>
            </a:r>
            <a:r>
              <a:rPr lang="en-US" altLang="en-US" dirty="0" err="1"/>
              <a:t>i</a:t>
            </a:r>
            <a:r>
              <a:rPr lang="en-US" altLang="en-US" dirty="0"/>
              <a:t>. </a:t>
            </a:r>
          </a:p>
          <a:p>
            <a:endParaRPr lang="en-US" altLang="en-US" dirty="0"/>
          </a:p>
          <a:p>
            <a:r>
              <a:rPr lang="en-US" altLang="en-US" dirty="0"/>
              <a:t>There is overhead in locating an entry, since entries are arranged in the frame number order (rather in the page number order as in conventional page table).</a:t>
            </a:r>
          </a:p>
          <a:p>
            <a:endParaRPr lang="en-US" altLang="en-US" dirty="0"/>
          </a:p>
          <a:p>
            <a:endParaRPr lang="en-SG"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0B195350-3C80-4C1B-B13B-490C6A9D05AE}" type="slidenum">
              <a:rPr lang="en-US" altLang="en-US" sz="1200" smtClean="0">
                <a:latin typeface="Times New Roman" pitchFamily="18" charset="0"/>
              </a:rPr>
              <a:pPr/>
              <a:t>38</a:t>
            </a:fld>
            <a:endParaRPr lang="en-US" altLang="en-US" sz="1200">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tabLst>
                <a:tab pos="1833563" algn="l"/>
              </a:tabLst>
            </a:pPr>
            <a:r>
              <a:rPr lang="en-US" altLang="en-US" dirty="0"/>
              <a:t>Logical address space is viewed as a collection of segments.  A segment is a logical unit such as:</a:t>
            </a:r>
          </a:p>
          <a:p>
            <a:pPr>
              <a:lnSpc>
                <a:spcPct val="90000"/>
              </a:lnSpc>
              <a:spcBef>
                <a:spcPct val="20000"/>
              </a:spcBef>
              <a:tabLst>
                <a:tab pos="1833563" algn="l"/>
              </a:tabLst>
            </a:pPr>
            <a:r>
              <a:rPr lang="en-US" altLang="en-US" dirty="0"/>
              <a:t>		main program,</a:t>
            </a:r>
          </a:p>
          <a:p>
            <a:pPr>
              <a:lnSpc>
                <a:spcPct val="90000"/>
              </a:lnSpc>
              <a:spcBef>
                <a:spcPct val="20000"/>
              </a:spcBef>
              <a:tabLst>
                <a:tab pos="1833563" algn="l"/>
              </a:tabLst>
            </a:pPr>
            <a:r>
              <a:rPr lang="en-US" altLang="en-US" dirty="0"/>
              <a:t>		function,</a:t>
            </a:r>
          </a:p>
          <a:p>
            <a:pPr>
              <a:lnSpc>
                <a:spcPct val="90000"/>
              </a:lnSpc>
              <a:spcBef>
                <a:spcPct val="20000"/>
              </a:spcBef>
              <a:tabLst>
                <a:tab pos="1833563" algn="l"/>
              </a:tabLst>
            </a:pPr>
            <a:r>
              <a:rPr lang="en-US" altLang="en-US" dirty="0"/>
              <a:t>		local variables, global variables,</a:t>
            </a:r>
          </a:p>
          <a:p>
            <a:pPr>
              <a:lnSpc>
                <a:spcPct val="90000"/>
              </a:lnSpc>
              <a:spcBef>
                <a:spcPct val="20000"/>
              </a:spcBef>
              <a:tabLst>
                <a:tab pos="1833563" algn="l"/>
              </a:tabLst>
            </a:pPr>
            <a:r>
              <a:rPr lang="en-US" altLang="en-US" dirty="0"/>
              <a:t>		stack,</a:t>
            </a:r>
          </a:p>
          <a:p>
            <a:pPr>
              <a:lnSpc>
                <a:spcPct val="90000"/>
              </a:lnSpc>
              <a:spcBef>
                <a:spcPct val="20000"/>
              </a:spcBef>
              <a:tabLst>
                <a:tab pos="1833563" algn="l"/>
              </a:tabLst>
            </a:pPr>
            <a:r>
              <a:rPr lang="en-US" altLang="en-US" dirty="0"/>
              <a:t>		symbol table, arrays</a:t>
            </a:r>
          </a:p>
          <a:p>
            <a:pPr>
              <a:tabLst>
                <a:tab pos="1833563" algn="l"/>
              </a:tabLst>
            </a:pPr>
            <a:endParaRPr lang="en-SG" altLang="en-US" dirty="0"/>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6543E2B9-BA3B-4C73-B2C4-EF6A7E9C61E9}" type="slidenum">
              <a:rPr lang="en-US" altLang="en-US" sz="1200" smtClean="0">
                <a:latin typeface="Times New Roman" pitchFamily="18" charset="0"/>
              </a:rPr>
              <a:pPr/>
              <a:t>39</a:t>
            </a:fld>
            <a:endParaRPr lang="en-US" altLang="en-US" sz="1200">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NZ" altLang="en-US" dirty="0"/>
              <a:t>This slide shows logical address space of a process with 4 segments.  The 4 segments are loaded to different places in the physical memory. </a:t>
            </a:r>
          </a:p>
          <a:p>
            <a:endParaRPr lang="en-NZ" altLang="en-US" dirty="0"/>
          </a:p>
          <a:p>
            <a:r>
              <a:rPr lang="en-NZ" altLang="en-US" dirty="0"/>
              <a:t>Segmentation has a number of advantages to the paging scheme:</a:t>
            </a:r>
          </a:p>
          <a:p>
            <a:endParaRPr lang="en-NZ" altLang="en-US" dirty="0"/>
          </a:p>
          <a:p>
            <a:pPr>
              <a:buFontTx/>
              <a:buAutoNum type="arabicPeriod"/>
            </a:pPr>
            <a:r>
              <a:rPr lang="en-NZ" altLang="en-US" b="1" dirty="0"/>
              <a:t>It simplifies the handling of growing data structures</a:t>
            </a:r>
            <a:r>
              <a:rPr lang="en-NZ" altLang="en-US" dirty="0"/>
              <a:t>. </a:t>
            </a:r>
          </a:p>
          <a:p>
            <a:pPr marL="685800" lvl="1" indent="-228600">
              <a:buFontTx/>
              <a:buChar char="•"/>
            </a:pPr>
            <a:r>
              <a:rPr lang="en-NZ" altLang="en-US" dirty="0"/>
              <a:t>With segmented virtual memory, the dynamic data structure (e.g., heap) can be assigned its own segment, and the operating system will expand or shrink the segment as needed. </a:t>
            </a:r>
          </a:p>
          <a:p>
            <a:pPr marL="685800" lvl="1" indent="-228600">
              <a:buFontTx/>
              <a:buChar char="•"/>
            </a:pPr>
            <a:r>
              <a:rPr lang="en-NZ" altLang="en-US" dirty="0"/>
              <a:t>If a segment that needs to be expanded is in physical memory and there is insufficient room, the operating system may move the segment to a larger area of physical memory, if available, or swap it out. The enlarged segment would be swapped back in at the next opportunity.</a:t>
            </a:r>
          </a:p>
          <a:p>
            <a:endParaRPr lang="en-NZ" altLang="en-US" dirty="0"/>
          </a:p>
          <a:p>
            <a:r>
              <a:rPr lang="en-NZ" altLang="en-US" dirty="0"/>
              <a:t>[2. </a:t>
            </a:r>
            <a:r>
              <a:rPr lang="en-NZ" altLang="en-US" b="1" dirty="0"/>
              <a:t>It allows programs to be altered and recompiled independently, </a:t>
            </a:r>
          </a:p>
          <a:p>
            <a:pPr marL="685800" lvl="1" indent="-228600">
              <a:buFontTx/>
              <a:buChar char="•"/>
            </a:pPr>
            <a:r>
              <a:rPr lang="en-NZ" altLang="en-US" b="1" dirty="0"/>
              <a:t> </a:t>
            </a:r>
            <a:r>
              <a:rPr lang="en-NZ" altLang="en-US" dirty="0"/>
              <a:t>without requiring the entire program to be relinked and reloaded.]</a:t>
            </a:r>
          </a:p>
          <a:p>
            <a:pPr marL="685800" lvl="1" indent="-228600">
              <a:buFontTx/>
              <a:buChar char="•"/>
            </a:pPr>
            <a:endParaRPr lang="en-NZ" altLang="en-US" dirty="0"/>
          </a:p>
          <a:p>
            <a:r>
              <a:rPr lang="en-NZ" altLang="en-US" dirty="0"/>
              <a:t>3. </a:t>
            </a:r>
            <a:r>
              <a:rPr lang="en-NZ" altLang="en-US" b="1" dirty="0"/>
              <a:t>It lends itself to sharing among processes</a:t>
            </a:r>
            <a:r>
              <a:rPr lang="en-NZ" altLang="en-US" dirty="0"/>
              <a:t>. </a:t>
            </a:r>
          </a:p>
          <a:p>
            <a:pPr marL="685800" lvl="1" indent="-228600">
              <a:buFontTx/>
              <a:buChar char="•"/>
            </a:pPr>
            <a:r>
              <a:rPr lang="en-NZ" altLang="en-US" dirty="0"/>
              <a:t>Shared code/data can be put in a segment.</a:t>
            </a:r>
          </a:p>
          <a:p>
            <a:pPr marL="685800" lvl="1" indent="-228600"/>
            <a:endParaRPr lang="en-NZ" altLang="en-US" dirty="0"/>
          </a:p>
          <a:p>
            <a:r>
              <a:rPr lang="en-NZ" altLang="en-US" dirty="0"/>
              <a:t>[4. </a:t>
            </a:r>
            <a:r>
              <a:rPr lang="en-NZ" altLang="en-US" b="1" dirty="0"/>
              <a:t>It lends itself to protection.</a:t>
            </a:r>
          </a:p>
          <a:p>
            <a:pPr marL="685800" lvl="1" indent="-228600">
              <a:buFontTx/>
              <a:buChar char="•"/>
            </a:pPr>
            <a:r>
              <a:rPr lang="en-NZ" altLang="en-US" dirty="0"/>
              <a:t>Access right can be easily defined for each segment.]</a:t>
            </a:r>
            <a:endParaRPr lang="en-SG" altLang="en-US" dirty="0"/>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B5E62ED5-D6CB-4853-8EE0-CEB5347C5E74}" type="slidenum">
              <a:rPr lang="en-US" altLang="en-US" sz="1200" smtClean="0">
                <a:latin typeface="Times New Roman" pitchFamily="18" charset="0"/>
              </a:rPr>
              <a:pPr/>
              <a:t>40</a:t>
            </a:fld>
            <a:endParaRPr lang="en-US" altLang="en-US" sz="1200">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495A526C-C72A-40FF-9D87-C6992068CB3D}" type="slidenum">
              <a:rPr lang="en-US" altLang="en-US" sz="1200" smtClean="0">
                <a:latin typeface="Times New Roman" pitchFamily="18" charset="0"/>
              </a:rPr>
              <a:pPr/>
              <a:t>41</a:t>
            </a:fld>
            <a:endParaRPr lang="en-US" altLang="en-US" sz="1200">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Memory allocation of a segmentation is similar to dynamic partitioning.  Various dynamic storage allocation strategies (e.g., first-fit, best-fit, and worst-fit) can be used.  The difference, compared to dynamic partitioning, is that a process image may occupy more than one partition, and these partitions need not be contiguous. Segmentation eliminates internal fragmentation but, like dynamic partitioning, it suffers from external fragmentation. However, because a process is broken up into a number of smaller pieces (segments), the external fragmentation should be less.</a:t>
            </a:r>
            <a:endParaRPr lang="en-NZ" altLang="en-US" dirty="0"/>
          </a:p>
          <a:p>
            <a:endParaRPr lang="en-SG" altLang="en-US" dirty="0"/>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F59C5679-6933-45B3-AD18-C749AF29C0CE}" type="slidenum">
              <a:rPr lang="en-US" altLang="en-US" sz="1200" smtClean="0">
                <a:latin typeface="Times New Roman" pitchFamily="18" charset="0"/>
              </a:rPr>
              <a:pPr/>
              <a:t>44</a:t>
            </a:fld>
            <a:endParaRPr lang="en-US" altLang="en-US" sz="1200">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itchFamily="18" charset="0"/>
              </a:rPr>
              <a:t>This figure suggests a hardware implementation. When a particular process is running, a register holds the starting address of the page table for that</a:t>
            </a:r>
          </a:p>
          <a:p>
            <a:r>
              <a:rPr lang="en-US" altLang="en-US">
                <a:latin typeface="Times New Roman" pitchFamily="18" charset="0"/>
              </a:rPr>
              <a:t>process. The page number of a virtual address is used to index that table and look up the corresponding frame number. This is combined with the offset portion of the virtual address to produce the desired real address. Typically, the page number field is longer than the frame number field</a:t>
            </a:r>
            <a:r>
              <a:rPr lang="en-US" altLang="en-US" i="1">
                <a:latin typeface="Times New Roman" pitchFamily="18" charset="0"/>
              </a:rPr>
              <a:t>.</a:t>
            </a:r>
            <a:endParaRPr lang="en-US" altLang="en-US">
              <a:latin typeface="Times New Roman" pitchFamily="18" charset="0"/>
            </a:endParaRPr>
          </a:p>
          <a:p>
            <a:endParaRPr lang="en-SG" altLang="en-US">
              <a:latin typeface="Times New Roman" pitchFamily="18" charset="0"/>
            </a:endParaRPr>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charset="0"/>
              </a:defRPr>
            </a:lvl1pPr>
            <a:lvl2pPr marL="742950" indent="-285750" defTabSz="930275">
              <a:defRPr>
                <a:solidFill>
                  <a:schemeClr val="tx1"/>
                </a:solidFill>
                <a:latin typeface="Helvetica" charset="0"/>
              </a:defRPr>
            </a:lvl2pPr>
            <a:lvl3pPr marL="1143000" indent="-228600" defTabSz="930275">
              <a:defRPr>
                <a:solidFill>
                  <a:schemeClr val="tx1"/>
                </a:solidFill>
                <a:latin typeface="Helvetica" charset="0"/>
              </a:defRPr>
            </a:lvl3pPr>
            <a:lvl4pPr marL="1600200" indent="-228600" defTabSz="930275">
              <a:defRPr>
                <a:solidFill>
                  <a:schemeClr val="tx1"/>
                </a:solidFill>
                <a:latin typeface="Helvetica" charset="0"/>
              </a:defRPr>
            </a:lvl4pPr>
            <a:lvl5pPr marL="2057400" indent="-228600" defTabSz="930275">
              <a:defRPr>
                <a:solidFill>
                  <a:schemeClr val="tx1"/>
                </a:solidFill>
                <a:latin typeface="Helvetica" charset="0"/>
              </a:defRPr>
            </a:lvl5pPr>
            <a:lvl6pPr marL="2514600" indent="-228600" algn="ctr" defTabSz="930275" eaLnBrk="0" fontAlgn="base" hangingPunct="0">
              <a:spcBef>
                <a:spcPct val="0"/>
              </a:spcBef>
              <a:spcAft>
                <a:spcPct val="0"/>
              </a:spcAft>
              <a:defRPr>
                <a:solidFill>
                  <a:schemeClr val="tx1"/>
                </a:solidFill>
                <a:latin typeface="Helvetica" charset="0"/>
              </a:defRPr>
            </a:lvl6pPr>
            <a:lvl7pPr marL="2971800" indent="-228600" algn="ctr" defTabSz="930275" eaLnBrk="0" fontAlgn="base" hangingPunct="0">
              <a:spcBef>
                <a:spcPct val="0"/>
              </a:spcBef>
              <a:spcAft>
                <a:spcPct val="0"/>
              </a:spcAft>
              <a:defRPr>
                <a:solidFill>
                  <a:schemeClr val="tx1"/>
                </a:solidFill>
                <a:latin typeface="Helvetica" charset="0"/>
              </a:defRPr>
            </a:lvl7pPr>
            <a:lvl8pPr marL="3429000" indent="-228600" algn="ctr" defTabSz="930275" eaLnBrk="0" fontAlgn="base" hangingPunct="0">
              <a:spcBef>
                <a:spcPct val="0"/>
              </a:spcBef>
              <a:spcAft>
                <a:spcPct val="0"/>
              </a:spcAft>
              <a:defRPr>
                <a:solidFill>
                  <a:schemeClr val="tx1"/>
                </a:solidFill>
                <a:latin typeface="Helvetica" charset="0"/>
              </a:defRPr>
            </a:lvl8pPr>
            <a:lvl9pPr marL="3886200" indent="-228600" algn="ctr" defTabSz="930275" eaLnBrk="0" fontAlgn="base" hangingPunct="0">
              <a:spcBef>
                <a:spcPct val="0"/>
              </a:spcBef>
              <a:spcAft>
                <a:spcPct val="0"/>
              </a:spcAft>
              <a:defRPr>
                <a:solidFill>
                  <a:schemeClr val="tx1"/>
                </a:solidFill>
                <a:latin typeface="Helvetica" charset="0"/>
              </a:defRPr>
            </a:lvl9pPr>
          </a:lstStyle>
          <a:p>
            <a:fld id="{68AA7D20-64DC-4BA9-A995-DD25C2440815}" type="slidenum">
              <a:rPr lang="en-US" altLang="en-US" smtClean="0">
                <a:latin typeface="Times New Roman" pitchFamily="18" charset="0"/>
              </a:rPr>
              <a:pPr/>
              <a:t>48</a:t>
            </a:fld>
            <a:endParaRPr lang="en-US" alt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figure shows the steps involved in address translation for this scheme. The outer page table always remains in main memory. The first 10 bits of a virtual address are used to index into the outer page table to find an entry for a page of the page table. If that page is not in main memory, a page fault</a:t>
            </a:r>
          </a:p>
          <a:p>
            <a:r>
              <a:rPr lang="en-US" altLang="en-US"/>
              <a:t>occurs. If that page is in main memory, then the next 10 bits of the virtual address index into the page table to find the entry for the page that is referenced by the virtual address.</a:t>
            </a:r>
          </a:p>
          <a:p>
            <a:endParaRPr lang="en-SG" altLang="en-US"/>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0C79797F-8A2D-46F7-9813-67DB2B1C3943}" type="slidenum">
              <a:rPr lang="en-US" altLang="en-US" sz="1200" smtClean="0">
                <a:latin typeface="Times New Roman" pitchFamily="18" charset="0"/>
              </a:rPr>
              <a:pPr/>
              <a:t>49</a:t>
            </a:fld>
            <a:endParaRPr lang="en-US" altLang="en-US" sz="1200">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Process id is added to logical address.  Given the pair &lt;</a:t>
            </a:r>
            <a:r>
              <a:rPr lang="en-US" altLang="en-US" dirty="0" err="1"/>
              <a:t>pid</a:t>
            </a:r>
            <a:r>
              <a:rPr lang="en-US" altLang="en-US" dirty="0"/>
              <a:t>, p&gt;, the inverted page table is searched to locate a matching entry.  If entry </a:t>
            </a:r>
            <a:r>
              <a:rPr lang="en-US" altLang="en-US" dirty="0" err="1"/>
              <a:t>i</a:t>
            </a:r>
            <a:r>
              <a:rPr lang="en-US" altLang="en-US" dirty="0"/>
              <a:t> is a matching entry (that is, it contains &lt;</a:t>
            </a:r>
            <a:r>
              <a:rPr lang="en-US" altLang="en-US" dirty="0" err="1"/>
              <a:t>pid</a:t>
            </a:r>
            <a:r>
              <a:rPr lang="en-US" altLang="en-US" dirty="0"/>
              <a:t>, p&gt;), the page p of process </a:t>
            </a:r>
            <a:r>
              <a:rPr lang="en-US" altLang="en-US" dirty="0" err="1"/>
              <a:t>pid</a:t>
            </a:r>
            <a:r>
              <a:rPr lang="en-US" altLang="en-US" dirty="0"/>
              <a:t> is mapped to frame </a:t>
            </a:r>
            <a:r>
              <a:rPr lang="en-US" altLang="en-US" dirty="0" err="1"/>
              <a:t>i</a:t>
            </a:r>
            <a:r>
              <a:rPr lang="en-US" altLang="en-US" dirty="0"/>
              <a:t>. </a:t>
            </a:r>
          </a:p>
          <a:p>
            <a:endParaRPr lang="en-US" altLang="en-US" dirty="0"/>
          </a:p>
          <a:p>
            <a:r>
              <a:rPr lang="en-US" altLang="en-US" dirty="0"/>
              <a:t>There is overhead in locating an entry, since entries are arranged in the frame number order (rather in the page number order as in conventional page table).</a:t>
            </a:r>
          </a:p>
          <a:p>
            <a:endParaRPr lang="en-US" altLang="en-US" dirty="0"/>
          </a:p>
          <a:p>
            <a:endParaRPr lang="en-SG"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charset="0"/>
              </a:defRPr>
            </a:lvl1pPr>
            <a:lvl2pPr marL="742950" indent="-285750" defTabSz="930275">
              <a:defRPr sz="1400">
                <a:solidFill>
                  <a:schemeClr val="tx1"/>
                </a:solidFill>
                <a:latin typeface="Helvetica" charset="0"/>
              </a:defRPr>
            </a:lvl2pPr>
            <a:lvl3pPr marL="1143000" indent="-228600" defTabSz="930275">
              <a:defRPr sz="1400">
                <a:solidFill>
                  <a:schemeClr val="tx1"/>
                </a:solidFill>
                <a:latin typeface="Helvetica" charset="0"/>
              </a:defRPr>
            </a:lvl3pPr>
            <a:lvl4pPr marL="1600200" indent="-228600" defTabSz="930275">
              <a:defRPr sz="1400">
                <a:solidFill>
                  <a:schemeClr val="tx1"/>
                </a:solidFill>
                <a:latin typeface="Helvetica" charset="0"/>
              </a:defRPr>
            </a:lvl4pPr>
            <a:lvl5pPr marL="2057400" indent="-228600" defTabSz="930275">
              <a:defRPr sz="1400">
                <a:solidFill>
                  <a:schemeClr val="tx1"/>
                </a:solidFill>
                <a:latin typeface="Helvetica" charset="0"/>
              </a:defRPr>
            </a:lvl5pPr>
            <a:lvl6pPr marL="2514600" indent="-228600" algn="ctr" defTabSz="930275" eaLnBrk="0" fontAlgn="base" hangingPunct="0">
              <a:spcBef>
                <a:spcPct val="0"/>
              </a:spcBef>
              <a:spcAft>
                <a:spcPct val="0"/>
              </a:spcAft>
              <a:defRPr sz="1400">
                <a:solidFill>
                  <a:schemeClr val="tx1"/>
                </a:solidFill>
                <a:latin typeface="Helvetica" charset="0"/>
              </a:defRPr>
            </a:lvl6pPr>
            <a:lvl7pPr marL="2971800" indent="-228600" algn="ctr" defTabSz="930275" eaLnBrk="0" fontAlgn="base" hangingPunct="0">
              <a:spcBef>
                <a:spcPct val="0"/>
              </a:spcBef>
              <a:spcAft>
                <a:spcPct val="0"/>
              </a:spcAft>
              <a:defRPr sz="1400">
                <a:solidFill>
                  <a:schemeClr val="tx1"/>
                </a:solidFill>
                <a:latin typeface="Helvetica" charset="0"/>
              </a:defRPr>
            </a:lvl7pPr>
            <a:lvl8pPr marL="3429000" indent="-228600" algn="ctr" defTabSz="930275" eaLnBrk="0" fontAlgn="base" hangingPunct="0">
              <a:spcBef>
                <a:spcPct val="0"/>
              </a:spcBef>
              <a:spcAft>
                <a:spcPct val="0"/>
              </a:spcAft>
              <a:defRPr sz="1400">
                <a:solidFill>
                  <a:schemeClr val="tx1"/>
                </a:solidFill>
                <a:latin typeface="Helvetica" charset="0"/>
              </a:defRPr>
            </a:lvl8pPr>
            <a:lvl9pPr marL="3886200" indent="-228600" algn="ctr" defTabSz="930275" eaLnBrk="0" fontAlgn="base" hangingPunct="0">
              <a:spcBef>
                <a:spcPct val="0"/>
              </a:spcBef>
              <a:spcAft>
                <a:spcPct val="0"/>
              </a:spcAft>
              <a:defRPr sz="1400">
                <a:solidFill>
                  <a:schemeClr val="tx1"/>
                </a:solidFill>
                <a:latin typeface="Helvetica" charset="0"/>
              </a:defRPr>
            </a:lvl9pPr>
          </a:lstStyle>
          <a:p>
            <a:fld id="{0B195350-3C80-4C1B-B13B-490C6A9D05AE}" type="slidenum">
              <a:rPr lang="en-US" altLang="en-US" sz="1200" smtClean="0">
                <a:latin typeface="Times New Roman" pitchFamily="18" charset="0"/>
              </a:rPr>
              <a:pPr/>
              <a:t>50</a:t>
            </a:fld>
            <a:endParaRPr lang="en-US" altLang="en-US" sz="1200">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4E7D1305-2251-47BA-9506-08B1216A4A3C}" type="slidenum">
              <a:rPr lang="en-US" smtClean="0"/>
              <a:pPr>
                <a:defRPr/>
              </a:pPr>
              <a:t>51</a:t>
            </a:fld>
            <a:endParaRPr lang="en-US"/>
          </a:p>
        </p:txBody>
      </p:sp>
    </p:spTree>
    <p:extLst>
      <p:ext uri="{BB962C8B-B14F-4D97-AF65-F5344CB8AC3E}">
        <p14:creationId xmlns:p14="http://schemas.microsoft.com/office/powerpoint/2010/main" val="2046154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1"/>
          <p:cNvSpPr>
            <a:spLocks noGrp="1" noChangeArrowheads="1"/>
          </p:cNvSpPr>
          <p:nvPr>
            <p:ph type="ftr" sz="quarter" idx="10"/>
          </p:nvPr>
        </p:nvSpPr>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213423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1"/>
          <p:cNvSpPr>
            <a:spLocks noGrp="1" noChangeArrowheads="1"/>
          </p:cNvSpPr>
          <p:nvPr>
            <p:ph type="ftr" sz="quarter" idx="10"/>
          </p:nvPr>
        </p:nvSpPr>
        <p:spPr/>
        <p:txBody>
          <a:bodyPr/>
          <a:lstStyle>
            <a:lvl1pPr>
              <a:defRPr/>
            </a:lvl1pPr>
          </a:lstStyle>
          <a:p>
            <a:pPr>
              <a:defRPr/>
            </a:pPr>
            <a:r>
              <a:rPr lang="en-US" dirty="0"/>
              <a:t>CPE/CSC205 &amp; CE/CZ2005 Operating Systems</a:t>
            </a:r>
          </a:p>
        </p:txBody>
      </p:sp>
      <p:sp>
        <p:nvSpPr>
          <p:cNvPr id="5" name="Title 4">
            <a:extLst>
              <a:ext uri="{FF2B5EF4-FFF2-40B4-BE49-F238E27FC236}">
                <a16:creationId xmlns:a16="http://schemas.microsoft.com/office/drawing/2014/main" id="{3EF65079-C16D-4D7E-9336-73AD0A148F13}"/>
              </a:ext>
            </a:extLst>
          </p:cNvPr>
          <p:cNvSpPr>
            <a:spLocks noGrp="1"/>
          </p:cNvSpPr>
          <p:nvPr>
            <p:ph type="title"/>
          </p:nvPr>
        </p:nvSpPr>
        <p:spPr/>
        <p:txBody>
          <a:bodyPr/>
          <a:lstStyle/>
          <a:p>
            <a:r>
              <a:rPr lang="en-US"/>
              <a:t>Click to edit Master title style</a:t>
            </a:r>
            <a:endParaRPr lang="en-SG"/>
          </a:p>
        </p:txBody>
      </p:sp>
    </p:spTree>
    <p:extLst>
      <p:ext uri="{BB962C8B-B14F-4D97-AF65-F5344CB8AC3E}">
        <p14:creationId xmlns:p14="http://schemas.microsoft.com/office/powerpoint/2010/main" val="415499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ftr" sz="quarter" idx="10"/>
          </p:nvPr>
        </p:nvSpPr>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214070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55625" y="1282700"/>
            <a:ext cx="4005263" cy="4960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13288" y="1282700"/>
            <a:ext cx="4005262" cy="4960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ftr" sz="quarter" idx="10"/>
          </p:nvPr>
        </p:nvSpPr>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539361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ftr" sz="quarter" idx="10"/>
          </p:nvPr>
        </p:nvSpPr>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2353927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122440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349165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531441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4048635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1464224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8613" y="495300"/>
            <a:ext cx="2039937" cy="57483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55625" y="495300"/>
            <a:ext cx="5970588" cy="5748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ftr" sz="quarter" idx="10"/>
          </p:nvPr>
        </p:nvSpPr>
        <p:spPr>
          <a:ln/>
        </p:spPr>
        <p:txBody>
          <a:bodyPr/>
          <a:lstStyle>
            <a:lvl1pPr>
              <a:defRPr/>
            </a:lvl1pPr>
          </a:lstStyle>
          <a:p>
            <a:pPr>
              <a:defRPr/>
            </a:pPr>
            <a:r>
              <a:rPr lang="en-US"/>
              <a:t>CPECSC205 &amp; CE/CZ2005 Operating Systems</a:t>
            </a:r>
          </a:p>
        </p:txBody>
      </p:sp>
    </p:spTree>
    <p:extLst>
      <p:ext uri="{BB962C8B-B14F-4D97-AF65-F5344CB8AC3E}">
        <p14:creationId xmlns:p14="http://schemas.microsoft.com/office/powerpoint/2010/main" val="266414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684213" y="342900"/>
            <a:ext cx="769778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defRPr/>
            </a:pPr>
            <a:endParaRPr lang="en-US" altLang="en-US"/>
          </a:p>
        </p:txBody>
      </p:sp>
      <p:sp>
        <p:nvSpPr>
          <p:cNvPr id="1027" name="Rectangle 2"/>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55625" y="1282700"/>
            <a:ext cx="81629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AutoShape 9"/>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defRPr/>
            </a:pPr>
            <a:endParaRPr lang="en-US" altLang="en-US"/>
          </a:p>
        </p:txBody>
      </p:sp>
      <p:sp>
        <p:nvSpPr>
          <p:cNvPr id="1030" name="Text Box 10"/>
          <p:cNvSpPr txBox="1">
            <a:spLocks noChangeArrowheads="1"/>
          </p:cNvSpPr>
          <p:nvPr/>
        </p:nvSpPr>
        <p:spPr bwMode="auto">
          <a:xfrm>
            <a:off x="4310121" y="6542802"/>
            <a:ext cx="4475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spcBef>
                <a:spcPct val="50000"/>
              </a:spcBef>
              <a:defRPr/>
            </a:pPr>
            <a:r>
              <a:rPr lang="en-US" altLang="en-US" sz="1000" dirty="0"/>
              <a:t>7.</a:t>
            </a:r>
            <a:fld id="{1EA3097F-5289-4BE7-BD19-C3440E124729}" type="slidenum">
              <a:rPr lang="en-US" altLang="en-US" sz="1000" smtClean="0"/>
              <a:pPr>
                <a:spcBef>
                  <a:spcPct val="50000"/>
                </a:spcBef>
                <a:defRPr/>
              </a:pPr>
              <a:t>‹#›</a:t>
            </a:fld>
            <a:endParaRPr lang="en-US" altLang="en-US" sz="1000" dirty="0"/>
          </a:p>
        </p:txBody>
      </p:sp>
      <p:sp>
        <p:nvSpPr>
          <p:cNvPr id="1035" name="Rectangle 11"/>
          <p:cNvSpPr>
            <a:spLocks noGrp="1" noChangeArrowheads="1"/>
          </p:cNvSpPr>
          <p:nvPr>
            <p:ph type="ftr" sz="quarter" idx="3"/>
          </p:nvPr>
        </p:nvSpPr>
        <p:spPr bwMode="auto">
          <a:xfrm>
            <a:off x="38100" y="6540500"/>
            <a:ext cx="40767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CPECSC205 &amp; CE/CZ2005 Operating Systems</a:t>
            </a:r>
          </a:p>
        </p:txBody>
      </p:sp>
      <p:sp>
        <p:nvSpPr>
          <p:cNvPr id="1032" name="Rectangle 12"/>
          <p:cNvSpPr>
            <a:spLocks noChangeArrowheads="1"/>
          </p:cNvSpPr>
          <p:nvPr/>
        </p:nvSpPr>
        <p:spPr bwMode="auto">
          <a:xfrm>
            <a:off x="6242050" y="6537325"/>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lgn="r">
              <a:defRPr/>
            </a:pPr>
            <a:r>
              <a:rPr lang="en-US" altLang="en-US" sz="1000"/>
              <a:t>Memory Organization</a:t>
            </a:r>
            <a:endParaRPr lang="en-US" altLang="en-US">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49" r:id="rId6"/>
    <p:sldLayoutId id="2147483950" r:id="rId7"/>
    <p:sldLayoutId id="2147483951" r:id="rId8"/>
    <p:sldLayoutId id="2147483952" r:id="rId9"/>
    <p:sldLayoutId id="2147483953" r:id="rId10"/>
    <p:sldLayoutId id="2147483954" r:id="rId11"/>
  </p:sldLayoutIdLst>
  <p:hf sldNum="0" hdr="0" dt="0"/>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6.wmf"/></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7171" name="Rectangle 2"/>
          <p:cNvSpPr>
            <a:spLocks noGrp="1" noChangeArrowheads="1"/>
          </p:cNvSpPr>
          <p:nvPr>
            <p:ph type="title"/>
          </p:nvPr>
        </p:nvSpPr>
        <p:spPr>
          <a:xfrm>
            <a:off x="1162050" y="495300"/>
            <a:ext cx="6886575" cy="457200"/>
          </a:xfrm>
        </p:spPr>
        <p:txBody>
          <a:bodyPr/>
          <a:lstStyle/>
          <a:p>
            <a:r>
              <a:rPr lang="en-US" altLang="en-US" dirty="0"/>
              <a:t>Part 7: Memory Organization</a:t>
            </a:r>
          </a:p>
        </p:txBody>
      </p:sp>
      <p:sp>
        <p:nvSpPr>
          <p:cNvPr id="7172" name="Rectangle 3"/>
          <p:cNvSpPr>
            <a:spLocks noGrp="1" noChangeArrowheads="1"/>
          </p:cNvSpPr>
          <p:nvPr>
            <p:ph type="body" idx="1"/>
          </p:nvPr>
        </p:nvSpPr>
        <p:spPr>
          <a:xfrm>
            <a:off x="485775" y="1290638"/>
            <a:ext cx="8086725" cy="4821237"/>
          </a:xfrm>
        </p:spPr>
        <p:txBody>
          <a:bodyPr/>
          <a:lstStyle/>
          <a:p>
            <a:r>
              <a:rPr lang="en-US" altLang="en-US" sz="2400" dirty="0"/>
              <a:t>Bind Code and Data to Memory</a:t>
            </a:r>
          </a:p>
          <a:p>
            <a:pPr lvl="1"/>
            <a:r>
              <a:rPr lang="en-US" altLang="en-US" sz="2400" dirty="0"/>
              <a:t>address binding, logical versus physical address space</a:t>
            </a:r>
          </a:p>
          <a:p>
            <a:r>
              <a:rPr lang="en-US" altLang="en-US" sz="2400" dirty="0"/>
              <a:t>Contiguous Allocation</a:t>
            </a:r>
          </a:p>
          <a:p>
            <a:pPr lvl="1"/>
            <a:r>
              <a:rPr lang="en-US" altLang="en-US" sz="2400" dirty="0"/>
              <a:t>fixed vs. dynamic partitioning, fragmentation</a:t>
            </a:r>
          </a:p>
          <a:p>
            <a:r>
              <a:rPr lang="en-US" altLang="en-US" sz="2400" dirty="0"/>
              <a:t>Paging</a:t>
            </a:r>
          </a:p>
          <a:p>
            <a:pPr lvl="1"/>
            <a:r>
              <a:rPr lang="en-GB" altLang="en-US" sz="2400" dirty="0">
                <a:cs typeface="Times New Roman" pitchFamily="18" charset="0"/>
              </a:rPr>
              <a:t>address translation, page table implementation, shared pages, two-level page-table</a:t>
            </a:r>
            <a:r>
              <a:rPr lang="en-US" altLang="en-US" sz="2400" dirty="0"/>
              <a:t>, </a:t>
            </a:r>
            <a:r>
              <a:rPr lang="en-GB" altLang="en-US" sz="2400" dirty="0">
                <a:cs typeface="Times New Roman" pitchFamily="18" charset="0"/>
              </a:rPr>
              <a:t>inverted page table</a:t>
            </a:r>
            <a:endParaRPr lang="en-US" altLang="en-US" sz="2400" dirty="0"/>
          </a:p>
          <a:p>
            <a:r>
              <a:rPr lang="en-US" altLang="en-US" sz="2400" dirty="0"/>
              <a:t>Segmentation</a:t>
            </a:r>
          </a:p>
          <a:p>
            <a:pPr lvl="1"/>
            <a:r>
              <a:rPr lang="en-GB" altLang="en-US" sz="2400" dirty="0">
                <a:cs typeface="Times New Roman" pitchFamily="18" charset="0"/>
              </a:rPr>
              <a:t>address translation</a:t>
            </a:r>
            <a:endParaRPr lang="en-US" alt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8195" name="Rectangle 2"/>
          <p:cNvSpPr>
            <a:spLocks noGrp="1" noChangeArrowheads="1"/>
          </p:cNvSpPr>
          <p:nvPr>
            <p:ph type="title"/>
          </p:nvPr>
        </p:nvSpPr>
        <p:spPr>
          <a:xfrm>
            <a:off x="1162050" y="495300"/>
            <a:ext cx="6886575" cy="457200"/>
          </a:xfrm>
        </p:spPr>
        <p:txBody>
          <a:bodyPr/>
          <a:lstStyle/>
          <a:p>
            <a:r>
              <a:rPr lang="en-US" altLang="en-US" dirty="0"/>
              <a:t>Bind Code and Data to Memory</a:t>
            </a:r>
          </a:p>
        </p:txBody>
      </p:sp>
      <p:sp>
        <p:nvSpPr>
          <p:cNvPr id="8196" name="Rectangle 3"/>
          <p:cNvSpPr>
            <a:spLocks noGrp="1" noChangeArrowheads="1"/>
          </p:cNvSpPr>
          <p:nvPr>
            <p:ph type="body" idx="1"/>
          </p:nvPr>
        </p:nvSpPr>
        <p:spPr>
          <a:xfrm>
            <a:off x="441325" y="1165225"/>
            <a:ext cx="7986713" cy="4159250"/>
          </a:xfrm>
        </p:spPr>
        <p:txBody>
          <a:bodyPr/>
          <a:lstStyle/>
          <a:p>
            <a:r>
              <a:rPr lang="en-US" altLang="en-US" sz="2800" dirty="0"/>
              <a:t>To run a program, a process image must be created and loaded into memory</a:t>
            </a:r>
          </a:p>
        </p:txBody>
      </p:sp>
      <p:sp>
        <p:nvSpPr>
          <p:cNvPr id="8197" name="TextBox 22"/>
          <p:cNvSpPr txBox="1">
            <a:spLocks noChangeArrowheads="1"/>
          </p:cNvSpPr>
          <p:nvPr/>
        </p:nvSpPr>
        <p:spPr bwMode="auto">
          <a:xfrm>
            <a:off x="5292725" y="2444750"/>
            <a:ext cx="2071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400"/>
              <a:t>(code section, program)</a:t>
            </a:r>
          </a:p>
        </p:txBody>
      </p:sp>
      <p:sp>
        <p:nvSpPr>
          <p:cNvPr id="8198" name="TextBox 28"/>
          <p:cNvSpPr txBox="1">
            <a:spLocks noChangeArrowheads="1"/>
          </p:cNvSpPr>
          <p:nvPr/>
        </p:nvSpPr>
        <p:spPr bwMode="auto">
          <a:xfrm>
            <a:off x="5292725" y="3233738"/>
            <a:ext cx="1733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400"/>
              <a:t>(global parameters)</a:t>
            </a:r>
          </a:p>
        </p:txBody>
      </p:sp>
      <p:sp>
        <p:nvSpPr>
          <p:cNvPr id="8199" name="TextBox 29"/>
          <p:cNvSpPr txBox="1">
            <a:spLocks noChangeArrowheads="1"/>
          </p:cNvSpPr>
          <p:nvPr/>
        </p:nvSpPr>
        <p:spPr bwMode="auto">
          <a:xfrm>
            <a:off x="5292725" y="3675063"/>
            <a:ext cx="28114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400"/>
              <a:t>(dynamically allocated variables, </a:t>
            </a:r>
          </a:p>
          <a:p>
            <a:pPr>
              <a:spcBef>
                <a:spcPct val="0"/>
              </a:spcBef>
              <a:buSzTx/>
              <a:buFontTx/>
              <a:buNone/>
            </a:pPr>
            <a:r>
              <a:rPr lang="en-US" altLang="en-US" sz="1400"/>
              <a:t>e.g., a=new int[10])</a:t>
            </a:r>
          </a:p>
        </p:txBody>
      </p:sp>
      <p:sp>
        <p:nvSpPr>
          <p:cNvPr id="8200" name="TextBox 30"/>
          <p:cNvSpPr txBox="1">
            <a:spLocks noChangeArrowheads="1"/>
          </p:cNvSpPr>
          <p:nvPr/>
        </p:nvSpPr>
        <p:spPr bwMode="auto">
          <a:xfrm>
            <a:off x="5292725" y="5784850"/>
            <a:ext cx="2728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400"/>
              <a:t>(parameters and local variables </a:t>
            </a:r>
          </a:p>
          <a:p>
            <a:pPr>
              <a:spcBef>
                <a:spcPct val="0"/>
              </a:spcBef>
              <a:buSzTx/>
              <a:buFontTx/>
              <a:buNone/>
            </a:pPr>
            <a:r>
              <a:rPr lang="en-US" altLang="en-US" sz="1400"/>
              <a:t>in a function)</a:t>
            </a:r>
          </a:p>
        </p:txBody>
      </p:sp>
      <p:grpSp>
        <p:nvGrpSpPr>
          <p:cNvPr id="8201" name="Group 27"/>
          <p:cNvGrpSpPr>
            <a:grpSpLocks/>
          </p:cNvGrpSpPr>
          <p:nvPr/>
        </p:nvGrpSpPr>
        <p:grpSpPr bwMode="auto">
          <a:xfrm>
            <a:off x="3040063" y="2198688"/>
            <a:ext cx="2149475" cy="4217987"/>
            <a:chOff x="910406" y="2198688"/>
            <a:chExt cx="2148708" cy="4217987"/>
          </a:xfrm>
        </p:grpSpPr>
        <p:sp>
          <p:nvSpPr>
            <p:cNvPr id="8202" name="Rectangle 12"/>
            <p:cNvSpPr>
              <a:spLocks noChangeArrowheads="1"/>
            </p:cNvSpPr>
            <p:nvPr/>
          </p:nvSpPr>
          <p:spPr bwMode="auto">
            <a:xfrm>
              <a:off x="920700" y="2198688"/>
              <a:ext cx="2138413" cy="4217987"/>
            </a:xfrm>
            <a:prstGeom prst="rect">
              <a:avLst/>
            </a:prstGeom>
            <a:solidFill>
              <a:srgbClr val="CCCCFF"/>
            </a:solidFill>
            <a:ln w="12700"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SG" altLang="en-US" sz="1400"/>
            </a:p>
          </p:txBody>
        </p:sp>
        <p:cxnSp>
          <p:nvCxnSpPr>
            <p:cNvPr id="8203" name="Straight Connector 14"/>
            <p:cNvCxnSpPr>
              <a:cxnSpLocks noChangeShapeType="1"/>
            </p:cNvCxnSpPr>
            <p:nvPr/>
          </p:nvCxnSpPr>
          <p:spPr bwMode="auto">
            <a:xfrm rot="10800000">
              <a:off x="920701" y="3063871"/>
              <a:ext cx="2138413"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204" name="Straight Connector 15"/>
            <p:cNvCxnSpPr>
              <a:cxnSpLocks noChangeShapeType="1"/>
            </p:cNvCxnSpPr>
            <p:nvPr/>
          </p:nvCxnSpPr>
          <p:spPr bwMode="auto">
            <a:xfrm rot="10800000">
              <a:off x="910406" y="3648078"/>
              <a:ext cx="2138413"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205" name="Straight Connector 16"/>
            <p:cNvCxnSpPr>
              <a:cxnSpLocks noChangeShapeType="1"/>
            </p:cNvCxnSpPr>
            <p:nvPr/>
          </p:nvCxnSpPr>
          <p:spPr bwMode="auto">
            <a:xfrm rot="10800000">
              <a:off x="920700" y="5632450"/>
              <a:ext cx="2138413"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206" name="Straight Connector 17"/>
            <p:cNvCxnSpPr>
              <a:cxnSpLocks noChangeShapeType="1"/>
            </p:cNvCxnSpPr>
            <p:nvPr/>
          </p:nvCxnSpPr>
          <p:spPr bwMode="auto">
            <a:xfrm rot="10800000">
              <a:off x="910406" y="4195773"/>
              <a:ext cx="2138413"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8207" name="TextBox 18"/>
            <p:cNvSpPr txBox="1">
              <a:spLocks noChangeArrowheads="1"/>
            </p:cNvSpPr>
            <p:nvPr/>
          </p:nvSpPr>
          <p:spPr bwMode="auto">
            <a:xfrm>
              <a:off x="1617975" y="5784334"/>
              <a:ext cx="723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stack</a:t>
              </a:r>
              <a:endParaRPr lang="en-SG" altLang="en-US" sz="1800">
                <a:latin typeface="Arial" charset="0"/>
                <a:cs typeface="Arial" charset="0"/>
              </a:endParaRPr>
            </a:p>
          </p:txBody>
        </p:sp>
        <p:sp>
          <p:nvSpPr>
            <p:cNvPr id="8208" name="TextBox 19"/>
            <p:cNvSpPr txBox="1">
              <a:spLocks noChangeArrowheads="1"/>
            </p:cNvSpPr>
            <p:nvPr/>
          </p:nvSpPr>
          <p:spPr bwMode="auto">
            <a:xfrm>
              <a:off x="1701331" y="2537897"/>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text</a:t>
              </a:r>
              <a:endParaRPr lang="en-SG" altLang="en-US" sz="1800">
                <a:latin typeface="Arial" charset="0"/>
                <a:cs typeface="Arial" charset="0"/>
              </a:endParaRPr>
            </a:p>
          </p:txBody>
        </p:sp>
        <p:sp>
          <p:nvSpPr>
            <p:cNvPr id="8209" name="TextBox 20"/>
            <p:cNvSpPr txBox="1">
              <a:spLocks noChangeArrowheads="1"/>
            </p:cNvSpPr>
            <p:nvPr/>
          </p:nvSpPr>
          <p:spPr bwMode="auto">
            <a:xfrm>
              <a:off x="1662859" y="3172897"/>
              <a:ext cx="6335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data</a:t>
              </a:r>
              <a:endParaRPr lang="en-SG" altLang="en-US" sz="1800">
                <a:latin typeface="Arial" charset="0"/>
                <a:cs typeface="Arial" charset="0"/>
              </a:endParaRPr>
            </a:p>
          </p:txBody>
        </p:sp>
        <p:sp>
          <p:nvSpPr>
            <p:cNvPr id="8210" name="TextBox 21"/>
            <p:cNvSpPr txBox="1">
              <a:spLocks noChangeArrowheads="1"/>
            </p:cNvSpPr>
            <p:nvPr/>
          </p:nvSpPr>
          <p:spPr bwMode="auto">
            <a:xfrm>
              <a:off x="1630799" y="3712647"/>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heap</a:t>
              </a:r>
              <a:endParaRPr lang="en-SG" altLang="en-US" sz="1800">
                <a:latin typeface="Arial" charset="0"/>
                <a:cs typeface="Arial" charset="0"/>
              </a:endParaRPr>
            </a:p>
          </p:txBody>
        </p:sp>
        <p:cxnSp>
          <p:nvCxnSpPr>
            <p:cNvPr id="8211" name="Straight Connector 23"/>
            <p:cNvCxnSpPr>
              <a:cxnSpLocks noChangeShapeType="1"/>
            </p:cNvCxnSpPr>
            <p:nvPr/>
          </p:nvCxnSpPr>
          <p:spPr bwMode="auto">
            <a:xfrm rot="5400000">
              <a:off x="1773243" y="4402143"/>
              <a:ext cx="412740" cy="1588"/>
            </a:xfrm>
            <a:prstGeom prst="line">
              <a:avLst/>
            </a:prstGeom>
            <a:noFill/>
            <a:ln w="127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8212" name="Straight Connector 24"/>
            <p:cNvCxnSpPr>
              <a:cxnSpLocks noChangeShapeType="1"/>
            </p:cNvCxnSpPr>
            <p:nvPr/>
          </p:nvCxnSpPr>
          <p:spPr bwMode="auto">
            <a:xfrm rot="5400000" flipH="1" flipV="1">
              <a:off x="1728789" y="5382420"/>
              <a:ext cx="503239" cy="1"/>
            </a:xfrm>
            <a:prstGeom prst="line">
              <a:avLst/>
            </a:prstGeom>
            <a:noFill/>
            <a:ln w="12700" algn="ctr">
              <a:solidFill>
                <a:schemeClr val="tx1"/>
              </a:solidFill>
              <a:round/>
              <a:headEnd/>
              <a:tailEnd type="stealth" w="lg" len="lg"/>
            </a:ln>
            <a:extLst>
              <a:ext uri="{909E8E84-426E-40DD-AFC4-6F175D3DCCD1}">
                <a14:hiddenFill xmlns:a14="http://schemas.microsoft.com/office/drawing/2010/main">
                  <a:noFill/>
                </a14:hiddenFill>
              </a:ext>
            </a:extLst>
          </p:spPr>
        </p:cxnSp>
      </p:grpSp>
      <p:sp>
        <p:nvSpPr>
          <p:cNvPr id="2" name="TextBox 1">
            <a:extLst>
              <a:ext uri="{FF2B5EF4-FFF2-40B4-BE49-F238E27FC236}">
                <a16:creationId xmlns:a16="http://schemas.microsoft.com/office/drawing/2014/main" id="{E25B4005-4130-4FBB-8542-B68E137D1D21}"/>
              </a:ext>
            </a:extLst>
          </p:cNvPr>
          <p:cNvSpPr txBox="1"/>
          <p:nvPr/>
        </p:nvSpPr>
        <p:spPr>
          <a:xfrm>
            <a:off x="1910305" y="2142842"/>
            <a:ext cx="1140057" cy="307777"/>
          </a:xfrm>
          <a:prstGeom prst="rect">
            <a:avLst/>
          </a:prstGeom>
          <a:noFill/>
        </p:spPr>
        <p:txBody>
          <a:bodyPr wrap="none" rtlCol="0">
            <a:spAutoFit/>
          </a:bodyPr>
          <a:lstStyle/>
          <a:p>
            <a:r>
              <a:rPr lang="en-US" dirty="0"/>
              <a:t>low address</a:t>
            </a:r>
            <a:endParaRPr lang="en-SG" dirty="0"/>
          </a:p>
        </p:txBody>
      </p:sp>
      <p:sp>
        <p:nvSpPr>
          <p:cNvPr id="3" name="TextBox 2">
            <a:extLst>
              <a:ext uri="{FF2B5EF4-FFF2-40B4-BE49-F238E27FC236}">
                <a16:creationId xmlns:a16="http://schemas.microsoft.com/office/drawing/2014/main" id="{AFC74E8C-C9AC-4536-8009-495483C8B739}"/>
              </a:ext>
            </a:extLst>
          </p:cNvPr>
          <p:cNvSpPr txBox="1"/>
          <p:nvPr/>
        </p:nvSpPr>
        <p:spPr>
          <a:xfrm>
            <a:off x="1820781" y="6153666"/>
            <a:ext cx="1208985" cy="307777"/>
          </a:xfrm>
          <a:prstGeom prst="rect">
            <a:avLst/>
          </a:prstGeom>
          <a:noFill/>
        </p:spPr>
        <p:txBody>
          <a:bodyPr wrap="none" rtlCol="0">
            <a:spAutoFit/>
          </a:bodyPr>
          <a:lstStyle/>
          <a:p>
            <a:r>
              <a:rPr lang="en-US" dirty="0"/>
              <a:t>high address</a:t>
            </a:r>
            <a:endParaRPr lang="en-SG"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9219" name="Rectangle 2050"/>
          <p:cNvSpPr>
            <a:spLocks noGrp="1" noChangeArrowheads="1"/>
          </p:cNvSpPr>
          <p:nvPr>
            <p:ph type="title"/>
          </p:nvPr>
        </p:nvSpPr>
        <p:spPr>
          <a:xfrm>
            <a:off x="631825" y="495300"/>
            <a:ext cx="7932738" cy="457200"/>
          </a:xfrm>
        </p:spPr>
        <p:txBody>
          <a:bodyPr/>
          <a:lstStyle/>
          <a:p>
            <a:r>
              <a:rPr lang="en-US" altLang="en-US"/>
              <a:t>Binding of Code and Data to Memory (Cont.)</a:t>
            </a:r>
          </a:p>
        </p:txBody>
      </p:sp>
      <p:grpSp>
        <p:nvGrpSpPr>
          <p:cNvPr id="2" name="Group 2126"/>
          <p:cNvGrpSpPr>
            <a:grpSpLocks/>
          </p:cNvGrpSpPr>
          <p:nvPr/>
        </p:nvGrpSpPr>
        <p:grpSpPr bwMode="auto">
          <a:xfrm>
            <a:off x="523875" y="1250950"/>
            <a:ext cx="7623175" cy="4200525"/>
            <a:chOff x="330" y="788"/>
            <a:chExt cx="4802" cy="2646"/>
          </a:xfrm>
        </p:grpSpPr>
        <p:grpSp>
          <p:nvGrpSpPr>
            <p:cNvPr id="9245" name="Group 2100"/>
            <p:cNvGrpSpPr>
              <a:grpSpLocks/>
            </p:cNvGrpSpPr>
            <p:nvPr/>
          </p:nvGrpSpPr>
          <p:grpSpPr bwMode="auto">
            <a:xfrm>
              <a:off x="330" y="788"/>
              <a:ext cx="624" cy="720"/>
              <a:chOff x="480" y="816"/>
              <a:chExt cx="624" cy="720"/>
            </a:xfrm>
          </p:grpSpPr>
          <p:sp>
            <p:nvSpPr>
              <p:cNvPr id="9254" name="Rectangle 2054"/>
              <p:cNvSpPr>
                <a:spLocks noChangeArrowheads="1"/>
              </p:cNvSpPr>
              <p:nvPr/>
            </p:nvSpPr>
            <p:spPr bwMode="auto">
              <a:xfrm>
                <a:off x="480" y="816"/>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55" name="Rectangle 2055"/>
              <p:cNvSpPr>
                <a:spLocks noChangeArrowheads="1"/>
              </p:cNvSpPr>
              <p:nvPr/>
            </p:nvSpPr>
            <p:spPr bwMode="auto">
              <a:xfrm>
                <a:off x="576" y="912"/>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56" name="Rectangle 2056"/>
              <p:cNvSpPr>
                <a:spLocks noChangeArrowheads="1"/>
              </p:cNvSpPr>
              <p:nvPr/>
            </p:nvSpPr>
            <p:spPr bwMode="auto">
              <a:xfrm>
                <a:off x="672" y="1008"/>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rPr>
                  <a:t>Source</a:t>
                </a:r>
              </a:p>
              <a:p>
                <a:pPr algn="ctr">
                  <a:spcBef>
                    <a:spcPct val="0"/>
                  </a:spcBef>
                  <a:buSzTx/>
                  <a:buFontTx/>
                  <a:buNone/>
                </a:pPr>
                <a:r>
                  <a:rPr lang="en-US" altLang="en-US" sz="1800">
                    <a:latin typeface="Arial" charset="0"/>
                  </a:rPr>
                  <a:t>code</a:t>
                </a:r>
                <a:endParaRPr lang="en-US" altLang="en-US" sz="2400">
                  <a:latin typeface="Arial" charset="0"/>
                </a:endParaRPr>
              </a:p>
            </p:txBody>
          </p:sp>
        </p:grpSp>
        <p:sp>
          <p:nvSpPr>
            <p:cNvPr id="9246" name="AutoShape 2067"/>
            <p:cNvSpPr>
              <a:spLocks noChangeArrowheads="1"/>
            </p:cNvSpPr>
            <p:nvPr/>
          </p:nvSpPr>
          <p:spPr bwMode="auto">
            <a:xfrm>
              <a:off x="511" y="1604"/>
              <a:ext cx="288" cy="192"/>
            </a:xfrm>
            <a:prstGeom prst="down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GB" altLang="en-US" sz="1800" b="1">
                <a:latin typeface="Arial" charset="0"/>
              </a:endParaRPr>
            </a:p>
          </p:txBody>
        </p:sp>
        <p:grpSp>
          <p:nvGrpSpPr>
            <p:cNvPr id="9247" name="Group 2098"/>
            <p:cNvGrpSpPr>
              <a:grpSpLocks/>
            </p:cNvGrpSpPr>
            <p:nvPr/>
          </p:nvGrpSpPr>
          <p:grpSpPr bwMode="auto">
            <a:xfrm>
              <a:off x="330" y="2714"/>
              <a:ext cx="624" cy="720"/>
              <a:chOff x="432" y="1872"/>
              <a:chExt cx="624" cy="720"/>
            </a:xfrm>
          </p:grpSpPr>
          <p:sp>
            <p:nvSpPr>
              <p:cNvPr id="9251" name="Rectangle 2068"/>
              <p:cNvSpPr>
                <a:spLocks noChangeArrowheads="1"/>
              </p:cNvSpPr>
              <p:nvPr/>
            </p:nvSpPr>
            <p:spPr bwMode="auto">
              <a:xfrm>
                <a:off x="432" y="1872"/>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52" name="Rectangle 2069"/>
              <p:cNvSpPr>
                <a:spLocks noChangeArrowheads="1"/>
              </p:cNvSpPr>
              <p:nvPr/>
            </p:nvSpPr>
            <p:spPr bwMode="auto">
              <a:xfrm>
                <a:off x="528" y="1968"/>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53" name="Rectangle 2070"/>
              <p:cNvSpPr>
                <a:spLocks noChangeArrowheads="1"/>
              </p:cNvSpPr>
              <p:nvPr/>
            </p:nvSpPr>
            <p:spPr bwMode="auto">
              <a:xfrm>
                <a:off x="624" y="2064"/>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rPr>
                  <a:t>Object</a:t>
                </a:r>
              </a:p>
              <a:p>
                <a:pPr algn="ctr">
                  <a:spcBef>
                    <a:spcPct val="0"/>
                  </a:spcBef>
                  <a:buSzTx/>
                  <a:buFontTx/>
                  <a:buNone/>
                </a:pPr>
                <a:r>
                  <a:rPr lang="en-US" altLang="en-US" sz="1800">
                    <a:latin typeface="Arial" charset="0"/>
                  </a:rPr>
                  <a:t>Module</a:t>
                </a:r>
                <a:endParaRPr lang="en-US" altLang="en-US" sz="2400">
                  <a:latin typeface="Arial" charset="0"/>
                </a:endParaRPr>
              </a:p>
            </p:txBody>
          </p:sp>
        </p:grpSp>
        <p:sp>
          <p:nvSpPr>
            <p:cNvPr id="9248" name="AutoShape 2088"/>
            <p:cNvSpPr>
              <a:spLocks noChangeArrowheads="1"/>
            </p:cNvSpPr>
            <p:nvPr/>
          </p:nvSpPr>
          <p:spPr bwMode="auto">
            <a:xfrm>
              <a:off x="330" y="1881"/>
              <a:ext cx="661" cy="480"/>
            </a:xfrm>
            <a:prstGeom prst="roundRect">
              <a:avLst>
                <a:gd name="adj" fmla="val 16667"/>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rPr>
                <a:t>Compiler</a:t>
              </a:r>
            </a:p>
          </p:txBody>
        </p:sp>
        <p:sp>
          <p:nvSpPr>
            <p:cNvPr id="9249" name="AutoShape 2099"/>
            <p:cNvSpPr>
              <a:spLocks noChangeArrowheads="1"/>
            </p:cNvSpPr>
            <p:nvPr/>
          </p:nvSpPr>
          <p:spPr bwMode="auto">
            <a:xfrm>
              <a:off x="513" y="2436"/>
              <a:ext cx="288" cy="192"/>
            </a:xfrm>
            <a:prstGeom prst="down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GB" altLang="en-US" sz="1800" b="1">
                <a:latin typeface="Arial" charset="0"/>
              </a:endParaRPr>
            </a:p>
          </p:txBody>
        </p:sp>
        <p:sp>
          <p:nvSpPr>
            <p:cNvPr id="9250" name="Text Box 2108"/>
            <p:cNvSpPr txBox="1">
              <a:spLocks noChangeArrowheads="1"/>
            </p:cNvSpPr>
            <p:nvPr/>
          </p:nvSpPr>
          <p:spPr bwMode="auto">
            <a:xfrm>
              <a:off x="1474" y="972"/>
              <a:ext cx="36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rPr>
                <a:t> Compiler: Translate source code to object code</a:t>
              </a:r>
            </a:p>
          </p:txBody>
        </p:sp>
      </p:grpSp>
      <p:grpSp>
        <p:nvGrpSpPr>
          <p:cNvPr id="5" name="Group 2129"/>
          <p:cNvGrpSpPr>
            <a:grpSpLocks/>
          </p:cNvGrpSpPr>
          <p:nvPr/>
        </p:nvGrpSpPr>
        <p:grpSpPr bwMode="auto">
          <a:xfrm>
            <a:off x="1677988" y="1943100"/>
            <a:ext cx="7156450" cy="4354513"/>
            <a:chOff x="1057" y="1224"/>
            <a:chExt cx="4508" cy="2743"/>
          </a:xfrm>
        </p:grpSpPr>
        <p:sp>
          <p:nvSpPr>
            <p:cNvPr id="9232" name="Text Box 2083"/>
            <p:cNvSpPr txBox="1">
              <a:spLocks noChangeArrowheads="1"/>
            </p:cNvSpPr>
            <p:nvPr/>
          </p:nvSpPr>
          <p:spPr bwMode="auto">
            <a:xfrm>
              <a:off x="2544" y="3715"/>
              <a:ext cx="4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2000">
                  <a:latin typeface="Arial" charset="0"/>
                  <a:cs typeface="Arial" charset="0"/>
                </a:rPr>
                <a:t>Disk</a:t>
              </a:r>
            </a:p>
          </p:txBody>
        </p:sp>
        <p:grpSp>
          <p:nvGrpSpPr>
            <p:cNvPr id="9233" name="Group 2127"/>
            <p:cNvGrpSpPr>
              <a:grpSpLocks/>
            </p:cNvGrpSpPr>
            <p:nvPr/>
          </p:nvGrpSpPr>
          <p:grpSpPr bwMode="auto">
            <a:xfrm>
              <a:off x="1057" y="1224"/>
              <a:ext cx="4508" cy="2509"/>
              <a:chOff x="1057" y="1224"/>
              <a:chExt cx="4508" cy="2509"/>
            </a:xfrm>
          </p:grpSpPr>
          <p:sp>
            <p:nvSpPr>
              <p:cNvPr id="9234" name="AutoShape 2072"/>
              <p:cNvSpPr>
                <a:spLocks noChangeArrowheads="1"/>
              </p:cNvSpPr>
              <p:nvPr/>
            </p:nvSpPr>
            <p:spPr bwMode="auto">
              <a:xfrm>
                <a:off x="1317" y="2877"/>
                <a:ext cx="660" cy="480"/>
              </a:xfrm>
              <a:prstGeom prst="roundRect">
                <a:avLst>
                  <a:gd name="adj" fmla="val 16667"/>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Linker</a:t>
                </a:r>
              </a:p>
            </p:txBody>
          </p:sp>
          <p:grpSp>
            <p:nvGrpSpPr>
              <p:cNvPr id="9235" name="Group 2087"/>
              <p:cNvGrpSpPr>
                <a:grpSpLocks/>
              </p:cNvGrpSpPr>
              <p:nvPr/>
            </p:nvGrpSpPr>
            <p:grpSpPr bwMode="auto">
              <a:xfrm>
                <a:off x="1249" y="1799"/>
                <a:ext cx="624" cy="720"/>
                <a:chOff x="1371" y="816"/>
                <a:chExt cx="624" cy="720"/>
              </a:xfrm>
            </p:grpSpPr>
            <p:sp>
              <p:nvSpPr>
                <p:cNvPr id="9242" name="Rectangle 2073"/>
                <p:cNvSpPr>
                  <a:spLocks noChangeArrowheads="1"/>
                </p:cNvSpPr>
                <p:nvPr/>
              </p:nvSpPr>
              <p:spPr bwMode="auto">
                <a:xfrm>
                  <a:off x="1371" y="816"/>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43" name="Rectangle 2074"/>
                <p:cNvSpPr>
                  <a:spLocks noChangeArrowheads="1"/>
                </p:cNvSpPr>
                <p:nvPr/>
              </p:nvSpPr>
              <p:spPr bwMode="auto">
                <a:xfrm>
                  <a:off x="1467" y="912"/>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44" name="Rectangle 2075"/>
                <p:cNvSpPr>
                  <a:spLocks noChangeArrowheads="1"/>
                </p:cNvSpPr>
                <p:nvPr/>
              </p:nvSpPr>
              <p:spPr bwMode="auto">
                <a:xfrm>
                  <a:off x="1563" y="1008"/>
                  <a:ext cx="432" cy="528"/>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Library</a:t>
                  </a:r>
                </a:p>
                <a:p>
                  <a:pPr algn="ctr">
                    <a:spcBef>
                      <a:spcPct val="0"/>
                    </a:spcBef>
                    <a:buSzTx/>
                    <a:buFontTx/>
                    <a:buNone/>
                  </a:pPr>
                  <a:r>
                    <a:rPr lang="en-US" altLang="en-US" sz="1800">
                      <a:latin typeface="Arial" charset="0"/>
                      <a:cs typeface="Arial" charset="0"/>
                    </a:rPr>
                    <a:t>code</a:t>
                  </a:r>
                  <a:endParaRPr lang="en-US" altLang="en-US" sz="2400">
                    <a:latin typeface="Arial" charset="0"/>
                    <a:cs typeface="Arial" charset="0"/>
                  </a:endParaRPr>
                </a:p>
              </p:txBody>
            </p:sp>
          </p:grpSp>
          <p:sp>
            <p:nvSpPr>
              <p:cNvPr id="9236" name="AutoShape 2080"/>
              <p:cNvSpPr>
                <a:spLocks noChangeArrowheads="1"/>
              </p:cNvSpPr>
              <p:nvPr/>
            </p:nvSpPr>
            <p:spPr bwMode="auto">
              <a:xfrm>
                <a:off x="1516" y="2671"/>
                <a:ext cx="240" cy="144"/>
              </a:xfrm>
              <a:prstGeom prst="down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37" name="AutoShape 2081"/>
              <p:cNvSpPr>
                <a:spLocks noChangeArrowheads="1"/>
              </p:cNvSpPr>
              <p:nvPr/>
            </p:nvSpPr>
            <p:spPr bwMode="auto">
              <a:xfrm>
                <a:off x="2372" y="2625"/>
                <a:ext cx="779" cy="1108"/>
              </a:xfrm>
              <a:prstGeom prst="can">
                <a:avLst>
                  <a:gd name="adj" fmla="val 35558"/>
                </a:avLst>
              </a:prstGeom>
              <a:solidFill>
                <a:schemeClr val="bg1"/>
              </a:solidFill>
              <a:ln w="9525">
                <a:solidFill>
                  <a:schemeClr val="tx1"/>
                </a:solidFill>
                <a:round/>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GB" altLang="en-US" sz="2400">
                  <a:latin typeface="Times New Roman" pitchFamily="18" charset="0"/>
                </a:endParaRPr>
              </a:p>
            </p:txBody>
          </p:sp>
          <p:sp>
            <p:nvSpPr>
              <p:cNvPr id="9238" name="AutoShape 2085"/>
              <p:cNvSpPr>
                <a:spLocks noChangeArrowheads="1"/>
              </p:cNvSpPr>
              <p:nvPr/>
            </p:nvSpPr>
            <p:spPr bwMode="auto">
              <a:xfrm>
                <a:off x="1057" y="2994"/>
                <a:ext cx="192" cy="240"/>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39" name="AutoShape 2101"/>
              <p:cNvSpPr>
                <a:spLocks noChangeArrowheads="1"/>
              </p:cNvSpPr>
              <p:nvPr/>
            </p:nvSpPr>
            <p:spPr bwMode="auto">
              <a:xfrm>
                <a:off x="2098" y="2994"/>
                <a:ext cx="192" cy="240"/>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40" name="Rectangle 2105"/>
              <p:cNvSpPr>
                <a:spLocks noChangeArrowheads="1"/>
              </p:cNvSpPr>
              <p:nvPr/>
            </p:nvSpPr>
            <p:spPr bwMode="auto">
              <a:xfrm>
                <a:off x="2544" y="2990"/>
                <a:ext cx="432" cy="528"/>
              </a:xfrm>
              <a:prstGeom prst="rect">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a:t>
                </a:r>
              </a:p>
              <a:p>
                <a:pPr algn="ctr">
                  <a:spcBef>
                    <a:spcPct val="0"/>
                  </a:spcBef>
                  <a:buSzTx/>
                  <a:buFontTx/>
                  <a:buNone/>
                </a:pPr>
                <a:r>
                  <a:rPr lang="en-US" altLang="en-US" sz="1800">
                    <a:latin typeface="Arial" charset="0"/>
                    <a:cs typeface="Arial" charset="0"/>
                  </a:rPr>
                  <a:t>Module</a:t>
                </a:r>
                <a:endParaRPr lang="en-US" altLang="en-US" sz="2400">
                  <a:latin typeface="Arial" charset="0"/>
                  <a:cs typeface="Arial" charset="0"/>
                </a:endParaRPr>
              </a:p>
            </p:txBody>
          </p:sp>
          <p:sp>
            <p:nvSpPr>
              <p:cNvPr id="9241" name="Text Box 2124"/>
              <p:cNvSpPr txBox="1">
                <a:spLocks noChangeArrowheads="1"/>
              </p:cNvSpPr>
              <p:nvPr/>
            </p:nvSpPr>
            <p:spPr bwMode="auto">
              <a:xfrm>
                <a:off x="1474" y="1224"/>
                <a:ext cx="40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rPr>
                  <a:t> Linker: Combine object modules to resolve references</a:t>
                </a:r>
              </a:p>
            </p:txBody>
          </p:sp>
        </p:grpSp>
      </p:grpSp>
      <p:grpSp>
        <p:nvGrpSpPr>
          <p:cNvPr id="8" name="Group 2130"/>
          <p:cNvGrpSpPr>
            <a:grpSpLocks/>
          </p:cNvGrpSpPr>
          <p:nvPr/>
        </p:nvGrpSpPr>
        <p:grpSpPr bwMode="auto">
          <a:xfrm>
            <a:off x="2339975" y="2343150"/>
            <a:ext cx="6638925" cy="3913188"/>
            <a:chOff x="1474" y="1476"/>
            <a:chExt cx="4182" cy="2465"/>
          </a:xfrm>
        </p:grpSpPr>
        <p:grpSp>
          <p:nvGrpSpPr>
            <p:cNvPr id="9223" name="Group 2128"/>
            <p:cNvGrpSpPr>
              <a:grpSpLocks/>
            </p:cNvGrpSpPr>
            <p:nvPr/>
          </p:nvGrpSpPr>
          <p:grpSpPr bwMode="auto">
            <a:xfrm>
              <a:off x="3205" y="2372"/>
              <a:ext cx="2010" cy="1569"/>
              <a:chOff x="3205" y="2372"/>
              <a:chExt cx="2010" cy="1569"/>
            </a:xfrm>
          </p:grpSpPr>
          <p:sp>
            <p:nvSpPr>
              <p:cNvPr id="9225" name="AutoShape 2091"/>
              <p:cNvSpPr>
                <a:spLocks noChangeArrowheads="1"/>
              </p:cNvSpPr>
              <p:nvPr/>
            </p:nvSpPr>
            <p:spPr bwMode="auto">
              <a:xfrm>
                <a:off x="3439" y="2868"/>
                <a:ext cx="664" cy="480"/>
              </a:xfrm>
              <a:prstGeom prst="roundRect">
                <a:avLst>
                  <a:gd name="adj" fmla="val 16667"/>
                </a:avLst>
              </a:prstGeom>
              <a:solidFill>
                <a:schemeClr val="bg1"/>
              </a:solidFill>
              <a:ln w="9525">
                <a:solidFill>
                  <a:schemeClr val="tx1"/>
                </a:solidFill>
                <a:round/>
                <a:headEnd/>
                <a:tailEnd/>
              </a:ln>
              <a:effectLst>
                <a:outerShdw dist="107763" dir="2700000" algn="ctr" rotWithShape="0">
                  <a:schemeClr val="bg2"/>
                </a:outerShdw>
              </a:effectLst>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Loader</a:t>
                </a:r>
              </a:p>
            </p:txBody>
          </p:sp>
          <p:sp>
            <p:nvSpPr>
              <p:cNvPr id="9226" name="Line 2092"/>
              <p:cNvSpPr>
                <a:spLocks noChangeShapeType="1"/>
              </p:cNvSpPr>
              <p:nvPr/>
            </p:nvSpPr>
            <p:spPr bwMode="auto">
              <a:xfrm>
                <a:off x="4447" y="242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7" name="Line 2093"/>
              <p:cNvSpPr>
                <a:spLocks noChangeShapeType="1"/>
              </p:cNvSpPr>
              <p:nvPr/>
            </p:nvSpPr>
            <p:spPr bwMode="auto">
              <a:xfrm>
                <a:off x="5215" y="2372"/>
                <a:ext cx="0" cy="1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8" name="Rectangle 2094"/>
              <p:cNvSpPr>
                <a:spLocks noChangeArrowheads="1"/>
              </p:cNvSpPr>
              <p:nvPr/>
            </p:nvSpPr>
            <p:spPr bwMode="auto">
              <a:xfrm>
                <a:off x="4447" y="2787"/>
                <a:ext cx="768" cy="768"/>
              </a:xfrm>
              <a:prstGeom prst="rect">
                <a:avLst/>
              </a:prstGeom>
              <a:solidFill>
                <a:schemeClr val="hlink"/>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Process </a:t>
                </a:r>
              </a:p>
              <a:p>
                <a:pPr algn="ctr">
                  <a:spcBef>
                    <a:spcPct val="0"/>
                  </a:spcBef>
                  <a:buSzTx/>
                  <a:buFontTx/>
                  <a:buNone/>
                </a:pPr>
                <a:r>
                  <a:rPr lang="en-US" altLang="en-US" sz="1800">
                    <a:latin typeface="Arial" charset="0"/>
                    <a:cs typeface="Arial" charset="0"/>
                  </a:rPr>
                  <a:t>Image</a:t>
                </a:r>
              </a:p>
            </p:txBody>
          </p:sp>
          <p:sp>
            <p:nvSpPr>
              <p:cNvPr id="9229" name="Text Box 2095"/>
              <p:cNvSpPr txBox="1">
                <a:spLocks noChangeArrowheads="1"/>
              </p:cNvSpPr>
              <p:nvPr/>
            </p:nvSpPr>
            <p:spPr bwMode="auto">
              <a:xfrm>
                <a:off x="4447" y="3689"/>
                <a:ext cx="7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latin typeface="Arial" charset="0"/>
                    <a:cs typeface="Arial" charset="0"/>
                  </a:rPr>
                  <a:t>Memory</a:t>
                </a:r>
                <a:endParaRPr lang="en-US" altLang="en-US" sz="2400">
                  <a:latin typeface="Arial" charset="0"/>
                  <a:cs typeface="Arial" charset="0"/>
                </a:endParaRPr>
              </a:p>
            </p:txBody>
          </p:sp>
          <p:sp>
            <p:nvSpPr>
              <p:cNvPr id="9230" name="AutoShape 2106"/>
              <p:cNvSpPr>
                <a:spLocks noChangeArrowheads="1"/>
              </p:cNvSpPr>
              <p:nvPr/>
            </p:nvSpPr>
            <p:spPr bwMode="auto">
              <a:xfrm>
                <a:off x="3205" y="2994"/>
                <a:ext cx="192" cy="240"/>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31" name="AutoShape 2107"/>
              <p:cNvSpPr>
                <a:spLocks noChangeArrowheads="1"/>
              </p:cNvSpPr>
              <p:nvPr/>
            </p:nvSpPr>
            <p:spPr bwMode="auto">
              <a:xfrm>
                <a:off x="4177" y="2994"/>
                <a:ext cx="192" cy="240"/>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9224" name="Text Box 2125"/>
            <p:cNvSpPr txBox="1">
              <a:spLocks noChangeArrowheads="1"/>
            </p:cNvSpPr>
            <p:nvPr/>
          </p:nvSpPr>
          <p:spPr bwMode="auto">
            <a:xfrm>
              <a:off x="1474" y="1476"/>
              <a:ext cx="4182"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tabLst>
                  <a:tab pos="1144588" algn="l"/>
                </a:tabLst>
                <a:defRPr sz="3200">
                  <a:solidFill>
                    <a:schemeClr val="tx1"/>
                  </a:solidFill>
                  <a:latin typeface="Helvetica" charset="0"/>
                </a:defRPr>
              </a:lvl1pPr>
              <a:lvl2pPr marL="742950" indent="-285750" algn="l">
                <a:spcBef>
                  <a:spcPct val="20000"/>
                </a:spcBef>
                <a:buChar char="–"/>
                <a:tabLst>
                  <a:tab pos="1144588" algn="l"/>
                </a:tabLst>
                <a:defRPr sz="2800">
                  <a:solidFill>
                    <a:schemeClr val="tx1"/>
                  </a:solidFill>
                  <a:latin typeface="Helvetica" charset="0"/>
                </a:defRPr>
              </a:lvl2pPr>
              <a:lvl3pPr marL="1143000" indent="-228600" algn="l">
                <a:spcBef>
                  <a:spcPct val="20000"/>
                </a:spcBef>
                <a:buSzPct val="85000"/>
                <a:buFont typeface="Monotype Sorts" charset="2"/>
                <a:buChar char="T"/>
                <a:tabLst>
                  <a:tab pos="1144588" algn="l"/>
                </a:tabLst>
                <a:defRPr sz="2400">
                  <a:solidFill>
                    <a:schemeClr val="tx1"/>
                  </a:solidFill>
                  <a:latin typeface="Helvetica" charset="0"/>
                </a:defRPr>
              </a:lvl3pPr>
              <a:lvl4pPr marL="1600200" indent="-228600" algn="l">
                <a:spcBef>
                  <a:spcPct val="20000"/>
                </a:spcBef>
                <a:buChar char="–"/>
                <a:tabLst>
                  <a:tab pos="1144588" algn="l"/>
                </a:tabLst>
                <a:defRPr sz="2000">
                  <a:solidFill>
                    <a:schemeClr val="tx1"/>
                  </a:solidFill>
                  <a:latin typeface="Helvetica" charset="0"/>
                </a:defRPr>
              </a:lvl4pPr>
              <a:lvl5pPr marL="2057400" indent="-228600" algn="l">
                <a:spcBef>
                  <a:spcPct val="20000"/>
                </a:spcBef>
                <a:buChar char="»"/>
                <a:tabLst>
                  <a:tab pos="1144588" algn="l"/>
                </a:tabLst>
                <a:defRPr sz="1200">
                  <a:solidFill>
                    <a:schemeClr val="tx1"/>
                  </a:solidFill>
                  <a:latin typeface="Helvetica" charset="0"/>
                </a:defRPr>
              </a:lvl5pPr>
              <a:lvl6pPr marL="2514600" indent="-228600" eaLnBrk="0" fontAlgn="base" hangingPunct="0">
                <a:spcBef>
                  <a:spcPct val="20000"/>
                </a:spcBef>
                <a:spcAft>
                  <a:spcPct val="0"/>
                </a:spcAft>
                <a:buChar char="»"/>
                <a:tabLst>
                  <a:tab pos="1144588" algn="l"/>
                </a:tabLst>
                <a:defRPr sz="1200">
                  <a:solidFill>
                    <a:schemeClr val="tx1"/>
                  </a:solidFill>
                  <a:latin typeface="Helvetica" charset="0"/>
                </a:defRPr>
              </a:lvl6pPr>
              <a:lvl7pPr marL="2971800" indent="-228600" eaLnBrk="0" fontAlgn="base" hangingPunct="0">
                <a:spcBef>
                  <a:spcPct val="20000"/>
                </a:spcBef>
                <a:spcAft>
                  <a:spcPct val="0"/>
                </a:spcAft>
                <a:buChar char="»"/>
                <a:tabLst>
                  <a:tab pos="1144588" algn="l"/>
                </a:tabLst>
                <a:defRPr sz="1200">
                  <a:solidFill>
                    <a:schemeClr val="tx1"/>
                  </a:solidFill>
                  <a:latin typeface="Helvetica" charset="0"/>
                </a:defRPr>
              </a:lvl7pPr>
              <a:lvl8pPr marL="3429000" indent="-228600" eaLnBrk="0" fontAlgn="base" hangingPunct="0">
                <a:spcBef>
                  <a:spcPct val="20000"/>
                </a:spcBef>
                <a:spcAft>
                  <a:spcPct val="0"/>
                </a:spcAft>
                <a:buChar char="»"/>
                <a:tabLst>
                  <a:tab pos="1144588" algn="l"/>
                </a:tabLst>
                <a:defRPr sz="1200">
                  <a:solidFill>
                    <a:schemeClr val="tx1"/>
                  </a:solidFill>
                  <a:latin typeface="Helvetica" charset="0"/>
                </a:defRPr>
              </a:lvl8pPr>
              <a:lvl9pPr marL="3886200" indent="-228600" eaLnBrk="0" fontAlgn="base" hangingPunct="0">
                <a:spcBef>
                  <a:spcPct val="20000"/>
                </a:spcBef>
                <a:spcAft>
                  <a:spcPct val="0"/>
                </a:spcAft>
                <a:buChar char="»"/>
                <a:tabLst>
                  <a:tab pos="1144588" algn="l"/>
                </a:tabLst>
                <a:defRPr sz="1200">
                  <a:solidFill>
                    <a:schemeClr val="tx1"/>
                  </a:solidFill>
                  <a:latin typeface="Helvetica" charset="0"/>
                </a:defRPr>
              </a:lvl9pPr>
            </a:lstStyle>
            <a:p>
              <a:pPr>
                <a:spcBef>
                  <a:spcPct val="0"/>
                </a:spcBef>
                <a:buSzTx/>
              </a:pPr>
              <a:r>
                <a:rPr lang="en-US" altLang="en-US" sz="2000">
                  <a:latin typeface="Arial" charset="0"/>
                </a:rPr>
                <a:t> Loader: 	- Create process image</a:t>
              </a:r>
            </a:p>
            <a:p>
              <a:pPr>
                <a:spcBef>
                  <a:spcPct val="0"/>
                </a:spcBef>
                <a:buSzTx/>
                <a:buFontTx/>
                <a:buNone/>
              </a:pPr>
              <a:r>
                <a:rPr lang="en-US" altLang="en-US" sz="2000">
                  <a:latin typeface="Arial" charset="0"/>
                </a:rPr>
                <a:t>	- Allocate memory</a:t>
              </a:r>
            </a:p>
            <a:p>
              <a:pPr>
                <a:spcBef>
                  <a:spcPct val="0"/>
                </a:spcBef>
                <a:buSzTx/>
                <a:buFontTx/>
                <a:buNone/>
              </a:pPr>
              <a:r>
                <a:rPr lang="en-US" altLang="en-US" sz="2000">
                  <a:latin typeface="Arial" charset="0"/>
                </a:rPr>
                <a:t>	- Load process image to the allocated memory</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ounded Rectangle 63"/>
          <p:cNvSpPr>
            <a:spLocks noChangeArrowheads="1"/>
          </p:cNvSpPr>
          <p:nvPr/>
        </p:nvSpPr>
        <p:spPr bwMode="auto">
          <a:xfrm>
            <a:off x="5543550" y="3176588"/>
            <a:ext cx="1873250" cy="936625"/>
          </a:xfrm>
          <a:prstGeom prst="roundRect">
            <a:avLst>
              <a:gd name="adj" fmla="val 16667"/>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024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0244" name="Rectangle 2050"/>
          <p:cNvSpPr>
            <a:spLocks noGrp="1" noChangeArrowheads="1"/>
          </p:cNvSpPr>
          <p:nvPr>
            <p:ph type="title"/>
          </p:nvPr>
        </p:nvSpPr>
        <p:spPr>
          <a:xfrm>
            <a:off x="631825" y="495300"/>
            <a:ext cx="7932738" cy="457200"/>
          </a:xfrm>
        </p:spPr>
        <p:txBody>
          <a:bodyPr/>
          <a:lstStyle/>
          <a:p>
            <a:r>
              <a:rPr lang="en-US" altLang="en-US"/>
              <a:t>Binding of Code and Data to Memory (Cont.)</a:t>
            </a:r>
          </a:p>
        </p:txBody>
      </p:sp>
      <p:sp>
        <p:nvSpPr>
          <p:cNvPr id="10245" name="Text Box 2095"/>
          <p:cNvSpPr txBox="1">
            <a:spLocks noChangeArrowheads="1"/>
          </p:cNvSpPr>
          <p:nvPr/>
        </p:nvSpPr>
        <p:spPr bwMode="auto">
          <a:xfrm>
            <a:off x="2303463" y="6140450"/>
            <a:ext cx="1400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dirty="0">
                <a:latin typeface="Arial" charset="0"/>
                <a:cs typeface="Arial" charset="0"/>
              </a:rPr>
              <a:t>Memory</a:t>
            </a:r>
            <a:endParaRPr lang="en-US" altLang="en-US" sz="2400" b="1" dirty="0">
              <a:latin typeface="Arial" charset="0"/>
              <a:cs typeface="Arial" charset="0"/>
            </a:endParaRPr>
          </a:p>
        </p:txBody>
      </p:sp>
      <p:grpSp>
        <p:nvGrpSpPr>
          <p:cNvPr id="2" name="Group 51"/>
          <p:cNvGrpSpPr/>
          <p:nvPr/>
        </p:nvGrpSpPr>
        <p:grpSpPr>
          <a:xfrm>
            <a:off x="2303748" y="1952836"/>
            <a:ext cx="1408324" cy="3888432"/>
            <a:chOff x="4279800" y="1952836"/>
            <a:chExt cx="1408324" cy="3888432"/>
          </a:xfrm>
          <a:solidFill>
            <a:schemeClr val="hlink"/>
          </a:solidFill>
        </p:grpSpPr>
        <p:sp>
          <p:nvSpPr>
            <p:cNvPr id="42" name="Rectangle 41"/>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3" name="TextBox 42"/>
            <p:cNvSpPr txBox="1"/>
            <p:nvPr/>
          </p:nvSpPr>
          <p:spPr>
            <a:xfrm>
              <a:off x="4497908" y="2740581"/>
              <a:ext cx="1031051" cy="369332"/>
            </a:xfrm>
            <a:prstGeom prst="rect">
              <a:avLst/>
            </a:prstGeom>
            <a:grpFill/>
          </p:spPr>
          <p:txBody>
            <a:bodyPr wrap="none">
              <a:spAutoFit/>
            </a:bodyPr>
            <a:lstStyle/>
            <a:p>
              <a:pPr>
                <a:defRPr/>
              </a:pPr>
              <a:r>
                <a:rPr lang="en-US" sz="1800" dirty="0">
                  <a:latin typeface="Arial" pitchFamily="34" charset="0"/>
                  <a:cs typeface="Arial" pitchFamily="34" charset="0"/>
                </a:rPr>
                <a:t>LOAD X</a:t>
              </a:r>
            </a:p>
          </p:txBody>
        </p:sp>
        <p:sp>
          <p:nvSpPr>
            <p:cNvPr id="44" name="TextBox 43"/>
            <p:cNvSpPr txBox="1"/>
            <p:nvPr/>
          </p:nvSpPr>
          <p:spPr>
            <a:xfrm>
              <a:off x="4499992" y="4329113"/>
              <a:ext cx="1022716" cy="369332"/>
            </a:xfrm>
            <a:prstGeom prst="rect">
              <a:avLst/>
            </a:prstGeom>
            <a:grpFill/>
          </p:spPr>
          <p:txBody>
            <a:bodyPr wrap="none">
              <a:spAutoFit/>
            </a:bodyPr>
            <a:lstStyle/>
            <a:p>
              <a:pPr>
                <a:defRPr/>
              </a:pPr>
              <a:r>
                <a:rPr lang="en-US" sz="1800" dirty="0">
                  <a:latin typeface="Arial" pitchFamily="34" charset="0"/>
                  <a:cs typeface="Arial" pitchFamily="34" charset="0"/>
                </a:rPr>
                <a:t>JUMP Y</a:t>
              </a:r>
            </a:p>
          </p:txBody>
        </p:sp>
        <p:cxnSp>
          <p:nvCxnSpPr>
            <p:cNvPr id="46" name="Straight Connector 45"/>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sp>
        <p:nvSpPr>
          <p:cNvPr id="10247" name="Line 2092"/>
          <p:cNvSpPr>
            <a:spLocks noChangeShapeType="1"/>
          </p:cNvSpPr>
          <p:nvPr/>
        </p:nvSpPr>
        <p:spPr bwMode="auto">
          <a:xfrm>
            <a:off x="2303463" y="1376363"/>
            <a:ext cx="4762" cy="4784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8" name="Line 2092"/>
          <p:cNvSpPr>
            <a:spLocks noChangeShapeType="1"/>
          </p:cNvSpPr>
          <p:nvPr/>
        </p:nvSpPr>
        <p:spPr bwMode="auto">
          <a:xfrm>
            <a:off x="3708400" y="1376363"/>
            <a:ext cx="0" cy="4784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61"/>
          <p:cNvGrpSpPr>
            <a:grpSpLocks/>
          </p:cNvGrpSpPr>
          <p:nvPr/>
        </p:nvGrpSpPr>
        <p:grpSpPr bwMode="auto">
          <a:xfrm>
            <a:off x="2308225" y="2740025"/>
            <a:ext cx="1403350" cy="369888"/>
            <a:chOff x="6014635" y="2371249"/>
            <a:chExt cx="1404156" cy="369332"/>
          </a:xfrm>
        </p:grpSpPr>
        <p:sp>
          <p:nvSpPr>
            <p:cNvPr id="10257" name="Rectangle 60"/>
            <p:cNvSpPr>
              <a:spLocks noChangeArrowheads="1"/>
            </p:cNvSpPr>
            <p:nvPr/>
          </p:nvSpPr>
          <p:spPr bwMode="auto">
            <a:xfrm>
              <a:off x="6014635" y="2371249"/>
              <a:ext cx="1404156" cy="369332"/>
            </a:xfrm>
            <a:prstGeom prst="rect">
              <a:avLst/>
            </a:prstGeom>
            <a:solidFill>
              <a:srgbClr val="CCCCFF"/>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0258" name="TextBox 53"/>
            <p:cNvSpPr txBox="1">
              <a:spLocks noChangeArrowheads="1"/>
            </p:cNvSpPr>
            <p:nvPr/>
          </p:nvSpPr>
          <p:spPr bwMode="auto">
            <a:xfrm>
              <a:off x="6201186" y="2371249"/>
              <a:ext cx="10310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 X</a:t>
              </a:r>
            </a:p>
          </p:txBody>
        </p:sp>
      </p:grpSp>
      <p:sp>
        <p:nvSpPr>
          <p:cNvPr id="10250" name="Text Box 2095"/>
          <p:cNvSpPr txBox="1">
            <a:spLocks noChangeArrowheads="1"/>
          </p:cNvSpPr>
          <p:nvPr/>
        </p:nvSpPr>
        <p:spPr bwMode="auto">
          <a:xfrm>
            <a:off x="5719763" y="4129088"/>
            <a:ext cx="1516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a:latin typeface="Arial" charset="0"/>
                <a:cs typeface="Arial" charset="0"/>
              </a:rPr>
              <a:t>CPU</a:t>
            </a:r>
            <a:endParaRPr lang="en-US" altLang="en-US" sz="2400" b="1">
              <a:latin typeface="Arial" charset="0"/>
              <a:cs typeface="Arial" charset="0"/>
            </a:endParaRPr>
          </a:p>
        </p:txBody>
      </p:sp>
      <p:cxnSp>
        <p:nvCxnSpPr>
          <p:cNvPr id="66" name="Straight Connector 65"/>
          <p:cNvCxnSpPr>
            <a:cxnSpLocks noChangeShapeType="1"/>
            <a:stCxn id="10257" idx="3"/>
          </p:cNvCxnSpPr>
          <p:nvPr/>
        </p:nvCxnSpPr>
        <p:spPr bwMode="auto">
          <a:xfrm>
            <a:off x="3711575" y="2925763"/>
            <a:ext cx="1836738" cy="43180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67" name="Text Box 2095"/>
          <p:cNvSpPr txBox="1">
            <a:spLocks noChangeArrowheads="1"/>
          </p:cNvSpPr>
          <p:nvPr/>
        </p:nvSpPr>
        <p:spPr bwMode="auto">
          <a:xfrm>
            <a:off x="3959225" y="2386013"/>
            <a:ext cx="3273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cs typeface="Arial" charset="0"/>
              </a:rPr>
              <a:t>Instruction needs to be fetched from memory</a:t>
            </a:r>
          </a:p>
        </p:txBody>
      </p:sp>
      <p:sp>
        <p:nvSpPr>
          <p:cNvPr id="68" name="Text Box 2095"/>
          <p:cNvSpPr txBox="1">
            <a:spLocks noChangeArrowheads="1"/>
          </p:cNvSpPr>
          <p:nvPr/>
        </p:nvSpPr>
        <p:spPr bwMode="auto">
          <a:xfrm>
            <a:off x="3957638" y="4508500"/>
            <a:ext cx="3173412"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cs typeface="Arial" charset="0"/>
              </a:rPr>
              <a:t>Execute an instruction may again require to access memory</a:t>
            </a:r>
          </a:p>
          <a:p>
            <a:pPr>
              <a:spcBef>
                <a:spcPct val="0"/>
              </a:spcBef>
              <a:buSzTx/>
            </a:pPr>
            <a:r>
              <a:rPr lang="en-US" altLang="en-US" sz="2000">
                <a:latin typeface="Arial" charset="0"/>
                <a:cs typeface="Arial" charset="0"/>
              </a:rPr>
              <a:t>Can address </a:t>
            </a:r>
            <a:r>
              <a:rPr lang="en-US" altLang="en-US" sz="2000">
                <a:solidFill>
                  <a:srgbClr val="FF0000"/>
                </a:solidFill>
                <a:latin typeface="Arial" charset="0"/>
                <a:cs typeface="Arial" charset="0"/>
              </a:rPr>
              <a:t>X</a:t>
            </a:r>
            <a:r>
              <a:rPr lang="en-US" altLang="en-US" sz="2000">
                <a:latin typeface="Arial" charset="0"/>
                <a:cs typeface="Arial" charset="0"/>
              </a:rPr>
              <a:t> be used to load data?</a:t>
            </a:r>
          </a:p>
        </p:txBody>
      </p:sp>
      <p:sp>
        <p:nvSpPr>
          <p:cNvPr id="10254" name="TextBox 22"/>
          <p:cNvSpPr txBox="1">
            <a:spLocks noChangeArrowheads="1"/>
          </p:cNvSpPr>
          <p:nvPr/>
        </p:nvSpPr>
        <p:spPr bwMode="auto">
          <a:xfrm>
            <a:off x="2855913" y="5049838"/>
            <a:ext cx="2492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0255" name="TextBox 23"/>
          <p:cNvSpPr txBox="1">
            <a:spLocks noChangeArrowheads="1"/>
          </p:cNvSpPr>
          <p:nvPr/>
        </p:nvSpPr>
        <p:spPr bwMode="auto">
          <a:xfrm>
            <a:off x="2855913" y="2192338"/>
            <a:ext cx="2492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0256" name="TextBox 24"/>
          <p:cNvSpPr txBox="1">
            <a:spLocks noChangeArrowheads="1"/>
          </p:cNvSpPr>
          <p:nvPr/>
        </p:nvSpPr>
        <p:spPr bwMode="auto">
          <a:xfrm>
            <a:off x="2855913" y="3495675"/>
            <a:ext cx="2492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blinds(horizontal)">
                                      <p:cBhvr>
                                        <p:cTn id="7" dur="500"/>
                                        <p:tgtEl>
                                          <p:spTgt spid="6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left)">
                                      <p:cBhvr>
                                        <p:cTn id="11" dur="500"/>
                                        <p:tgtEl>
                                          <p:spTgt spid="66"/>
                                        </p:tgtEl>
                                      </p:cBhvr>
                                    </p:animEffect>
                                  </p:childTnLst>
                                </p:cTn>
                              </p:par>
                              <p:par>
                                <p:cTn id="12" presetID="0" presetClass="path" presetSubtype="0" accel="50000" decel="50000" fill="hold" nodeType="withEffect">
                                  <p:stCondLst>
                                    <p:cond delay="0"/>
                                  </p:stCondLst>
                                  <p:childTnLst>
                                    <p:animMotion origin="layout" path="M 0.08472 -2.99098E-6 L 0.38003 0.0997 " pathEditMode="relative" rAng="0" ptsTypes="AA">
                                      <p:cBhvr>
                                        <p:cTn id="13" dur="2000" fill="hold"/>
                                        <p:tgtEl>
                                          <p:spTgt spid="3"/>
                                        </p:tgtEl>
                                        <p:attrNameLst>
                                          <p:attrName>ppt_x</p:attrName>
                                          <p:attrName>ppt_y</p:attrName>
                                        </p:attrNameLst>
                                      </p:cBhvr>
                                      <p:rCtr x="14757" y="4973"/>
                                    </p:animMotion>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blinds(horizontal)">
                                      <p:cBhvr>
                                        <p:cTn id="18"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1267" name="Rectangle 2"/>
          <p:cNvSpPr>
            <a:spLocks noGrp="1" noChangeArrowheads="1"/>
          </p:cNvSpPr>
          <p:nvPr>
            <p:ph type="title"/>
          </p:nvPr>
        </p:nvSpPr>
        <p:spPr>
          <a:xfrm>
            <a:off x="611188" y="495300"/>
            <a:ext cx="7812087" cy="457200"/>
          </a:xfrm>
        </p:spPr>
        <p:txBody>
          <a:bodyPr/>
          <a:lstStyle/>
          <a:p>
            <a:r>
              <a:rPr lang="en-US" altLang="en-US" dirty="0"/>
              <a:t>Binding of Code and Data to Memory (Cont.)</a:t>
            </a:r>
          </a:p>
        </p:txBody>
      </p:sp>
      <p:sp>
        <p:nvSpPr>
          <p:cNvPr id="11268" name="Rectangle 3"/>
          <p:cNvSpPr>
            <a:spLocks noGrp="1" noChangeArrowheads="1"/>
          </p:cNvSpPr>
          <p:nvPr>
            <p:ph type="body" idx="1"/>
          </p:nvPr>
        </p:nvSpPr>
        <p:spPr>
          <a:xfrm>
            <a:off x="509588" y="2406650"/>
            <a:ext cx="8124825" cy="3735388"/>
          </a:xfrm>
        </p:spPr>
        <p:txBody>
          <a:bodyPr/>
          <a:lstStyle/>
          <a:p>
            <a:pPr>
              <a:lnSpc>
                <a:spcPct val="90000"/>
              </a:lnSpc>
            </a:pPr>
            <a:r>
              <a:rPr lang="en-US" altLang="en-US" sz="2400" b="1"/>
              <a:t>Compile time</a:t>
            </a:r>
            <a:r>
              <a:rPr lang="en-US" altLang="en-US" sz="2400"/>
              <a:t>:  If memory location known a priori, </a:t>
            </a:r>
            <a:r>
              <a:rPr lang="en-US" altLang="en-US" sz="2400" i="1">
                <a:solidFill>
                  <a:srgbClr val="FF0000"/>
                </a:solidFill>
              </a:rPr>
              <a:t>absolute code </a:t>
            </a:r>
            <a:r>
              <a:rPr lang="en-US" altLang="en-US" sz="2400"/>
              <a:t>can be generated; must recompile code if starting location changes.</a:t>
            </a:r>
          </a:p>
          <a:p>
            <a:pPr>
              <a:lnSpc>
                <a:spcPct val="90000"/>
              </a:lnSpc>
            </a:pPr>
            <a:r>
              <a:rPr lang="en-US" altLang="en-US" sz="2400" b="1"/>
              <a:t>Load time</a:t>
            </a:r>
            <a:r>
              <a:rPr lang="en-US" altLang="en-US" sz="2400"/>
              <a:t>: Compiler generates </a:t>
            </a:r>
            <a:r>
              <a:rPr lang="en-US" altLang="en-US" sz="2400" i="1">
                <a:solidFill>
                  <a:srgbClr val="FF0000"/>
                </a:solidFill>
              </a:rPr>
              <a:t>relocatable code</a:t>
            </a:r>
            <a:r>
              <a:rPr lang="en-US" altLang="en-US" sz="2400"/>
              <a:t>. Binding is performed by the loader.</a:t>
            </a:r>
          </a:p>
          <a:p>
            <a:pPr>
              <a:lnSpc>
                <a:spcPct val="90000"/>
              </a:lnSpc>
            </a:pPr>
            <a:r>
              <a:rPr lang="en-US" altLang="en-US" sz="2400" b="1"/>
              <a:t>Execution time</a:t>
            </a:r>
            <a:r>
              <a:rPr lang="en-US" altLang="en-US" sz="2400"/>
              <a:t>:  If the process can be moved during its execution from one memory segment to another, binding is delayed until run time.</a:t>
            </a:r>
          </a:p>
        </p:txBody>
      </p:sp>
      <p:sp>
        <p:nvSpPr>
          <p:cNvPr id="11269" name="Text Box 4"/>
          <p:cNvSpPr txBox="1">
            <a:spLocks noChangeArrowheads="1"/>
          </p:cNvSpPr>
          <p:nvPr/>
        </p:nvSpPr>
        <p:spPr bwMode="auto">
          <a:xfrm>
            <a:off x="401638" y="1282700"/>
            <a:ext cx="83708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buSzTx/>
              <a:buFontTx/>
              <a:buNone/>
            </a:pPr>
            <a:r>
              <a:rPr lang="en-US" altLang="en-US" sz="2800"/>
              <a:t>Address binding of instructions and data to memory addresses can happen at three different stages</a:t>
            </a:r>
            <a:r>
              <a:rPr lang="en-US" altLang="en-US" sz="180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CPE/CSC205 &amp; CE/CZ2005 Operating Systems</a:t>
            </a:r>
          </a:p>
        </p:txBody>
      </p:sp>
      <p:cxnSp>
        <p:nvCxnSpPr>
          <p:cNvPr id="6" name="Straight Connector 5"/>
          <p:cNvCxnSpPr/>
          <p:nvPr/>
        </p:nvCxnSpPr>
        <p:spPr bwMode="auto">
          <a:xfrm>
            <a:off x="6425730"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7841671"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sp>
        <p:nvSpPr>
          <p:cNvPr id="14" name="TextBox 13"/>
          <p:cNvSpPr txBox="1"/>
          <p:nvPr/>
        </p:nvSpPr>
        <p:spPr>
          <a:xfrm>
            <a:off x="1695235" y="1667393"/>
            <a:ext cx="639919" cy="338554"/>
          </a:xfrm>
          <a:prstGeom prst="rect">
            <a:avLst/>
          </a:prstGeom>
          <a:noFill/>
        </p:spPr>
        <p:txBody>
          <a:bodyPr wrap="none" rtlCol="0">
            <a:spAutoFit/>
          </a:bodyPr>
          <a:lstStyle/>
          <a:p>
            <a:pPr algn="r"/>
            <a:r>
              <a:rPr lang="en-US" sz="1600" dirty="0"/>
              <a:t>1024</a:t>
            </a:r>
            <a:endParaRPr lang="en-GB" sz="1600" dirty="0"/>
          </a:p>
        </p:txBody>
      </p:sp>
      <p:grpSp>
        <p:nvGrpSpPr>
          <p:cNvPr id="36" name="Group 35"/>
          <p:cNvGrpSpPr/>
          <p:nvPr/>
        </p:nvGrpSpPr>
        <p:grpSpPr>
          <a:xfrm>
            <a:off x="2318001" y="1679897"/>
            <a:ext cx="1432157" cy="3888432"/>
            <a:chOff x="2300288" y="1952836"/>
            <a:chExt cx="1432157" cy="3888432"/>
          </a:xfrm>
        </p:grpSpPr>
        <p:grpSp>
          <p:nvGrpSpPr>
            <p:cNvPr id="37" name="Group 51"/>
            <p:cNvGrpSpPr/>
            <p:nvPr/>
          </p:nvGrpSpPr>
          <p:grpSpPr>
            <a:xfrm>
              <a:off x="2303748" y="1952836"/>
              <a:ext cx="1428697" cy="3888432"/>
              <a:chOff x="4279800" y="1952836"/>
              <a:chExt cx="1428697" cy="3888432"/>
            </a:xfrm>
            <a:solidFill>
              <a:schemeClr val="hlink"/>
            </a:solidFill>
          </p:grpSpPr>
          <p:sp>
            <p:nvSpPr>
              <p:cNvPr id="47" name="Rectangle 46"/>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8" name="TextBox 47"/>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49" name="TextBox 48"/>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1424</a:t>
                </a:r>
              </a:p>
            </p:txBody>
          </p:sp>
          <p:cxnSp>
            <p:nvCxnSpPr>
              <p:cNvPr id="50" name="Straight Connector 49"/>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38" name="Group 61"/>
            <p:cNvGrpSpPr>
              <a:grpSpLocks/>
            </p:cNvGrpSpPr>
            <p:nvPr/>
          </p:nvGrpSpPr>
          <p:grpSpPr bwMode="auto">
            <a:xfrm>
              <a:off x="2309811" y="2740025"/>
              <a:ext cx="1395413" cy="369888"/>
              <a:chOff x="6014635" y="2371249"/>
              <a:chExt cx="1396215" cy="369332"/>
            </a:xfrm>
          </p:grpSpPr>
          <p:sp>
            <p:nvSpPr>
              <p:cNvPr id="45"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6"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1824</a:t>
                </a:r>
              </a:p>
            </p:txBody>
          </p:sp>
        </p:grpSp>
        <p:cxnSp>
          <p:nvCxnSpPr>
            <p:cNvPr id="39"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0"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41"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2"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43"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4"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56" name="TextBox 55"/>
          <p:cNvSpPr txBox="1"/>
          <p:nvPr/>
        </p:nvSpPr>
        <p:spPr>
          <a:xfrm>
            <a:off x="1685710" y="4770697"/>
            <a:ext cx="639919" cy="338554"/>
          </a:xfrm>
          <a:prstGeom prst="rect">
            <a:avLst/>
          </a:prstGeom>
          <a:noFill/>
        </p:spPr>
        <p:txBody>
          <a:bodyPr wrap="none" rtlCol="0">
            <a:spAutoFit/>
          </a:bodyPr>
          <a:lstStyle/>
          <a:p>
            <a:pPr algn="r"/>
            <a:r>
              <a:rPr lang="en-US" sz="1600" dirty="0"/>
              <a:t>1824</a:t>
            </a:r>
            <a:endParaRPr lang="en-GB" sz="1600" dirty="0"/>
          </a:p>
        </p:txBody>
      </p:sp>
      <p:sp>
        <p:nvSpPr>
          <p:cNvPr id="57" name="TextBox 56"/>
          <p:cNvSpPr txBox="1"/>
          <p:nvPr/>
        </p:nvSpPr>
        <p:spPr>
          <a:xfrm>
            <a:off x="1676508" y="3245526"/>
            <a:ext cx="639919" cy="338554"/>
          </a:xfrm>
          <a:prstGeom prst="rect">
            <a:avLst/>
          </a:prstGeom>
          <a:noFill/>
        </p:spPr>
        <p:txBody>
          <a:bodyPr wrap="none" rtlCol="0">
            <a:spAutoFit/>
          </a:bodyPr>
          <a:lstStyle/>
          <a:p>
            <a:pPr algn="r"/>
            <a:r>
              <a:rPr lang="en-US" sz="1600" dirty="0"/>
              <a:t>1424</a:t>
            </a:r>
            <a:endParaRPr lang="en-GB" sz="1600" dirty="0"/>
          </a:p>
        </p:txBody>
      </p:sp>
      <p:sp>
        <p:nvSpPr>
          <p:cNvPr id="75" name="TextBox 53"/>
          <p:cNvSpPr txBox="1">
            <a:spLocks noChangeArrowheads="1"/>
          </p:cNvSpPr>
          <p:nvPr/>
        </p:nvSpPr>
        <p:spPr bwMode="auto">
          <a:xfrm>
            <a:off x="1101768" y="1167615"/>
            <a:ext cx="13571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Absolute</a:t>
            </a:r>
          </a:p>
          <a:p>
            <a:pPr algn="ctr">
              <a:spcBef>
                <a:spcPct val="0"/>
              </a:spcBef>
              <a:buSzTx/>
              <a:buFontTx/>
              <a:buNone/>
            </a:pPr>
            <a:r>
              <a:rPr lang="en-US" altLang="en-US" sz="1600" dirty="0">
                <a:latin typeface="Arial" charset="0"/>
                <a:cs typeface="Arial" charset="0"/>
              </a:rPr>
              <a:t>Address</a:t>
            </a:r>
          </a:p>
        </p:txBody>
      </p:sp>
      <p:sp>
        <p:nvSpPr>
          <p:cNvPr id="76" name="TextBox 53"/>
          <p:cNvSpPr txBox="1">
            <a:spLocks noChangeArrowheads="1"/>
          </p:cNvSpPr>
          <p:nvPr/>
        </p:nvSpPr>
        <p:spPr bwMode="auto">
          <a:xfrm>
            <a:off x="6483120" y="5667474"/>
            <a:ext cx="1357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dirty="0">
                <a:latin typeface="Arial" charset="0"/>
                <a:cs typeface="Arial" charset="0"/>
              </a:rPr>
              <a:t>Memory</a:t>
            </a:r>
          </a:p>
        </p:txBody>
      </p:sp>
      <p:grpSp>
        <p:nvGrpSpPr>
          <p:cNvPr id="77" name="Group 76"/>
          <p:cNvGrpSpPr/>
          <p:nvPr/>
        </p:nvGrpSpPr>
        <p:grpSpPr>
          <a:xfrm>
            <a:off x="6404604" y="1679897"/>
            <a:ext cx="1432157" cy="3888432"/>
            <a:chOff x="2300288" y="1952836"/>
            <a:chExt cx="1432157" cy="3888432"/>
          </a:xfrm>
        </p:grpSpPr>
        <p:grpSp>
          <p:nvGrpSpPr>
            <p:cNvPr id="78" name="Group 51"/>
            <p:cNvGrpSpPr/>
            <p:nvPr/>
          </p:nvGrpSpPr>
          <p:grpSpPr>
            <a:xfrm>
              <a:off x="2303748" y="1952836"/>
              <a:ext cx="1428697" cy="3888432"/>
              <a:chOff x="4279800" y="1952836"/>
              <a:chExt cx="1428697" cy="3888432"/>
            </a:xfrm>
            <a:solidFill>
              <a:schemeClr val="hlink"/>
            </a:solidFill>
          </p:grpSpPr>
          <p:sp>
            <p:nvSpPr>
              <p:cNvPr id="88" name="Rectangle 87"/>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89" name="TextBox 88"/>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90" name="TextBox 89"/>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1424</a:t>
                </a:r>
              </a:p>
            </p:txBody>
          </p:sp>
          <p:cxnSp>
            <p:nvCxnSpPr>
              <p:cNvPr id="91" name="Straight Connector 90"/>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3" name="Straight Connector 92"/>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4" name="Straight Connector 93"/>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79" name="Group 61"/>
            <p:cNvGrpSpPr>
              <a:grpSpLocks/>
            </p:cNvGrpSpPr>
            <p:nvPr/>
          </p:nvGrpSpPr>
          <p:grpSpPr bwMode="auto">
            <a:xfrm>
              <a:off x="2309811" y="2740025"/>
              <a:ext cx="1395413" cy="369888"/>
              <a:chOff x="6014635" y="2371249"/>
              <a:chExt cx="1396215" cy="369332"/>
            </a:xfrm>
          </p:grpSpPr>
          <p:sp>
            <p:nvSpPr>
              <p:cNvPr id="86"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87"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1824</a:t>
                </a:r>
              </a:p>
            </p:txBody>
          </p:sp>
        </p:grpSp>
        <p:cxnSp>
          <p:nvCxnSpPr>
            <p:cNvPr id="80"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1"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82"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3"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84"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5"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95" name="TextBox 94"/>
          <p:cNvSpPr txBox="1"/>
          <p:nvPr/>
        </p:nvSpPr>
        <p:spPr>
          <a:xfrm>
            <a:off x="5801168" y="1703322"/>
            <a:ext cx="639919" cy="338554"/>
          </a:xfrm>
          <a:prstGeom prst="rect">
            <a:avLst/>
          </a:prstGeom>
          <a:noFill/>
        </p:spPr>
        <p:txBody>
          <a:bodyPr wrap="none" rtlCol="0">
            <a:spAutoFit/>
          </a:bodyPr>
          <a:lstStyle/>
          <a:p>
            <a:pPr algn="r"/>
            <a:r>
              <a:rPr lang="en-US" sz="1600" dirty="0"/>
              <a:t>1024</a:t>
            </a:r>
            <a:endParaRPr lang="en-GB" sz="1600" dirty="0"/>
          </a:p>
        </p:txBody>
      </p:sp>
      <p:sp>
        <p:nvSpPr>
          <p:cNvPr id="97" name="TextBox 96"/>
          <p:cNvSpPr txBox="1"/>
          <p:nvPr/>
        </p:nvSpPr>
        <p:spPr>
          <a:xfrm>
            <a:off x="5791643" y="4806626"/>
            <a:ext cx="639919" cy="338554"/>
          </a:xfrm>
          <a:prstGeom prst="rect">
            <a:avLst/>
          </a:prstGeom>
          <a:noFill/>
        </p:spPr>
        <p:txBody>
          <a:bodyPr wrap="none" rtlCol="0">
            <a:spAutoFit/>
          </a:bodyPr>
          <a:lstStyle/>
          <a:p>
            <a:pPr algn="r"/>
            <a:r>
              <a:rPr lang="en-US" sz="1600" dirty="0"/>
              <a:t>1824</a:t>
            </a:r>
            <a:endParaRPr lang="en-GB" sz="1600" dirty="0"/>
          </a:p>
        </p:txBody>
      </p:sp>
      <p:sp>
        <p:nvSpPr>
          <p:cNvPr id="98" name="TextBox 97"/>
          <p:cNvSpPr txBox="1"/>
          <p:nvPr/>
        </p:nvSpPr>
        <p:spPr>
          <a:xfrm>
            <a:off x="5782441" y="3281455"/>
            <a:ext cx="639919" cy="338554"/>
          </a:xfrm>
          <a:prstGeom prst="rect">
            <a:avLst/>
          </a:prstGeom>
          <a:noFill/>
        </p:spPr>
        <p:txBody>
          <a:bodyPr wrap="none" rtlCol="0">
            <a:spAutoFit/>
          </a:bodyPr>
          <a:lstStyle/>
          <a:p>
            <a:pPr algn="r"/>
            <a:r>
              <a:rPr lang="en-US" sz="1600" dirty="0"/>
              <a:t>1424</a:t>
            </a:r>
            <a:endParaRPr lang="en-GB" sz="1600" dirty="0"/>
          </a:p>
        </p:txBody>
      </p:sp>
      <p:grpSp>
        <p:nvGrpSpPr>
          <p:cNvPr id="73" name="Group 72"/>
          <p:cNvGrpSpPr/>
          <p:nvPr/>
        </p:nvGrpSpPr>
        <p:grpSpPr>
          <a:xfrm>
            <a:off x="4222972" y="3076249"/>
            <a:ext cx="1357140" cy="552332"/>
            <a:chOff x="4222972" y="3076249"/>
            <a:chExt cx="1357140" cy="552332"/>
          </a:xfrm>
        </p:grpSpPr>
        <p:sp>
          <p:nvSpPr>
            <p:cNvPr id="72" name="Right Arrow 71"/>
            <p:cNvSpPr/>
            <p:nvPr/>
          </p:nvSpPr>
          <p:spPr bwMode="auto">
            <a:xfrm>
              <a:off x="4247964" y="3276137"/>
              <a:ext cx="1332148" cy="352444"/>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400" b="0" i="0" u="none" strike="noStrike" cap="none" normalizeH="0" baseline="0">
                <a:ln>
                  <a:noFill/>
                </a:ln>
                <a:solidFill>
                  <a:schemeClr val="tx1"/>
                </a:solidFill>
                <a:effectLst/>
                <a:latin typeface="Helvetica" pitchFamily="34" charset="0"/>
              </a:endParaRPr>
            </a:p>
          </p:txBody>
        </p:sp>
        <p:sp>
          <p:nvSpPr>
            <p:cNvPr id="101" name="TextBox 53"/>
            <p:cNvSpPr txBox="1">
              <a:spLocks noChangeArrowheads="1"/>
            </p:cNvSpPr>
            <p:nvPr/>
          </p:nvSpPr>
          <p:spPr bwMode="auto">
            <a:xfrm>
              <a:off x="4222972" y="3076249"/>
              <a:ext cx="1357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Loader</a:t>
              </a:r>
            </a:p>
          </p:txBody>
        </p:sp>
      </p:grpSp>
      <p:sp>
        <p:nvSpPr>
          <p:cNvPr id="103" name="Rectangle 2"/>
          <p:cNvSpPr txBox="1">
            <a:spLocks noChangeArrowheads="1"/>
          </p:cNvSpPr>
          <p:nvPr/>
        </p:nvSpPr>
        <p:spPr bwMode="auto">
          <a:xfrm>
            <a:off x="611188" y="495300"/>
            <a:ext cx="781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a:lstStyle>
          <a:p>
            <a:r>
              <a:rPr lang="en-US" altLang="en-US" kern="0"/>
              <a:t>Binding of Code and Data to Memory (Cont.)</a:t>
            </a:r>
            <a:endParaRPr lang="en-US" altLang="en-US" kern="0" dirty="0"/>
          </a:p>
        </p:txBody>
      </p:sp>
      <p:sp>
        <p:nvSpPr>
          <p:cNvPr id="104" name="TextBox 53"/>
          <p:cNvSpPr txBox="1">
            <a:spLocks noChangeArrowheads="1"/>
          </p:cNvSpPr>
          <p:nvPr/>
        </p:nvSpPr>
        <p:spPr bwMode="auto">
          <a:xfrm>
            <a:off x="2987824" y="5913276"/>
            <a:ext cx="31933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dirty="0">
                <a:latin typeface="Arial" charset="0"/>
                <a:cs typeface="Arial" charset="0"/>
              </a:rPr>
              <a:t>Compile Time Binding</a:t>
            </a:r>
          </a:p>
        </p:txBody>
      </p:sp>
    </p:spTree>
    <p:extLst>
      <p:ext uri="{BB962C8B-B14F-4D97-AF65-F5344CB8AC3E}">
        <p14:creationId xmlns:p14="http://schemas.microsoft.com/office/powerpoint/2010/main" val="428988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CPE/CSC205 &amp; CE/CZ2005 Operating Systems</a:t>
            </a:r>
          </a:p>
        </p:txBody>
      </p:sp>
      <p:cxnSp>
        <p:nvCxnSpPr>
          <p:cNvPr id="6" name="Straight Connector 5"/>
          <p:cNvCxnSpPr/>
          <p:nvPr/>
        </p:nvCxnSpPr>
        <p:spPr bwMode="auto">
          <a:xfrm>
            <a:off x="6425730"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7841671"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sp>
        <p:nvSpPr>
          <p:cNvPr id="14" name="TextBox 13"/>
          <p:cNvSpPr txBox="1"/>
          <p:nvPr/>
        </p:nvSpPr>
        <p:spPr>
          <a:xfrm>
            <a:off x="2036674" y="1667393"/>
            <a:ext cx="298480" cy="338554"/>
          </a:xfrm>
          <a:prstGeom prst="rect">
            <a:avLst/>
          </a:prstGeom>
          <a:noFill/>
        </p:spPr>
        <p:txBody>
          <a:bodyPr wrap="none" rtlCol="0">
            <a:spAutoFit/>
          </a:bodyPr>
          <a:lstStyle/>
          <a:p>
            <a:pPr algn="r"/>
            <a:r>
              <a:rPr lang="en-US" sz="1600" dirty="0"/>
              <a:t>0</a:t>
            </a:r>
            <a:endParaRPr lang="en-GB" sz="1600" dirty="0"/>
          </a:p>
        </p:txBody>
      </p:sp>
      <p:grpSp>
        <p:nvGrpSpPr>
          <p:cNvPr id="36" name="Group 35"/>
          <p:cNvGrpSpPr/>
          <p:nvPr/>
        </p:nvGrpSpPr>
        <p:grpSpPr>
          <a:xfrm>
            <a:off x="2318001" y="1679897"/>
            <a:ext cx="1432157" cy="3888432"/>
            <a:chOff x="2300288" y="1952836"/>
            <a:chExt cx="1432157" cy="3888432"/>
          </a:xfrm>
        </p:grpSpPr>
        <p:grpSp>
          <p:nvGrpSpPr>
            <p:cNvPr id="37" name="Group 51"/>
            <p:cNvGrpSpPr/>
            <p:nvPr/>
          </p:nvGrpSpPr>
          <p:grpSpPr>
            <a:xfrm>
              <a:off x="2303748" y="1952836"/>
              <a:ext cx="1428697" cy="3888432"/>
              <a:chOff x="4279800" y="1952836"/>
              <a:chExt cx="1428697" cy="3888432"/>
            </a:xfrm>
            <a:solidFill>
              <a:schemeClr val="hlink"/>
            </a:solidFill>
          </p:grpSpPr>
          <p:sp>
            <p:nvSpPr>
              <p:cNvPr id="47" name="Rectangle 46"/>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8" name="TextBox 47"/>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49" name="TextBox 48"/>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400</a:t>
                </a:r>
              </a:p>
            </p:txBody>
          </p:sp>
          <p:cxnSp>
            <p:nvCxnSpPr>
              <p:cNvPr id="50" name="Straight Connector 49"/>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38" name="Group 61"/>
            <p:cNvGrpSpPr>
              <a:grpSpLocks/>
            </p:cNvGrpSpPr>
            <p:nvPr/>
          </p:nvGrpSpPr>
          <p:grpSpPr bwMode="auto">
            <a:xfrm>
              <a:off x="2309811" y="2740025"/>
              <a:ext cx="1395413" cy="369888"/>
              <a:chOff x="6014635" y="2371249"/>
              <a:chExt cx="1396215" cy="369332"/>
            </a:xfrm>
          </p:grpSpPr>
          <p:sp>
            <p:nvSpPr>
              <p:cNvPr id="45"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6"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800</a:t>
                </a:r>
              </a:p>
            </p:txBody>
          </p:sp>
        </p:grpSp>
        <p:cxnSp>
          <p:nvCxnSpPr>
            <p:cNvPr id="39"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0"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41"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2"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43"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4"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56" name="TextBox 55"/>
          <p:cNvSpPr txBox="1"/>
          <p:nvPr/>
        </p:nvSpPr>
        <p:spPr>
          <a:xfrm>
            <a:off x="1799523" y="4770697"/>
            <a:ext cx="526106" cy="338554"/>
          </a:xfrm>
          <a:prstGeom prst="rect">
            <a:avLst/>
          </a:prstGeom>
          <a:noFill/>
        </p:spPr>
        <p:txBody>
          <a:bodyPr wrap="none" rtlCol="0">
            <a:spAutoFit/>
          </a:bodyPr>
          <a:lstStyle/>
          <a:p>
            <a:pPr algn="r"/>
            <a:r>
              <a:rPr lang="en-US" sz="1600" dirty="0"/>
              <a:t>800</a:t>
            </a:r>
            <a:endParaRPr lang="en-GB" sz="1600" dirty="0"/>
          </a:p>
        </p:txBody>
      </p:sp>
      <p:sp>
        <p:nvSpPr>
          <p:cNvPr id="57" name="TextBox 56"/>
          <p:cNvSpPr txBox="1"/>
          <p:nvPr/>
        </p:nvSpPr>
        <p:spPr>
          <a:xfrm>
            <a:off x="1790321" y="3245526"/>
            <a:ext cx="526106" cy="338554"/>
          </a:xfrm>
          <a:prstGeom prst="rect">
            <a:avLst/>
          </a:prstGeom>
          <a:noFill/>
        </p:spPr>
        <p:txBody>
          <a:bodyPr wrap="none" rtlCol="0">
            <a:spAutoFit/>
          </a:bodyPr>
          <a:lstStyle/>
          <a:p>
            <a:pPr algn="r"/>
            <a:r>
              <a:rPr lang="en-US" sz="1600" dirty="0"/>
              <a:t>400</a:t>
            </a:r>
            <a:endParaRPr lang="en-GB" sz="1600" dirty="0"/>
          </a:p>
        </p:txBody>
      </p:sp>
      <p:sp>
        <p:nvSpPr>
          <p:cNvPr id="75" name="TextBox 53"/>
          <p:cNvSpPr txBox="1">
            <a:spLocks noChangeArrowheads="1"/>
          </p:cNvSpPr>
          <p:nvPr/>
        </p:nvSpPr>
        <p:spPr bwMode="auto">
          <a:xfrm>
            <a:off x="1101768" y="1167615"/>
            <a:ext cx="13571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Relocatable</a:t>
            </a:r>
          </a:p>
          <a:p>
            <a:pPr algn="ctr">
              <a:spcBef>
                <a:spcPct val="0"/>
              </a:spcBef>
              <a:buSzTx/>
              <a:buFontTx/>
              <a:buNone/>
            </a:pPr>
            <a:r>
              <a:rPr lang="en-US" altLang="en-US" sz="1600" dirty="0">
                <a:latin typeface="Arial" charset="0"/>
                <a:cs typeface="Arial" charset="0"/>
              </a:rPr>
              <a:t>Address</a:t>
            </a:r>
          </a:p>
        </p:txBody>
      </p:sp>
      <p:sp>
        <p:nvSpPr>
          <p:cNvPr id="76" name="TextBox 53"/>
          <p:cNvSpPr txBox="1">
            <a:spLocks noChangeArrowheads="1"/>
          </p:cNvSpPr>
          <p:nvPr/>
        </p:nvSpPr>
        <p:spPr bwMode="auto">
          <a:xfrm>
            <a:off x="6483120" y="5667474"/>
            <a:ext cx="1357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dirty="0">
                <a:latin typeface="Arial" charset="0"/>
                <a:cs typeface="Arial" charset="0"/>
              </a:rPr>
              <a:t>Memory</a:t>
            </a:r>
          </a:p>
        </p:txBody>
      </p:sp>
      <p:grpSp>
        <p:nvGrpSpPr>
          <p:cNvPr id="77" name="Group 76"/>
          <p:cNvGrpSpPr/>
          <p:nvPr/>
        </p:nvGrpSpPr>
        <p:grpSpPr>
          <a:xfrm>
            <a:off x="6404604" y="1679897"/>
            <a:ext cx="1432157" cy="3888432"/>
            <a:chOff x="2300288" y="1952836"/>
            <a:chExt cx="1432157" cy="3888432"/>
          </a:xfrm>
        </p:grpSpPr>
        <p:grpSp>
          <p:nvGrpSpPr>
            <p:cNvPr id="78" name="Group 51"/>
            <p:cNvGrpSpPr/>
            <p:nvPr/>
          </p:nvGrpSpPr>
          <p:grpSpPr>
            <a:xfrm>
              <a:off x="2303748" y="1952836"/>
              <a:ext cx="1428697" cy="3888432"/>
              <a:chOff x="4279800" y="1952836"/>
              <a:chExt cx="1428697" cy="3888432"/>
            </a:xfrm>
            <a:solidFill>
              <a:schemeClr val="hlink"/>
            </a:solidFill>
          </p:grpSpPr>
          <p:sp>
            <p:nvSpPr>
              <p:cNvPr id="88" name="Rectangle 87"/>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89" name="TextBox 88"/>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90" name="TextBox 89"/>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1424</a:t>
                </a:r>
              </a:p>
            </p:txBody>
          </p:sp>
          <p:cxnSp>
            <p:nvCxnSpPr>
              <p:cNvPr id="91" name="Straight Connector 90"/>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3" name="Straight Connector 92"/>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4" name="Straight Connector 93"/>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79" name="Group 61"/>
            <p:cNvGrpSpPr>
              <a:grpSpLocks/>
            </p:cNvGrpSpPr>
            <p:nvPr/>
          </p:nvGrpSpPr>
          <p:grpSpPr bwMode="auto">
            <a:xfrm>
              <a:off x="2309811" y="2740025"/>
              <a:ext cx="1395413" cy="369888"/>
              <a:chOff x="6014635" y="2371249"/>
              <a:chExt cx="1396215" cy="369332"/>
            </a:xfrm>
          </p:grpSpPr>
          <p:sp>
            <p:nvSpPr>
              <p:cNvPr id="86"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87"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1824</a:t>
                </a:r>
              </a:p>
            </p:txBody>
          </p:sp>
        </p:grpSp>
        <p:cxnSp>
          <p:nvCxnSpPr>
            <p:cNvPr id="80"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1"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82"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3"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84"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5"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95" name="TextBox 94"/>
          <p:cNvSpPr txBox="1"/>
          <p:nvPr/>
        </p:nvSpPr>
        <p:spPr>
          <a:xfrm>
            <a:off x="5801168" y="1703322"/>
            <a:ext cx="639919" cy="338554"/>
          </a:xfrm>
          <a:prstGeom prst="rect">
            <a:avLst/>
          </a:prstGeom>
          <a:noFill/>
        </p:spPr>
        <p:txBody>
          <a:bodyPr wrap="none" rtlCol="0">
            <a:spAutoFit/>
          </a:bodyPr>
          <a:lstStyle/>
          <a:p>
            <a:pPr algn="r"/>
            <a:r>
              <a:rPr lang="en-US" sz="1600" dirty="0"/>
              <a:t>1024</a:t>
            </a:r>
            <a:endParaRPr lang="en-GB" sz="1600" dirty="0"/>
          </a:p>
        </p:txBody>
      </p:sp>
      <p:sp>
        <p:nvSpPr>
          <p:cNvPr id="97" name="TextBox 96"/>
          <p:cNvSpPr txBox="1"/>
          <p:nvPr/>
        </p:nvSpPr>
        <p:spPr>
          <a:xfrm>
            <a:off x="5791643" y="4806626"/>
            <a:ext cx="639919" cy="338554"/>
          </a:xfrm>
          <a:prstGeom prst="rect">
            <a:avLst/>
          </a:prstGeom>
          <a:noFill/>
        </p:spPr>
        <p:txBody>
          <a:bodyPr wrap="none" rtlCol="0">
            <a:spAutoFit/>
          </a:bodyPr>
          <a:lstStyle/>
          <a:p>
            <a:pPr algn="r"/>
            <a:r>
              <a:rPr lang="en-US" sz="1600" dirty="0"/>
              <a:t>1824</a:t>
            </a:r>
            <a:endParaRPr lang="en-GB" sz="1600" dirty="0"/>
          </a:p>
        </p:txBody>
      </p:sp>
      <p:sp>
        <p:nvSpPr>
          <p:cNvPr id="98" name="TextBox 97"/>
          <p:cNvSpPr txBox="1"/>
          <p:nvPr/>
        </p:nvSpPr>
        <p:spPr>
          <a:xfrm>
            <a:off x="5782441" y="3281455"/>
            <a:ext cx="639919" cy="338554"/>
          </a:xfrm>
          <a:prstGeom prst="rect">
            <a:avLst/>
          </a:prstGeom>
          <a:noFill/>
        </p:spPr>
        <p:txBody>
          <a:bodyPr wrap="none" rtlCol="0">
            <a:spAutoFit/>
          </a:bodyPr>
          <a:lstStyle/>
          <a:p>
            <a:pPr algn="r"/>
            <a:r>
              <a:rPr lang="en-US" sz="1600" dirty="0"/>
              <a:t>1424</a:t>
            </a:r>
            <a:endParaRPr lang="en-GB" sz="1600" dirty="0"/>
          </a:p>
        </p:txBody>
      </p:sp>
      <p:grpSp>
        <p:nvGrpSpPr>
          <p:cNvPr id="73" name="Group 72"/>
          <p:cNvGrpSpPr/>
          <p:nvPr/>
        </p:nvGrpSpPr>
        <p:grpSpPr>
          <a:xfrm>
            <a:off x="4222972" y="3076249"/>
            <a:ext cx="1357140" cy="552332"/>
            <a:chOff x="4222972" y="3076249"/>
            <a:chExt cx="1357140" cy="552332"/>
          </a:xfrm>
        </p:grpSpPr>
        <p:sp>
          <p:nvSpPr>
            <p:cNvPr id="72" name="Right Arrow 71"/>
            <p:cNvSpPr/>
            <p:nvPr/>
          </p:nvSpPr>
          <p:spPr bwMode="auto">
            <a:xfrm>
              <a:off x="4247964" y="3276137"/>
              <a:ext cx="1332148" cy="352444"/>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400" b="0" i="0" u="none" strike="noStrike" cap="none" normalizeH="0" baseline="0">
                <a:ln>
                  <a:noFill/>
                </a:ln>
                <a:solidFill>
                  <a:schemeClr val="tx1"/>
                </a:solidFill>
                <a:effectLst/>
                <a:latin typeface="Helvetica" pitchFamily="34" charset="0"/>
              </a:endParaRPr>
            </a:p>
          </p:txBody>
        </p:sp>
        <p:sp>
          <p:nvSpPr>
            <p:cNvPr id="101" name="TextBox 53"/>
            <p:cNvSpPr txBox="1">
              <a:spLocks noChangeArrowheads="1"/>
            </p:cNvSpPr>
            <p:nvPr/>
          </p:nvSpPr>
          <p:spPr bwMode="auto">
            <a:xfrm>
              <a:off x="4222972" y="3076249"/>
              <a:ext cx="1357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Loader</a:t>
              </a:r>
            </a:p>
          </p:txBody>
        </p:sp>
      </p:grpSp>
      <p:sp>
        <p:nvSpPr>
          <p:cNvPr id="103" name="Rectangle 2"/>
          <p:cNvSpPr txBox="1">
            <a:spLocks noChangeArrowheads="1"/>
          </p:cNvSpPr>
          <p:nvPr/>
        </p:nvSpPr>
        <p:spPr bwMode="auto">
          <a:xfrm>
            <a:off x="611188" y="495300"/>
            <a:ext cx="781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a:lstStyle>
          <a:p>
            <a:r>
              <a:rPr lang="en-US" altLang="en-US" kern="0"/>
              <a:t>Binding of Code and Data to Memory (Cont.)</a:t>
            </a:r>
            <a:endParaRPr lang="en-US" altLang="en-US" kern="0" dirty="0"/>
          </a:p>
        </p:txBody>
      </p:sp>
      <p:sp>
        <p:nvSpPr>
          <p:cNvPr id="58" name="TextBox 53"/>
          <p:cNvSpPr txBox="1">
            <a:spLocks noChangeArrowheads="1"/>
          </p:cNvSpPr>
          <p:nvPr/>
        </p:nvSpPr>
        <p:spPr bwMode="auto">
          <a:xfrm>
            <a:off x="2987824" y="5913276"/>
            <a:ext cx="31933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dirty="0">
                <a:latin typeface="Arial" charset="0"/>
                <a:cs typeface="Arial" charset="0"/>
              </a:rPr>
              <a:t>Load Time Binding</a:t>
            </a:r>
          </a:p>
        </p:txBody>
      </p:sp>
    </p:spTree>
    <p:extLst>
      <p:ext uri="{BB962C8B-B14F-4D97-AF65-F5344CB8AC3E}">
        <p14:creationId xmlns:p14="http://schemas.microsoft.com/office/powerpoint/2010/main" val="241785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CPE/CSC205 &amp; CE/CZ2005 Operating Systems</a:t>
            </a:r>
          </a:p>
        </p:txBody>
      </p:sp>
      <p:cxnSp>
        <p:nvCxnSpPr>
          <p:cNvPr id="6" name="Straight Connector 5"/>
          <p:cNvCxnSpPr/>
          <p:nvPr/>
        </p:nvCxnSpPr>
        <p:spPr bwMode="auto">
          <a:xfrm>
            <a:off x="5941966"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7357907" y="1304764"/>
            <a:ext cx="0" cy="4753136"/>
          </a:xfrm>
          <a:prstGeom prst="line">
            <a:avLst/>
          </a:prstGeom>
          <a:solidFill>
            <a:schemeClr val="bg1"/>
          </a:solidFill>
          <a:ln w="15875" cap="flat" cmpd="sng" algn="ctr">
            <a:solidFill>
              <a:schemeClr val="tx1"/>
            </a:solidFill>
            <a:prstDash val="solid"/>
            <a:round/>
            <a:headEnd type="none" w="med" len="med"/>
            <a:tailEnd type="none" w="med" len="med"/>
          </a:ln>
          <a:effectLst/>
        </p:spPr>
      </p:cxnSp>
      <p:sp>
        <p:nvSpPr>
          <p:cNvPr id="14" name="TextBox 13"/>
          <p:cNvSpPr txBox="1"/>
          <p:nvPr/>
        </p:nvSpPr>
        <p:spPr>
          <a:xfrm>
            <a:off x="1552910" y="1667393"/>
            <a:ext cx="298480" cy="338554"/>
          </a:xfrm>
          <a:prstGeom prst="rect">
            <a:avLst/>
          </a:prstGeom>
          <a:noFill/>
        </p:spPr>
        <p:txBody>
          <a:bodyPr wrap="none" rtlCol="0">
            <a:spAutoFit/>
          </a:bodyPr>
          <a:lstStyle/>
          <a:p>
            <a:pPr algn="r"/>
            <a:r>
              <a:rPr lang="en-US" sz="1600" dirty="0"/>
              <a:t>0</a:t>
            </a:r>
            <a:endParaRPr lang="en-GB" sz="1600" dirty="0"/>
          </a:p>
        </p:txBody>
      </p:sp>
      <p:grpSp>
        <p:nvGrpSpPr>
          <p:cNvPr id="36" name="Group 35"/>
          <p:cNvGrpSpPr/>
          <p:nvPr/>
        </p:nvGrpSpPr>
        <p:grpSpPr>
          <a:xfrm>
            <a:off x="1834237" y="1679897"/>
            <a:ext cx="1432157" cy="3888432"/>
            <a:chOff x="2300288" y="1952836"/>
            <a:chExt cx="1432157" cy="3888432"/>
          </a:xfrm>
        </p:grpSpPr>
        <p:grpSp>
          <p:nvGrpSpPr>
            <p:cNvPr id="37" name="Group 51"/>
            <p:cNvGrpSpPr/>
            <p:nvPr/>
          </p:nvGrpSpPr>
          <p:grpSpPr>
            <a:xfrm>
              <a:off x="2303748" y="1952836"/>
              <a:ext cx="1428697" cy="3888432"/>
              <a:chOff x="4279800" y="1952836"/>
              <a:chExt cx="1428697" cy="3888432"/>
            </a:xfrm>
            <a:solidFill>
              <a:schemeClr val="hlink"/>
            </a:solidFill>
          </p:grpSpPr>
          <p:sp>
            <p:nvSpPr>
              <p:cNvPr id="47" name="Rectangle 46"/>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8" name="TextBox 47"/>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49" name="TextBox 48"/>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400</a:t>
                </a:r>
              </a:p>
            </p:txBody>
          </p:sp>
          <p:cxnSp>
            <p:nvCxnSpPr>
              <p:cNvPr id="50" name="Straight Connector 49"/>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38" name="Group 61"/>
            <p:cNvGrpSpPr>
              <a:grpSpLocks/>
            </p:cNvGrpSpPr>
            <p:nvPr/>
          </p:nvGrpSpPr>
          <p:grpSpPr bwMode="auto">
            <a:xfrm>
              <a:off x="2309811" y="2740025"/>
              <a:ext cx="1395413" cy="369888"/>
              <a:chOff x="6014635" y="2371249"/>
              <a:chExt cx="1396215" cy="369332"/>
            </a:xfrm>
          </p:grpSpPr>
          <p:sp>
            <p:nvSpPr>
              <p:cNvPr id="45"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6"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800</a:t>
                </a:r>
              </a:p>
            </p:txBody>
          </p:sp>
        </p:grpSp>
        <p:cxnSp>
          <p:nvCxnSpPr>
            <p:cNvPr id="39"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40"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41"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2"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43"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44"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56" name="TextBox 55"/>
          <p:cNvSpPr txBox="1"/>
          <p:nvPr/>
        </p:nvSpPr>
        <p:spPr>
          <a:xfrm>
            <a:off x="1315759" y="4770697"/>
            <a:ext cx="526106" cy="338554"/>
          </a:xfrm>
          <a:prstGeom prst="rect">
            <a:avLst/>
          </a:prstGeom>
          <a:noFill/>
        </p:spPr>
        <p:txBody>
          <a:bodyPr wrap="none" rtlCol="0">
            <a:spAutoFit/>
          </a:bodyPr>
          <a:lstStyle/>
          <a:p>
            <a:pPr algn="r"/>
            <a:r>
              <a:rPr lang="en-US" sz="1600" dirty="0"/>
              <a:t>800</a:t>
            </a:r>
            <a:endParaRPr lang="en-GB" sz="1600" dirty="0"/>
          </a:p>
        </p:txBody>
      </p:sp>
      <p:sp>
        <p:nvSpPr>
          <p:cNvPr id="57" name="TextBox 56"/>
          <p:cNvSpPr txBox="1"/>
          <p:nvPr/>
        </p:nvSpPr>
        <p:spPr>
          <a:xfrm>
            <a:off x="1306557" y="3245526"/>
            <a:ext cx="526106" cy="338554"/>
          </a:xfrm>
          <a:prstGeom prst="rect">
            <a:avLst/>
          </a:prstGeom>
          <a:noFill/>
        </p:spPr>
        <p:txBody>
          <a:bodyPr wrap="none" rtlCol="0">
            <a:spAutoFit/>
          </a:bodyPr>
          <a:lstStyle/>
          <a:p>
            <a:pPr algn="r"/>
            <a:r>
              <a:rPr lang="en-US" sz="1600" dirty="0"/>
              <a:t>400</a:t>
            </a:r>
            <a:endParaRPr lang="en-GB" sz="1600" dirty="0"/>
          </a:p>
        </p:txBody>
      </p:sp>
      <p:sp>
        <p:nvSpPr>
          <p:cNvPr id="75" name="TextBox 53"/>
          <p:cNvSpPr txBox="1">
            <a:spLocks noChangeArrowheads="1"/>
          </p:cNvSpPr>
          <p:nvPr/>
        </p:nvSpPr>
        <p:spPr bwMode="auto">
          <a:xfrm>
            <a:off x="618004" y="1167615"/>
            <a:ext cx="13571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Relocatable</a:t>
            </a:r>
          </a:p>
          <a:p>
            <a:pPr algn="ctr">
              <a:spcBef>
                <a:spcPct val="0"/>
              </a:spcBef>
              <a:buSzTx/>
              <a:buFontTx/>
              <a:buNone/>
            </a:pPr>
            <a:r>
              <a:rPr lang="en-US" altLang="en-US" sz="1600" dirty="0">
                <a:latin typeface="Arial" charset="0"/>
                <a:cs typeface="Arial" charset="0"/>
              </a:rPr>
              <a:t>Address</a:t>
            </a:r>
          </a:p>
        </p:txBody>
      </p:sp>
      <p:sp>
        <p:nvSpPr>
          <p:cNvPr id="76" name="TextBox 53"/>
          <p:cNvSpPr txBox="1">
            <a:spLocks noChangeArrowheads="1"/>
          </p:cNvSpPr>
          <p:nvPr/>
        </p:nvSpPr>
        <p:spPr bwMode="auto">
          <a:xfrm>
            <a:off x="5999356" y="5667474"/>
            <a:ext cx="1357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dirty="0">
                <a:latin typeface="Arial" charset="0"/>
                <a:cs typeface="Arial" charset="0"/>
              </a:rPr>
              <a:t>Memory</a:t>
            </a:r>
          </a:p>
        </p:txBody>
      </p:sp>
      <p:grpSp>
        <p:nvGrpSpPr>
          <p:cNvPr id="77" name="Group 76"/>
          <p:cNvGrpSpPr/>
          <p:nvPr/>
        </p:nvGrpSpPr>
        <p:grpSpPr>
          <a:xfrm>
            <a:off x="5920840" y="1679897"/>
            <a:ext cx="1432157" cy="3888432"/>
            <a:chOff x="2300288" y="1952836"/>
            <a:chExt cx="1432157" cy="3888432"/>
          </a:xfrm>
        </p:grpSpPr>
        <p:grpSp>
          <p:nvGrpSpPr>
            <p:cNvPr id="78" name="Group 51"/>
            <p:cNvGrpSpPr/>
            <p:nvPr/>
          </p:nvGrpSpPr>
          <p:grpSpPr>
            <a:xfrm>
              <a:off x="2303748" y="1952836"/>
              <a:ext cx="1428697" cy="3888432"/>
              <a:chOff x="4279800" y="1952836"/>
              <a:chExt cx="1428697" cy="3888432"/>
            </a:xfrm>
            <a:solidFill>
              <a:schemeClr val="hlink"/>
            </a:solidFill>
          </p:grpSpPr>
          <p:sp>
            <p:nvSpPr>
              <p:cNvPr id="88" name="Rectangle 87"/>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89" name="TextBox 88"/>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90" name="TextBox 89"/>
              <p:cNvSpPr txBox="1"/>
              <p:nvPr/>
            </p:nvSpPr>
            <p:spPr>
              <a:xfrm>
                <a:off x="4318373" y="4329113"/>
                <a:ext cx="1362904" cy="353943"/>
              </a:xfrm>
              <a:prstGeom prst="rect">
                <a:avLst/>
              </a:prstGeom>
              <a:grpFill/>
            </p:spPr>
            <p:txBody>
              <a:bodyPr wrap="square">
                <a:spAutoFit/>
              </a:bodyPr>
              <a:lstStyle/>
              <a:p>
                <a:pPr>
                  <a:defRPr/>
                </a:pPr>
                <a:r>
                  <a:rPr lang="en-US" sz="1700" dirty="0">
                    <a:latin typeface="Arial" pitchFamily="34" charset="0"/>
                    <a:cs typeface="Arial" pitchFamily="34" charset="0"/>
                  </a:rPr>
                  <a:t>JUMP 400</a:t>
                </a:r>
              </a:p>
            </p:txBody>
          </p:sp>
          <p:cxnSp>
            <p:nvCxnSpPr>
              <p:cNvPr id="91" name="Straight Connector 90"/>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3" name="Straight Connector 92"/>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94" name="Straight Connector 93"/>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grpSp>
          <p:nvGrpSpPr>
            <p:cNvPr id="79" name="Group 61"/>
            <p:cNvGrpSpPr>
              <a:grpSpLocks/>
            </p:cNvGrpSpPr>
            <p:nvPr/>
          </p:nvGrpSpPr>
          <p:grpSpPr bwMode="auto">
            <a:xfrm>
              <a:off x="2309811" y="2740025"/>
              <a:ext cx="1395413" cy="369888"/>
              <a:chOff x="6014635" y="2371249"/>
              <a:chExt cx="1396215" cy="369332"/>
            </a:xfrm>
          </p:grpSpPr>
          <p:sp>
            <p:nvSpPr>
              <p:cNvPr id="86" name="Rectangle 60"/>
              <p:cNvSpPr>
                <a:spLocks noChangeArrowheads="1"/>
              </p:cNvSpPr>
              <p:nvPr/>
            </p:nvSpPr>
            <p:spPr bwMode="auto">
              <a:xfrm>
                <a:off x="6014635" y="2371249"/>
                <a:ext cx="1396215" cy="369332"/>
              </a:xfrm>
              <a:prstGeom prst="rect">
                <a:avLst/>
              </a:prstGeom>
              <a:solidFill>
                <a:srgbClr val="CCCCFF"/>
              </a:solidFill>
              <a:ln w="9525" algn="ctr">
                <a:solidFill>
                  <a:schemeClr val="tx1"/>
                </a:solidFill>
                <a:round/>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87" name="TextBox 53"/>
              <p:cNvSpPr txBox="1">
                <a:spLocks noChangeArrowheads="1"/>
              </p:cNvSpPr>
              <p:nvPr/>
            </p:nvSpPr>
            <p:spPr bwMode="auto">
              <a:xfrm>
                <a:off x="6042636" y="2383266"/>
                <a:ext cx="1357920" cy="3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700" dirty="0">
                    <a:latin typeface="Arial" charset="0"/>
                    <a:cs typeface="Arial" charset="0"/>
                  </a:rPr>
                  <a:t>LOAD 800</a:t>
                </a:r>
              </a:p>
            </p:txBody>
          </p:sp>
        </p:grpSp>
        <p:cxnSp>
          <p:nvCxnSpPr>
            <p:cNvPr id="80"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81"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82"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3"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dirty="0">
                  <a:latin typeface="Arial" charset="0"/>
                  <a:cs typeface="Arial" charset="0"/>
                </a:rPr>
                <a:t>.</a:t>
              </a:r>
            </a:p>
            <a:p>
              <a:pPr algn="ctr">
                <a:lnSpc>
                  <a:spcPct val="50000"/>
                </a:lnSpc>
                <a:spcBef>
                  <a:spcPct val="0"/>
                </a:spcBef>
                <a:buSzTx/>
                <a:buFontTx/>
                <a:buNone/>
              </a:pPr>
              <a:r>
                <a:rPr lang="en-US" altLang="en-US" sz="1800" b="1" dirty="0">
                  <a:latin typeface="Arial" charset="0"/>
                  <a:cs typeface="Arial" charset="0"/>
                </a:rPr>
                <a:t>.</a:t>
              </a:r>
              <a:endParaRPr lang="en-SG" altLang="en-US" sz="1800" b="1" dirty="0">
                <a:latin typeface="Arial" charset="0"/>
                <a:cs typeface="Arial" charset="0"/>
              </a:endParaRPr>
            </a:p>
          </p:txBody>
        </p:sp>
        <p:sp>
          <p:nvSpPr>
            <p:cNvPr id="84"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85"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grpSp>
      <p:sp>
        <p:nvSpPr>
          <p:cNvPr id="95" name="TextBox 94"/>
          <p:cNvSpPr txBox="1"/>
          <p:nvPr/>
        </p:nvSpPr>
        <p:spPr>
          <a:xfrm>
            <a:off x="5317404" y="1703322"/>
            <a:ext cx="639919" cy="338554"/>
          </a:xfrm>
          <a:prstGeom prst="rect">
            <a:avLst/>
          </a:prstGeom>
          <a:noFill/>
        </p:spPr>
        <p:txBody>
          <a:bodyPr wrap="none" rtlCol="0">
            <a:spAutoFit/>
          </a:bodyPr>
          <a:lstStyle/>
          <a:p>
            <a:pPr algn="r"/>
            <a:r>
              <a:rPr lang="en-US" sz="1600" dirty="0"/>
              <a:t>1024</a:t>
            </a:r>
            <a:endParaRPr lang="en-GB" sz="1600" dirty="0"/>
          </a:p>
        </p:txBody>
      </p:sp>
      <p:sp>
        <p:nvSpPr>
          <p:cNvPr id="97" name="TextBox 96"/>
          <p:cNvSpPr txBox="1"/>
          <p:nvPr/>
        </p:nvSpPr>
        <p:spPr>
          <a:xfrm>
            <a:off x="5307879" y="4806626"/>
            <a:ext cx="639919" cy="338554"/>
          </a:xfrm>
          <a:prstGeom prst="rect">
            <a:avLst/>
          </a:prstGeom>
          <a:noFill/>
        </p:spPr>
        <p:txBody>
          <a:bodyPr wrap="none" rtlCol="0">
            <a:spAutoFit/>
          </a:bodyPr>
          <a:lstStyle/>
          <a:p>
            <a:pPr algn="r"/>
            <a:r>
              <a:rPr lang="en-US" sz="1600" dirty="0"/>
              <a:t>1824</a:t>
            </a:r>
            <a:endParaRPr lang="en-GB" sz="1600" dirty="0"/>
          </a:p>
        </p:txBody>
      </p:sp>
      <p:sp>
        <p:nvSpPr>
          <p:cNvPr id="98" name="TextBox 97"/>
          <p:cNvSpPr txBox="1"/>
          <p:nvPr/>
        </p:nvSpPr>
        <p:spPr>
          <a:xfrm>
            <a:off x="5298677" y="3281455"/>
            <a:ext cx="639919" cy="338554"/>
          </a:xfrm>
          <a:prstGeom prst="rect">
            <a:avLst/>
          </a:prstGeom>
          <a:noFill/>
        </p:spPr>
        <p:txBody>
          <a:bodyPr wrap="none" rtlCol="0">
            <a:spAutoFit/>
          </a:bodyPr>
          <a:lstStyle/>
          <a:p>
            <a:pPr algn="r"/>
            <a:r>
              <a:rPr lang="en-US" sz="1600" dirty="0"/>
              <a:t>1424</a:t>
            </a:r>
            <a:endParaRPr lang="en-GB" sz="1600" dirty="0"/>
          </a:p>
        </p:txBody>
      </p:sp>
      <p:grpSp>
        <p:nvGrpSpPr>
          <p:cNvPr id="73" name="Group 72"/>
          <p:cNvGrpSpPr/>
          <p:nvPr/>
        </p:nvGrpSpPr>
        <p:grpSpPr>
          <a:xfrm>
            <a:off x="3739208" y="3076249"/>
            <a:ext cx="1357140" cy="552332"/>
            <a:chOff x="4222972" y="3076249"/>
            <a:chExt cx="1357140" cy="552332"/>
          </a:xfrm>
        </p:grpSpPr>
        <p:sp>
          <p:nvSpPr>
            <p:cNvPr id="72" name="Right Arrow 71"/>
            <p:cNvSpPr/>
            <p:nvPr/>
          </p:nvSpPr>
          <p:spPr bwMode="auto">
            <a:xfrm>
              <a:off x="4247964" y="3276137"/>
              <a:ext cx="1332148" cy="352444"/>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400" b="0" i="0" u="none" strike="noStrike" cap="none" normalizeH="0" baseline="0">
                <a:ln>
                  <a:noFill/>
                </a:ln>
                <a:solidFill>
                  <a:schemeClr val="tx1"/>
                </a:solidFill>
                <a:effectLst/>
                <a:latin typeface="Helvetica" pitchFamily="34" charset="0"/>
              </a:endParaRPr>
            </a:p>
          </p:txBody>
        </p:sp>
        <p:sp>
          <p:nvSpPr>
            <p:cNvPr id="101" name="TextBox 53"/>
            <p:cNvSpPr txBox="1">
              <a:spLocks noChangeArrowheads="1"/>
            </p:cNvSpPr>
            <p:nvPr/>
          </p:nvSpPr>
          <p:spPr bwMode="auto">
            <a:xfrm>
              <a:off x="4222972" y="3076249"/>
              <a:ext cx="1357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dirty="0">
                  <a:latin typeface="Arial" charset="0"/>
                  <a:cs typeface="Arial" charset="0"/>
                </a:rPr>
                <a:t>Loader</a:t>
              </a:r>
            </a:p>
          </p:txBody>
        </p:sp>
      </p:grpSp>
      <p:sp>
        <p:nvSpPr>
          <p:cNvPr id="103" name="Rectangle 2"/>
          <p:cNvSpPr txBox="1">
            <a:spLocks noChangeArrowheads="1"/>
          </p:cNvSpPr>
          <p:nvPr/>
        </p:nvSpPr>
        <p:spPr bwMode="auto">
          <a:xfrm>
            <a:off x="611188" y="495300"/>
            <a:ext cx="781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a:lstStyle>
          <a:p>
            <a:r>
              <a:rPr lang="en-US" altLang="en-US" kern="0" dirty="0"/>
              <a:t>Binding of Code and Data to Memory (Cont.)</a:t>
            </a:r>
          </a:p>
        </p:txBody>
      </p:sp>
      <p:sp>
        <p:nvSpPr>
          <p:cNvPr id="58" name="TextBox 53"/>
          <p:cNvSpPr txBox="1">
            <a:spLocks noChangeArrowheads="1"/>
          </p:cNvSpPr>
          <p:nvPr/>
        </p:nvSpPr>
        <p:spPr bwMode="auto">
          <a:xfrm>
            <a:off x="2372639" y="5919528"/>
            <a:ext cx="3416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dirty="0">
                <a:latin typeface="Arial" charset="0"/>
                <a:cs typeface="Arial" charset="0"/>
              </a:rPr>
              <a:t>Execution Time Binding</a:t>
            </a:r>
          </a:p>
        </p:txBody>
      </p:sp>
      <p:sp>
        <p:nvSpPr>
          <p:cNvPr id="54" name="TextBox 53"/>
          <p:cNvSpPr txBox="1"/>
          <p:nvPr/>
        </p:nvSpPr>
        <p:spPr>
          <a:xfrm>
            <a:off x="5307879" y="5328347"/>
            <a:ext cx="639919" cy="338554"/>
          </a:xfrm>
          <a:prstGeom prst="rect">
            <a:avLst/>
          </a:prstGeom>
          <a:noFill/>
        </p:spPr>
        <p:txBody>
          <a:bodyPr wrap="none" rtlCol="0">
            <a:spAutoFit/>
          </a:bodyPr>
          <a:lstStyle/>
          <a:p>
            <a:pPr algn="r"/>
            <a:r>
              <a:rPr lang="en-US" sz="1600" dirty="0"/>
              <a:t>2024</a:t>
            </a:r>
            <a:endParaRPr lang="en-GB" sz="1600" dirty="0"/>
          </a:p>
        </p:txBody>
      </p:sp>
      <p:grpSp>
        <p:nvGrpSpPr>
          <p:cNvPr id="7" name="Group 6"/>
          <p:cNvGrpSpPr/>
          <p:nvPr/>
        </p:nvGrpSpPr>
        <p:grpSpPr>
          <a:xfrm>
            <a:off x="3948912" y="1384818"/>
            <a:ext cx="1368492" cy="487781"/>
            <a:chOff x="3948912" y="1384818"/>
            <a:chExt cx="1368492" cy="487781"/>
          </a:xfrm>
        </p:grpSpPr>
        <p:cxnSp>
          <p:nvCxnSpPr>
            <p:cNvPr id="5" name="Straight Arrow Connector 4"/>
            <p:cNvCxnSpPr>
              <a:endCxn id="95" idx="1"/>
            </p:cNvCxnSpPr>
            <p:nvPr/>
          </p:nvCxnSpPr>
          <p:spPr bwMode="auto">
            <a:xfrm>
              <a:off x="4572000" y="1556792"/>
              <a:ext cx="745404" cy="315807"/>
            </a:xfrm>
            <a:prstGeom prst="straightConnector1">
              <a:avLst/>
            </a:prstGeom>
            <a:solidFill>
              <a:schemeClr val="bg1"/>
            </a:solidFill>
            <a:ln w="9525" cap="flat" cmpd="sng" algn="ctr">
              <a:solidFill>
                <a:schemeClr val="tx1"/>
              </a:solidFill>
              <a:prstDash val="solid"/>
              <a:round/>
              <a:headEnd type="none" w="med" len="med"/>
              <a:tailEnd type="arrow"/>
            </a:ln>
            <a:effectLst/>
          </p:spPr>
        </p:cxnSp>
        <p:sp>
          <p:nvSpPr>
            <p:cNvPr id="59" name="TextBox 58"/>
            <p:cNvSpPr txBox="1"/>
            <p:nvPr/>
          </p:nvSpPr>
          <p:spPr>
            <a:xfrm>
              <a:off x="3948912" y="1384818"/>
              <a:ext cx="628698" cy="338554"/>
            </a:xfrm>
            <a:prstGeom prst="rect">
              <a:avLst/>
            </a:prstGeom>
            <a:noFill/>
          </p:spPr>
          <p:txBody>
            <a:bodyPr wrap="none" rtlCol="0">
              <a:spAutoFit/>
            </a:bodyPr>
            <a:lstStyle/>
            <a:p>
              <a:pPr algn="r"/>
              <a:r>
                <a:rPr lang="en-US" sz="1600" dirty="0"/>
                <a:t>base</a:t>
              </a:r>
              <a:endParaRPr lang="en-GB" sz="1600" dirty="0"/>
            </a:p>
          </p:txBody>
        </p:sp>
      </p:grpSp>
      <p:grpSp>
        <p:nvGrpSpPr>
          <p:cNvPr id="8" name="Group 7"/>
          <p:cNvGrpSpPr/>
          <p:nvPr/>
        </p:nvGrpSpPr>
        <p:grpSpPr>
          <a:xfrm>
            <a:off x="7472612" y="1679897"/>
            <a:ext cx="814799" cy="3888432"/>
            <a:chOff x="7472612" y="1679897"/>
            <a:chExt cx="814799" cy="3888432"/>
          </a:xfrm>
        </p:grpSpPr>
        <p:sp>
          <p:nvSpPr>
            <p:cNvPr id="2" name="Right Brace 1"/>
            <p:cNvSpPr/>
            <p:nvPr/>
          </p:nvSpPr>
          <p:spPr bwMode="auto">
            <a:xfrm>
              <a:off x="7472612" y="1679897"/>
              <a:ext cx="252587" cy="3888432"/>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400" b="0" i="0" u="none" strike="noStrike" cap="none" normalizeH="0" baseline="0">
                <a:ln>
                  <a:noFill/>
                </a:ln>
                <a:solidFill>
                  <a:schemeClr val="tx1"/>
                </a:solidFill>
                <a:effectLst/>
                <a:latin typeface="Helvetica" pitchFamily="34" charset="0"/>
              </a:endParaRPr>
            </a:p>
          </p:txBody>
        </p:sp>
        <p:sp>
          <p:nvSpPr>
            <p:cNvPr id="60" name="TextBox 59"/>
            <p:cNvSpPr txBox="1"/>
            <p:nvPr/>
          </p:nvSpPr>
          <p:spPr>
            <a:xfrm>
              <a:off x="7738863" y="3464622"/>
              <a:ext cx="548548" cy="338554"/>
            </a:xfrm>
            <a:prstGeom prst="rect">
              <a:avLst/>
            </a:prstGeom>
            <a:noFill/>
          </p:spPr>
          <p:txBody>
            <a:bodyPr wrap="none" rtlCol="0">
              <a:spAutoFit/>
            </a:bodyPr>
            <a:lstStyle/>
            <a:p>
              <a:pPr algn="r"/>
              <a:r>
                <a:rPr lang="en-US" sz="1600" dirty="0"/>
                <a:t>limit</a:t>
              </a:r>
              <a:endParaRPr lang="en-GB" sz="1600" dirty="0"/>
            </a:p>
          </p:txBody>
        </p:sp>
      </p:grpSp>
    </p:spTree>
    <p:extLst>
      <p:ext uri="{BB962C8B-B14F-4D97-AF65-F5344CB8AC3E}">
        <p14:creationId xmlns:p14="http://schemas.microsoft.com/office/powerpoint/2010/main" val="43935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CPE/CSC205 &amp; CE/CZ2005 Operating Systems</a:t>
            </a:r>
          </a:p>
        </p:txBody>
      </p:sp>
      <p:sp>
        <p:nvSpPr>
          <p:cNvPr id="5" name="Rectangle 2"/>
          <p:cNvSpPr txBox="1">
            <a:spLocks noChangeArrowheads="1"/>
          </p:cNvSpPr>
          <p:nvPr/>
        </p:nvSpPr>
        <p:spPr bwMode="auto">
          <a:xfrm>
            <a:off x="611188" y="495300"/>
            <a:ext cx="781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a:lstStyle>
          <a:p>
            <a:r>
              <a:rPr lang="en-US" altLang="en-US" kern="0" dirty="0"/>
              <a:t>Binding of Code and Data to Memory (Cont.)</a:t>
            </a:r>
          </a:p>
        </p:txBody>
      </p:sp>
      <p:grpSp>
        <p:nvGrpSpPr>
          <p:cNvPr id="13" name="Group 12"/>
          <p:cNvGrpSpPr/>
          <p:nvPr/>
        </p:nvGrpSpPr>
        <p:grpSpPr>
          <a:xfrm>
            <a:off x="1871700" y="1628800"/>
            <a:ext cx="5357813" cy="3937000"/>
            <a:chOff x="1871700" y="1412776"/>
            <a:chExt cx="5357813" cy="3937000"/>
          </a:xfrm>
        </p:grpSpPr>
        <p:pic>
          <p:nvPicPr>
            <p:cNvPr id="1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700" y="1412776"/>
              <a:ext cx="5357813"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880582" y="2764235"/>
              <a:ext cx="792088" cy="338554"/>
            </a:xfrm>
            <a:prstGeom prst="rect">
              <a:avLst/>
            </a:prstGeom>
            <a:solidFill>
              <a:schemeClr val="bg1">
                <a:lumMod val="95000"/>
              </a:schemeClr>
            </a:solidFill>
            <a:ln>
              <a:solidFill>
                <a:schemeClr val="tx1"/>
              </a:solidFill>
            </a:ln>
          </p:spPr>
          <p:txBody>
            <a:bodyPr wrap="square" rtlCol="0">
              <a:spAutoFit/>
            </a:bodyPr>
            <a:lstStyle/>
            <a:p>
              <a:r>
                <a:rPr lang="en-US" sz="1600" dirty="0">
                  <a:solidFill>
                    <a:srgbClr val="FF0000"/>
                  </a:solidFill>
                </a:rPr>
                <a:t>1024</a:t>
              </a:r>
              <a:endParaRPr lang="en-GB" sz="1600" dirty="0">
                <a:solidFill>
                  <a:srgbClr val="FF0000"/>
                </a:solidFill>
              </a:endParaRPr>
            </a:p>
          </p:txBody>
        </p:sp>
        <p:sp>
          <p:nvSpPr>
            <p:cNvPr id="9" name="TextBox 8"/>
            <p:cNvSpPr txBox="1"/>
            <p:nvPr/>
          </p:nvSpPr>
          <p:spPr>
            <a:xfrm>
              <a:off x="2809300" y="3678937"/>
              <a:ext cx="626964" cy="338554"/>
            </a:xfrm>
            <a:prstGeom prst="rect">
              <a:avLst/>
            </a:prstGeom>
            <a:solidFill>
              <a:schemeClr val="bg1"/>
            </a:solidFill>
          </p:spPr>
          <p:txBody>
            <a:bodyPr wrap="square" rtlCol="0">
              <a:spAutoFit/>
            </a:bodyPr>
            <a:lstStyle/>
            <a:p>
              <a:r>
                <a:rPr lang="en-US" sz="1600" dirty="0">
                  <a:solidFill>
                    <a:srgbClr val="FF0000"/>
                  </a:solidFill>
                </a:rPr>
                <a:t>800</a:t>
              </a:r>
              <a:endParaRPr lang="en-GB" sz="1600" dirty="0">
                <a:solidFill>
                  <a:srgbClr val="FF0000"/>
                </a:solidFill>
              </a:endParaRPr>
            </a:p>
          </p:txBody>
        </p:sp>
        <p:sp>
          <p:nvSpPr>
            <p:cNvPr id="12" name="TextBox 11"/>
            <p:cNvSpPr txBox="1"/>
            <p:nvPr/>
          </p:nvSpPr>
          <p:spPr>
            <a:xfrm>
              <a:off x="4983476" y="3678937"/>
              <a:ext cx="877325" cy="338554"/>
            </a:xfrm>
            <a:prstGeom prst="rect">
              <a:avLst/>
            </a:prstGeom>
            <a:solidFill>
              <a:schemeClr val="bg1"/>
            </a:solidFill>
          </p:spPr>
          <p:txBody>
            <a:bodyPr wrap="square" rtlCol="0">
              <a:spAutoFit/>
            </a:bodyPr>
            <a:lstStyle/>
            <a:p>
              <a:r>
                <a:rPr lang="en-US" sz="1600" dirty="0">
                  <a:solidFill>
                    <a:srgbClr val="FF0000"/>
                  </a:solidFill>
                </a:rPr>
                <a:t>1824</a:t>
              </a:r>
              <a:endParaRPr lang="en-GB" sz="1600" dirty="0">
                <a:solidFill>
                  <a:srgbClr val="FF0000"/>
                </a:solidFill>
              </a:endParaRPr>
            </a:p>
          </p:txBody>
        </p:sp>
      </p:grpSp>
      <p:sp>
        <p:nvSpPr>
          <p:cNvPr id="14" name="TextBox 53"/>
          <p:cNvSpPr txBox="1">
            <a:spLocks noChangeArrowheads="1"/>
          </p:cNvSpPr>
          <p:nvPr/>
        </p:nvSpPr>
        <p:spPr bwMode="auto">
          <a:xfrm>
            <a:off x="2796716" y="5827067"/>
            <a:ext cx="3416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dirty="0">
                <a:latin typeface="Arial" charset="0"/>
                <a:cs typeface="Arial" charset="0"/>
              </a:rPr>
              <a:t>Execution Time Binding</a:t>
            </a:r>
          </a:p>
        </p:txBody>
      </p:sp>
    </p:spTree>
    <p:extLst>
      <p:ext uri="{BB962C8B-B14F-4D97-AF65-F5344CB8AC3E}">
        <p14:creationId xmlns:p14="http://schemas.microsoft.com/office/powerpoint/2010/main" val="1927179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ounded Rectangle 63"/>
          <p:cNvSpPr>
            <a:spLocks noChangeArrowheads="1"/>
          </p:cNvSpPr>
          <p:nvPr/>
        </p:nvSpPr>
        <p:spPr bwMode="auto">
          <a:xfrm>
            <a:off x="5543550" y="3176588"/>
            <a:ext cx="1873250" cy="936625"/>
          </a:xfrm>
          <a:prstGeom prst="roundRect">
            <a:avLst>
              <a:gd name="adj" fmla="val 16667"/>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22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2292" name="Rectangle 2050"/>
          <p:cNvSpPr>
            <a:spLocks noGrp="1" noChangeArrowheads="1"/>
          </p:cNvSpPr>
          <p:nvPr>
            <p:ph type="title"/>
          </p:nvPr>
        </p:nvSpPr>
        <p:spPr>
          <a:xfrm>
            <a:off x="631825" y="495300"/>
            <a:ext cx="7932738" cy="457200"/>
          </a:xfrm>
        </p:spPr>
        <p:txBody>
          <a:bodyPr/>
          <a:lstStyle/>
          <a:p>
            <a:r>
              <a:rPr lang="en-US" altLang="en-US"/>
              <a:t>Binding of Code and Data to Memory (Cont.)</a:t>
            </a:r>
          </a:p>
        </p:txBody>
      </p:sp>
      <p:sp>
        <p:nvSpPr>
          <p:cNvPr id="12293" name="Text Box 2095"/>
          <p:cNvSpPr txBox="1">
            <a:spLocks noChangeArrowheads="1"/>
          </p:cNvSpPr>
          <p:nvPr/>
        </p:nvSpPr>
        <p:spPr bwMode="auto">
          <a:xfrm>
            <a:off x="2308225" y="5945188"/>
            <a:ext cx="1400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a:latin typeface="Arial" charset="0"/>
                <a:cs typeface="Arial" charset="0"/>
              </a:rPr>
              <a:t>Memory</a:t>
            </a:r>
            <a:endParaRPr lang="en-US" altLang="en-US" sz="2400" b="1">
              <a:latin typeface="Arial" charset="0"/>
              <a:cs typeface="Arial" charset="0"/>
            </a:endParaRPr>
          </a:p>
        </p:txBody>
      </p:sp>
      <p:grpSp>
        <p:nvGrpSpPr>
          <p:cNvPr id="2" name="Group 51"/>
          <p:cNvGrpSpPr/>
          <p:nvPr/>
        </p:nvGrpSpPr>
        <p:grpSpPr>
          <a:xfrm>
            <a:off x="2303748" y="1952836"/>
            <a:ext cx="1428697" cy="3888432"/>
            <a:chOff x="4279800" y="1952836"/>
            <a:chExt cx="1428697" cy="3888432"/>
          </a:xfrm>
          <a:solidFill>
            <a:schemeClr val="hlink"/>
          </a:solidFill>
        </p:grpSpPr>
        <p:sp>
          <p:nvSpPr>
            <p:cNvPr id="42" name="Rectangle 41"/>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3" name="TextBox 42"/>
            <p:cNvSpPr txBox="1"/>
            <p:nvPr/>
          </p:nvSpPr>
          <p:spPr>
            <a:xfrm>
              <a:off x="4318373" y="2740581"/>
              <a:ext cx="1390124" cy="369332"/>
            </a:xfrm>
            <a:prstGeom prst="rect">
              <a:avLst/>
            </a:prstGeom>
            <a:grpFill/>
          </p:spPr>
          <p:txBody>
            <a:bodyPr wrap="none">
              <a:spAutoFit/>
            </a:bodyPr>
            <a:lstStyle/>
            <a:p>
              <a:pPr>
                <a:defRPr/>
              </a:pPr>
              <a:r>
                <a:rPr lang="en-US" sz="1800" dirty="0">
                  <a:latin typeface="Arial" pitchFamily="34" charset="0"/>
                  <a:cs typeface="Arial" pitchFamily="34" charset="0"/>
                </a:rPr>
                <a:t>LOAD 1824</a:t>
              </a:r>
            </a:p>
          </p:txBody>
        </p:sp>
        <p:sp>
          <p:nvSpPr>
            <p:cNvPr id="44" name="TextBox 43"/>
            <p:cNvSpPr txBox="1"/>
            <p:nvPr/>
          </p:nvSpPr>
          <p:spPr>
            <a:xfrm>
              <a:off x="4318372" y="4329113"/>
              <a:ext cx="1385957" cy="369332"/>
            </a:xfrm>
            <a:prstGeom prst="rect">
              <a:avLst/>
            </a:prstGeom>
            <a:grpFill/>
          </p:spPr>
          <p:txBody>
            <a:bodyPr wrap="none">
              <a:spAutoFit/>
            </a:bodyPr>
            <a:lstStyle/>
            <a:p>
              <a:pPr>
                <a:defRPr/>
              </a:pPr>
              <a:r>
                <a:rPr lang="en-US" sz="1800" dirty="0">
                  <a:latin typeface="Arial" pitchFamily="34" charset="0"/>
                  <a:cs typeface="Arial" pitchFamily="34" charset="0"/>
                </a:rPr>
                <a:t>JUMP 1424</a:t>
              </a:r>
            </a:p>
          </p:txBody>
        </p:sp>
        <p:cxnSp>
          <p:nvCxnSpPr>
            <p:cNvPr id="46" name="Straight Connector 45"/>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sp>
        <p:nvSpPr>
          <p:cNvPr id="12295" name="Line 2092"/>
          <p:cNvSpPr>
            <a:spLocks noChangeShapeType="1"/>
          </p:cNvSpPr>
          <p:nvPr/>
        </p:nvSpPr>
        <p:spPr bwMode="auto">
          <a:xfrm>
            <a:off x="2303463" y="1376363"/>
            <a:ext cx="0" cy="4968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96" name="Line 2092"/>
          <p:cNvSpPr>
            <a:spLocks noChangeShapeType="1"/>
          </p:cNvSpPr>
          <p:nvPr/>
        </p:nvSpPr>
        <p:spPr bwMode="auto">
          <a:xfrm>
            <a:off x="3708400" y="1376363"/>
            <a:ext cx="0" cy="4968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61"/>
          <p:cNvGrpSpPr>
            <a:grpSpLocks/>
          </p:cNvGrpSpPr>
          <p:nvPr/>
        </p:nvGrpSpPr>
        <p:grpSpPr bwMode="auto">
          <a:xfrm>
            <a:off x="2309813" y="2740025"/>
            <a:ext cx="1403350" cy="369888"/>
            <a:chOff x="6014635" y="2371249"/>
            <a:chExt cx="1404156" cy="369332"/>
          </a:xfrm>
        </p:grpSpPr>
        <p:sp>
          <p:nvSpPr>
            <p:cNvPr id="12319" name="Rectangle 60"/>
            <p:cNvSpPr>
              <a:spLocks noChangeArrowheads="1"/>
            </p:cNvSpPr>
            <p:nvPr/>
          </p:nvSpPr>
          <p:spPr bwMode="auto">
            <a:xfrm>
              <a:off x="6014635" y="2371249"/>
              <a:ext cx="1404156" cy="369332"/>
            </a:xfrm>
            <a:prstGeom prst="rect">
              <a:avLst/>
            </a:prstGeom>
            <a:solidFill>
              <a:srgbClr val="CCCCFF"/>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2320" name="TextBox 53"/>
            <p:cNvSpPr txBox="1">
              <a:spLocks noChangeArrowheads="1"/>
            </p:cNvSpPr>
            <p:nvPr/>
          </p:nvSpPr>
          <p:spPr bwMode="auto">
            <a:xfrm>
              <a:off x="6021651" y="2371249"/>
              <a:ext cx="1390922"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 1824</a:t>
              </a:r>
            </a:p>
          </p:txBody>
        </p:sp>
      </p:grpSp>
      <p:sp>
        <p:nvSpPr>
          <p:cNvPr id="12298" name="Text Box 2095"/>
          <p:cNvSpPr txBox="1">
            <a:spLocks noChangeArrowheads="1"/>
          </p:cNvSpPr>
          <p:nvPr/>
        </p:nvSpPr>
        <p:spPr bwMode="auto">
          <a:xfrm>
            <a:off x="5719763" y="4129088"/>
            <a:ext cx="1516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a:latin typeface="Arial" charset="0"/>
                <a:cs typeface="Arial" charset="0"/>
              </a:rPr>
              <a:t>CPU</a:t>
            </a:r>
            <a:endParaRPr lang="en-US" altLang="en-US" sz="2400" b="1">
              <a:latin typeface="Arial" charset="0"/>
              <a:cs typeface="Arial" charset="0"/>
            </a:endParaRPr>
          </a:p>
        </p:txBody>
      </p:sp>
      <p:cxnSp>
        <p:nvCxnSpPr>
          <p:cNvPr id="66" name="Straight Connector 65"/>
          <p:cNvCxnSpPr>
            <a:cxnSpLocks noChangeShapeType="1"/>
            <a:stCxn id="12319" idx="3"/>
          </p:cNvCxnSpPr>
          <p:nvPr/>
        </p:nvCxnSpPr>
        <p:spPr bwMode="auto">
          <a:xfrm>
            <a:off x="3713163" y="2925763"/>
            <a:ext cx="1836737" cy="43180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67" name="Text Box 2095"/>
          <p:cNvSpPr txBox="1">
            <a:spLocks noChangeArrowheads="1"/>
          </p:cNvSpPr>
          <p:nvPr/>
        </p:nvSpPr>
        <p:spPr bwMode="auto">
          <a:xfrm>
            <a:off x="4051300" y="2417763"/>
            <a:ext cx="1400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fetch an instruction</a:t>
            </a:r>
          </a:p>
        </p:txBody>
      </p:sp>
      <p:sp>
        <p:nvSpPr>
          <p:cNvPr id="12301" name="TextBox 22"/>
          <p:cNvSpPr txBox="1">
            <a:spLocks noChangeArrowheads="1"/>
          </p:cNvSpPr>
          <p:nvPr/>
        </p:nvSpPr>
        <p:spPr bwMode="auto">
          <a:xfrm>
            <a:off x="1535113" y="1768475"/>
            <a:ext cx="6969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1024</a:t>
            </a:r>
          </a:p>
        </p:txBody>
      </p:sp>
      <p:sp>
        <p:nvSpPr>
          <p:cNvPr id="12302" name="TextBox 23"/>
          <p:cNvSpPr txBox="1">
            <a:spLocks noChangeArrowheads="1"/>
          </p:cNvSpPr>
          <p:nvPr/>
        </p:nvSpPr>
        <p:spPr bwMode="auto">
          <a:xfrm>
            <a:off x="1535113" y="3536950"/>
            <a:ext cx="696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1424</a:t>
            </a:r>
          </a:p>
        </p:txBody>
      </p:sp>
      <p:sp>
        <p:nvSpPr>
          <p:cNvPr id="12303" name="TextBox 24"/>
          <p:cNvSpPr txBox="1">
            <a:spLocks noChangeArrowheads="1"/>
          </p:cNvSpPr>
          <p:nvPr/>
        </p:nvSpPr>
        <p:spPr bwMode="auto">
          <a:xfrm>
            <a:off x="1606550" y="5013325"/>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1824</a:t>
            </a:r>
          </a:p>
        </p:txBody>
      </p:sp>
      <p:cxnSp>
        <p:nvCxnSpPr>
          <p:cNvPr id="12304"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12305"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2306" name="TextBox 26"/>
          <p:cNvSpPr txBox="1">
            <a:spLocks noChangeArrowheads="1"/>
          </p:cNvSpPr>
          <p:nvPr/>
        </p:nvSpPr>
        <p:spPr bwMode="auto">
          <a:xfrm>
            <a:off x="2863850" y="4699000"/>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2307" name="TextBox 27"/>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2308" name="TextBox 28"/>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2309" name="TextBox 29"/>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cxnSp>
        <p:nvCxnSpPr>
          <p:cNvPr id="32" name="Straight Connector 31"/>
          <p:cNvCxnSpPr>
            <a:cxnSpLocks noChangeShapeType="1"/>
          </p:cNvCxnSpPr>
          <p:nvPr/>
        </p:nvCxnSpPr>
        <p:spPr bwMode="auto">
          <a:xfrm flipV="1">
            <a:off x="3732213" y="3906838"/>
            <a:ext cx="1811337" cy="1322387"/>
          </a:xfrm>
          <a:prstGeom prst="line">
            <a:avLst/>
          </a:prstGeom>
          <a:noFill/>
          <a:ln w="1270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34" name="Text Box 2095"/>
          <p:cNvSpPr txBox="1">
            <a:spLocks noChangeArrowheads="1"/>
          </p:cNvSpPr>
          <p:nvPr/>
        </p:nvSpPr>
        <p:spPr bwMode="auto">
          <a:xfrm>
            <a:off x="4051300" y="3683000"/>
            <a:ext cx="1400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a:t>
            </a:r>
          </a:p>
          <a:p>
            <a:pPr algn="ctr">
              <a:spcBef>
                <a:spcPct val="0"/>
              </a:spcBef>
              <a:buSzTx/>
              <a:buFontTx/>
              <a:buNone/>
            </a:pPr>
            <a:r>
              <a:rPr lang="en-US" altLang="en-US" sz="1800">
                <a:latin typeface="Arial" charset="0"/>
                <a:cs typeface="Arial" charset="0"/>
              </a:rPr>
              <a:t>data</a:t>
            </a:r>
          </a:p>
        </p:txBody>
      </p:sp>
      <p:sp>
        <p:nvSpPr>
          <p:cNvPr id="35" name="Text Box 2095"/>
          <p:cNvSpPr txBox="1">
            <a:spLocks noChangeArrowheads="1"/>
          </p:cNvSpPr>
          <p:nvPr/>
        </p:nvSpPr>
        <p:spPr bwMode="auto">
          <a:xfrm>
            <a:off x="4751388" y="1376363"/>
            <a:ext cx="42433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cs typeface="Arial" charset="0"/>
              </a:rPr>
              <a:t>In compile- or load-time binding, </a:t>
            </a:r>
            <a:r>
              <a:rPr lang="en-US" altLang="en-US" sz="2000" i="1">
                <a:solidFill>
                  <a:srgbClr val="FF0000"/>
                </a:solidFill>
                <a:latin typeface="Arial" charset="0"/>
                <a:cs typeface="Arial" charset="0"/>
              </a:rPr>
              <a:t>absolute address format </a:t>
            </a:r>
            <a:r>
              <a:rPr lang="en-US" altLang="en-US" sz="2000">
                <a:latin typeface="Arial" charset="0"/>
                <a:cs typeface="Arial" charset="0"/>
              </a:rPr>
              <a:t>is used in process image</a:t>
            </a:r>
          </a:p>
        </p:txBody>
      </p:sp>
      <p:sp>
        <p:nvSpPr>
          <p:cNvPr id="12313" name="TextBox 24"/>
          <p:cNvSpPr txBox="1">
            <a:spLocks noChangeArrowheads="1"/>
          </p:cNvSpPr>
          <p:nvPr/>
        </p:nvSpPr>
        <p:spPr bwMode="auto">
          <a:xfrm>
            <a:off x="1603375" y="5656263"/>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2024</a:t>
            </a:r>
          </a:p>
        </p:txBody>
      </p:sp>
      <p:sp>
        <p:nvSpPr>
          <p:cNvPr id="36" name="Text Box 2095"/>
          <p:cNvSpPr txBox="1">
            <a:spLocks noChangeArrowheads="1"/>
          </p:cNvSpPr>
          <p:nvPr/>
        </p:nvSpPr>
        <p:spPr bwMode="auto">
          <a:xfrm>
            <a:off x="4751388" y="4721225"/>
            <a:ext cx="41052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cs typeface="Arial" charset="0"/>
              </a:rPr>
              <a:t>If address generated by CPU </a:t>
            </a:r>
            <a:r>
              <a:rPr lang="en-US" altLang="en-US" sz="2000">
                <a:latin typeface="Arial" charset="0"/>
                <a:cs typeface="Arial" charset="0"/>
                <a:sym typeface="Symbol" pitchFamily="18" charset="2"/>
              </a:rPr>
              <a:t>&lt; base OR  base +</a:t>
            </a:r>
            <a:r>
              <a:rPr lang="en-US" altLang="en-US" sz="2000">
                <a:latin typeface="Arial" charset="0"/>
                <a:cs typeface="Arial" charset="0"/>
              </a:rPr>
              <a:t> limit </a:t>
            </a:r>
            <a:r>
              <a:rPr lang="en-US" altLang="en-US" sz="2000">
                <a:latin typeface="Arial" charset="0"/>
                <a:cs typeface="Arial" charset="0"/>
                <a:sym typeface="Symbol" pitchFamily="18" charset="2"/>
              </a:rPr>
              <a:t> error</a:t>
            </a:r>
          </a:p>
          <a:p>
            <a:pPr>
              <a:spcBef>
                <a:spcPct val="0"/>
              </a:spcBef>
              <a:buSzTx/>
            </a:pPr>
            <a:r>
              <a:rPr lang="en-US" altLang="en-US" sz="2000">
                <a:latin typeface="Arial" charset="0"/>
                <a:cs typeface="Arial" charset="0"/>
                <a:sym typeface="Symbol" pitchFamily="18" charset="2"/>
              </a:rPr>
              <a:t>Otherwise, memory address = address generated by CPU</a:t>
            </a:r>
            <a:endParaRPr lang="en-US" altLang="en-US" sz="2000">
              <a:latin typeface="Arial" charset="0"/>
              <a:cs typeface="Arial" charset="0"/>
            </a:endParaRPr>
          </a:p>
        </p:txBody>
      </p:sp>
      <p:sp>
        <p:nvSpPr>
          <p:cNvPr id="12315" name="TextBox 32"/>
          <p:cNvSpPr txBox="1">
            <a:spLocks noChangeArrowheads="1"/>
          </p:cNvSpPr>
          <p:nvPr/>
        </p:nvSpPr>
        <p:spPr bwMode="auto">
          <a:xfrm>
            <a:off x="215900" y="1766888"/>
            <a:ext cx="684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800">
                <a:latin typeface="Arial" charset="0"/>
                <a:cs typeface="Arial" charset="0"/>
              </a:rPr>
              <a:t>base</a:t>
            </a:r>
            <a:endParaRPr lang="en-SG" altLang="en-US" sz="1800">
              <a:latin typeface="Arial" charset="0"/>
              <a:cs typeface="Arial" charset="0"/>
            </a:endParaRPr>
          </a:p>
        </p:txBody>
      </p:sp>
      <p:sp>
        <p:nvSpPr>
          <p:cNvPr id="12316" name="TextBox 33"/>
          <p:cNvSpPr txBox="1">
            <a:spLocks noChangeArrowheads="1"/>
          </p:cNvSpPr>
          <p:nvPr/>
        </p:nvSpPr>
        <p:spPr bwMode="auto">
          <a:xfrm>
            <a:off x="215900" y="5656263"/>
            <a:ext cx="1230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800">
                <a:latin typeface="Arial" charset="0"/>
                <a:cs typeface="Arial" charset="0"/>
              </a:rPr>
              <a:t>base+limit</a:t>
            </a:r>
            <a:endParaRPr lang="en-SG" altLang="en-US" sz="1800">
              <a:latin typeface="Arial" charset="0"/>
              <a:cs typeface="Arial" charset="0"/>
            </a:endParaRPr>
          </a:p>
        </p:txBody>
      </p:sp>
      <p:cxnSp>
        <p:nvCxnSpPr>
          <p:cNvPr id="12317" name="Straight Connector 35"/>
          <p:cNvCxnSpPr>
            <a:cxnSpLocks noChangeShapeType="1"/>
          </p:cNvCxnSpPr>
          <p:nvPr/>
        </p:nvCxnSpPr>
        <p:spPr bwMode="auto">
          <a:xfrm>
            <a:off x="1376363" y="5840413"/>
            <a:ext cx="279400" cy="1587"/>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12318" name="Straight Connector 38"/>
          <p:cNvCxnSpPr>
            <a:cxnSpLocks noChangeShapeType="1"/>
          </p:cNvCxnSpPr>
          <p:nvPr/>
        </p:nvCxnSpPr>
        <p:spPr bwMode="auto">
          <a:xfrm>
            <a:off x="900113" y="1947863"/>
            <a:ext cx="720725" cy="1587"/>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linds(horizontal)">
                                      <p:cBhvr>
                                        <p:cTn id="7" dur="500"/>
                                        <p:tgtEl>
                                          <p:spTgt spid="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blinds(horizontal)">
                                      <p:cBhvr>
                                        <p:cTn id="12" dur="500"/>
                                        <p:tgtEl>
                                          <p:spTgt spid="67"/>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left)">
                                      <p:cBhvr>
                                        <p:cTn id="16" dur="500"/>
                                        <p:tgtEl>
                                          <p:spTgt spid="66"/>
                                        </p:tgtEl>
                                      </p:cBhvr>
                                    </p:animEffect>
                                  </p:childTnLst>
                                </p:cTn>
                              </p:par>
                              <p:par>
                                <p:cTn id="17" presetID="0" presetClass="path" presetSubtype="0" accel="50000" decel="50000" fill="hold" nodeType="withEffect">
                                  <p:stCondLst>
                                    <p:cond delay="0"/>
                                  </p:stCondLst>
                                  <p:childTnLst>
                                    <p:animMotion origin="layout" path="M 0.08472 -2.99098E-6 L 0.38003 0.0997 " pathEditMode="relative" rAng="0" ptsTypes="AA">
                                      <p:cBhvr>
                                        <p:cTn id="18" dur="2000" fill="hold"/>
                                        <p:tgtEl>
                                          <p:spTgt spid="3"/>
                                        </p:tgtEl>
                                        <p:attrNameLst>
                                          <p:attrName>ppt_x</p:attrName>
                                          <p:attrName>ppt_y</p:attrName>
                                        </p:attrNameLst>
                                      </p:cBhvr>
                                      <p:rCtr x="14757" y="4973"/>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blinds(horizontal)">
                                      <p:cBhvr>
                                        <p:cTn id="23" dur="500"/>
                                        <p:tgtEl>
                                          <p:spTgt spid="3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down)">
                                      <p:cBhvr>
                                        <p:cTn id="28" dur="500"/>
                                        <p:tgtEl>
                                          <p:spTgt spid="3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blinds(horizontal)">
                                      <p:cBhvr>
                                        <p:cTn id="3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34" grpId="0"/>
      <p:bldP spid="35"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ounded Rectangle 63"/>
          <p:cNvSpPr>
            <a:spLocks noChangeArrowheads="1"/>
          </p:cNvSpPr>
          <p:nvPr/>
        </p:nvSpPr>
        <p:spPr bwMode="auto">
          <a:xfrm>
            <a:off x="5543550" y="3176588"/>
            <a:ext cx="1873250" cy="936625"/>
          </a:xfrm>
          <a:prstGeom prst="roundRect">
            <a:avLst>
              <a:gd name="adj" fmla="val 16667"/>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33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dirty="0"/>
              <a:t>CE2005/CZ2005 Operating Systems</a:t>
            </a:r>
          </a:p>
        </p:txBody>
      </p:sp>
      <p:sp>
        <p:nvSpPr>
          <p:cNvPr id="13316" name="Rectangle 2050"/>
          <p:cNvSpPr>
            <a:spLocks noGrp="1" noChangeArrowheads="1"/>
          </p:cNvSpPr>
          <p:nvPr>
            <p:ph type="title"/>
          </p:nvPr>
        </p:nvSpPr>
        <p:spPr>
          <a:xfrm>
            <a:off x="631825" y="495300"/>
            <a:ext cx="7932738" cy="457200"/>
          </a:xfrm>
        </p:spPr>
        <p:txBody>
          <a:bodyPr/>
          <a:lstStyle/>
          <a:p>
            <a:r>
              <a:rPr lang="en-US" altLang="en-US"/>
              <a:t>Binding of Code and Data to Memory (Cont.)</a:t>
            </a:r>
          </a:p>
        </p:txBody>
      </p:sp>
      <p:sp>
        <p:nvSpPr>
          <p:cNvPr id="13317" name="Text Box 2095"/>
          <p:cNvSpPr txBox="1">
            <a:spLocks noChangeArrowheads="1"/>
          </p:cNvSpPr>
          <p:nvPr/>
        </p:nvSpPr>
        <p:spPr bwMode="auto">
          <a:xfrm>
            <a:off x="2308225" y="5945188"/>
            <a:ext cx="1400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a:latin typeface="Arial" charset="0"/>
                <a:cs typeface="Arial" charset="0"/>
              </a:rPr>
              <a:t>Memory</a:t>
            </a:r>
            <a:endParaRPr lang="en-US" altLang="en-US" sz="2400" b="1">
              <a:latin typeface="Arial" charset="0"/>
              <a:cs typeface="Arial" charset="0"/>
            </a:endParaRPr>
          </a:p>
        </p:txBody>
      </p:sp>
      <p:grpSp>
        <p:nvGrpSpPr>
          <p:cNvPr id="2" name="Group 51"/>
          <p:cNvGrpSpPr/>
          <p:nvPr/>
        </p:nvGrpSpPr>
        <p:grpSpPr>
          <a:xfrm>
            <a:off x="2303748" y="1952836"/>
            <a:ext cx="1408324" cy="3888432"/>
            <a:chOff x="4279800" y="1952836"/>
            <a:chExt cx="1408324" cy="3888432"/>
          </a:xfrm>
          <a:solidFill>
            <a:schemeClr val="hlink"/>
          </a:solidFill>
        </p:grpSpPr>
        <p:sp>
          <p:nvSpPr>
            <p:cNvPr id="42" name="Rectangle 41"/>
            <p:cNvSpPr/>
            <p:nvPr/>
          </p:nvSpPr>
          <p:spPr bwMode="auto">
            <a:xfrm>
              <a:off x="4283968" y="1952836"/>
              <a:ext cx="1404156" cy="3888432"/>
            </a:xfrm>
            <a:prstGeom prst="rect">
              <a:avLst/>
            </a:prstGeom>
            <a:grpFill/>
            <a:ln w="12700" cap="flat" cmpd="sng" algn="ctr">
              <a:solidFill>
                <a:schemeClr val="tx1"/>
              </a:solidFill>
              <a:prstDash val="solid"/>
              <a:round/>
              <a:headEnd type="none" w="med" len="med"/>
              <a:tailEnd type="none" w="med" len="med"/>
            </a:ln>
            <a:effectLst/>
          </p:spPr>
          <p:txBody>
            <a:bodyPr wrap="none" anchor="ctr">
              <a:spAutoFit/>
            </a:bodyPr>
            <a:lstStyle/>
            <a:p>
              <a:pPr>
                <a:defRPr/>
              </a:pPr>
              <a:endParaRPr lang="en-US">
                <a:latin typeface="Helvetica" pitchFamily="34" charset="0"/>
              </a:endParaRPr>
            </a:p>
          </p:txBody>
        </p:sp>
        <p:sp>
          <p:nvSpPr>
            <p:cNvPr id="43" name="TextBox 42"/>
            <p:cNvSpPr txBox="1"/>
            <p:nvPr/>
          </p:nvSpPr>
          <p:spPr>
            <a:xfrm>
              <a:off x="4382491" y="2740581"/>
              <a:ext cx="1261885" cy="369332"/>
            </a:xfrm>
            <a:prstGeom prst="rect">
              <a:avLst/>
            </a:prstGeom>
            <a:grpFill/>
          </p:spPr>
          <p:txBody>
            <a:bodyPr wrap="none">
              <a:spAutoFit/>
            </a:bodyPr>
            <a:lstStyle/>
            <a:p>
              <a:pPr>
                <a:defRPr/>
              </a:pPr>
              <a:r>
                <a:rPr lang="en-US" sz="1800" dirty="0">
                  <a:latin typeface="Arial" pitchFamily="34" charset="0"/>
                  <a:cs typeface="Arial" pitchFamily="34" charset="0"/>
                </a:rPr>
                <a:t>LOAD 800</a:t>
              </a:r>
            </a:p>
          </p:txBody>
        </p:sp>
        <p:sp>
          <p:nvSpPr>
            <p:cNvPr id="44" name="TextBox 43"/>
            <p:cNvSpPr txBox="1"/>
            <p:nvPr/>
          </p:nvSpPr>
          <p:spPr>
            <a:xfrm>
              <a:off x="4382491" y="4329113"/>
              <a:ext cx="1257717" cy="369332"/>
            </a:xfrm>
            <a:prstGeom prst="rect">
              <a:avLst/>
            </a:prstGeom>
            <a:grpFill/>
          </p:spPr>
          <p:txBody>
            <a:bodyPr wrap="none">
              <a:spAutoFit/>
            </a:bodyPr>
            <a:lstStyle/>
            <a:p>
              <a:pPr>
                <a:defRPr/>
              </a:pPr>
              <a:r>
                <a:rPr lang="en-US" sz="1800" dirty="0">
                  <a:latin typeface="Arial" pitchFamily="34" charset="0"/>
                  <a:cs typeface="Arial" pitchFamily="34" charset="0"/>
                </a:rPr>
                <a:t>JUMP 400</a:t>
              </a:r>
            </a:p>
          </p:txBody>
        </p:sp>
        <p:cxnSp>
          <p:nvCxnSpPr>
            <p:cNvPr id="46" name="Straight Connector 45"/>
            <p:cNvCxnSpPr/>
            <p:nvPr/>
          </p:nvCxnSpPr>
          <p:spPr bwMode="auto">
            <a:xfrm>
              <a:off x="4283968" y="2740581"/>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4283968" y="3109913"/>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4279800" y="4698445"/>
              <a:ext cx="1404156" cy="0"/>
            </a:xfrm>
            <a:prstGeom prst="line">
              <a:avLst/>
            </a:prstGeom>
            <a:grpFill/>
            <a:ln w="12700"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4279800" y="4329113"/>
              <a:ext cx="1404156" cy="0"/>
            </a:xfrm>
            <a:prstGeom prst="line">
              <a:avLst/>
            </a:prstGeom>
            <a:grpFill/>
            <a:ln w="12700" cap="flat" cmpd="sng" algn="ctr">
              <a:solidFill>
                <a:schemeClr val="tx1"/>
              </a:solidFill>
              <a:prstDash val="solid"/>
              <a:round/>
              <a:headEnd type="none" w="med" len="med"/>
              <a:tailEnd type="none" w="med" len="med"/>
            </a:ln>
            <a:effectLst/>
          </p:spPr>
        </p:cxnSp>
      </p:grpSp>
      <p:sp>
        <p:nvSpPr>
          <p:cNvPr id="13319" name="Line 2092"/>
          <p:cNvSpPr>
            <a:spLocks noChangeShapeType="1"/>
          </p:cNvSpPr>
          <p:nvPr/>
        </p:nvSpPr>
        <p:spPr bwMode="auto">
          <a:xfrm>
            <a:off x="2303463" y="1376363"/>
            <a:ext cx="0" cy="4968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2092"/>
          <p:cNvSpPr>
            <a:spLocks noChangeShapeType="1"/>
          </p:cNvSpPr>
          <p:nvPr/>
        </p:nvSpPr>
        <p:spPr bwMode="auto">
          <a:xfrm>
            <a:off x="3708400" y="1376363"/>
            <a:ext cx="0" cy="4968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61"/>
          <p:cNvGrpSpPr>
            <a:grpSpLocks/>
          </p:cNvGrpSpPr>
          <p:nvPr/>
        </p:nvGrpSpPr>
        <p:grpSpPr bwMode="auto">
          <a:xfrm>
            <a:off x="2309813" y="2740025"/>
            <a:ext cx="1403350" cy="371475"/>
            <a:chOff x="6014635" y="2371249"/>
            <a:chExt cx="1404156" cy="369846"/>
          </a:xfrm>
        </p:grpSpPr>
        <p:sp>
          <p:nvSpPr>
            <p:cNvPr id="13343" name="Rectangle 60"/>
            <p:cNvSpPr>
              <a:spLocks noChangeArrowheads="1"/>
            </p:cNvSpPr>
            <p:nvPr/>
          </p:nvSpPr>
          <p:spPr bwMode="auto">
            <a:xfrm>
              <a:off x="6014635" y="2371249"/>
              <a:ext cx="1404156" cy="369332"/>
            </a:xfrm>
            <a:prstGeom prst="rect">
              <a:avLst/>
            </a:prstGeom>
            <a:solidFill>
              <a:srgbClr val="CCCCFF"/>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3344" name="TextBox 53"/>
            <p:cNvSpPr txBox="1">
              <a:spLocks noChangeArrowheads="1"/>
            </p:cNvSpPr>
            <p:nvPr/>
          </p:nvSpPr>
          <p:spPr bwMode="auto">
            <a:xfrm>
              <a:off x="6107929" y="2372318"/>
              <a:ext cx="1262610"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LOAD 800</a:t>
              </a:r>
            </a:p>
          </p:txBody>
        </p:sp>
      </p:grpSp>
      <p:sp>
        <p:nvSpPr>
          <p:cNvPr id="13322" name="Text Box 2095"/>
          <p:cNvSpPr txBox="1">
            <a:spLocks noChangeArrowheads="1"/>
          </p:cNvSpPr>
          <p:nvPr/>
        </p:nvSpPr>
        <p:spPr bwMode="auto">
          <a:xfrm>
            <a:off x="5719763" y="4129088"/>
            <a:ext cx="1516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b="1">
                <a:latin typeface="Arial" charset="0"/>
                <a:cs typeface="Arial" charset="0"/>
              </a:rPr>
              <a:t>CPU</a:t>
            </a:r>
            <a:endParaRPr lang="en-US" altLang="en-US" sz="2400" b="1">
              <a:latin typeface="Arial" charset="0"/>
              <a:cs typeface="Arial" charset="0"/>
            </a:endParaRPr>
          </a:p>
        </p:txBody>
      </p:sp>
      <p:cxnSp>
        <p:nvCxnSpPr>
          <p:cNvPr id="66" name="Straight Connector 65"/>
          <p:cNvCxnSpPr>
            <a:cxnSpLocks noChangeShapeType="1"/>
            <a:stCxn id="13343" idx="3"/>
          </p:cNvCxnSpPr>
          <p:nvPr/>
        </p:nvCxnSpPr>
        <p:spPr bwMode="auto">
          <a:xfrm>
            <a:off x="3713163" y="2925763"/>
            <a:ext cx="1836737" cy="43180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67" name="Text Box 2095"/>
          <p:cNvSpPr txBox="1">
            <a:spLocks noChangeArrowheads="1"/>
          </p:cNvSpPr>
          <p:nvPr/>
        </p:nvSpPr>
        <p:spPr bwMode="auto">
          <a:xfrm>
            <a:off x="4051300" y="2417763"/>
            <a:ext cx="140017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fetch an instruction</a:t>
            </a:r>
          </a:p>
        </p:txBody>
      </p:sp>
      <p:sp>
        <p:nvSpPr>
          <p:cNvPr id="13326" name="TextBox 23"/>
          <p:cNvSpPr txBox="1">
            <a:spLocks noChangeArrowheads="1"/>
          </p:cNvSpPr>
          <p:nvPr/>
        </p:nvSpPr>
        <p:spPr bwMode="auto">
          <a:xfrm>
            <a:off x="1535113" y="3536950"/>
            <a:ext cx="696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1424</a:t>
            </a:r>
          </a:p>
        </p:txBody>
      </p:sp>
      <p:sp>
        <p:nvSpPr>
          <p:cNvPr id="13327" name="TextBox 24"/>
          <p:cNvSpPr txBox="1">
            <a:spLocks noChangeArrowheads="1"/>
          </p:cNvSpPr>
          <p:nvPr/>
        </p:nvSpPr>
        <p:spPr bwMode="auto">
          <a:xfrm>
            <a:off x="1606550" y="5013325"/>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dirty="0"/>
              <a:t>1824</a:t>
            </a:r>
          </a:p>
        </p:txBody>
      </p:sp>
      <p:cxnSp>
        <p:nvCxnSpPr>
          <p:cNvPr id="13328" name="Straight Connector 24"/>
          <p:cNvCxnSpPr>
            <a:cxnSpLocks noChangeShapeType="1"/>
          </p:cNvCxnSpPr>
          <p:nvPr/>
        </p:nvCxnSpPr>
        <p:spPr bwMode="auto">
          <a:xfrm>
            <a:off x="2308225" y="5049838"/>
            <a:ext cx="1404938"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13329" name="Straight Connector 25"/>
          <p:cNvCxnSpPr>
            <a:cxnSpLocks noChangeShapeType="1"/>
          </p:cNvCxnSpPr>
          <p:nvPr/>
        </p:nvCxnSpPr>
        <p:spPr bwMode="auto">
          <a:xfrm>
            <a:off x="2300288" y="5383213"/>
            <a:ext cx="1404937"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27" name="Text Box 2095"/>
          <p:cNvSpPr txBox="1">
            <a:spLocks noChangeArrowheads="1"/>
          </p:cNvSpPr>
          <p:nvPr/>
        </p:nvSpPr>
        <p:spPr bwMode="auto">
          <a:xfrm>
            <a:off x="4751388" y="1401763"/>
            <a:ext cx="42433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dirty="0">
                <a:latin typeface="Arial" charset="0"/>
                <a:cs typeface="Arial" charset="0"/>
              </a:rPr>
              <a:t>In execution-time binding, </a:t>
            </a:r>
            <a:r>
              <a:rPr lang="en-US" altLang="en-US" sz="2000" i="1" dirty="0">
                <a:solidFill>
                  <a:srgbClr val="FF0000"/>
                </a:solidFill>
                <a:latin typeface="Arial" charset="0"/>
                <a:cs typeface="Arial" charset="0"/>
              </a:rPr>
              <a:t>relative address format </a:t>
            </a:r>
            <a:r>
              <a:rPr lang="en-US" altLang="en-US" sz="2000" dirty="0">
                <a:latin typeface="Arial" charset="0"/>
                <a:cs typeface="Arial" charset="0"/>
              </a:rPr>
              <a:t>is used in process image</a:t>
            </a:r>
          </a:p>
        </p:txBody>
      </p:sp>
      <p:sp>
        <p:nvSpPr>
          <p:cNvPr id="13331" name="TextBox 27"/>
          <p:cNvSpPr txBox="1">
            <a:spLocks noChangeArrowheads="1"/>
          </p:cNvSpPr>
          <p:nvPr/>
        </p:nvSpPr>
        <p:spPr bwMode="auto">
          <a:xfrm>
            <a:off x="2863850" y="2136775"/>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3332" name="TextBox 28"/>
          <p:cNvSpPr txBox="1">
            <a:spLocks noChangeArrowheads="1"/>
          </p:cNvSpPr>
          <p:nvPr/>
        </p:nvSpPr>
        <p:spPr bwMode="auto">
          <a:xfrm>
            <a:off x="2863850" y="3519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3333" name="TextBox 29"/>
          <p:cNvSpPr txBox="1">
            <a:spLocks noChangeArrowheads="1"/>
          </p:cNvSpPr>
          <p:nvPr/>
        </p:nvSpPr>
        <p:spPr bwMode="auto">
          <a:xfrm>
            <a:off x="2863850" y="4662488"/>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3334" name="TextBox 30"/>
          <p:cNvSpPr txBox="1">
            <a:spLocks noChangeArrowheads="1"/>
          </p:cNvSpPr>
          <p:nvPr/>
        </p:nvSpPr>
        <p:spPr bwMode="auto">
          <a:xfrm>
            <a:off x="2863850" y="5383213"/>
            <a:ext cx="2476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endParaRPr lang="en-SG" altLang="en-US" sz="1800" b="1">
              <a:latin typeface="Arial" charset="0"/>
              <a:cs typeface="Arial" charset="0"/>
            </a:endParaRPr>
          </a:p>
        </p:txBody>
      </p:sp>
      <p:sp>
        <p:nvSpPr>
          <p:cNvPr id="13335" name="TextBox 24"/>
          <p:cNvSpPr txBox="1">
            <a:spLocks noChangeArrowheads="1"/>
          </p:cNvSpPr>
          <p:nvPr/>
        </p:nvSpPr>
        <p:spPr bwMode="auto">
          <a:xfrm>
            <a:off x="1603375" y="5656263"/>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2024</a:t>
            </a:r>
          </a:p>
        </p:txBody>
      </p:sp>
      <p:sp>
        <p:nvSpPr>
          <p:cNvPr id="13336" name="TextBox 32"/>
          <p:cNvSpPr txBox="1">
            <a:spLocks noChangeArrowheads="1"/>
          </p:cNvSpPr>
          <p:nvPr/>
        </p:nvSpPr>
        <p:spPr bwMode="auto">
          <a:xfrm>
            <a:off x="215900" y="1766888"/>
            <a:ext cx="684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800">
                <a:latin typeface="Arial" charset="0"/>
                <a:cs typeface="Arial" charset="0"/>
              </a:rPr>
              <a:t>base</a:t>
            </a:r>
            <a:endParaRPr lang="en-SG" altLang="en-US" sz="1800">
              <a:latin typeface="Arial" charset="0"/>
              <a:cs typeface="Arial" charset="0"/>
            </a:endParaRPr>
          </a:p>
        </p:txBody>
      </p:sp>
      <p:sp>
        <p:nvSpPr>
          <p:cNvPr id="13337" name="TextBox 33"/>
          <p:cNvSpPr txBox="1">
            <a:spLocks noChangeArrowheads="1"/>
          </p:cNvSpPr>
          <p:nvPr/>
        </p:nvSpPr>
        <p:spPr bwMode="auto">
          <a:xfrm>
            <a:off x="215900" y="5656263"/>
            <a:ext cx="1230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800">
                <a:latin typeface="Arial" charset="0"/>
                <a:cs typeface="Arial" charset="0"/>
              </a:rPr>
              <a:t>base+limit</a:t>
            </a:r>
            <a:endParaRPr lang="en-SG" altLang="en-US" sz="1800">
              <a:latin typeface="Arial" charset="0"/>
              <a:cs typeface="Arial" charset="0"/>
            </a:endParaRPr>
          </a:p>
        </p:txBody>
      </p:sp>
      <p:cxnSp>
        <p:nvCxnSpPr>
          <p:cNvPr id="13338" name="Straight Connector 35"/>
          <p:cNvCxnSpPr>
            <a:cxnSpLocks noChangeShapeType="1"/>
          </p:cNvCxnSpPr>
          <p:nvPr/>
        </p:nvCxnSpPr>
        <p:spPr bwMode="auto">
          <a:xfrm>
            <a:off x="1376363" y="5840413"/>
            <a:ext cx="279400" cy="1587"/>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13339" name="Straight Connector 38"/>
          <p:cNvCxnSpPr>
            <a:cxnSpLocks noChangeShapeType="1"/>
          </p:cNvCxnSpPr>
          <p:nvPr/>
        </p:nvCxnSpPr>
        <p:spPr bwMode="auto">
          <a:xfrm>
            <a:off x="900113" y="1947863"/>
            <a:ext cx="720725" cy="1587"/>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52" name="Text Box 2095"/>
          <p:cNvSpPr txBox="1">
            <a:spLocks noChangeArrowheads="1"/>
          </p:cNvSpPr>
          <p:nvPr/>
        </p:nvSpPr>
        <p:spPr bwMode="auto">
          <a:xfrm>
            <a:off x="4751388" y="4714875"/>
            <a:ext cx="3668712"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2000">
                <a:latin typeface="Arial" charset="0"/>
                <a:cs typeface="Arial" charset="0"/>
              </a:rPr>
              <a:t>If address generated by CPU </a:t>
            </a:r>
            <a:r>
              <a:rPr lang="en-US" altLang="en-US" sz="2000">
                <a:latin typeface="Arial" charset="0"/>
                <a:cs typeface="Arial" charset="0"/>
                <a:sym typeface="Symbol" pitchFamily="18" charset="2"/>
              </a:rPr>
              <a:t></a:t>
            </a:r>
            <a:r>
              <a:rPr lang="en-US" altLang="en-US" sz="2000">
                <a:latin typeface="Arial" charset="0"/>
                <a:cs typeface="Arial" charset="0"/>
              </a:rPr>
              <a:t> limit </a:t>
            </a:r>
            <a:r>
              <a:rPr lang="en-US" altLang="en-US" sz="2000">
                <a:latin typeface="Arial" charset="0"/>
                <a:cs typeface="Arial" charset="0"/>
                <a:sym typeface="Symbol" pitchFamily="18" charset="2"/>
              </a:rPr>
              <a:t> error</a:t>
            </a:r>
          </a:p>
          <a:p>
            <a:pPr>
              <a:spcBef>
                <a:spcPct val="0"/>
              </a:spcBef>
              <a:buSzTx/>
            </a:pPr>
            <a:r>
              <a:rPr lang="en-US" altLang="en-US" sz="2000">
                <a:latin typeface="Arial" charset="0"/>
                <a:cs typeface="Arial" charset="0"/>
                <a:sym typeface="Symbol" pitchFamily="18" charset="2"/>
              </a:rPr>
              <a:t>Otherwise, memory address = address generated by CPU + base</a:t>
            </a:r>
            <a:endParaRPr lang="en-US" altLang="en-US" sz="2000">
              <a:latin typeface="Arial" charset="0"/>
              <a:cs typeface="Arial" charset="0"/>
            </a:endParaRPr>
          </a:p>
        </p:txBody>
      </p:sp>
      <p:cxnSp>
        <p:nvCxnSpPr>
          <p:cNvPr id="53" name="Straight Connector 52"/>
          <p:cNvCxnSpPr>
            <a:cxnSpLocks noChangeShapeType="1"/>
          </p:cNvCxnSpPr>
          <p:nvPr/>
        </p:nvCxnSpPr>
        <p:spPr bwMode="auto">
          <a:xfrm flipV="1">
            <a:off x="3732213" y="3906838"/>
            <a:ext cx="1811337" cy="1322387"/>
          </a:xfrm>
          <a:prstGeom prst="line">
            <a:avLst/>
          </a:prstGeom>
          <a:noFill/>
          <a:ln w="1270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39" name="Text Box 2095"/>
          <p:cNvSpPr txBox="1">
            <a:spLocks noChangeArrowheads="1"/>
          </p:cNvSpPr>
          <p:nvPr/>
        </p:nvSpPr>
        <p:spPr bwMode="auto">
          <a:xfrm>
            <a:off x="4051300" y="3683000"/>
            <a:ext cx="1400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load</a:t>
            </a:r>
          </a:p>
          <a:p>
            <a:pPr algn="ctr">
              <a:spcBef>
                <a:spcPct val="0"/>
              </a:spcBef>
              <a:buSzTx/>
              <a:buFontTx/>
              <a:buNone/>
            </a:pPr>
            <a:r>
              <a:rPr lang="en-US" altLang="en-US" sz="1800" dirty="0">
                <a:latin typeface="Arial" charset="0"/>
                <a:cs typeface="Arial" charset="0"/>
              </a:rPr>
              <a:t>data</a:t>
            </a:r>
          </a:p>
        </p:txBody>
      </p:sp>
      <p:sp>
        <p:nvSpPr>
          <p:cNvPr id="13325" name="TextBox 22"/>
          <p:cNvSpPr txBox="1">
            <a:spLocks noChangeArrowheads="1"/>
          </p:cNvSpPr>
          <p:nvPr/>
        </p:nvSpPr>
        <p:spPr bwMode="auto">
          <a:xfrm>
            <a:off x="1534398" y="1768475"/>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dirty="0"/>
              <a:t>1024</a:t>
            </a:r>
          </a:p>
        </p:txBody>
      </p:sp>
      <p:grpSp>
        <p:nvGrpSpPr>
          <p:cNvPr id="7" name="Group 6"/>
          <p:cNvGrpSpPr/>
          <p:nvPr/>
        </p:nvGrpSpPr>
        <p:grpSpPr>
          <a:xfrm>
            <a:off x="141289" y="1756909"/>
            <a:ext cx="3607252" cy="3625748"/>
            <a:chOff x="141289" y="1756909"/>
            <a:chExt cx="3607252" cy="3625748"/>
          </a:xfrm>
        </p:grpSpPr>
        <p:sp>
          <p:nvSpPr>
            <p:cNvPr id="4" name="Oval 3"/>
            <p:cNvSpPr/>
            <p:nvPr/>
          </p:nvSpPr>
          <p:spPr bwMode="auto">
            <a:xfrm>
              <a:off x="1538288" y="1756909"/>
              <a:ext cx="696912" cy="369887"/>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Helvetica" pitchFamily="34" charset="0"/>
              </a:endParaRPr>
            </a:p>
          </p:txBody>
        </p:sp>
        <p:grpSp>
          <p:nvGrpSpPr>
            <p:cNvPr id="5" name="Group 4"/>
            <p:cNvGrpSpPr/>
            <p:nvPr/>
          </p:nvGrpSpPr>
          <p:grpSpPr>
            <a:xfrm>
              <a:off x="141289" y="4980226"/>
              <a:ext cx="1523773" cy="402431"/>
              <a:chOff x="141289" y="4980226"/>
              <a:chExt cx="1523773" cy="402431"/>
            </a:xfrm>
          </p:grpSpPr>
          <p:sp>
            <p:nvSpPr>
              <p:cNvPr id="40" name="TextBox 24"/>
              <p:cNvSpPr txBox="1">
                <a:spLocks noChangeArrowheads="1"/>
              </p:cNvSpPr>
              <p:nvPr/>
            </p:nvSpPr>
            <p:spPr bwMode="auto">
              <a:xfrm>
                <a:off x="249290" y="5013325"/>
                <a:ext cx="14157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dirty="0"/>
                  <a:t>800+1024 =</a:t>
                </a:r>
              </a:p>
            </p:txBody>
          </p:sp>
          <p:sp>
            <p:nvSpPr>
              <p:cNvPr id="45" name="Oval 44"/>
              <p:cNvSpPr/>
              <p:nvPr/>
            </p:nvSpPr>
            <p:spPr bwMode="auto">
              <a:xfrm>
                <a:off x="838201" y="5012770"/>
                <a:ext cx="696912" cy="369887"/>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Helvetica" pitchFamily="34" charset="0"/>
                </a:endParaRPr>
              </a:p>
            </p:txBody>
          </p:sp>
          <p:sp>
            <p:nvSpPr>
              <p:cNvPr id="50" name="Oval 49"/>
              <p:cNvSpPr/>
              <p:nvPr/>
            </p:nvSpPr>
            <p:spPr bwMode="auto">
              <a:xfrm>
                <a:off x="141289" y="4980226"/>
                <a:ext cx="696912" cy="369887"/>
              </a:xfrm>
              <a:prstGeom prst="ellipse">
                <a:avLst/>
              </a:prstGeom>
              <a:no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Helvetica" pitchFamily="34" charset="0"/>
                </a:endParaRPr>
              </a:p>
            </p:txBody>
          </p:sp>
        </p:grpSp>
        <p:sp>
          <p:nvSpPr>
            <p:cNvPr id="51" name="Oval 50"/>
            <p:cNvSpPr/>
            <p:nvPr/>
          </p:nvSpPr>
          <p:spPr bwMode="auto">
            <a:xfrm>
              <a:off x="3051629" y="2740025"/>
              <a:ext cx="696912" cy="369887"/>
            </a:xfrm>
            <a:prstGeom prst="ellipse">
              <a:avLst/>
            </a:prstGeom>
            <a:no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Helvetica"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blinds(horizontal)">
                                      <p:cBhvr>
                                        <p:cTn id="12" dur="500"/>
                                        <p:tgtEl>
                                          <p:spTgt spid="67"/>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left)">
                                      <p:cBhvr>
                                        <p:cTn id="16" dur="500"/>
                                        <p:tgtEl>
                                          <p:spTgt spid="66"/>
                                        </p:tgtEl>
                                      </p:cBhvr>
                                    </p:animEffect>
                                  </p:childTnLst>
                                </p:cTn>
                              </p:par>
                              <p:par>
                                <p:cTn id="17" presetID="0" presetClass="path" presetSubtype="0" accel="50000" decel="50000" fill="hold" nodeType="withEffect">
                                  <p:stCondLst>
                                    <p:cond delay="0"/>
                                  </p:stCondLst>
                                  <p:childTnLst>
                                    <p:animMotion origin="layout" path="M 0.08472 -2.99098E-6 L 0.38003 0.0997 " pathEditMode="relative" rAng="0" ptsTypes="AA">
                                      <p:cBhvr>
                                        <p:cTn id="18" dur="2000" fill="hold"/>
                                        <p:tgtEl>
                                          <p:spTgt spid="3"/>
                                        </p:tgtEl>
                                        <p:attrNameLst>
                                          <p:attrName>ppt_x</p:attrName>
                                          <p:attrName>ppt_y</p:attrName>
                                        </p:attrNameLst>
                                      </p:cBhvr>
                                      <p:rCtr x="14757" y="4973"/>
                                    </p:animMotion>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blinds(horizontal)">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wipe(down)">
                                      <p:cBhvr>
                                        <p:cTn id="32" dur="500"/>
                                        <p:tgtEl>
                                          <p:spTgt spid="5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blinds(horizontal)">
                                      <p:cBhvr>
                                        <p:cTn id="3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27" grpId="0"/>
      <p:bldP spid="52"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4339" name="Rectangle 1026"/>
          <p:cNvSpPr>
            <a:spLocks noGrp="1" noChangeArrowheads="1"/>
          </p:cNvSpPr>
          <p:nvPr>
            <p:ph type="title"/>
          </p:nvPr>
        </p:nvSpPr>
        <p:spPr>
          <a:xfrm>
            <a:off x="1162050" y="495300"/>
            <a:ext cx="6886575" cy="457200"/>
          </a:xfrm>
        </p:spPr>
        <p:txBody>
          <a:bodyPr/>
          <a:lstStyle/>
          <a:p>
            <a:r>
              <a:rPr lang="en-US" altLang="en-US" dirty="0"/>
              <a:t>Logical vs. Physical Address Space</a:t>
            </a:r>
          </a:p>
        </p:txBody>
      </p:sp>
      <p:sp>
        <p:nvSpPr>
          <p:cNvPr id="14340" name="Rectangle 1027"/>
          <p:cNvSpPr>
            <a:spLocks noGrp="1" noChangeArrowheads="1"/>
          </p:cNvSpPr>
          <p:nvPr>
            <p:ph type="body" idx="1"/>
          </p:nvPr>
        </p:nvSpPr>
        <p:spPr>
          <a:xfrm>
            <a:off x="560388" y="1160463"/>
            <a:ext cx="8129587" cy="4921250"/>
          </a:xfrm>
        </p:spPr>
        <p:txBody>
          <a:bodyPr/>
          <a:lstStyle/>
          <a:p>
            <a:pPr>
              <a:spcBef>
                <a:spcPts val="1800"/>
              </a:spcBef>
            </a:pPr>
            <a:r>
              <a:rPr lang="en-US" altLang="en-US" sz="2400" i="1" dirty="0">
                <a:solidFill>
                  <a:srgbClr val="FF0000"/>
                </a:solidFill>
              </a:rPr>
              <a:t>Address Space</a:t>
            </a:r>
            <a:r>
              <a:rPr lang="en-US" altLang="en-US" sz="2400" dirty="0"/>
              <a:t> – all addresses accessible by a process</a:t>
            </a:r>
          </a:p>
          <a:p>
            <a:pPr>
              <a:spcBef>
                <a:spcPts val="1800"/>
              </a:spcBef>
            </a:pPr>
            <a:r>
              <a:rPr lang="en-US" altLang="en-US" sz="2400" i="1" dirty="0">
                <a:solidFill>
                  <a:srgbClr val="FF0000"/>
                </a:solidFill>
              </a:rPr>
              <a:t>Logical address</a:t>
            </a:r>
            <a:r>
              <a:rPr lang="en-US" altLang="en-US" sz="2400" dirty="0"/>
              <a:t> – address used in the code, generated by the CPU when executing an instruction.</a:t>
            </a:r>
          </a:p>
          <a:p>
            <a:pPr>
              <a:spcBef>
                <a:spcPts val="1800"/>
              </a:spcBef>
            </a:pPr>
            <a:r>
              <a:rPr lang="en-US" altLang="en-US" sz="2400" i="1" dirty="0">
                <a:solidFill>
                  <a:srgbClr val="FF0000"/>
                </a:solidFill>
              </a:rPr>
              <a:t>Physical address</a:t>
            </a:r>
            <a:r>
              <a:rPr lang="en-US" altLang="en-US" sz="2400" dirty="0"/>
              <a:t> – address used to access physical memory, seen by the memory unit.</a:t>
            </a:r>
          </a:p>
        </p:txBody>
      </p:sp>
    </p:spTree>
    <p:extLst>
      <p:ext uri="{BB962C8B-B14F-4D97-AF65-F5344CB8AC3E}">
        <p14:creationId xmlns:p14="http://schemas.microsoft.com/office/powerpoint/2010/main" val="2803010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dirty="0"/>
              <a:t>CE2005/CZ2005 Operating Systems</a:t>
            </a:r>
          </a:p>
        </p:txBody>
      </p:sp>
      <p:sp>
        <p:nvSpPr>
          <p:cNvPr id="14339" name="Rectangle 1026"/>
          <p:cNvSpPr>
            <a:spLocks noGrp="1" noChangeArrowheads="1"/>
          </p:cNvSpPr>
          <p:nvPr>
            <p:ph type="title"/>
          </p:nvPr>
        </p:nvSpPr>
        <p:spPr>
          <a:xfrm>
            <a:off x="1162050" y="495300"/>
            <a:ext cx="6886575" cy="457200"/>
          </a:xfrm>
        </p:spPr>
        <p:txBody>
          <a:bodyPr/>
          <a:lstStyle/>
          <a:p>
            <a:r>
              <a:rPr lang="en-US" altLang="en-US" dirty="0"/>
              <a:t>Logical vs. Physical Address Space</a:t>
            </a:r>
          </a:p>
        </p:txBody>
      </p:sp>
      <p:sp>
        <p:nvSpPr>
          <p:cNvPr id="14340" name="Rectangle 1027"/>
          <p:cNvSpPr>
            <a:spLocks noGrp="1" noChangeArrowheads="1"/>
          </p:cNvSpPr>
          <p:nvPr>
            <p:ph type="body" idx="1"/>
          </p:nvPr>
        </p:nvSpPr>
        <p:spPr>
          <a:xfrm>
            <a:off x="560388" y="1131205"/>
            <a:ext cx="8129587" cy="4921250"/>
          </a:xfrm>
        </p:spPr>
        <p:txBody>
          <a:bodyPr/>
          <a:lstStyle/>
          <a:p>
            <a:pPr>
              <a:spcBef>
                <a:spcPts val="1200"/>
              </a:spcBef>
            </a:pPr>
            <a:r>
              <a:rPr lang="en-US" altLang="en-US" sz="2400" dirty="0"/>
              <a:t>Logical address space can be viewed as a linear, or one-dimensional, continuous address space consisting of a sequence of bytes</a:t>
            </a:r>
          </a:p>
          <a:p>
            <a:pPr>
              <a:spcBef>
                <a:spcPts val="1200"/>
              </a:spcBef>
            </a:pPr>
            <a:r>
              <a:rPr lang="en-US" altLang="en-US" sz="2400" dirty="0"/>
              <a:t>For execution time binding, logical address space always starts from 0.</a:t>
            </a:r>
          </a:p>
        </p:txBody>
      </p:sp>
      <p:grpSp>
        <p:nvGrpSpPr>
          <p:cNvPr id="14341" name="Group 40"/>
          <p:cNvGrpSpPr>
            <a:grpSpLocks/>
          </p:cNvGrpSpPr>
          <p:nvPr/>
        </p:nvGrpSpPr>
        <p:grpSpPr bwMode="auto">
          <a:xfrm>
            <a:off x="1691680" y="3515155"/>
            <a:ext cx="3586162" cy="2536825"/>
            <a:chOff x="224398" y="3915331"/>
            <a:chExt cx="3585597" cy="2535714"/>
          </a:xfrm>
        </p:grpSpPr>
        <p:sp>
          <p:nvSpPr>
            <p:cNvPr id="14345" name="Rectangle 23"/>
            <p:cNvSpPr>
              <a:spLocks noChangeArrowheads="1"/>
            </p:cNvSpPr>
            <p:nvPr/>
          </p:nvSpPr>
          <p:spPr bwMode="auto">
            <a:xfrm>
              <a:off x="2303463" y="3976695"/>
              <a:ext cx="1501764" cy="2439980"/>
            </a:xfrm>
            <a:prstGeom prst="rect">
              <a:avLst/>
            </a:prstGeom>
            <a:solidFill>
              <a:srgbClr val="CCCCFF"/>
            </a:solidFill>
            <a:ln w="12700"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SG" altLang="en-US" sz="1400"/>
            </a:p>
          </p:txBody>
        </p:sp>
        <p:cxnSp>
          <p:nvCxnSpPr>
            <p:cNvPr id="14346" name="Straight Connector 25"/>
            <p:cNvCxnSpPr>
              <a:cxnSpLocks noChangeShapeType="1"/>
            </p:cNvCxnSpPr>
            <p:nvPr/>
          </p:nvCxnSpPr>
          <p:spPr bwMode="auto">
            <a:xfrm>
              <a:off x="2308231" y="4219527"/>
              <a:ext cx="150176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4347" name="TextBox 26"/>
            <p:cNvSpPr txBox="1">
              <a:spLocks noChangeArrowheads="1"/>
            </p:cNvSpPr>
            <p:nvPr/>
          </p:nvSpPr>
          <p:spPr bwMode="auto">
            <a:xfrm>
              <a:off x="2934739" y="4539670"/>
              <a:ext cx="248747" cy="50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p>
          </p:txBody>
        </p:sp>
        <p:cxnSp>
          <p:nvCxnSpPr>
            <p:cNvPr id="14348" name="Straight Connector 28"/>
            <p:cNvCxnSpPr>
              <a:cxnSpLocks noChangeShapeType="1"/>
            </p:cNvCxnSpPr>
            <p:nvPr/>
          </p:nvCxnSpPr>
          <p:spPr bwMode="auto">
            <a:xfrm>
              <a:off x="2303463" y="4435378"/>
              <a:ext cx="150176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14349" name="Straight Connector 29"/>
            <p:cNvCxnSpPr>
              <a:cxnSpLocks noChangeShapeType="1"/>
            </p:cNvCxnSpPr>
            <p:nvPr/>
          </p:nvCxnSpPr>
          <p:spPr bwMode="auto">
            <a:xfrm>
              <a:off x="2308231" y="5117848"/>
              <a:ext cx="150176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14350" name="Straight Connector 30"/>
            <p:cNvCxnSpPr>
              <a:cxnSpLocks noChangeShapeType="1"/>
            </p:cNvCxnSpPr>
            <p:nvPr/>
          </p:nvCxnSpPr>
          <p:spPr bwMode="auto">
            <a:xfrm>
              <a:off x="2303463" y="5333699"/>
              <a:ext cx="1501764"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14351" name="TextBox 22"/>
            <p:cNvSpPr txBox="1">
              <a:spLocks noChangeArrowheads="1"/>
            </p:cNvSpPr>
            <p:nvPr/>
          </p:nvSpPr>
          <p:spPr bwMode="auto">
            <a:xfrm>
              <a:off x="1976504" y="391533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0</a:t>
              </a:r>
            </a:p>
          </p:txBody>
        </p:sp>
        <p:sp>
          <p:nvSpPr>
            <p:cNvPr id="14352" name="TextBox 22"/>
            <p:cNvSpPr txBox="1">
              <a:spLocks noChangeArrowheads="1"/>
            </p:cNvSpPr>
            <p:nvPr/>
          </p:nvSpPr>
          <p:spPr bwMode="auto">
            <a:xfrm>
              <a:off x="1976504" y="41703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1</a:t>
              </a:r>
            </a:p>
          </p:txBody>
        </p:sp>
        <p:sp>
          <p:nvSpPr>
            <p:cNvPr id="14353" name="TextBox 22"/>
            <p:cNvSpPr txBox="1">
              <a:spLocks noChangeArrowheads="1"/>
            </p:cNvSpPr>
            <p:nvPr/>
          </p:nvSpPr>
          <p:spPr bwMode="auto">
            <a:xfrm>
              <a:off x="2053485" y="5055711"/>
              <a:ext cx="235925" cy="36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i="1"/>
                <a:t>i</a:t>
              </a:r>
            </a:p>
          </p:txBody>
        </p:sp>
        <p:sp>
          <p:nvSpPr>
            <p:cNvPr id="14354" name="TextBox 22"/>
            <p:cNvSpPr txBox="1">
              <a:spLocks noChangeArrowheads="1"/>
            </p:cNvSpPr>
            <p:nvPr/>
          </p:nvSpPr>
          <p:spPr bwMode="auto">
            <a:xfrm>
              <a:off x="1412247" y="6081713"/>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Limit-1</a:t>
              </a:r>
            </a:p>
          </p:txBody>
        </p:sp>
        <p:sp>
          <p:nvSpPr>
            <p:cNvPr id="14355" name="Left Brace 37"/>
            <p:cNvSpPr>
              <a:spLocks/>
            </p:cNvSpPr>
            <p:nvPr/>
          </p:nvSpPr>
          <p:spPr bwMode="auto">
            <a:xfrm>
              <a:off x="938980" y="4170338"/>
              <a:ext cx="415884" cy="2105018"/>
            </a:xfrm>
            <a:prstGeom prst="leftBrace">
              <a:avLst>
                <a:gd name="adj1" fmla="val 8342"/>
                <a:gd name="adj2" fmla="val 50000"/>
              </a:avLst>
            </a:prstGeom>
            <a:solidFill>
              <a:schemeClr val="bg1"/>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SG" altLang="en-US" sz="1400"/>
            </a:p>
          </p:txBody>
        </p:sp>
        <p:sp>
          <p:nvSpPr>
            <p:cNvPr id="14356" name="TextBox 22"/>
            <p:cNvSpPr txBox="1">
              <a:spLocks noChangeArrowheads="1"/>
            </p:cNvSpPr>
            <p:nvPr/>
          </p:nvSpPr>
          <p:spPr bwMode="auto">
            <a:xfrm>
              <a:off x="224398" y="5055627"/>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Limit</a:t>
              </a:r>
            </a:p>
          </p:txBody>
        </p:sp>
      </p:grpSp>
      <p:sp>
        <p:nvSpPr>
          <p:cNvPr id="14342" name="TextBox 22"/>
          <p:cNvSpPr txBox="1">
            <a:spLocks noChangeArrowheads="1"/>
          </p:cNvSpPr>
          <p:nvPr/>
        </p:nvSpPr>
        <p:spPr bwMode="auto">
          <a:xfrm>
            <a:off x="5311180" y="4253343"/>
            <a:ext cx="26590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Process Image /</a:t>
            </a:r>
          </a:p>
          <a:p>
            <a:pPr algn="ctr">
              <a:spcBef>
                <a:spcPct val="0"/>
              </a:spcBef>
              <a:buSzTx/>
              <a:buFontTx/>
              <a:buNone/>
            </a:pPr>
            <a:r>
              <a:rPr lang="en-US" altLang="en-US" sz="1800"/>
              <a:t>Logical Address Space /</a:t>
            </a:r>
          </a:p>
          <a:p>
            <a:pPr algn="ctr">
              <a:spcBef>
                <a:spcPct val="0"/>
              </a:spcBef>
              <a:buSzTx/>
              <a:buFontTx/>
              <a:buNone/>
            </a:pPr>
            <a:r>
              <a:rPr lang="en-US" altLang="en-US" sz="1800"/>
              <a:t>Logical Memory</a:t>
            </a:r>
          </a:p>
        </p:txBody>
      </p:sp>
      <p:sp>
        <p:nvSpPr>
          <p:cNvPr id="14343" name="TextBox 26"/>
          <p:cNvSpPr txBox="1">
            <a:spLocks noChangeArrowheads="1"/>
          </p:cNvSpPr>
          <p:nvPr/>
        </p:nvSpPr>
        <p:spPr bwMode="auto">
          <a:xfrm>
            <a:off x="4403130" y="5135993"/>
            <a:ext cx="2476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p>
          <a:p>
            <a:pPr algn="ctr">
              <a:lnSpc>
                <a:spcPct val="50000"/>
              </a:lnSpc>
              <a:spcBef>
                <a:spcPct val="0"/>
              </a:spcBef>
              <a:buSzTx/>
              <a:buFontTx/>
              <a:buNone/>
            </a:pPr>
            <a:r>
              <a:rPr lang="en-US" altLang="en-US" sz="1800" b="1">
                <a:latin typeface="Arial" charset="0"/>
                <a:cs typeface="Arial" charset="0"/>
              </a:rPr>
              <a:t>.</a:t>
            </a:r>
          </a:p>
        </p:txBody>
      </p:sp>
      <p:cxnSp>
        <p:nvCxnSpPr>
          <p:cNvPr id="14344" name="Straight Connector 29"/>
          <p:cNvCxnSpPr>
            <a:cxnSpLocks noChangeShapeType="1"/>
          </p:cNvCxnSpPr>
          <p:nvPr/>
        </p:nvCxnSpPr>
        <p:spPr bwMode="auto">
          <a:xfrm>
            <a:off x="3771305" y="5797980"/>
            <a:ext cx="1501775"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5363" name="Rectangle 3074"/>
          <p:cNvSpPr>
            <a:spLocks noGrp="1" noChangeArrowheads="1"/>
          </p:cNvSpPr>
          <p:nvPr>
            <p:ph type="title"/>
          </p:nvPr>
        </p:nvSpPr>
        <p:spPr>
          <a:xfrm>
            <a:off x="838200" y="495300"/>
            <a:ext cx="7467600" cy="457200"/>
          </a:xfrm>
        </p:spPr>
        <p:txBody>
          <a:bodyPr/>
          <a:lstStyle/>
          <a:p>
            <a:r>
              <a:rPr lang="en-US" altLang="en-US"/>
              <a:t>How to Allocate Memory among Processes</a:t>
            </a:r>
          </a:p>
        </p:txBody>
      </p:sp>
      <p:sp>
        <p:nvSpPr>
          <p:cNvPr id="15364" name="Rectangle 3075"/>
          <p:cNvSpPr>
            <a:spLocks noGrp="1" noChangeArrowheads="1"/>
          </p:cNvSpPr>
          <p:nvPr>
            <p:ph type="body" idx="1"/>
          </p:nvPr>
        </p:nvSpPr>
        <p:spPr/>
        <p:txBody>
          <a:bodyPr/>
          <a:lstStyle/>
          <a:p>
            <a:pPr>
              <a:lnSpc>
                <a:spcPct val="90000"/>
              </a:lnSpc>
            </a:pPr>
            <a:r>
              <a:rPr lang="en-US" altLang="en-US" sz="2800" dirty="0"/>
              <a:t>Two approaches:</a:t>
            </a:r>
          </a:p>
          <a:p>
            <a:pPr lvl="1">
              <a:lnSpc>
                <a:spcPct val="90000"/>
              </a:lnSpc>
            </a:pPr>
            <a:r>
              <a:rPr lang="en-US" altLang="en-US" dirty="0"/>
              <a:t> </a:t>
            </a:r>
            <a:r>
              <a:rPr lang="en-US" altLang="en-US" i="1" dirty="0">
                <a:solidFill>
                  <a:srgbClr val="FF0000"/>
                </a:solidFill>
              </a:rPr>
              <a:t>Contiguous Allocation </a:t>
            </a:r>
          </a:p>
          <a:p>
            <a:pPr lvl="1">
              <a:lnSpc>
                <a:spcPct val="90000"/>
              </a:lnSpc>
              <a:buFontTx/>
              <a:buNone/>
            </a:pPr>
            <a:r>
              <a:rPr lang="en-US" altLang="en-US" dirty="0"/>
              <a:t> 	The logical address space of a process remains contiguous in physical memory</a:t>
            </a:r>
          </a:p>
          <a:p>
            <a:pPr lvl="2">
              <a:lnSpc>
                <a:spcPct val="90000"/>
              </a:lnSpc>
            </a:pPr>
            <a:r>
              <a:rPr lang="en-US" altLang="en-US" sz="2800" dirty="0"/>
              <a:t> Fixed Partitioning</a:t>
            </a:r>
          </a:p>
          <a:p>
            <a:pPr lvl="2">
              <a:lnSpc>
                <a:spcPct val="90000"/>
              </a:lnSpc>
            </a:pPr>
            <a:r>
              <a:rPr lang="en-US" altLang="en-US" sz="2800" dirty="0"/>
              <a:t> Dynamic Partitioning</a:t>
            </a:r>
          </a:p>
          <a:p>
            <a:pPr lvl="1">
              <a:lnSpc>
                <a:spcPct val="90000"/>
              </a:lnSpc>
              <a:buFontTx/>
              <a:buNone/>
            </a:pPr>
            <a:endParaRPr lang="en-US" altLang="en-US" dirty="0"/>
          </a:p>
          <a:p>
            <a:pPr lvl="1">
              <a:lnSpc>
                <a:spcPct val="90000"/>
              </a:lnSpc>
            </a:pPr>
            <a:r>
              <a:rPr lang="en-US" altLang="en-US" i="1" dirty="0">
                <a:solidFill>
                  <a:srgbClr val="FF0000"/>
                </a:solidFill>
              </a:rPr>
              <a:t>Non-contiguous Allocation</a:t>
            </a:r>
          </a:p>
          <a:p>
            <a:pPr lvl="1">
              <a:lnSpc>
                <a:spcPct val="90000"/>
              </a:lnSpc>
              <a:buFontTx/>
              <a:buNone/>
            </a:pPr>
            <a:r>
              <a:rPr lang="en-US" altLang="en-US" dirty="0"/>
              <a:t>   A process logical address space is scattered over different regions in physical memory</a:t>
            </a:r>
          </a:p>
          <a:p>
            <a:pPr>
              <a:lnSpc>
                <a:spcPct val="90000"/>
              </a:lnSpc>
            </a:pPr>
            <a:endParaRPr lang="en-US" alt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6387" name="Rectangle 2050"/>
          <p:cNvSpPr>
            <a:spLocks noGrp="1" noChangeArrowheads="1"/>
          </p:cNvSpPr>
          <p:nvPr>
            <p:ph type="title"/>
          </p:nvPr>
        </p:nvSpPr>
        <p:spPr>
          <a:xfrm>
            <a:off x="1162050" y="495300"/>
            <a:ext cx="6886575" cy="457200"/>
          </a:xfrm>
        </p:spPr>
        <p:txBody>
          <a:bodyPr/>
          <a:lstStyle/>
          <a:p>
            <a:r>
              <a:rPr lang="en-US" altLang="en-US"/>
              <a:t>Contiguous Allocation</a:t>
            </a:r>
          </a:p>
        </p:txBody>
      </p:sp>
      <p:sp>
        <p:nvSpPr>
          <p:cNvPr id="16388" name="Rectangle 2051"/>
          <p:cNvSpPr>
            <a:spLocks noGrp="1" noChangeArrowheads="1"/>
          </p:cNvSpPr>
          <p:nvPr>
            <p:ph type="body" idx="1"/>
          </p:nvPr>
        </p:nvSpPr>
        <p:spPr>
          <a:xfrm>
            <a:off x="471488" y="1320800"/>
            <a:ext cx="8143875" cy="5038725"/>
          </a:xfrm>
        </p:spPr>
        <p:txBody>
          <a:bodyPr/>
          <a:lstStyle/>
          <a:p>
            <a:r>
              <a:rPr lang="en-US" altLang="en-US" sz="2800" i="1">
                <a:solidFill>
                  <a:srgbClr val="FF0000"/>
                </a:solidFill>
              </a:rPr>
              <a:t>Fixed Partitioning</a:t>
            </a:r>
          </a:p>
          <a:p>
            <a:pPr>
              <a:spcBef>
                <a:spcPct val="10000"/>
              </a:spcBef>
              <a:buFontTx/>
              <a:buNone/>
            </a:pPr>
            <a:r>
              <a:rPr lang="en-US" altLang="en-US" sz="2800"/>
              <a:t>	</a:t>
            </a:r>
            <a:r>
              <a:rPr lang="en-US" altLang="en-US" sz="2400"/>
              <a:t>Memory is partitioned into regions with fixed boundaries</a:t>
            </a:r>
          </a:p>
        </p:txBody>
      </p:sp>
      <p:pic>
        <p:nvPicPr>
          <p:cNvPr id="16389" name="Picture 5" descr="Capture.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3475" y="2311400"/>
            <a:ext cx="4076700"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ChangeArrowheads="1"/>
          </p:cNvSpPr>
          <p:nvPr/>
        </p:nvSpPr>
        <p:spPr bwMode="auto">
          <a:xfrm>
            <a:off x="5327650" y="3573463"/>
            <a:ext cx="936625" cy="323850"/>
          </a:xfrm>
          <a:prstGeom prst="rect">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8" name="Rectangle 7"/>
          <p:cNvSpPr>
            <a:spLocks noChangeArrowheads="1"/>
          </p:cNvSpPr>
          <p:nvPr/>
        </p:nvSpPr>
        <p:spPr bwMode="auto">
          <a:xfrm>
            <a:off x="5327650" y="5265738"/>
            <a:ext cx="936625" cy="755650"/>
          </a:xfrm>
          <a:prstGeom prst="rect">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 name="Rectangle 8"/>
          <p:cNvSpPr>
            <a:spLocks noChangeArrowheads="1"/>
          </p:cNvSpPr>
          <p:nvPr/>
        </p:nvSpPr>
        <p:spPr bwMode="auto">
          <a:xfrm>
            <a:off x="5327650" y="4581525"/>
            <a:ext cx="936625" cy="576263"/>
          </a:xfrm>
          <a:prstGeom prst="rect">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0" name="Rectangle 9"/>
          <p:cNvSpPr>
            <a:spLocks noChangeArrowheads="1"/>
          </p:cNvSpPr>
          <p:nvPr/>
        </p:nvSpPr>
        <p:spPr bwMode="auto">
          <a:xfrm>
            <a:off x="5327650" y="5265738"/>
            <a:ext cx="936625" cy="863600"/>
          </a:xfrm>
          <a:prstGeom prst="rect">
            <a:avLst/>
          </a:prstGeom>
          <a:solidFill>
            <a:srgbClr val="FFFF00"/>
          </a:solidFill>
          <a:ln w="9525" algn="ctr">
            <a:solidFill>
              <a:schemeClr val="tx1"/>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4" fill="hold" grpId="1"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8" grpId="1"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7411" name="Rectangle 2"/>
          <p:cNvSpPr>
            <a:spLocks noGrp="1" noChangeArrowheads="1"/>
          </p:cNvSpPr>
          <p:nvPr>
            <p:ph type="title"/>
          </p:nvPr>
        </p:nvSpPr>
        <p:spPr>
          <a:xfrm>
            <a:off x="1162050" y="495300"/>
            <a:ext cx="6886575" cy="457200"/>
          </a:xfrm>
        </p:spPr>
        <p:txBody>
          <a:bodyPr/>
          <a:lstStyle/>
          <a:p>
            <a:r>
              <a:rPr lang="en-US" altLang="en-US"/>
              <a:t>Contiguous Allocation (Cont.)</a:t>
            </a:r>
          </a:p>
        </p:txBody>
      </p:sp>
      <p:sp>
        <p:nvSpPr>
          <p:cNvPr id="17412" name="Rectangle 3"/>
          <p:cNvSpPr>
            <a:spLocks noGrp="1" noChangeArrowheads="1"/>
          </p:cNvSpPr>
          <p:nvPr>
            <p:ph type="body" idx="1"/>
          </p:nvPr>
        </p:nvSpPr>
        <p:spPr>
          <a:xfrm>
            <a:off x="498475" y="1304925"/>
            <a:ext cx="8347075" cy="4713288"/>
          </a:xfrm>
        </p:spPr>
        <p:txBody>
          <a:bodyPr/>
          <a:lstStyle/>
          <a:p>
            <a:r>
              <a:rPr lang="en-US" altLang="en-US" sz="2800" i="1">
                <a:solidFill>
                  <a:srgbClr val="FF0000"/>
                </a:solidFill>
              </a:rPr>
              <a:t>Dynamic Partitioning</a:t>
            </a:r>
          </a:p>
          <a:p>
            <a:pPr lvl="1"/>
            <a:r>
              <a:rPr lang="en-US" altLang="en-US" i="1">
                <a:solidFill>
                  <a:srgbClr val="FF0000"/>
                </a:solidFill>
              </a:rPr>
              <a:t>Hole</a:t>
            </a:r>
            <a:r>
              <a:rPr lang="en-US" altLang="en-US"/>
              <a:t> – block of available memory; holes of various size are scattered throughout memory.</a:t>
            </a:r>
          </a:p>
          <a:p>
            <a:pPr lvl="1"/>
            <a:r>
              <a:rPr lang="en-US" altLang="en-US"/>
              <a:t>When a process arrives, it is allocated memory from a hole large enough to accommodate it.</a:t>
            </a:r>
          </a:p>
          <a:p>
            <a:pPr lvl="1"/>
            <a:r>
              <a:rPr lang="en-US" altLang="en-US"/>
              <a:t>Operating system maintains information about</a:t>
            </a:r>
          </a:p>
          <a:p>
            <a:pPr lvl="2"/>
            <a:r>
              <a:rPr lang="en-US" altLang="en-US" sz="2800"/>
              <a:t> allocated partitions</a:t>
            </a:r>
          </a:p>
          <a:p>
            <a:pPr lvl="2"/>
            <a:r>
              <a:rPr lang="en-US" altLang="en-US" sz="2800"/>
              <a:t> free partitions (hole)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8435" name="Rectangle 1026"/>
          <p:cNvSpPr>
            <a:spLocks noGrp="1" noChangeArrowheads="1"/>
          </p:cNvSpPr>
          <p:nvPr>
            <p:ph type="title"/>
          </p:nvPr>
        </p:nvSpPr>
        <p:spPr>
          <a:xfrm>
            <a:off x="1162050" y="495300"/>
            <a:ext cx="6886575" cy="457200"/>
          </a:xfrm>
        </p:spPr>
        <p:txBody>
          <a:bodyPr/>
          <a:lstStyle/>
          <a:p>
            <a:r>
              <a:rPr lang="en-US" altLang="en-US"/>
              <a:t>Contiguous Allocation (Cont.)</a:t>
            </a:r>
          </a:p>
        </p:txBody>
      </p:sp>
      <p:sp>
        <p:nvSpPr>
          <p:cNvPr id="18436" name="Rectangle 1069"/>
          <p:cNvSpPr>
            <a:spLocks noChangeArrowheads="1"/>
          </p:cNvSpPr>
          <p:nvPr/>
        </p:nvSpPr>
        <p:spPr bwMode="auto">
          <a:xfrm>
            <a:off x="1625600" y="1444625"/>
            <a:ext cx="1609725" cy="83026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8437" name="Rectangle 1070"/>
          <p:cNvSpPr>
            <a:spLocks noChangeArrowheads="1"/>
          </p:cNvSpPr>
          <p:nvPr/>
        </p:nvSpPr>
        <p:spPr bwMode="auto">
          <a:xfrm>
            <a:off x="1625600" y="2270125"/>
            <a:ext cx="1609725" cy="3962400"/>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8438" name="Text Box 1071"/>
          <p:cNvSpPr txBox="1">
            <a:spLocks noChangeArrowheads="1"/>
          </p:cNvSpPr>
          <p:nvPr/>
        </p:nvSpPr>
        <p:spPr bwMode="auto">
          <a:xfrm>
            <a:off x="1792288" y="1516063"/>
            <a:ext cx="1368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Operating </a:t>
            </a:r>
            <a:br>
              <a:rPr lang="en-US" altLang="en-US" sz="2000"/>
            </a:br>
            <a:r>
              <a:rPr lang="en-US" altLang="en-US" sz="2000"/>
              <a:t>system</a:t>
            </a:r>
          </a:p>
        </p:txBody>
      </p:sp>
      <p:sp>
        <p:nvSpPr>
          <p:cNvPr id="18439" name="Text Box 1072"/>
          <p:cNvSpPr txBox="1">
            <a:spLocks noChangeArrowheads="1"/>
          </p:cNvSpPr>
          <p:nvPr/>
        </p:nvSpPr>
        <p:spPr bwMode="auto">
          <a:xfrm>
            <a:off x="1911350" y="3160713"/>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2160K</a:t>
            </a:r>
          </a:p>
        </p:txBody>
      </p:sp>
      <p:sp>
        <p:nvSpPr>
          <p:cNvPr id="18440" name="Text Box 1073"/>
          <p:cNvSpPr txBox="1">
            <a:spLocks noChangeArrowheads="1"/>
          </p:cNvSpPr>
          <p:nvPr/>
        </p:nvSpPr>
        <p:spPr bwMode="auto">
          <a:xfrm>
            <a:off x="619125" y="5951538"/>
            <a:ext cx="919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2560K</a:t>
            </a:r>
          </a:p>
        </p:txBody>
      </p:sp>
      <p:sp>
        <p:nvSpPr>
          <p:cNvPr id="18441" name="Text Box 1074"/>
          <p:cNvSpPr txBox="1">
            <a:spLocks noChangeArrowheads="1"/>
          </p:cNvSpPr>
          <p:nvPr/>
        </p:nvSpPr>
        <p:spPr bwMode="auto">
          <a:xfrm>
            <a:off x="701675" y="2130425"/>
            <a:ext cx="777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400K</a:t>
            </a:r>
          </a:p>
        </p:txBody>
      </p:sp>
      <p:sp>
        <p:nvSpPr>
          <p:cNvPr id="18442" name="Text Box 1075"/>
          <p:cNvSpPr txBox="1">
            <a:spLocks noChangeArrowheads="1"/>
          </p:cNvSpPr>
          <p:nvPr/>
        </p:nvSpPr>
        <p:spPr bwMode="auto">
          <a:xfrm>
            <a:off x="1228725" y="130175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0</a:t>
            </a:r>
          </a:p>
        </p:txBody>
      </p:sp>
      <p:grpSp>
        <p:nvGrpSpPr>
          <p:cNvPr id="2" name="Group 1">
            <a:extLst>
              <a:ext uri="{FF2B5EF4-FFF2-40B4-BE49-F238E27FC236}">
                <a16:creationId xmlns:a16="http://schemas.microsoft.com/office/drawing/2014/main" id="{B1A581F6-2FA4-4377-925F-F7118CC2C709}"/>
              </a:ext>
            </a:extLst>
          </p:cNvPr>
          <p:cNvGrpSpPr/>
          <p:nvPr/>
        </p:nvGrpSpPr>
        <p:grpSpPr>
          <a:xfrm>
            <a:off x="3886200" y="1524000"/>
            <a:ext cx="4311650" cy="3308350"/>
            <a:chOff x="3886200" y="1524000"/>
            <a:chExt cx="4311650" cy="3308350"/>
          </a:xfrm>
        </p:grpSpPr>
        <p:sp>
          <p:nvSpPr>
            <p:cNvPr id="18443" name="Rectangle 1076"/>
            <p:cNvSpPr>
              <a:spLocks noChangeArrowheads="1"/>
            </p:cNvSpPr>
            <p:nvPr/>
          </p:nvSpPr>
          <p:spPr bwMode="auto">
            <a:xfrm>
              <a:off x="3886200" y="1524000"/>
              <a:ext cx="4311650" cy="3267075"/>
            </a:xfrm>
            <a:prstGeom prst="rect">
              <a:avLst/>
            </a:prstGeom>
            <a:solidFill>
              <a:schemeClr val="bg1"/>
            </a:solidFill>
            <a:ln w="19050">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8444" name="Line 1077"/>
            <p:cNvSpPr>
              <a:spLocks noChangeShapeType="1"/>
            </p:cNvSpPr>
            <p:nvPr/>
          </p:nvSpPr>
          <p:spPr bwMode="auto">
            <a:xfrm>
              <a:off x="3903663" y="2587625"/>
              <a:ext cx="4286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445" name="Line 1078"/>
            <p:cNvSpPr>
              <a:spLocks noChangeShapeType="1"/>
            </p:cNvSpPr>
            <p:nvPr/>
          </p:nvSpPr>
          <p:spPr bwMode="auto">
            <a:xfrm>
              <a:off x="3903663" y="2081213"/>
              <a:ext cx="4286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446" name="Line 1079"/>
            <p:cNvSpPr>
              <a:spLocks noChangeShapeType="1"/>
            </p:cNvSpPr>
            <p:nvPr/>
          </p:nvSpPr>
          <p:spPr bwMode="auto">
            <a:xfrm>
              <a:off x="5438775" y="2081213"/>
              <a:ext cx="0" cy="2741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447" name="Line 1080"/>
            <p:cNvSpPr>
              <a:spLocks noChangeShapeType="1"/>
            </p:cNvSpPr>
            <p:nvPr/>
          </p:nvSpPr>
          <p:spPr bwMode="auto">
            <a:xfrm>
              <a:off x="6959600" y="2090738"/>
              <a:ext cx="0" cy="2741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448" name="Text Box 1081"/>
            <p:cNvSpPr txBox="1">
              <a:spLocks noChangeArrowheads="1"/>
            </p:cNvSpPr>
            <p:nvPr/>
          </p:nvSpPr>
          <p:spPr bwMode="auto">
            <a:xfrm>
              <a:off x="5399088" y="1646238"/>
              <a:ext cx="1370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Job queue</a:t>
              </a:r>
            </a:p>
          </p:txBody>
        </p:sp>
        <p:sp>
          <p:nvSpPr>
            <p:cNvPr id="18449" name="Text Box 1082"/>
            <p:cNvSpPr txBox="1">
              <a:spLocks noChangeArrowheads="1"/>
            </p:cNvSpPr>
            <p:nvPr/>
          </p:nvSpPr>
          <p:spPr bwMode="auto">
            <a:xfrm>
              <a:off x="4143375" y="2143125"/>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process</a:t>
              </a:r>
            </a:p>
          </p:txBody>
        </p:sp>
        <p:sp>
          <p:nvSpPr>
            <p:cNvPr id="18450" name="Text Box 1083"/>
            <p:cNvSpPr txBox="1">
              <a:spLocks noChangeArrowheads="1"/>
            </p:cNvSpPr>
            <p:nvPr/>
          </p:nvSpPr>
          <p:spPr bwMode="auto">
            <a:xfrm>
              <a:off x="5673725" y="2143125"/>
              <a:ext cx="1100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memory</a:t>
              </a:r>
            </a:p>
          </p:txBody>
        </p:sp>
        <p:sp>
          <p:nvSpPr>
            <p:cNvPr id="18451" name="Text Box 1084"/>
            <p:cNvSpPr txBox="1">
              <a:spLocks noChangeArrowheads="1"/>
            </p:cNvSpPr>
            <p:nvPr/>
          </p:nvSpPr>
          <p:spPr bwMode="auto">
            <a:xfrm>
              <a:off x="7251700" y="2143125"/>
              <a:ext cx="66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time</a:t>
              </a:r>
            </a:p>
          </p:txBody>
        </p:sp>
        <p:sp>
          <p:nvSpPr>
            <p:cNvPr id="18452" name="Text Box 1085"/>
            <p:cNvSpPr txBox="1">
              <a:spLocks noChangeArrowheads="1"/>
            </p:cNvSpPr>
            <p:nvPr/>
          </p:nvSpPr>
          <p:spPr bwMode="auto">
            <a:xfrm>
              <a:off x="4397375" y="2595563"/>
              <a:ext cx="4953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a:p>
              <a:pPr algn="ctr">
                <a:buSzTx/>
                <a:buFontTx/>
                <a:buNone/>
              </a:pPr>
              <a:r>
                <a:rPr lang="en-US" altLang="en-US" sz="2000"/>
                <a:t>P2</a:t>
              </a:r>
            </a:p>
            <a:p>
              <a:pPr algn="ctr">
                <a:buSzTx/>
                <a:buFontTx/>
                <a:buNone/>
              </a:pPr>
              <a:r>
                <a:rPr lang="en-US" altLang="en-US" sz="2000"/>
                <a:t>P3</a:t>
              </a:r>
            </a:p>
            <a:p>
              <a:pPr algn="ctr">
                <a:buSzTx/>
                <a:buFontTx/>
                <a:buNone/>
              </a:pPr>
              <a:r>
                <a:rPr lang="en-US" altLang="en-US" sz="2000"/>
                <a:t>P4</a:t>
              </a:r>
            </a:p>
            <a:p>
              <a:pPr algn="ctr">
                <a:buSzTx/>
                <a:buFontTx/>
                <a:buNone/>
              </a:pPr>
              <a:r>
                <a:rPr lang="en-US" altLang="en-US" sz="2000"/>
                <a:t>P5</a:t>
              </a:r>
            </a:p>
          </p:txBody>
        </p:sp>
        <p:sp>
          <p:nvSpPr>
            <p:cNvPr id="18453" name="Text Box 1086"/>
            <p:cNvSpPr txBox="1">
              <a:spLocks noChangeArrowheads="1"/>
            </p:cNvSpPr>
            <p:nvPr/>
          </p:nvSpPr>
          <p:spPr bwMode="auto">
            <a:xfrm>
              <a:off x="5719763" y="2566988"/>
              <a:ext cx="919162"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600K</a:t>
              </a:r>
            </a:p>
            <a:p>
              <a:pPr algn="ctr">
                <a:buSzTx/>
                <a:buFontTx/>
                <a:buNone/>
              </a:pPr>
              <a:r>
                <a:rPr lang="en-US" altLang="en-US" sz="2000"/>
                <a:t>1000K</a:t>
              </a:r>
            </a:p>
            <a:p>
              <a:pPr algn="ctr">
                <a:buSzTx/>
                <a:buFontTx/>
                <a:buNone/>
              </a:pPr>
              <a:r>
                <a:rPr lang="en-US" altLang="en-US" sz="2000"/>
                <a:t>300K</a:t>
              </a:r>
            </a:p>
            <a:p>
              <a:pPr algn="ctr">
                <a:buSzTx/>
                <a:buFontTx/>
                <a:buNone/>
              </a:pPr>
              <a:r>
                <a:rPr lang="en-US" altLang="en-US" sz="2000"/>
                <a:t>700K</a:t>
              </a:r>
            </a:p>
            <a:p>
              <a:pPr algn="ctr">
                <a:buSzTx/>
                <a:buFontTx/>
                <a:buNone/>
              </a:pPr>
              <a:r>
                <a:rPr lang="en-US" altLang="en-US" sz="2000"/>
                <a:t>500K</a:t>
              </a:r>
            </a:p>
          </p:txBody>
        </p:sp>
        <p:sp>
          <p:nvSpPr>
            <p:cNvPr id="18454" name="Text Box 1087"/>
            <p:cNvSpPr txBox="1">
              <a:spLocks noChangeArrowheads="1"/>
            </p:cNvSpPr>
            <p:nvPr/>
          </p:nvSpPr>
          <p:spPr bwMode="auto">
            <a:xfrm>
              <a:off x="7354888" y="2568575"/>
              <a:ext cx="466725"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10</a:t>
              </a:r>
            </a:p>
            <a:p>
              <a:pPr algn="ctr">
                <a:buSzTx/>
                <a:buFontTx/>
                <a:buNone/>
              </a:pPr>
              <a:r>
                <a:rPr lang="en-US" altLang="en-US" sz="2000"/>
                <a:t>5</a:t>
              </a:r>
            </a:p>
            <a:p>
              <a:pPr algn="ctr">
                <a:buSzTx/>
                <a:buFontTx/>
                <a:buNone/>
              </a:pPr>
              <a:r>
                <a:rPr lang="en-US" altLang="en-US" sz="2000"/>
                <a:t>20</a:t>
              </a:r>
            </a:p>
            <a:p>
              <a:pPr algn="ctr">
                <a:buSzTx/>
                <a:buFontTx/>
                <a:buNone/>
              </a:pPr>
              <a:r>
                <a:rPr lang="en-US" altLang="en-US" sz="2000"/>
                <a:t>8</a:t>
              </a:r>
            </a:p>
            <a:p>
              <a:pPr algn="ctr">
                <a:buSzTx/>
                <a:buFontTx/>
                <a:buNone/>
              </a:pPr>
              <a:r>
                <a:rPr lang="en-US" altLang="en-US" sz="2000"/>
                <a:t>15</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19459" name="Rectangle 1026"/>
          <p:cNvSpPr>
            <a:spLocks noGrp="1" noChangeArrowheads="1"/>
          </p:cNvSpPr>
          <p:nvPr>
            <p:ph type="title"/>
          </p:nvPr>
        </p:nvSpPr>
        <p:spPr/>
        <p:txBody>
          <a:bodyPr/>
          <a:lstStyle/>
          <a:p>
            <a:r>
              <a:rPr lang="en-US" altLang="en-US"/>
              <a:t>Contiguous Allocation (Cont.)</a:t>
            </a:r>
          </a:p>
        </p:txBody>
      </p:sp>
      <p:sp>
        <p:nvSpPr>
          <p:cNvPr id="19460" name="Rectangle 1027"/>
          <p:cNvSpPr>
            <a:spLocks noChangeArrowheads="1"/>
          </p:cNvSpPr>
          <p:nvPr/>
        </p:nvSpPr>
        <p:spPr bwMode="auto">
          <a:xfrm>
            <a:off x="870514" y="2167040"/>
            <a:ext cx="4710441" cy="33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GB" altLang="en-US" sz="2800" b="1">
              <a:solidFill>
                <a:schemeClr val="tx2"/>
              </a:solidFill>
            </a:endParaRPr>
          </a:p>
        </p:txBody>
      </p:sp>
      <p:grpSp>
        <p:nvGrpSpPr>
          <p:cNvPr id="2" name="Group 1028"/>
          <p:cNvGrpSpPr>
            <a:grpSpLocks/>
          </p:cNvGrpSpPr>
          <p:nvPr/>
        </p:nvGrpSpPr>
        <p:grpSpPr bwMode="auto">
          <a:xfrm>
            <a:off x="5306234" y="1618910"/>
            <a:ext cx="936007" cy="3634126"/>
            <a:chOff x="4781" y="593"/>
            <a:chExt cx="862" cy="3170"/>
          </a:xfrm>
        </p:grpSpPr>
        <p:sp>
          <p:nvSpPr>
            <p:cNvPr id="19520" name="Rectangle 1029"/>
            <p:cNvSpPr>
              <a:spLocks noChangeArrowheads="1"/>
            </p:cNvSpPr>
            <p:nvPr/>
          </p:nvSpPr>
          <p:spPr bwMode="auto">
            <a:xfrm>
              <a:off x="4805" y="1114"/>
              <a:ext cx="824" cy="739"/>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1" name="Rectangle 1030"/>
            <p:cNvSpPr>
              <a:spLocks noChangeArrowheads="1"/>
            </p:cNvSpPr>
            <p:nvPr/>
          </p:nvSpPr>
          <p:spPr bwMode="auto">
            <a:xfrm>
              <a:off x="4803" y="1853"/>
              <a:ext cx="822" cy="1104"/>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2" name="Rectangle 1031"/>
            <p:cNvSpPr>
              <a:spLocks noChangeArrowheads="1"/>
            </p:cNvSpPr>
            <p:nvPr/>
          </p:nvSpPr>
          <p:spPr bwMode="auto">
            <a:xfrm>
              <a:off x="4803" y="2951"/>
              <a:ext cx="822" cy="396"/>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3" name="Rectangle 1032"/>
            <p:cNvSpPr>
              <a:spLocks noChangeArrowheads="1"/>
            </p:cNvSpPr>
            <p:nvPr/>
          </p:nvSpPr>
          <p:spPr bwMode="auto">
            <a:xfrm>
              <a:off x="4804" y="593"/>
              <a:ext cx="822" cy="52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4" name="Text Box 1033"/>
            <p:cNvSpPr txBox="1">
              <a:spLocks noChangeArrowheads="1"/>
            </p:cNvSpPr>
            <p:nvPr/>
          </p:nvSpPr>
          <p:spPr bwMode="auto">
            <a:xfrm>
              <a:off x="4781" y="658"/>
              <a:ext cx="86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525" name="Rectangle 1034"/>
            <p:cNvSpPr>
              <a:spLocks noChangeArrowheads="1"/>
            </p:cNvSpPr>
            <p:nvPr/>
          </p:nvSpPr>
          <p:spPr bwMode="auto">
            <a:xfrm>
              <a:off x="4804" y="3348"/>
              <a:ext cx="819" cy="415"/>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6" name="Text Box 1035"/>
            <p:cNvSpPr txBox="1">
              <a:spLocks noChangeArrowheads="1"/>
            </p:cNvSpPr>
            <p:nvPr/>
          </p:nvSpPr>
          <p:spPr bwMode="auto">
            <a:xfrm>
              <a:off x="5063" y="3022"/>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sp>
          <p:nvSpPr>
            <p:cNvPr id="19527" name="Rectangle 1036"/>
            <p:cNvSpPr>
              <a:spLocks noChangeArrowheads="1"/>
            </p:cNvSpPr>
            <p:nvPr/>
          </p:nvSpPr>
          <p:spPr bwMode="auto">
            <a:xfrm>
              <a:off x="4803" y="1853"/>
              <a:ext cx="822" cy="738"/>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28" name="Line 1037"/>
            <p:cNvSpPr>
              <a:spLocks noChangeShapeType="1"/>
            </p:cNvSpPr>
            <p:nvPr/>
          </p:nvSpPr>
          <p:spPr bwMode="auto">
            <a:xfrm>
              <a:off x="4820" y="2949"/>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29" name="Line 1038"/>
            <p:cNvSpPr>
              <a:spLocks noChangeShapeType="1"/>
            </p:cNvSpPr>
            <p:nvPr/>
          </p:nvSpPr>
          <p:spPr bwMode="auto">
            <a:xfrm>
              <a:off x="4816" y="3345"/>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30" name="Text Box 1039"/>
            <p:cNvSpPr txBox="1">
              <a:spLocks noChangeArrowheads="1"/>
            </p:cNvSpPr>
            <p:nvPr/>
          </p:nvSpPr>
          <p:spPr bwMode="auto">
            <a:xfrm>
              <a:off x="5052" y="2030"/>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P4</a:t>
              </a:r>
            </a:p>
          </p:txBody>
        </p:sp>
      </p:grpSp>
      <p:grpSp>
        <p:nvGrpSpPr>
          <p:cNvPr id="3" name="Group 1040"/>
          <p:cNvGrpSpPr>
            <a:grpSpLocks/>
          </p:cNvGrpSpPr>
          <p:nvPr/>
        </p:nvGrpSpPr>
        <p:grpSpPr bwMode="auto">
          <a:xfrm>
            <a:off x="3035709" y="1624788"/>
            <a:ext cx="936007" cy="3634126"/>
            <a:chOff x="2780" y="618"/>
            <a:chExt cx="862" cy="3170"/>
          </a:xfrm>
        </p:grpSpPr>
        <p:sp>
          <p:nvSpPr>
            <p:cNvPr id="19512" name="Rectangle 1041"/>
            <p:cNvSpPr>
              <a:spLocks noChangeArrowheads="1"/>
            </p:cNvSpPr>
            <p:nvPr/>
          </p:nvSpPr>
          <p:spPr bwMode="auto">
            <a:xfrm>
              <a:off x="2802" y="1878"/>
              <a:ext cx="822" cy="1104"/>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13" name="Rectangle 1042"/>
            <p:cNvSpPr>
              <a:spLocks noChangeArrowheads="1"/>
            </p:cNvSpPr>
            <p:nvPr/>
          </p:nvSpPr>
          <p:spPr bwMode="auto">
            <a:xfrm>
              <a:off x="2802" y="2976"/>
              <a:ext cx="822" cy="396"/>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14" name="Rectangle 1043"/>
            <p:cNvSpPr>
              <a:spLocks noChangeArrowheads="1"/>
            </p:cNvSpPr>
            <p:nvPr/>
          </p:nvSpPr>
          <p:spPr bwMode="auto">
            <a:xfrm>
              <a:off x="2802" y="1140"/>
              <a:ext cx="822" cy="738"/>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15" name="Rectangle 1044"/>
            <p:cNvSpPr>
              <a:spLocks noChangeArrowheads="1"/>
            </p:cNvSpPr>
            <p:nvPr/>
          </p:nvSpPr>
          <p:spPr bwMode="auto">
            <a:xfrm>
              <a:off x="2803" y="618"/>
              <a:ext cx="822" cy="52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16" name="Text Box 1045"/>
            <p:cNvSpPr txBox="1">
              <a:spLocks noChangeArrowheads="1"/>
            </p:cNvSpPr>
            <p:nvPr/>
          </p:nvSpPr>
          <p:spPr bwMode="auto">
            <a:xfrm>
              <a:off x="2780" y="683"/>
              <a:ext cx="86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517" name="Rectangle 1046"/>
            <p:cNvSpPr>
              <a:spLocks noChangeArrowheads="1"/>
            </p:cNvSpPr>
            <p:nvPr/>
          </p:nvSpPr>
          <p:spPr bwMode="auto">
            <a:xfrm>
              <a:off x="2803" y="3373"/>
              <a:ext cx="819" cy="415"/>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18" name="Text Box 1047"/>
            <p:cNvSpPr txBox="1">
              <a:spLocks noChangeArrowheads="1"/>
            </p:cNvSpPr>
            <p:nvPr/>
          </p:nvSpPr>
          <p:spPr bwMode="auto">
            <a:xfrm>
              <a:off x="3033" y="1365"/>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9519" name="Text Box 1048"/>
            <p:cNvSpPr txBox="1">
              <a:spLocks noChangeArrowheads="1"/>
            </p:cNvSpPr>
            <p:nvPr/>
          </p:nvSpPr>
          <p:spPr bwMode="auto">
            <a:xfrm>
              <a:off x="3062" y="3047"/>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grpSp>
        <p:nvGrpSpPr>
          <p:cNvPr id="12" name="Group 11">
            <a:extLst>
              <a:ext uri="{FF2B5EF4-FFF2-40B4-BE49-F238E27FC236}">
                <a16:creationId xmlns:a16="http://schemas.microsoft.com/office/drawing/2014/main" id="{79D9B3DD-7456-4483-992C-C0C4D0EAFD66}"/>
              </a:ext>
            </a:extLst>
          </p:cNvPr>
          <p:cNvGrpSpPr/>
          <p:nvPr/>
        </p:nvGrpSpPr>
        <p:grpSpPr>
          <a:xfrm>
            <a:off x="95270" y="1532805"/>
            <a:ext cx="1592893" cy="3839873"/>
            <a:chOff x="94541" y="2023086"/>
            <a:chExt cx="1592893" cy="3839873"/>
          </a:xfrm>
        </p:grpSpPr>
        <p:sp>
          <p:nvSpPr>
            <p:cNvPr id="19496" name="Rectangle 1050"/>
            <p:cNvSpPr>
              <a:spLocks noChangeArrowheads="1"/>
            </p:cNvSpPr>
            <p:nvPr/>
          </p:nvSpPr>
          <p:spPr bwMode="auto">
            <a:xfrm>
              <a:off x="776401" y="2125386"/>
              <a:ext cx="892573" cy="599574"/>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97" name="Rectangle 1051"/>
            <p:cNvSpPr>
              <a:spLocks noChangeArrowheads="1"/>
            </p:cNvSpPr>
            <p:nvPr/>
          </p:nvSpPr>
          <p:spPr bwMode="auto">
            <a:xfrm>
              <a:off x="776401" y="2721520"/>
              <a:ext cx="892573" cy="3035699"/>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98" name="Text Box 1052"/>
            <p:cNvSpPr txBox="1">
              <a:spLocks noChangeArrowheads="1"/>
            </p:cNvSpPr>
            <p:nvPr/>
          </p:nvSpPr>
          <p:spPr bwMode="auto">
            <a:xfrm>
              <a:off x="751427" y="2199499"/>
              <a:ext cx="936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499" name="Text Box 1053"/>
            <p:cNvSpPr txBox="1">
              <a:spLocks noChangeArrowheads="1"/>
            </p:cNvSpPr>
            <p:nvPr/>
          </p:nvSpPr>
          <p:spPr bwMode="auto">
            <a:xfrm>
              <a:off x="94541" y="5555182"/>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2560K</a:t>
              </a:r>
            </a:p>
          </p:txBody>
        </p:sp>
        <p:sp>
          <p:nvSpPr>
            <p:cNvPr id="19500" name="Text Box 1054"/>
            <p:cNvSpPr txBox="1">
              <a:spLocks noChangeArrowheads="1"/>
            </p:cNvSpPr>
            <p:nvPr/>
          </p:nvSpPr>
          <p:spPr bwMode="auto">
            <a:xfrm>
              <a:off x="183867" y="2564193"/>
              <a:ext cx="60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400K</a:t>
              </a:r>
            </a:p>
          </p:txBody>
        </p:sp>
        <p:sp>
          <p:nvSpPr>
            <p:cNvPr id="19501" name="Text Box 1055"/>
            <p:cNvSpPr txBox="1">
              <a:spLocks noChangeArrowheads="1"/>
            </p:cNvSpPr>
            <p:nvPr/>
          </p:nvSpPr>
          <p:spPr bwMode="auto">
            <a:xfrm>
              <a:off x="524161" y="2023086"/>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0</a:t>
              </a:r>
            </a:p>
          </p:txBody>
        </p:sp>
        <p:sp>
          <p:nvSpPr>
            <p:cNvPr id="19502" name="Text Box 1056"/>
            <p:cNvSpPr txBox="1">
              <a:spLocks noChangeArrowheads="1"/>
            </p:cNvSpPr>
            <p:nvPr/>
          </p:nvSpPr>
          <p:spPr bwMode="auto">
            <a:xfrm>
              <a:off x="94541" y="3424002"/>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1000K</a:t>
              </a:r>
            </a:p>
          </p:txBody>
        </p:sp>
        <p:sp>
          <p:nvSpPr>
            <p:cNvPr id="19503" name="Line 1057"/>
            <p:cNvSpPr>
              <a:spLocks noChangeShapeType="1"/>
            </p:cNvSpPr>
            <p:nvPr/>
          </p:nvSpPr>
          <p:spPr bwMode="auto">
            <a:xfrm>
              <a:off x="785088" y="356757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04" name="Line 1058"/>
            <p:cNvSpPr>
              <a:spLocks noChangeShapeType="1"/>
            </p:cNvSpPr>
            <p:nvPr/>
          </p:nvSpPr>
          <p:spPr bwMode="auto">
            <a:xfrm>
              <a:off x="793775" y="482633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05" name="Text Box 1059"/>
            <p:cNvSpPr txBox="1">
              <a:spLocks noChangeArrowheads="1"/>
            </p:cNvSpPr>
            <p:nvPr/>
          </p:nvSpPr>
          <p:spPr bwMode="auto">
            <a:xfrm>
              <a:off x="128203" y="4658688"/>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2000K</a:t>
              </a:r>
            </a:p>
          </p:txBody>
        </p:sp>
        <p:sp>
          <p:nvSpPr>
            <p:cNvPr id="19506" name="Text Box 1060"/>
            <p:cNvSpPr txBox="1">
              <a:spLocks noChangeArrowheads="1"/>
            </p:cNvSpPr>
            <p:nvPr/>
          </p:nvSpPr>
          <p:spPr bwMode="auto">
            <a:xfrm>
              <a:off x="113001" y="5144766"/>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2300K</a:t>
              </a:r>
            </a:p>
          </p:txBody>
        </p:sp>
        <p:sp>
          <p:nvSpPr>
            <p:cNvPr id="19507" name="Line 1061"/>
            <p:cNvSpPr>
              <a:spLocks noChangeShapeType="1"/>
            </p:cNvSpPr>
            <p:nvPr/>
          </p:nvSpPr>
          <p:spPr bwMode="auto">
            <a:xfrm>
              <a:off x="789431" y="5280312"/>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08" name="Rectangle 1062"/>
            <p:cNvSpPr>
              <a:spLocks noChangeArrowheads="1"/>
            </p:cNvSpPr>
            <p:nvPr/>
          </p:nvSpPr>
          <p:spPr bwMode="auto">
            <a:xfrm>
              <a:off x="775315" y="5276873"/>
              <a:ext cx="893659" cy="4826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509" name="Text Box 1063"/>
            <p:cNvSpPr txBox="1">
              <a:spLocks noChangeArrowheads="1"/>
            </p:cNvSpPr>
            <p:nvPr/>
          </p:nvSpPr>
          <p:spPr bwMode="auto">
            <a:xfrm>
              <a:off x="1026148" y="2981756"/>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9510" name="Text Box 1064"/>
            <p:cNvSpPr txBox="1">
              <a:spLocks noChangeArrowheads="1"/>
            </p:cNvSpPr>
            <p:nvPr/>
          </p:nvSpPr>
          <p:spPr bwMode="auto">
            <a:xfrm>
              <a:off x="1051123" y="4008941"/>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P2</a:t>
              </a:r>
            </a:p>
          </p:txBody>
        </p:sp>
        <p:sp>
          <p:nvSpPr>
            <p:cNvPr id="19511" name="Text Box 1065"/>
            <p:cNvSpPr txBox="1">
              <a:spLocks noChangeArrowheads="1"/>
            </p:cNvSpPr>
            <p:nvPr/>
          </p:nvSpPr>
          <p:spPr bwMode="auto">
            <a:xfrm>
              <a:off x="1057638" y="4910021"/>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grpSp>
        <p:nvGrpSpPr>
          <p:cNvPr id="13" name="Group 12">
            <a:extLst>
              <a:ext uri="{FF2B5EF4-FFF2-40B4-BE49-F238E27FC236}">
                <a16:creationId xmlns:a16="http://schemas.microsoft.com/office/drawing/2014/main" id="{C1E92336-1375-4977-8E83-7FAE2C8A3644}"/>
              </a:ext>
            </a:extLst>
          </p:cNvPr>
          <p:cNvGrpSpPr/>
          <p:nvPr/>
        </p:nvGrpSpPr>
        <p:grpSpPr>
          <a:xfrm>
            <a:off x="1882531" y="1631666"/>
            <a:ext cx="936007" cy="3634126"/>
            <a:chOff x="1881802" y="2121947"/>
            <a:chExt cx="936007" cy="3634126"/>
          </a:xfrm>
        </p:grpSpPr>
        <p:sp>
          <p:nvSpPr>
            <p:cNvPr id="19487" name="Rectangle 1067"/>
            <p:cNvSpPr>
              <a:spLocks noChangeArrowheads="1"/>
            </p:cNvSpPr>
            <p:nvPr/>
          </p:nvSpPr>
          <p:spPr bwMode="auto">
            <a:xfrm>
              <a:off x="1906777" y="2121947"/>
              <a:ext cx="892573" cy="59957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88" name="Rectangle 1068"/>
            <p:cNvSpPr>
              <a:spLocks noChangeArrowheads="1"/>
            </p:cNvSpPr>
            <p:nvPr/>
          </p:nvSpPr>
          <p:spPr bwMode="auto">
            <a:xfrm>
              <a:off x="1906777" y="2718081"/>
              <a:ext cx="892573" cy="3035699"/>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89" name="Text Box 1069"/>
            <p:cNvSpPr txBox="1">
              <a:spLocks noChangeArrowheads="1"/>
            </p:cNvSpPr>
            <p:nvPr/>
          </p:nvSpPr>
          <p:spPr bwMode="auto">
            <a:xfrm>
              <a:off x="1881802" y="2196060"/>
              <a:ext cx="936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490" name="Line 1070"/>
            <p:cNvSpPr>
              <a:spLocks noChangeShapeType="1"/>
            </p:cNvSpPr>
            <p:nvPr/>
          </p:nvSpPr>
          <p:spPr bwMode="auto">
            <a:xfrm>
              <a:off x="1915464" y="356413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91" name="Line 1071"/>
            <p:cNvSpPr>
              <a:spLocks noChangeShapeType="1"/>
            </p:cNvSpPr>
            <p:nvPr/>
          </p:nvSpPr>
          <p:spPr bwMode="auto">
            <a:xfrm>
              <a:off x="1924150" y="4822894"/>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92" name="Line 1072"/>
            <p:cNvSpPr>
              <a:spLocks noChangeShapeType="1"/>
            </p:cNvSpPr>
            <p:nvPr/>
          </p:nvSpPr>
          <p:spPr bwMode="auto">
            <a:xfrm>
              <a:off x="1919807" y="527687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93" name="Rectangle 1073"/>
            <p:cNvSpPr>
              <a:spLocks noChangeArrowheads="1"/>
            </p:cNvSpPr>
            <p:nvPr/>
          </p:nvSpPr>
          <p:spPr bwMode="auto">
            <a:xfrm>
              <a:off x="1906777" y="5280312"/>
              <a:ext cx="889315" cy="475761"/>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94" name="Text Box 1074"/>
            <p:cNvSpPr txBox="1">
              <a:spLocks noChangeArrowheads="1"/>
            </p:cNvSpPr>
            <p:nvPr/>
          </p:nvSpPr>
          <p:spPr bwMode="auto">
            <a:xfrm>
              <a:off x="2156523" y="2978317"/>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9495" name="Text Box 1075"/>
            <p:cNvSpPr txBox="1">
              <a:spLocks noChangeArrowheads="1"/>
            </p:cNvSpPr>
            <p:nvPr/>
          </p:nvSpPr>
          <p:spPr bwMode="auto">
            <a:xfrm>
              <a:off x="2188013" y="4906582"/>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sp>
        <p:nvSpPr>
          <p:cNvPr id="163892" name="Rectangle 1076"/>
          <p:cNvSpPr>
            <a:spLocks noChangeArrowheads="1"/>
          </p:cNvSpPr>
          <p:nvPr/>
        </p:nvSpPr>
        <p:spPr bwMode="auto">
          <a:xfrm>
            <a:off x="1913262" y="3069267"/>
            <a:ext cx="896917" cy="1261053"/>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nvGrpSpPr>
          <p:cNvPr id="6" name="Group 1077"/>
          <p:cNvGrpSpPr>
            <a:grpSpLocks/>
          </p:cNvGrpSpPr>
          <p:nvPr/>
        </p:nvGrpSpPr>
        <p:grpSpPr bwMode="auto">
          <a:xfrm>
            <a:off x="3057596" y="3060095"/>
            <a:ext cx="892573" cy="846052"/>
            <a:chOff x="2802" y="1878"/>
            <a:chExt cx="822" cy="738"/>
          </a:xfrm>
        </p:grpSpPr>
        <p:sp>
          <p:nvSpPr>
            <p:cNvPr id="19485" name="Rectangle 1078"/>
            <p:cNvSpPr>
              <a:spLocks noChangeArrowheads="1"/>
            </p:cNvSpPr>
            <p:nvPr/>
          </p:nvSpPr>
          <p:spPr bwMode="auto">
            <a:xfrm>
              <a:off x="2802" y="1878"/>
              <a:ext cx="822" cy="738"/>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86" name="Text Box 1079"/>
            <p:cNvSpPr txBox="1">
              <a:spLocks noChangeArrowheads="1"/>
            </p:cNvSpPr>
            <p:nvPr/>
          </p:nvSpPr>
          <p:spPr bwMode="auto">
            <a:xfrm>
              <a:off x="3051" y="2055"/>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P4</a:t>
              </a:r>
            </a:p>
          </p:txBody>
        </p:sp>
      </p:grpSp>
      <p:grpSp>
        <p:nvGrpSpPr>
          <p:cNvPr id="7" name="Group 1080"/>
          <p:cNvGrpSpPr>
            <a:grpSpLocks/>
          </p:cNvGrpSpPr>
          <p:nvPr/>
        </p:nvGrpSpPr>
        <p:grpSpPr bwMode="auto">
          <a:xfrm>
            <a:off x="4185631" y="1621348"/>
            <a:ext cx="936007" cy="3634126"/>
            <a:chOff x="3839" y="615"/>
            <a:chExt cx="862" cy="3170"/>
          </a:xfrm>
        </p:grpSpPr>
        <p:sp>
          <p:nvSpPr>
            <p:cNvPr id="19472" name="Rectangle 1081"/>
            <p:cNvSpPr>
              <a:spLocks noChangeArrowheads="1"/>
            </p:cNvSpPr>
            <p:nvPr/>
          </p:nvSpPr>
          <p:spPr bwMode="auto">
            <a:xfrm>
              <a:off x="3861" y="1875"/>
              <a:ext cx="822" cy="1104"/>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3" name="Rectangle 1082"/>
            <p:cNvSpPr>
              <a:spLocks noChangeArrowheads="1"/>
            </p:cNvSpPr>
            <p:nvPr/>
          </p:nvSpPr>
          <p:spPr bwMode="auto">
            <a:xfrm>
              <a:off x="3861" y="2973"/>
              <a:ext cx="822" cy="396"/>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4" name="Rectangle 1083"/>
            <p:cNvSpPr>
              <a:spLocks noChangeArrowheads="1"/>
            </p:cNvSpPr>
            <p:nvPr/>
          </p:nvSpPr>
          <p:spPr bwMode="auto">
            <a:xfrm>
              <a:off x="3861" y="1137"/>
              <a:ext cx="822" cy="738"/>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5" name="Rectangle 1084"/>
            <p:cNvSpPr>
              <a:spLocks noChangeArrowheads="1"/>
            </p:cNvSpPr>
            <p:nvPr/>
          </p:nvSpPr>
          <p:spPr bwMode="auto">
            <a:xfrm>
              <a:off x="3862" y="615"/>
              <a:ext cx="822" cy="52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6" name="Text Box 1085"/>
            <p:cNvSpPr txBox="1">
              <a:spLocks noChangeArrowheads="1"/>
            </p:cNvSpPr>
            <p:nvPr/>
          </p:nvSpPr>
          <p:spPr bwMode="auto">
            <a:xfrm>
              <a:off x="3839" y="680"/>
              <a:ext cx="86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477" name="Rectangle 1086"/>
            <p:cNvSpPr>
              <a:spLocks noChangeArrowheads="1"/>
            </p:cNvSpPr>
            <p:nvPr/>
          </p:nvSpPr>
          <p:spPr bwMode="auto">
            <a:xfrm>
              <a:off x="3862" y="3370"/>
              <a:ext cx="819" cy="415"/>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8" name="Text Box 1087"/>
            <p:cNvSpPr txBox="1">
              <a:spLocks noChangeArrowheads="1"/>
            </p:cNvSpPr>
            <p:nvPr/>
          </p:nvSpPr>
          <p:spPr bwMode="auto">
            <a:xfrm>
              <a:off x="4092" y="1362"/>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9479" name="Text Box 1088"/>
            <p:cNvSpPr txBox="1">
              <a:spLocks noChangeArrowheads="1"/>
            </p:cNvSpPr>
            <p:nvPr/>
          </p:nvSpPr>
          <p:spPr bwMode="auto">
            <a:xfrm>
              <a:off x="4121" y="3044"/>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sp>
          <p:nvSpPr>
            <p:cNvPr id="19480" name="Rectangle 1089"/>
            <p:cNvSpPr>
              <a:spLocks noChangeArrowheads="1"/>
            </p:cNvSpPr>
            <p:nvPr/>
          </p:nvSpPr>
          <p:spPr bwMode="auto">
            <a:xfrm>
              <a:off x="3861" y="1875"/>
              <a:ext cx="822" cy="738"/>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81" name="Line 1090"/>
            <p:cNvSpPr>
              <a:spLocks noChangeShapeType="1"/>
            </p:cNvSpPr>
            <p:nvPr/>
          </p:nvSpPr>
          <p:spPr bwMode="auto">
            <a:xfrm>
              <a:off x="3870" y="1873"/>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82" name="Line 1091"/>
            <p:cNvSpPr>
              <a:spLocks noChangeShapeType="1"/>
            </p:cNvSpPr>
            <p:nvPr/>
          </p:nvSpPr>
          <p:spPr bwMode="auto">
            <a:xfrm>
              <a:off x="3878" y="2971"/>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83" name="Line 1092"/>
            <p:cNvSpPr>
              <a:spLocks noChangeShapeType="1"/>
            </p:cNvSpPr>
            <p:nvPr/>
          </p:nvSpPr>
          <p:spPr bwMode="auto">
            <a:xfrm>
              <a:off x="3874" y="3367"/>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484" name="Text Box 1093"/>
            <p:cNvSpPr txBox="1">
              <a:spLocks noChangeArrowheads="1"/>
            </p:cNvSpPr>
            <p:nvPr/>
          </p:nvSpPr>
          <p:spPr bwMode="auto">
            <a:xfrm>
              <a:off x="4110" y="2052"/>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P4</a:t>
              </a:r>
            </a:p>
          </p:txBody>
        </p:sp>
      </p:grpSp>
      <p:sp>
        <p:nvSpPr>
          <p:cNvPr id="163910" name="Rectangle 1094"/>
          <p:cNvSpPr>
            <a:spLocks noChangeArrowheads="1"/>
          </p:cNvSpPr>
          <p:nvPr/>
        </p:nvSpPr>
        <p:spPr bwMode="auto">
          <a:xfrm>
            <a:off x="4215502" y="2211605"/>
            <a:ext cx="894745" cy="851784"/>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nvGrpSpPr>
          <p:cNvPr id="8" name="Group 1095"/>
          <p:cNvGrpSpPr>
            <a:grpSpLocks/>
          </p:cNvGrpSpPr>
          <p:nvPr/>
        </p:nvGrpSpPr>
        <p:grpSpPr bwMode="auto">
          <a:xfrm>
            <a:off x="5329037" y="2216191"/>
            <a:ext cx="894745" cy="726825"/>
            <a:chOff x="4813" y="972"/>
            <a:chExt cx="824" cy="634"/>
          </a:xfrm>
        </p:grpSpPr>
        <p:sp>
          <p:nvSpPr>
            <p:cNvPr id="19470" name="Rectangle 1096"/>
            <p:cNvSpPr>
              <a:spLocks noChangeArrowheads="1"/>
            </p:cNvSpPr>
            <p:nvPr/>
          </p:nvSpPr>
          <p:spPr bwMode="auto">
            <a:xfrm>
              <a:off x="4813" y="972"/>
              <a:ext cx="824" cy="634"/>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71" name="Text Box 1097"/>
            <p:cNvSpPr txBox="1">
              <a:spLocks noChangeArrowheads="1"/>
            </p:cNvSpPr>
            <p:nvPr/>
          </p:nvSpPr>
          <p:spPr bwMode="auto">
            <a:xfrm>
              <a:off x="5043" y="1196"/>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P5</a:t>
              </a:r>
            </a:p>
          </p:txBody>
        </p:sp>
      </p:grpSp>
      <p:grpSp>
        <p:nvGrpSpPr>
          <p:cNvPr id="9" name="Group 8"/>
          <p:cNvGrpSpPr/>
          <p:nvPr/>
        </p:nvGrpSpPr>
        <p:grpSpPr>
          <a:xfrm>
            <a:off x="3233842" y="4008135"/>
            <a:ext cx="560824" cy="1137306"/>
            <a:chOff x="4598141" y="4683062"/>
            <a:chExt cx="819912" cy="1574891"/>
          </a:xfrm>
        </p:grpSpPr>
        <p:sp>
          <p:nvSpPr>
            <p:cNvPr id="75" name="Text Box 1056"/>
            <p:cNvSpPr txBox="1">
              <a:spLocks noChangeArrowheads="1"/>
            </p:cNvSpPr>
            <p:nvPr/>
          </p:nvSpPr>
          <p:spPr bwMode="auto">
            <a:xfrm>
              <a:off x="4619436" y="4683062"/>
              <a:ext cx="7986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b="1" dirty="0">
                  <a:solidFill>
                    <a:srgbClr val="FF0000"/>
                  </a:solidFill>
                </a:rPr>
                <a:t>300K</a:t>
              </a:r>
            </a:p>
          </p:txBody>
        </p:sp>
        <p:sp>
          <p:nvSpPr>
            <p:cNvPr id="76" name="Text Box 1056"/>
            <p:cNvSpPr txBox="1">
              <a:spLocks noChangeArrowheads="1"/>
            </p:cNvSpPr>
            <p:nvPr/>
          </p:nvSpPr>
          <p:spPr bwMode="auto">
            <a:xfrm>
              <a:off x="4598141" y="5857843"/>
              <a:ext cx="7986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b="1" dirty="0">
                  <a:solidFill>
                    <a:srgbClr val="FF0000"/>
                  </a:solidFill>
                </a:rPr>
                <a:t>260K</a:t>
              </a:r>
            </a:p>
          </p:txBody>
        </p:sp>
      </p:grpSp>
      <p:grpSp>
        <p:nvGrpSpPr>
          <p:cNvPr id="17" name="Group 16">
            <a:extLst>
              <a:ext uri="{FF2B5EF4-FFF2-40B4-BE49-F238E27FC236}">
                <a16:creationId xmlns:a16="http://schemas.microsoft.com/office/drawing/2014/main" id="{3B57CC43-3E2F-4917-AF9A-876DBE441281}"/>
              </a:ext>
            </a:extLst>
          </p:cNvPr>
          <p:cNvGrpSpPr/>
          <p:nvPr/>
        </p:nvGrpSpPr>
        <p:grpSpPr>
          <a:xfrm>
            <a:off x="6299485" y="2367319"/>
            <a:ext cx="2674844" cy="2494179"/>
            <a:chOff x="6317216" y="2712986"/>
            <a:chExt cx="2674844" cy="2494179"/>
          </a:xfrm>
        </p:grpSpPr>
        <p:sp>
          <p:nvSpPr>
            <p:cNvPr id="87" name="Line 1077">
              <a:extLst>
                <a:ext uri="{FF2B5EF4-FFF2-40B4-BE49-F238E27FC236}">
                  <a16:creationId xmlns:a16="http://schemas.microsoft.com/office/drawing/2014/main" id="{BE280C2D-75E5-4092-BDDC-5EEE40AD9CFB}"/>
                </a:ext>
              </a:extLst>
            </p:cNvPr>
            <p:cNvSpPr>
              <a:spLocks noChangeShapeType="1"/>
            </p:cNvSpPr>
            <p:nvPr/>
          </p:nvSpPr>
          <p:spPr bwMode="auto">
            <a:xfrm>
              <a:off x="6317216" y="3429000"/>
              <a:ext cx="26748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88" name="Line 1078">
              <a:extLst>
                <a:ext uri="{FF2B5EF4-FFF2-40B4-BE49-F238E27FC236}">
                  <a16:creationId xmlns:a16="http://schemas.microsoft.com/office/drawing/2014/main" id="{6175D87C-0334-4DDD-96BB-9A5553BD4CB0}"/>
                </a:ext>
              </a:extLst>
            </p:cNvPr>
            <p:cNvSpPr>
              <a:spLocks noChangeShapeType="1"/>
            </p:cNvSpPr>
            <p:nvPr/>
          </p:nvSpPr>
          <p:spPr bwMode="auto">
            <a:xfrm>
              <a:off x="6317216" y="3052158"/>
              <a:ext cx="2674844" cy="74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89" name="Line 1079">
              <a:extLst>
                <a:ext uri="{FF2B5EF4-FFF2-40B4-BE49-F238E27FC236}">
                  <a16:creationId xmlns:a16="http://schemas.microsoft.com/office/drawing/2014/main" id="{7FC96F14-1433-4EA8-A4F8-60D0381DACA9}"/>
                </a:ext>
              </a:extLst>
            </p:cNvPr>
            <p:cNvSpPr>
              <a:spLocks noChangeShapeType="1"/>
            </p:cNvSpPr>
            <p:nvPr/>
          </p:nvSpPr>
          <p:spPr bwMode="auto">
            <a:xfrm>
              <a:off x="7247631" y="3052158"/>
              <a:ext cx="0" cy="21475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 name="Line 1080">
              <a:extLst>
                <a:ext uri="{FF2B5EF4-FFF2-40B4-BE49-F238E27FC236}">
                  <a16:creationId xmlns:a16="http://schemas.microsoft.com/office/drawing/2014/main" id="{27132930-6E8F-41D4-AAC1-7295D967F75B}"/>
                </a:ext>
              </a:extLst>
            </p:cNvPr>
            <p:cNvSpPr>
              <a:spLocks noChangeShapeType="1"/>
            </p:cNvSpPr>
            <p:nvPr/>
          </p:nvSpPr>
          <p:spPr bwMode="auto">
            <a:xfrm>
              <a:off x="8299218" y="3059619"/>
              <a:ext cx="0" cy="21475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 name="Text Box 1081">
              <a:extLst>
                <a:ext uri="{FF2B5EF4-FFF2-40B4-BE49-F238E27FC236}">
                  <a16:creationId xmlns:a16="http://schemas.microsoft.com/office/drawing/2014/main" id="{BB640EA9-AEA5-4E05-B049-C90C43629207}"/>
                </a:ext>
              </a:extLst>
            </p:cNvPr>
            <p:cNvSpPr txBox="1">
              <a:spLocks noChangeArrowheads="1"/>
            </p:cNvSpPr>
            <p:nvPr/>
          </p:nvSpPr>
          <p:spPr bwMode="auto">
            <a:xfrm>
              <a:off x="7183928" y="2712986"/>
              <a:ext cx="10198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Job queue</a:t>
              </a:r>
            </a:p>
          </p:txBody>
        </p:sp>
        <p:sp>
          <p:nvSpPr>
            <p:cNvPr id="92" name="Text Box 1082">
              <a:extLst>
                <a:ext uri="{FF2B5EF4-FFF2-40B4-BE49-F238E27FC236}">
                  <a16:creationId xmlns:a16="http://schemas.microsoft.com/office/drawing/2014/main" id="{B1EA3675-E27D-45F7-BF2B-2C6DD4BE16D9}"/>
                </a:ext>
              </a:extLst>
            </p:cNvPr>
            <p:cNvSpPr txBox="1">
              <a:spLocks noChangeArrowheads="1"/>
            </p:cNvSpPr>
            <p:nvPr/>
          </p:nvSpPr>
          <p:spPr bwMode="auto">
            <a:xfrm>
              <a:off x="6317216" y="3102205"/>
              <a:ext cx="811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process</a:t>
              </a:r>
            </a:p>
          </p:txBody>
        </p:sp>
        <p:sp>
          <p:nvSpPr>
            <p:cNvPr id="93" name="Text Box 1083">
              <a:extLst>
                <a:ext uri="{FF2B5EF4-FFF2-40B4-BE49-F238E27FC236}">
                  <a16:creationId xmlns:a16="http://schemas.microsoft.com/office/drawing/2014/main" id="{08AFC24E-C2CA-4969-BF15-CAD8D2C6A062}"/>
                </a:ext>
              </a:extLst>
            </p:cNvPr>
            <p:cNvSpPr txBox="1">
              <a:spLocks noChangeArrowheads="1"/>
            </p:cNvSpPr>
            <p:nvPr/>
          </p:nvSpPr>
          <p:spPr bwMode="auto">
            <a:xfrm>
              <a:off x="7375101" y="3102205"/>
              <a:ext cx="83067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memory</a:t>
              </a:r>
            </a:p>
          </p:txBody>
        </p:sp>
        <p:sp>
          <p:nvSpPr>
            <p:cNvPr id="94" name="Text Box 1084">
              <a:extLst>
                <a:ext uri="{FF2B5EF4-FFF2-40B4-BE49-F238E27FC236}">
                  <a16:creationId xmlns:a16="http://schemas.microsoft.com/office/drawing/2014/main" id="{BDDFC197-7A5E-4F44-9086-4C20B16866D8}"/>
                </a:ext>
              </a:extLst>
            </p:cNvPr>
            <p:cNvSpPr txBox="1">
              <a:spLocks noChangeArrowheads="1"/>
            </p:cNvSpPr>
            <p:nvPr/>
          </p:nvSpPr>
          <p:spPr bwMode="auto">
            <a:xfrm>
              <a:off x="8469160" y="3102205"/>
              <a:ext cx="522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time</a:t>
              </a:r>
            </a:p>
          </p:txBody>
        </p:sp>
        <p:sp>
          <p:nvSpPr>
            <p:cNvPr id="95" name="Text Box 1085">
              <a:extLst>
                <a:ext uri="{FF2B5EF4-FFF2-40B4-BE49-F238E27FC236}">
                  <a16:creationId xmlns:a16="http://schemas.microsoft.com/office/drawing/2014/main" id="{5A5ECF2E-BF94-4A1E-9577-4E37989BF39A}"/>
                </a:ext>
              </a:extLst>
            </p:cNvPr>
            <p:cNvSpPr txBox="1">
              <a:spLocks noChangeArrowheads="1"/>
            </p:cNvSpPr>
            <p:nvPr/>
          </p:nvSpPr>
          <p:spPr bwMode="auto">
            <a:xfrm>
              <a:off x="6496648" y="3526539"/>
              <a:ext cx="404278"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P1</a:t>
              </a:r>
            </a:p>
            <a:p>
              <a:pPr algn="ctr">
                <a:buSzTx/>
                <a:buFontTx/>
                <a:buNone/>
              </a:pPr>
              <a:r>
                <a:rPr lang="en-US" altLang="en-US" sz="1400"/>
                <a:t>P2</a:t>
              </a:r>
            </a:p>
            <a:p>
              <a:pPr algn="ctr">
                <a:buSzTx/>
                <a:buFontTx/>
                <a:buNone/>
              </a:pPr>
              <a:r>
                <a:rPr lang="en-US" altLang="en-US" sz="1400"/>
                <a:t>P3</a:t>
              </a:r>
            </a:p>
            <a:p>
              <a:pPr algn="ctr">
                <a:buSzTx/>
                <a:buFontTx/>
                <a:buNone/>
              </a:pPr>
              <a:r>
                <a:rPr lang="en-US" altLang="en-US" sz="1400"/>
                <a:t>P4</a:t>
              </a:r>
            </a:p>
            <a:p>
              <a:pPr algn="ctr">
                <a:buSzTx/>
                <a:buFontTx/>
                <a:buNone/>
              </a:pPr>
              <a:r>
                <a:rPr lang="en-US" altLang="en-US" sz="1400"/>
                <a:t>P5</a:t>
              </a:r>
            </a:p>
          </p:txBody>
        </p:sp>
        <p:sp>
          <p:nvSpPr>
            <p:cNvPr id="96" name="Text Box 1086">
              <a:extLst>
                <a:ext uri="{FF2B5EF4-FFF2-40B4-BE49-F238E27FC236}">
                  <a16:creationId xmlns:a16="http://schemas.microsoft.com/office/drawing/2014/main" id="{C3DDE08F-DA7B-4E7D-9E2F-3798C31B9AC6}"/>
                </a:ext>
              </a:extLst>
            </p:cNvPr>
            <p:cNvSpPr txBox="1">
              <a:spLocks noChangeArrowheads="1"/>
            </p:cNvSpPr>
            <p:nvPr/>
          </p:nvSpPr>
          <p:spPr bwMode="auto">
            <a:xfrm>
              <a:off x="7408486" y="3504157"/>
              <a:ext cx="702436"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600K</a:t>
              </a:r>
            </a:p>
            <a:p>
              <a:pPr algn="ctr">
                <a:buSzTx/>
                <a:buFontTx/>
                <a:buNone/>
              </a:pPr>
              <a:r>
                <a:rPr lang="en-US" altLang="en-US" sz="1400"/>
                <a:t>1000K</a:t>
              </a:r>
            </a:p>
            <a:p>
              <a:pPr algn="ctr">
                <a:buSzTx/>
                <a:buFontTx/>
                <a:buNone/>
              </a:pPr>
              <a:r>
                <a:rPr lang="en-US" altLang="en-US" sz="1400"/>
                <a:t>300K</a:t>
              </a:r>
            </a:p>
            <a:p>
              <a:pPr algn="ctr">
                <a:buSzTx/>
                <a:buFontTx/>
                <a:buNone/>
              </a:pPr>
              <a:r>
                <a:rPr lang="en-US" altLang="en-US" sz="1400"/>
                <a:t>700K</a:t>
              </a:r>
            </a:p>
            <a:p>
              <a:pPr algn="ctr">
                <a:buSzTx/>
                <a:buFontTx/>
                <a:buNone/>
              </a:pPr>
              <a:r>
                <a:rPr lang="en-US" altLang="en-US" sz="1400"/>
                <a:t>500K</a:t>
              </a:r>
            </a:p>
          </p:txBody>
        </p:sp>
        <p:sp>
          <p:nvSpPr>
            <p:cNvPr id="97" name="Text Box 1087">
              <a:extLst>
                <a:ext uri="{FF2B5EF4-FFF2-40B4-BE49-F238E27FC236}">
                  <a16:creationId xmlns:a16="http://schemas.microsoft.com/office/drawing/2014/main" id="{B01B989D-19BC-4603-929B-30FA5709B608}"/>
                </a:ext>
              </a:extLst>
            </p:cNvPr>
            <p:cNvSpPr txBox="1">
              <a:spLocks noChangeArrowheads="1"/>
            </p:cNvSpPr>
            <p:nvPr/>
          </p:nvSpPr>
          <p:spPr bwMode="auto">
            <a:xfrm>
              <a:off x="8542185" y="3505399"/>
              <a:ext cx="383438"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10</a:t>
              </a:r>
            </a:p>
            <a:p>
              <a:pPr algn="ctr">
                <a:buSzTx/>
                <a:buFontTx/>
                <a:buNone/>
              </a:pPr>
              <a:r>
                <a:rPr lang="en-US" altLang="en-US" sz="1400"/>
                <a:t>5</a:t>
              </a:r>
            </a:p>
            <a:p>
              <a:pPr algn="ctr">
                <a:buSzTx/>
                <a:buFontTx/>
                <a:buNone/>
              </a:pPr>
              <a:r>
                <a:rPr lang="en-US" altLang="en-US" sz="1400"/>
                <a:t>20</a:t>
              </a:r>
            </a:p>
            <a:p>
              <a:pPr algn="ctr">
                <a:buSzTx/>
                <a:buFontTx/>
                <a:buNone/>
              </a:pPr>
              <a:r>
                <a:rPr lang="en-US" altLang="en-US" sz="1400"/>
                <a:t>8</a:t>
              </a:r>
            </a:p>
            <a:p>
              <a:pPr algn="ctr">
                <a:buSzTx/>
                <a:buFontTx/>
                <a:buNone/>
              </a:pPr>
              <a:r>
                <a:rPr lang="en-US" altLang="en-US" sz="1400"/>
                <a:t>15</a:t>
              </a:r>
            </a:p>
          </p:txBody>
        </p:sp>
      </p:grpSp>
      <p:cxnSp>
        <p:nvCxnSpPr>
          <p:cNvPr id="19" name="Straight Arrow Connector 18">
            <a:extLst>
              <a:ext uri="{FF2B5EF4-FFF2-40B4-BE49-F238E27FC236}">
                <a16:creationId xmlns:a16="http://schemas.microsoft.com/office/drawing/2014/main" id="{4FD19DD7-E489-4007-8BF4-5220F5366D2B}"/>
              </a:ext>
            </a:extLst>
          </p:cNvPr>
          <p:cNvCxnSpPr/>
          <p:nvPr/>
        </p:nvCxnSpPr>
        <p:spPr bwMode="auto">
          <a:xfrm>
            <a:off x="524890" y="5712233"/>
            <a:ext cx="6081607" cy="0"/>
          </a:xfrm>
          <a:prstGeom prst="straightConnector1">
            <a:avLst/>
          </a:prstGeom>
          <a:solidFill>
            <a:schemeClr val="bg1"/>
          </a:solidFill>
          <a:ln w="25400" cap="flat" cmpd="sng" algn="ctr">
            <a:solidFill>
              <a:schemeClr val="tx1"/>
            </a:solidFill>
            <a:prstDash val="solid"/>
            <a:round/>
            <a:headEnd type="none" w="med" len="med"/>
            <a:tailEnd type="stealth" w="lg" len="lg"/>
          </a:ln>
          <a:effectLst/>
        </p:spPr>
      </p:cxnSp>
      <p:sp>
        <p:nvSpPr>
          <p:cNvPr id="20" name="TextBox 19">
            <a:extLst>
              <a:ext uri="{FF2B5EF4-FFF2-40B4-BE49-F238E27FC236}">
                <a16:creationId xmlns:a16="http://schemas.microsoft.com/office/drawing/2014/main" id="{D78F4FB5-FFBA-4F19-AC1D-B573C16B7E63}"/>
              </a:ext>
            </a:extLst>
          </p:cNvPr>
          <p:cNvSpPr txBox="1"/>
          <p:nvPr/>
        </p:nvSpPr>
        <p:spPr>
          <a:xfrm>
            <a:off x="6060734" y="5322956"/>
            <a:ext cx="1044116" cy="369332"/>
          </a:xfrm>
          <a:prstGeom prst="rect">
            <a:avLst/>
          </a:prstGeom>
          <a:noFill/>
        </p:spPr>
        <p:txBody>
          <a:bodyPr wrap="square" rtlCol="0">
            <a:spAutoFit/>
          </a:bodyPr>
          <a:lstStyle/>
          <a:p>
            <a:r>
              <a:rPr lang="en-US" sz="1800" dirty="0"/>
              <a:t>time</a:t>
            </a:r>
            <a:endParaRPr lang="en-SG" sz="1800" dirty="0"/>
          </a:p>
        </p:txBody>
      </p:sp>
      <p:grpSp>
        <p:nvGrpSpPr>
          <p:cNvPr id="25" name="Group 24">
            <a:extLst>
              <a:ext uri="{FF2B5EF4-FFF2-40B4-BE49-F238E27FC236}">
                <a16:creationId xmlns:a16="http://schemas.microsoft.com/office/drawing/2014/main" id="{C61E5043-70B2-4164-B993-A3349F3D7481}"/>
              </a:ext>
            </a:extLst>
          </p:cNvPr>
          <p:cNvGrpSpPr/>
          <p:nvPr/>
        </p:nvGrpSpPr>
        <p:grpSpPr>
          <a:xfrm>
            <a:off x="1026877" y="5558903"/>
            <a:ext cx="425027" cy="523902"/>
            <a:chOff x="1044608" y="5904570"/>
            <a:chExt cx="425027" cy="523902"/>
          </a:xfrm>
        </p:grpSpPr>
        <p:sp>
          <p:nvSpPr>
            <p:cNvPr id="21" name="TextBox 20">
              <a:extLst>
                <a:ext uri="{FF2B5EF4-FFF2-40B4-BE49-F238E27FC236}">
                  <a16:creationId xmlns:a16="http://schemas.microsoft.com/office/drawing/2014/main" id="{AD1ADD36-E69A-4E53-B181-0AFC9383CE68}"/>
                </a:ext>
              </a:extLst>
            </p:cNvPr>
            <p:cNvSpPr txBox="1"/>
            <p:nvPr/>
          </p:nvSpPr>
          <p:spPr>
            <a:xfrm>
              <a:off x="1044608" y="6059140"/>
              <a:ext cx="425027" cy="369332"/>
            </a:xfrm>
            <a:prstGeom prst="rect">
              <a:avLst/>
            </a:prstGeom>
            <a:noFill/>
          </p:spPr>
          <p:txBody>
            <a:bodyPr wrap="square" rtlCol="0">
              <a:spAutoFit/>
            </a:bodyPr>
            <a:lstStyle/>
            <a:p>
              <a:r>
                <a:rPr lang="en-US" sz="1800" dirty="0"/>
                <a:t>0</a:t>
              </a:r>
              <a:endParaRPr lang="en-SG" sz="1800" dirty="0"/>
            </a:p>
          </p:txBody>
        </p:sp>
        <p:cxnSp>
          <p:nvCxnSpPr>
            <p:cNvPr id="23" name="Straight Connector 22">
              <a:extLst>
                <a:ext uri="{FF2B5EF4-FFF2-40B4-BE49-F238E27FC236}">
                  <a16:creationId xmlns:a16="http://schemas.microsoft.com/office/drawing/2014/main" id="{0BC002D3-C478-4524-9791-F9E76701D65E}"/>
                </a:ext>
              </a:extLst>
            </p:cNvPr>
            <p:cNvCxnSpPr>
              <a:cxnSpLocks/>
            </p:cNvCxnSpPr>
            <p:nvPr/>
          </p:nvCxnSpPr>
          <p:spPr bwMode="auto">
            <a:xfrm flipV="1">
              <a:off x="1269253" y="5904570"/>
              <a:ext cx="0" cy="15457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09" name="Group 108">
            <a:extLst>
              <a:ext uri="{FF2B5EF4-FFF2-40B4-BE49-F238E27FC236}">
                <a16:creationId xmlns:a16="http://schemas.microsoft.com/office/drawing/2014/main" id="{E5757B7B-DD7B-44C3-B10B-6BC58C4D4143}"/>
              </a:ext>
            </a:extLst>
          </p:cNvPr>
          <p:cNvGrpSpPr/>
          <p:nvPr/>
        </p:nvGrpSpPr>
        <p:grpSpPr>
          <a:xfrm>
            <a:off x="2742270" y="5571196"/>
            <a:ext cx="425027" cy="523902"/>
            <a:chOff x="1044608" y="5904570"/>
            <a:chExt cx="425027" cy="523902"/>
          </a:xfrm>
        </p:grpSpPr>
        <p:sp>
          <p:nvSpPr>
            <p:cNvPr id="110" name="TextBox 109">
              <a:extLst>
                <a:ext uri="{FF2B5EF4-FFF2-40B4-BE49-F238E27FC236}">
                  <a16:creationId xmlns:a16="http://schemas.microsoft.com/office/drawing/2014/main" id="{120A6F2E-C086-47D1-BC8F-9D87EF5AE7B7}"/>
                </a:ext>
              </a:extLst>
            </p:cNvPr>
            <p:cNvSpPr txBox="1"/>
            <p:nvPr/>
          </p:nvSpPr>
          <p:spPr>
            <a:xfrm>
              <a:off x="1044608" y="6059140"/>
              <a:ext cx="425027" cy="369332"/>
            </a:xfrm>
            <a:prstGeom prst="rect">
              <a:avLst/>
            </a:prstGeom>
            <a:noFill/>
          </p:spPr>
          <p:txBody>
            <a:bodyPr wrap="square" rtlCol="0">
              <a:spAutoFit/>
            </a:bodyPr>
            <a:lstStyle/>
            <a:p>
              <a:r>
                <a:rPr lang="en-US" sz="1800" dirty="0"/>
                <a:t>5</a:t>
              </a:r>
              <a:endParaRPr lang="en-SG" sz="1800" dirty="0"/>
            </a:p>
          </p:txBody>
        </p:sp>
        <p:cxnSp>
          <p:nvCxnSpPr>
            <p:cNvPr id="111" name="Straight Connector 110">
              <a:extLst>
                <a:ext uri="{FF2B5EF4-FFF2-40B4-BE49-F238E27FC236}">
                  <a16:creationId xmlns:a16="http://schemas.microsoft.com/office/drawing/2014/main" id="{53CAE7D3-096A-4E76-A1A1-928FDC38E2FE}"/>
                </a:ext>
              </a:extLst>
            </p:cNvPr>
            <p:cNvCxnSpPr>
              <a:cxnSpLocks/>
            </p:cNvCxnSpPr>
            <p:nvPr/>
          </p:nvCxnSpPr>
          <p:spPr bwMode="auto">
            <a:xfrm flipV="1">
              <a:off x="1269253" y="5904570"/>
              <a:ext cx="0" cy="15457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15" name="Group 114">
            <a:extLst>
              <a:ext uri="{FF2B5EF4-FFF2-40B4-BE49-F238E27FC236}">
                <a16:creationId xmlns:a16="http://schemas.microsoft.com/office/drawing/2014/main" id="{A582C3BE-3E8B-45CE-BC04-E6DF7260591B}"/>
              </a:ext>
            </a:extLst>
          </p:cNvPr>
          <p:cNvGrpSpPr/>
          <p:nvPr/>
        </p:nvGrpSpPr>
        <p:grpSpPr>
          <a:xfrm>
            <a:off x="4959891" y="5549965"/>
            <a:ext cx="445472" cy="523902"/>
            <a:chOff x="1044608" y="5904570"/>
            <a:chExt cx="445472" cy="523902"/>
          </a:xfrm>
        </p:grpSpPr>
        <p:sp>
          <p:nvSpPr>
            <p:cNvPr id="116" name="TextBox 115">
              <a:extLst>
                <a:ext uri="{FF2B5EF4-FFF2-40B4-BE49-F238E27FC236}">
                  <a16:creationId xmlns:a16="http://schemas.microsoft.com/office/drawing/2014/main" id="{CA392A6C-AB91-440C-AF76-9ABC32E1A253}"/>
                </a:ext>
              </a:extLst>
            </p:cNvPr>
            <p:cNvSpPr txBox="1"/>
            <p:nvPr/>
          </p:nvSpPr>
          <p:spPr>
            <a:xfrm>
              <a:off x="1044608" y="6059140"/>
              <a:ext cx="445472" cy="369332"/>
            </a:xfrm>
            <a:prstGeom prst="rect">
              <a:avLst/>
            </a:prstGeom>
            <a:noFill/>
          </p:spPr>
          <p:txBody>
            <a:bodyPr wrap="square" rtlCol="0">
              <a:spAutoFit/>
            </a:bodyPr>
            <a:lstStyle/>
            <a:p>
              <a:r>
                <a:rPr lang="en-US" sz="1800" dirty="0"/>
                <a:t>10</a:t>
              </a:r>
              <a:endParaRPr lang="en-SG" sz="1800" dirty="0"/>
            </a:p>
          </p:txBody>
        </p:sp>
        <p:cxnSp>
          <p:nvCxnSpPr>
            <p:cNvPr id="117" name="Straight Connector 116">
              <a:extLst>
                <a:ext uri="{FF2B5EF4-FFF2-40B4-BE49-F238E27FC236}">
                  <a16:creationId xmlns:a16="http://schemas.microsoft.com/office/drawing/2014/main" id="{8C2474F8-1D7A-4174-845B-E0B1D7413362}"/>
                </a:ext>
              </a:extLst>
            </p:cNvPr>
            <p:cNvCxnSpPr>
              <a:cxnSpLocks/>
            </p:cNvCxnSpPr>
            <p:nvPr/>
          </p:nvCxnSpPr>
          <p:spPr bwMode="auto">
            <a:xfrm flipV="1">
              <a:off x="1269253" y="5904570"/>
              <a:ext cx="0" cy="15457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Right Brace 25">
            <a:extLst>
              <a:ext uri="{FF2B5EF4-FFF2-40B4-BE49-F238E27FC236}">
                <a16:creationId xmlns:a16="http://schemas.microsoft.com/office/drawing/2014/main" id="{99CF6536-63AD-49E4-B727-C47E60CC61A8}"/>
              </a:ext>
            </a:extLst>
          </p:cNvPr>
          <p:cNvSpPr/>
          <p:nvPr/>
        </p:nvSpPr>
        <p:spPr bwMode="auto">
          <a:xfrm rot="5400000">
            <a:off x="2870054" y="4864972"/>
            <a:ext cx="183321" cy="1119645"/>
          </a:xfrm>
          <a:prstGeom prst="rightBrace">
            <a:avLst/>
          </a:prstGeom>
          <a:solidFill>
            <a:schemeClr val="bg1"/>
          </a:solid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0">
              <a:ln>
                <a:noFill/>
              </a:ln>
              <a:solidFill>
                <a:schemeClr val="tx1"/>
              </a:solidFill>
              <a:effectLst/>
              <a:latin typeface="Helvetica" pitchFamily="34" charset="0"/>
            </a:endParaRPr>
          </a:p>
        </p:txBody>
      </p:sp>
      <p:sp>
        <p:nvSpPr>
          <p:cNvPr id="27" name="Right Brace 26">
            <a:extLst>
              <a:ext uri="{FF2B5EF4-FFF2-40B4-BE49-F238E27FC236}">
                <a16:creationId xmlns:a16="http://schemas.microsoft.com/office/drawing/2014/main" id="{4F5EC20C-4223-4DAB-AC26-5CEE421DE4F5}"/>
              </a:ext>
            </a:extLst>
          </p:cNvPr>
          <p:cNvSpPr/>
          <p:nvPr/>
        </p:nvSpPr>
        <p:spPr bwMode="auto">
          <a:xfrm rot="5400000">
            <a:off x="5081498" y="4871201"/>
            <a:ext cx="183321" cy="1119645"/>
          </a:xfrm>
          <a:prstGeom prst="rightBrace">
            <a:avLst/>
          </a:prstGeom>
          <a:solidFill>
            <a:schemeClr val="bg1"/>
          </a:solid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0">
              <a:ln>
                <a:noFill/>
              </a:ln>
              <a:solidFill>
                <a:schemeClr val="tx1"/>
              </a:solidFill>
              <a:effectLst/>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par>
                          <p:cTn id="9" fill="hold">
                            <p:stCondLst>
                              <p:cond delay="0"/>
                            </p:stCondLst>
                            <p:childTnLst>
                              <p:par>
                                <p:cTn id="10" presetID="22" presetClass="entr" presetSubtype="4" fill="hold" grpId="0" nodeType="afterEffect">
                                  <p:stCondLst>
                                    <p:cond delay="0"/>
                                  </p:stCondLst>
                                  <p:childTnLst>
                                    <p:set>
                                      <p:cBhvr>
                                        <p:cTn id="11" dur="1" fill="hold">
                                          <p:stCondLst>
                                            <p:cond delay="0"/>
                                          </p:stCondLst>
                                        </p:cTn>
                                        <p:tgtEl>
                                          <p:spTgt spid="163892"/>
                                        </p:tgtEl>
                                        <p:attrNameLst>
                                          <p:attrName>style.visibility</p:attrName>
                                        </p:attrNameLst>
                                      </p:cBhvr>
                                      <p:to>
                                        <p:strVal val="visible"/>
                                      </p:to>
                                    </p:set>
                                    <p:animEffect transition="in" filter="wipe(down)">
                                      <p:cBhvr>
                                        <p:cTn id="12" dur="500"/>
                                        <p:tgtEl>
                                          <p:spTgt spid="16389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0"/>
                            </p:stCondLst>
                            <p:childTnLst>
                              <p:par>
                                <p:cTn id="18" presetID="22" presetClass="entr" presetSubtype="1"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par>
                          <p:cTn id="33" fill="hold">
                            <p:stCondLst>
                              <p:cond delay="0"/>
                            </p:stCondLst>
                            <p:childTnLst>
                              <p:par>
                                <p:cTn id="34" presetID="22" presetClass="entr" presetSubtype="4" fill="hold" grpId="0" nodeType="afterEffect">
                                  <p:stCondLst>
                                    <p:cond delay="0"/>
                                  </p:stCondLst>
                                  <p:childTnLst>
                                    <p:set>
                                      <p:cBhvr>
                                        <p:cTn id="35" dur="1" fill="hold">
                                          <p:stCondLst>
                                            <p:cond delay="0"/>
                                          </p:stCondLst>
                                        </p:cTn>
                                        <p:tgtEl>
                                          <p:spTgt spid="163910"/>
                                        </p:tgtEl>
                                        <p:attrNameLst>
                                          <p:attrName>style.visibility</p:attrName>
                                        </p:attrNameLst>
                                      </p:cBhvr>
                                      <p:to>
                                        <p:strVal val="visible"/>
                                      </p:to>
                                    </p:set>
                                    <p:animEffect transition="in" filter="wipe(down)">
                                      <p:cBhvr>
                                        <p:cTn id="36" dur="500"/>
                                        <p:tgtEl>
                                          <p:spTgt spid="163910"/>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par>
                          <p:cTn id="41" fill="hold">
                            <p:stCondLst>
                              <p:cond delay="0"/>
                            </p:stCondLst>
                            <p:childTnLst>
                              <p:par>
                                <p:cTn id="42" presetID="22" presetClass="entr" presetSubtype="1" fill="hold"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up)">
                                      <p:cBhvr>
                                        <p:cTn id="44" dur="500"/>
                                        <p:tgtEl>
                                          <p:spTgt spid="8"/>
                                        </p:tgtEl>
                                      </p:cBhvr>
                                    </p:animEffec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2" grpId="0" animBg="1"/>
      <p:bldP spid="163910" grpId="0" animBg="1"/>
      <p:bldP spid="26"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0483" name="Rectangle 2"/>
          <p:cNvSpPr>
            <a:spLocks noGrp="1" noChangeArrowheads="1"/>
          </p:cNvSpPr>
          <p:nvPr>
            <p:ph type="title"/>
          </p:nvPr>
        </p:nvSpPr>
        <p:spPr>
          <a:xfrm>
            <a:off x="1162050" y="495300"/>
            <a:ext cx="6886575" cy="457200"/>
          </a:xfrm>
        </p:spPr>
        <p:txBody>
          <a:bodyPr/>
          <a:lstStyle/>
          <a:p>
            <a:r>
              <a:rPr lang="en-US" altLang="en-US"/>
              <a:t>Dynamic Storage-Allocation Problem</a:t>
            </a:r>
          </a:p>
        </p:txBody>
      </p:sp>
      <p:sp>
        <p:nvSpPr>
          <p:cNvPr id="20484" name="Rectangle 3"/>
          <p:cNvSpPr>
            <a:spLocks noGrp="1" noChangeArrowheads="1"/>
          </p:cNvSpPr>
          <p:nvPr>
            <p:ph type="body" idx="1"/>
          </p:nvPr>
        </p:nvSpPr>
        <p:spPr>
          <a:xfrm>
            <a:off x="482600" y="2286000"/>
            <a:ext cx="8323263" cy="3797300"/>
          </a:xfrm>
        </p:spPr>
        <p:txBody>
          <a:bodyPr/>
          <a:lstStyle/>
          <a:p>
            <a:r>
              <a:rPr lang="en-US" altLang="en-US" sz="2800" b="1"/>
              <a:t>First-fit</a:t>
            </a:r>
            <a:r>
              <a:rPr lang="en-US" altLang="en-US" sz="2800"/>
              <a:t>:  Allocate the </a:t>
            </a:r>
            <a:r>
              <a:rPr lang="en-US" altLang="en-US" sz="2800" i="1">
                <a:solidFill>
                  <a:srgbClr val="FF0000"/>
                </a:solidFill>
              </a:rPr>
              <a:t>first</a:t>
            </a:r>
            <a:r>
              <a:rPr lang="en-US" altLang="en-US" sz="2800"/>
              <a:t> hole that is big enough.</a:t>
            </a:r>
          </a:p>
          <a:p>
            <a:r>
              <a:rPr lang="en-US" altLang="en-US" sz="2800" b="1"/>
              <a:t>Best-fit</a:t>
            </a:r>
            <a:r>
              <a:rPr lang="en-US" altLang="en-US" sz="2800"/>
              <a:t>:  Allocate the </a:t>
            </a:r>
            <a:r>
              <a:rPr lang="en-US" altLang="en-US" sz="2800" i="1">
                <a:solidFill>
                  <a:srgbClr val="FF0000"/>
                </a:solidFill>
              </a:rPr>
              <a:t>smallest</a:t>
            </a:r>
            <a:r>
              <a:rPr lang="en-US" altLang="en-US" sz="2800"/>
              <a:t> hole that is big enough; must search entire list, unless ordered by size.  Produces the smallest leftover hole.</a:t>
            </a:r>
          </a:p>
          <a:p>
            <a:r>
              <a:rPr lang="en-US" altLang="en-US" sz="2800" b="1"/>
              <a:t>Worst-fit</a:t>
            </a:r>
            <a:r>
              <a:rPr lang="en-US" altLang="en-US" sz="2800"/>
              <a:t>:  Allocate the </a:t>
            </a:r>
            <a:r>
              <a:rPr lang="en-US" altLang="en-US" sz="2800" i="1">
                <a:solidFill>
                  <a:srgbClr val="FF0000"/>
                </a:solidFill>
              </a:rPr>
              <a:t>largest</a:t>
            </a:r>
            <a:r>
              <a:rPr lang="en-US" altLang="en-US" sz="2800"/>
              <a:t> hole; must also search entire list.  Produces the largest leftover hole.</a:t>
            </a:r>
          </a:p>
        </p:txBody>
      </p:sp>
      <p:sp>
        <p:nvSpPr>
          <p:cNvPr id="20485" name="Text Box 4"/>
          <p:cNvSpPr txBox="1">
            <a:spLocks noChangeArrowheads="1"/>
          </p:cNvSpPr>
          <p:nvPr/>
        </p:nvSpPr>
        <p:spPr bwMode="auto">
          <a:xfrm>
            <a:off x="306388" y="1311275"/>
            <a:ext cx="8283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buSzTx/>
              <a:buFontTx/>
              <a:buNone/>
            </a:pPr>
            <a:r>
              <a:rPr lang="en-US" altLang="en-US" sz="2800"/>
              <a:t>How to satisfy a request of size </a:t>
            </a:r>
            <a:r>
              <a:rPr lang="en-US" altLang="en-US" sz="2800" i="1"/>
              <a:t>n</a:t>
            </a:r>
            <a:r>
              <a:rPr lang="en-US" altLang="en-US" sz="2800"/>
              <a:t> from a list of free holes.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1507" name="Rectangle 2"/>
          <p:cNvSpPr>
            <a:spLocks noGrp="1" noChangeArrowheads="1"/>
          </p:cNvSpPr>
          <p:nvPr>
            <p:ph type="title"/>
          </p:nvPr>
        </p:nvSpPr>
        <p:spPr>
          <a:xfrm>
            <a:off x="1162050" y="495300"/>
            <a:ext cx="6886575" cy="457200"/>
          </a:xfrm>
        </p:spPr>
        <p:txBody>
          <a:bodyPr/>
          <a:lstStyle/>
          <a:p>
            <a:r>
              <a:rPr lang="en-US" altLang="en-US"/>
              <a:t>Fragmentation</a:t>
            </a:r>
          </a:p>
        </p:txBody>
      </p:sp>
      <p:sp>
        <p:nvSpPr>
          <p:cNvPr id="21508" name="Rectangle 3"/>
          <p:cNvSpPr>
            <a:spLocks noGrp="1" noChangeArrowheads="1"/>
          </p:cNvSpPr>
          <p:nvPr>
            <p:ph type="body" idx="1"/>
          </p:nvPr>
        </p:nvSpPr>
        <p:spPr>
          <a:xfrm>
            <a:off x="471488" y="1304925"/>
            <a:ext cx="8058150" cy="4202113"/>
          </a:xfrm>
        </p:spPr>
        <p:txBody>
          <a:bodyPr/>
          <a:lstStyle/>
          <a:p>
            <a:r>
              <a:rPr lang="en-US" altLang="en-US" sz="2800" i="1">
                <a:solidFill>
                  <a:srgbClr val="FF0000"/>
                </a:solidFill>
              </a:rPr>
              <a:t>External fragmentation</a:t>
            </a:r>
            <a:r>
              <a:rPr lang="en-US" altLang="en-US" sz="2800"/>
              <a:t>: when enough total memory space exists to satisfy a request, but it is not contiguous. Happens outside a partition.</a:t>
            </a:r>
          </a:p>
          <a:p>
            <a:r>
              <a:rPr lang="en-US" altLang="en-US" sz="2800" i="1">
                <a:solidFill>
                  <a:srgbClr val="FF0000"/>
                </a:solidFill>
              </a:rPr>
              <a:t>Internal fragmentation</a:t>
            </a:r>
            <a:r>
              <a:rPr lang="en-US" altLang="en-US" sz="2800"/>
              <a:t>: allocated memory may be slightly larger than requested memory; this size difference is memory internal to a partition, but not being used.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2531" name="Rectangle 4098"/>
          <p:cNvSpPr>
            <a:spLocks noGrp="1" noChangeArrowheads="1"/>
          </p:cNvSpPr>
          <p:nvPr>
            <p:ph type="title"/>
          </p:nvPr>
        </p:nvSpPr>
        <p:spPr>
          <a:xfrm>
            <a:off x="1162050" y="495300"/>
            <a:ext cx="6886575" cy="457200"/>
          </a:xfrm>
        </p:spPr>
        <p:txBody>
          <a:bodyPr/>
          <a:lstStyle/>
          <a:p>
            <a:r>
              <a:rPr lang="en-US" altLang="en-US"/>
              <a:t>Fragmentation (Cont.)</a:t>
            </a:r>
          </a:p>
        </p:txBody>
      </p:sp>
      <p:sp>
        <p:nvSpPr>
          <p:cNvPr id="22532" name="Rectangle 4099"/>
          <p:cNvSpPr>
            <a:spLocks noGrp="1" noChangeArrowheads="1"/>
          </p:cNvSpPr>
          <p:nvPr>
            <p:ph type="body" idx="1"/>
          </p:nvPr>
        </p:nvSpPr>
        <p:spPr>
          <a:xfrm>
            <a:off x="457200" y="1304925"/>
            <a:ext cx="8274050" cy="4649788"/>
          </a:xfrm>
        </p:spPr>
        <p:txBody>
          <a:bodyPr/>
          <a:lstStyle/>
          <a:p>
            <a:r>
              <a:rPr lang="en-US" altLang="en-US" sz="2800" dirty="0"/>
              <a:t>Reduce external fragmentation by </a:t>
            </a:r>
            <a:r>
              <a:rPr lang="en-US" altLang="en-US" sz="2800" i="1" dirty="0">
                <a:solidFill>
                  <a:srgbClr val="FF0000"/>
                </a:solidFill>
              </a:rPr>
              <a:t>compaction</a:t>
            </a:r>
          </a:p>
          <a:p>
            <a:pPr lvl="1"/>
            <a:r>
              <a:rPr lang="en-US" altLang="en-US" dirty="0"/>
              <a:t>Shuffle memory contents to place free memory together in one large block.</a:t>
            </a:r>
          </a:p>
          <a:p>
            <a:pPr lvl="1"/>
            <a:r>
              <a:rPr lang="en-US" altLang="en-US" dirty="0"/>
              <a:t>Compaction is possible only if re-locatable address format is used in process image and binding is done during execution-time.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3556" name="Rectangle 4098"/>
          <p:cNvSpPr>
            <a:spLocks noGrp="1" noChangeArrowheads="1"/>
          </p:cNvSpPr>
          <p:nvPr>
            <p:ph type="title"/>
          </p:nvPr>
        </p:nvSpPr>
        <p:spPr>
          <a:xfrm>
            <a:off x="1162050" y="495300"/>
            <a:ext cx="6886575" cy="457200"/>
          </a:xfrm>
        </p:spPr>
        <p:txBody>
          <a:bodyPr/>
          <a:lstStyle/>
          <a:p>
            <a:r>
              <a:rPr lang="en-US" altLang="en-US"/>
              <a:t>Fragmentation (Cont.)</a:t>
            </a:r>
          </a:p>
        </p:txBody>
      </p:sp>
      <p:sp>
        <p:nvSpPr>
          <p:cNvPr id="73" name="Rectangle 1027">
            <a:extLst>
              <a:ext uri="{FF2B5EF4-FFF2-40B4-BE49-F238E27FC236}">
                <a16:creationId xmlns:a16="http://schemas.microsoft.com/office/drawing/2014/main" id="{EE165967-F0DA-4F21-A362-1C31A19EFDC0}"/>
              </a:ext>
            </a:extLst>
          </p:cNvPr>
          <p:cNvSpPr>
            <a:spLocks noChangeArrowheads="1"/>
          </p:cNvSpPr>
          <p:nvPr/>
        </p:nvSpPr>
        <p:spPr bwMode="auto">
          <a:xfrm>
            <a:off x="870514" y="2167040"/>
            <a:ext cx="4710441" cy="33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GB" altLang="en-US" sz="2800" b="1">
              <a:solidFill>
                <a:schemeClr val="tx2"/>
              </a:solidFill>
            </a:endParaRPr>
          </a:p>
        </p:txBody>
      </p:sp>
      <p:grpSp>
        <p:nvGrpSpPr>
          <p:cNvPr id="90" name="Group 1040">
            <a:extLst>
              <a:ext uri="{FF2B5EF4-FFF2-40B4-BE49-F238E27FC236}">
                <a16:creationId xmlns:a16="http://schemas.microsoft.com/office/drawing/2014/main" id="{FAD75B49-5CA1-4088-BBBC-C2D5F04D4778}"/>
              </a:ext>
            </a:extLst>
          </p:cNvPr>
          <p:cNvGrpSpPr>
            <a:grpSpLocks/>
          </p:cNvGrpSpPr>
          <p:nvPr/>
        </p:nvGrpSpPr>
        <p:grpSpPr bwMode="auto">
          <a:xfrm>
            <a:off x="3035709" y="1624788"/>
            <a:ext cx="936007" cy="3634126"/>
            <a:chOff x="2780" y="618"/>
            <a:chExt cx="862" cy="3170"/>
          </a:xfrm>
        </p:grpSpPr>
        <p:sp>
          <p:nvSpPr>
            <p:cNvPr id="91" name="Rectangle 1041">
              <a:extLst>
                <a:ext uri="{FF2B5EF4-FFF2-40B4-BE49-F238E27FC236}">
                  <a16:creationId xmlns:a16="http://schemas.microsoft.com/office/drawing/2014/main" id="{F60BC15D-CD71-4718-BA1E-42E84114E59B}"/>
                </a:ext>
              </a:extLst>
            </p:cNvPr>
            <p:cNvSpPr>
              <a:spLocks noChangeArrowheads="1"/>
            </p:cNvSpPr>
            <p:nvPr/>
          </p:nvSpPr>
          <p:spPr bwMode="auto">
            <a:xfrm>
              <a:off x="2802" y="1878"/>
              <a:ext cx="822" cy="1104"/>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2" name="Rectangle 1042">
              <a:extLst>
                <a:ext uri="{FF2B5EF4-FFF2-40B4-BE49-F238E27FC236}">
                  <a16:creationId xmlns:a16="http://schemas.microsoft.com/office/drawing/2014/main" id="{5F7173BD-1851-4B1E-AD07-3F297A406AB4}"/>
                </a:ext>
              </a:extLst>
            </p:cNvPr>
            <p:cNvSpPr>
              <a:spLocks noChangeArrowheads="1"/>
            </p:cNvSpPr>
            <p:nvPr/>
          </p:nvSpPr>
          <p:spPr bwMode="auto">
            <a:xfrm>
              <a:off x="2802" y="2976"/>
              <a:ext cx="822" cy="396"/>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3" name="Rectangle 1043">
              <a:extLst>
                <a:ext uri="{FF2B5EF4-FFF2-40B4-BE49-F238E27FC236}">
                  <a16:creationId xmlns:a16="http://schemas.microsoft.com/office/drawing/2014/main" id="{0AF097FC-3C5C-4729-A95A-C1F31D4F3679}"/>
                </a:ext>
              </a:extLst>
            </p:cNvPr>
            <p:cNvSpPr>
              <a:spLocks noChangeArrowheads="1"/>
            </p:cNvSpPr>
            <p:nvPr/>
          </p:nvSpPr>
          <p:spPr bwMode="auto">
            <a:xfrm>
              <a:off x="2802" y="1140"/>
              <a:ext cx="822" cy="738"/>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4" name="Rectangle 1044">
              <a:extLst>
                <a:ext uri="{FF2B5EF4-FFF2-40B4-BE49-F238E27FC236}">
                  <a16:creationId xmlns:a16="http://schemas.microsoft.com/office/drawing/2014/main" id="{D465525B-AA89-4E82-AA68-B1424B1705B0}"/>
                </a:ext>
              </a:extLst>
            </p:cNvPr>
            <p:cNvSpPr>
              <a:spLocks noChangeArrowheads="1"/>
            </p:cNvSpPr>
            <p:nvPr/>
          </p:nvSpPr>
          <p:spPr bwMode="auto">
            <a:xfrm>
              <a:off x="2803" y="618"/>
              <a:ext cx="822" cy="52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5" name="Text Box 1045">
              <a:extLst>
                <a:ext uri="{FF2B5EF4-FFF2-40B4-BE49-F238E27FC236}">
                  <a16:creationId xmlns:a16="http://schemas.microsoft.com/office/drawing/2014/main" id="{97DCD2D9-D8FA-4267-B5D1-A02C48E6EF11}"/>
                </a:ext>
              </a:extLst>
            </p:cNvPr>
            <p:cNvSpPr txBox="1">
              <a:spLocks noChangeArrowheads="1"/>
            </p:cNvSpPr>
            <p:nvPr/>
          </p:nvSpPr>
          <p:spPr bwMode="auto">
            <a:xfrm>
              <a:off x="2780" y="683"/>
              <a:ext cx="86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96" name="Rectangle 1046">
              <a:extLst>
                <a:ext uri="{FF2B5EF4-FFF2-40B4-BE49-F238E27FC236}">
                  <a16:creationId xmlns:a16="http://schemas.microsoft.com/office/drawing/2014/main" id="{3AE70BBC-276B-4A9D-BFE1-97BB0A1EED84}"/>
                </a:ext>
              </a:extLst>
            </p:cNvPr>
            <p:cNvSpPr>
              <a:spLocks noChangeArrowheads="1"/>
            </p:cNvSpPr>
            <p:nvPr/>
          </p:nvSpPr>
          <p:spPr bwMode="auto">
            <a:xfrm>
              <a:off x="2803" y="3373"/>
              <a:ext cx="819" cy="415"/>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97" name="Text Box 1047">
              <a:extLst>
                <a:ext uri="{FF2B5EF4-FFF2-40B4-BE49-F238E27FC236}">
                  <a16:creationId xmlns:a16="http://schemas.microsoft.com/office/drawing/2014/main" id="{3001289D-7676-41CC-ABFF-44E09B194D84}"/>
                </a:ext>
              </a:extLst>
            </p:cNvPr>
            <p:cNvSpPr txBox="1">
              <a:spLocks noChangeArrowheads="1"/>
            </p:cNvSpPr>
            <p:nvPr/>
          </p:nvSpPr>
          <p:spPr bwMode="auto">
            <a:xfrm>
              <a:off x="3033" y="1365"/>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98" name="Text Box 1048">
              <a:extLst>
                <a:ext uri="{FF2B5EF4-FFF2-40B4-BE49-F238E27FC236}">
                  <a16:creationId xmlns:a16="http://schemas.microsoft.com/office/drawing/2014/main" id="{42D33801-CC2E-4ADD-B70C-44BAC1F3C752}"/>
                </a:ext>
              </a:extLst>
            </p:cNvPr>
            <p:cNvSpPr txBox="1">
              <a:spLocks noChangeArrowheads="1"/>
            </p:cNvSpPr>
            <p:nvPr/>
          </p:nvSpPr>
          <p:spPr bwMode="auto">
            <a:xfrm>
              <a:off x="3062" y="3047"/>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grpSp>
        <p:nvGrpSpPr>
          <p:cNvPr id="99" name="Group 98">
            <a:extLst>
              <a:ext uri="{FF2B5EF4-FFF2-40B4-BE49-F238E27FC236}">
                <a16:creationId xmlns:a16="http://schemas.microsoft.com/office/drawing/2014/main" id="{46FD45C8-6D9B-4CC2-B062-EF477CE4F46A}"/>
              </a:ext>
            </a:extLst>
          </p:cNvPr>
          <p:cNvGrpSpPr/>
          <p:nvPr/>
        </p:nvGrpSpPr>
        <p:grpSpPr>
          <a:xfrm>
            <a:off x="95270" y="1532805"/>
            <a:ext cx="1592893" cy="3839873"/>
            <a:chOff x="94541" y="2023086"/>
            <a:chExt cx="1592893" cy="3839873"/>
          </a:xfrm>
        </p:grpSpPr>
        <p:sp>
          <p:nvSpPr>
            <p:cNvPr id="100" name="Rectangle 1050">
              <a:extLst>
                <a:ext uri="{FF2B5EF4-FFF2-40B4-BE49-F238E27FC236}">
                  <a16:creationId xmlns:a16="http://schemas.microsoft.com/office/drawing/2014/main" id="{B3A12CD8-F5E2-4B47-8928-57747584FDF8}"/>
                </a:ext>
              </a:extLst>
            </p:cNvPr>
            <p:cNvSpPr>
              <a:spLocks noChangeArrowheads="1"/>
            </p:cNvSpPr>
            <p:nvPr/>
          </p:nvSpPr>
          <p:spPr bwMode="auto">
            <a:xfrm>
              <a:off x="776401" y="2125386"/>
              <a:ext cx="892573" cy="599574"/>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01" name="Rectangle 1051">
              <a:extLst>
                <a:ext uri="{FF2B5EF4-FFF2-40B4-BE49-F238E27FC236}">
                  <a16:creationId xmlns:a16="http://schemas.microsoft.com/office/drawing/2014/main" id="{E35A504E-F5E4-480B-AA02-6EEDE8420D06}"/>
                </a:ext>
              </a:extLst>
            </p:cNvPr>
            <p:cNvSpPr>
              <a:spLocks noChangeArrowheads="1"/>
            </p:cNvSpPr>
            <p:nvPr/>
          </p:nvSpPr>
          <p:spPr bwMode="auto">
            <a:xfrm>
              <a:off x="776401" y="2721520"/>
              <a:ext cx="892573" cy="3035699"/>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02" name="Text Box 1052">
              <a:extLst>
                <a:ext uri="{FF2B5EF4-FFF2-40B4-BE49-F238E27FC236}">
                  <a16:creationId xmlns:a16="http://schemas.microsoft.com/office/drawing/2014/main" id="{DCFE2BAC-8174-4C53-B0F0-61D291FB9E39}"/>
                </a:ext>
              </a:extLst>
            </p:cNvPr>
            <p:cNvSpPr txBox="1">
              <a:spLocks noChangeArrowheads="1"/>
            </p:cNvSpPr>
            <p:nvPr/>
          </p:nvSpPr>
          <p:spPr bwMode="auto">
            <a:xfrm>
              <a:off x="751427" y="2199499"/>
              <a:ext cx="936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03" name="Text Box 1053">
              <a:extLst>
                <a:ext uri="{FF2B5EF4-FFF2-40B4-BE49-F238E27FC236}">
                  <a16:creationId xmlns:a16="http://schemas.microsoft.com/office/drawing/2014/main" id="{82DBEB8A-9AEE-48CE-B031-EE48B36DE159}"/>
                </a:ext>
              </a:extLst>
            </p:cNvPr>
            <p:cNvSpPr txBox="1">
              <a:spLocks noChangeArrowheads="1"/>
            </p:cNvSpPr>
            <p:nvPr/>
          </p:nvSpPr>
          <p:spPr bwMode="auto">
            <a:xfrm>
              <a:off x="94541" y="5555182"/>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2560K</a:t>
              </a:r>
            </a:p>
          </p:txBody>
        </p:sp>
        <p:sp>
          <p:nvSpPr>
            <p:cNvPr id="104" name="Text Box 1054">
              <a:extLst>
                <a:ext uri="{FF2B5EF4-FFF2-40B4-BE49-F238E27FC236}">
                  <a16:creationId xmlns:a16="http://schemas.microsoft.com/office/drawing/2014/main" id="{2AED5EB0-FCED-432A-BCFF-C810CE0BAD66}"/>
                </a:ext>
              </a:extLst>
            </p:cNvPr>
            <p:cNvSpPr txBox="1">
              <a:spLocks noChangeArrowheads="1"/>
            </p:cNvSpPr>
            <p:nvPr/>
          </p:nvSpPr>
          <p:spPr bwMode="auto">
            <a:xfrm>
              <a:off x="183867" y="2564193"/>
              <a:ext cx="603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400K</a:t>
              </a:r>
            </a:p>
          </p:txBody>
        </p:sp>
        <p:sp>
          <p:nvSpPr>
            <p:cNvPr id="105" name="Text Box 1055">
              <a:extLst>
                <a:ext uri="{FF2B5EF4-FFF2-40B4-BE49-F238E27FC236}">
                  <a16:creationId xmlns:a16="http://schemas.microsoft.com/office/drawing/2014/main" id="{D66EB3E4-DC2B-43EA-8E9C-C94413D0D094}"/>
                </a:ext>
              </a:extLst>
            </p:cNvPr>
            <p:cNvSpPr txBox="1">
              <a:spLocks noChangeArrowheads="1"/>
            </p:cNvSpPr>
            <p:nvPr/>
          </p:nvSpPr>
          <p:spPr bwMode="auto">
            <a:xfrm>
              <a:off x="524161" y="2023086"/>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0</a:t>
              </a:r>
            </a:p>
          </p:txBody>
        </p:sp>
        <p:sp>
          <p:nvSpPr>
            <p:cNvPr id="106" name="Text Box 1056">
              <a:extLst>
                <a:ext uri="{FF2B5EF4-FFF2-40B4-BE49-F238E27FC236}">
                  <a16:creationId xmlns:a16="http://schemas.microsoft.com/office/drawing/2014/main" id="{14B52D3C-E028-49B1-BCC4-0D8349C819FB}"/>
                </a:ext>
              </a:extLst>
            </p:cNvPr>
            <p:cNvSpPr txBox="1">
              <a:spLocks noChangeArrowheads="1"/>
            </p:cNvSpPr>
            <p:nvPr/>
          </p:nvSpPr>
          <p:spPr bwMode="auto">
            <a:xfrm>
              <a:off x="94541" y="3424002"/>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dirty="0"/>
                <a:t>1000K</a:t>
              </a:r>
            </a:p>
          </p:txBody>
        </p:sp>
        <p:sp>
          <p:nvSpPr>
            <p:cNvPr id="107" name="Line 1057">
              <a:extLst>
                <a:ext uri="{FF2B5EF4-FFF2-40B4-BE49-F238E27FC236}">
                  <a16:creationId xmlns:a16="http://schemas.microsoft.com/office/drawing/2014/main" id="{21F24E6A-7C7E-441C-BC05-035676625218}"/>
                </a:ext>
              </a:extLst>
            </p:cNvPr>
            <p:cNvSpPr>
              <a:spLocks noChangeShapeType="1"/>
            </p:cNvSpPr>
            <p:nvPr/>
          </p:nvSpPr>
          <p:spPr bwMode="auto">
            <a:xfrm>
              <a:off x="785088" y="356757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8" name="Line 1058">
              <a:extLst>
                <a:ext uri="{FF2B5EF4-FFF2-40B4-BE49-F238E27FC236}">
                  <a16:creationId xmlns:a16="http://schemas.microsoft.com/office/drawing/2014/main" id="{420CF569-84E3-481F-8F11-E4F6E9008AA8}"/>
                </a:ext>
              </a:extLst>
            </p:cNvPr>
            <p:cNvSpPr>
              <a:spLocks noChangeShapeType="1"/>
            </p:cNvSpPr>
            <p:nvPr/>
          </p:nvSpPr>
          <p:spPr bwMode="auto">
            <a:xfrm>
              <a:off x="793775" y="482633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9" name="Text Box 1059">
              <a:extLst>
                <a:ext uri="{FF2B5EF4-FFF2-40B4-BE49-F238E27FC236}">
                  <a16:creationId xmlns:a16="http://schemas.microsoft.com/office/drawing/2014/main" id="{BBBE7D52-B6C6-4583-95E9-76744921C670}"/>
                </a:ext>
              </a:extLst>
            </p:cNvPr>
            <p:cNvSpPr txBox="1">
              <a:spLocks noChangeArrowheads="1"/>
            </p:cNvSpPr>
            <p:nvPr/>
          </p:nvSpPr>
          <p:spPr bwMode="auto">
            <a:xfrm>
              <a:off x="128203" y="4658688"/>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2000K</a:t>
              </a:r>
            </a:p>
          </p:txBody>
        </p:sp>
        <p:sp>
          <p:nvSpPr>
            <p:cNvPr id="110" name="Text Box 1060">
              <a:extLst>
                <a:ext uri="{FF2B5EF4-FFF2-40B4-BE49-F238E27FC236}">
                  <a16:creationId xmlns:a16="http://schemas.microsoft.com/office/drawing/2014/main" id="{405D2479-3A4C-4878-9CB3-218643E373E2}"/>
                </a:ext>
              </a:extLst>
            </p:cNvPr>
            <p:cNvSpPr txBox="1">
              <a:spLocks noChangeArrowheads="1"/>
            </p:cNvSpPr>
            <p:nvPr/>
          </p:nvSpPr>
          <p:spPr bwMode="auto">
            <a:xfrm>
              <a:off x="113001" y="5144766"/>
              <a:ext cx="702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2300K</a:t>
              </a:r>
            </a:p>
          </p:txBody>
        </p:sp>
        <p:sp>
          <p:nvSpPr>
            <p:cNvPr id="111" name="Line 1061">
              <a:extLst>
                <a:ext uri="{FF2B5EF4-FFF2-40B4-BE49-F238E27FC236}">
                  <a16:creationId xmlns:a16="http://schemas.microsoft.com/office/drawing/2014/main" id="{C2E2F99D-B762-4755-9250-6DBBC409EB28}"/>
                </a:ext>
              </a:extLst>
            </p:cNvPr>
            <p:cNvSpPr>
              <a:spLocks noChangeShapeType="1"/>
            </p:cNvSpPr>
            <p:nvPr/>
          </p:nvSpPr>
          <p:spPr bwMode="auto">
            <a:xfrm>
              <a:off x="789431" y="5280312"/>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12" name="Rectangle 1062">
              <a:extLst>
                <a:ext uri="{FF2B5EF4-FFF2-40B4-BE49-F238E27FC236}">
                  <a16:creationId xmlns:a16="http://schemas.microsoft.com/office/drawing/2014/main" id="{98728582-72C6-4EE1-AFC9-E2D73E1CF51D}"/>
                </a:ext>
              </a:extLst>
            </p:cNvPr>
            <p:cNvSpPr>
              <a:spLocks noChangeArrowheads="1"/>
            </p:cNvSpPr>
            <p:nvPr/>
          </p:nvSpPr>
          <p:spPr bwMode="auto">
            <a:xfrm>
              <a:off x="775315" y="5276873"/>
              <a:ext cx="893659" cy="4826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13" name="Text Box 1063">
              <a:extLst>
                <a:ext uri="{FF2B5EF4-FFF2-40B4-BE49-F238E27FC236}">
                  <a16:creationId xmlns:a16="http://schemas.microsoft.com/office/drawing/2014/main" id="{319E047D-E77D-48F8-8D25-248565132B68}"/>
                </a:ext>
              </a:extLst>
            </p:cNvPr>
            <p:cNvSpPr txBox="1">
              <a:spLocks noChangeArrowheads="1"/>
            </p:cNvSpPr>
            <p:nvPr/>
          </p:nvSpPr>
          <p:spPr bwMode="auto">
            <a:xfrm>
              <a:off x="1026148" y="2981756"/>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14" name="Text Box 1064">
              <a:extLst>
                <a:ext uri="{FF2B5EF4-FFF2-40B4-BE49-F238E27FC236}">
                  <a16:creationId xmlns:a16="http://schemas.microsoft.com/office/drawing/2014/main" id="{B278CCA7-CCDD-4927-AE86-C97A2C1972B3}"/>
                </a:ext>
              </a:extLst>
            </p:cNvPr>
            <p:cNvSpPr txBox="1">
              <a:spLocks noChangeArrowheads="1"/>
            </p:cNvSpPr>
            <p:nvPr/>
          </p:nvSpPr>
          <p:spPr bwMode="auto">
            <a:xfrm>
              <a:off x="1051123" y="4008941"/>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P2</a:t>
              </a:r>
            </a:p>
          </p:txBody>
        </p:sp>
        <p:sp>
          <p:nvSpPr>
            <p:cNvPr id="115" name="Text Box 1065">
              <a:extLst>
                <a:ext uri="{FF2B5EF4-FFF2-40B4-BE49-F238E27FC236}">
                  <a16:creationId xmlns:a16="http://schemas.microsoft.com/office/drawing/2014/main" id="{90218563-A970-40EF-B7CC-954EA746D7B7}"/>
                </a:ext>
              </a:extLst>
            </p:cNvPr>
            <p:cNvSpPr txBox="1">
              <a:spLocks noChangeArrowheads="1"/>
            </p:cNvSpPr>
            <p:nvPr/>
          </p:nvSpPr>
          <p:spPr bwMode="auto">
            <a:xfrm>
              <a:off x="1057638" y="4910021"/>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grpSp>
        <p:nvGrpSpPr>
          <p:cNvPr id="116" name="Group 115">
            <a:extLst>
              <a:ext uri="{FF2B5EF4-FFF2-40B4-BE49-F238E27FC236}">
                <a16:creationId xmlns:a16="http://schemas.microsoft.com/office/drawing/2014/main" id="{35B4FA02-03D5-4D1D-B55F-68DE069164B2}"/>
              </a:ext>
            </a:extLst>
          </p:cNvPr>
          <p:cNvGrpSpPr/>
          <p:nvPr/>
        </p:nvGrpSpPr>
        <p:grpSpPr>
          <a:xfrm>
            <a:off x="1882531" y="1631666"/>
            <a:ext cx="936007" cy="3634126"/>
            <a:chOff x="1881802" y="2121947"/>
            <a:chExt cx="936007" cy="3634126"/>
          </a:xfrm>
        </p:grpSpPr>
        <p:sp>
          <p:nvSpPr>
            <p:cNvPr id="117" name="Rectangle 1067">
              <a:extLst>
                <a:ext uri="{FF2B5EF4-FFF2-40B4-BE49-F238E27FC236}">
                  <a16:creationId xmlns:a16="http://schemas.microsoft.com/office/drawing/2014/main" id="{EF1141C7-E72D-4B7E-89FE-E6430675F0D3}"/>
                </a:ext>
              </a:extLst>
            </p:cNvPr>
            <p:cNvSpPr>
              <a:spLocks noChangeArrowheads="1"/>
            </p:cNvSpPr>
            <p:nvPr/>
          </p:nvSpPr>
          <p:spPr bwMode="auto">
            <a:xfrm>
              <a:off x="1906777" y="2121947"/>
              <a:ext cx="892573" cy="59957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18" name="Rectangle 1068">
              <a:extLst>
                <a:ext uri="{FF2B5EF4-FFF2-40B4-BE49-F238E27FC236}">
                  <a16:creationId xmlns:a16="http://schemas.microsoft.com/office/drawing/2014/main" id="{6BB41762-D16D-4114-ABCD-4A995965E475}"/>
                </a:ext>
              </a:extLst>
            </p:cNvPr>
            <p:cNvSpPr>
              <a:spLocks noChangeArrowheads="1"/>
            </p:cNvSpPr>
            <p:nvPr/>
          </p:nvSpPr>
          <p:spPr bwMode="auto">
            <a:xfrm>
              <a:off x="1906777" y="2718081"/>
              <a:ext cx="892573" cy="3035699"/>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19" name="Text Box 1069">
              <a:extLst>
                <a:ext uri="{FF2B5EF4-FFF2-40B4-BE49-F238E27FC236}">
                  <a16:creationId xmlns:a16="http://schemas.microsoft.com/office/drawing/2014/main" id="{AF531F6A-ED14-489A-9797-71D4D61637A5}"/>
                </a:ext>
              </a:extLst>
            </p:cNvPr>
            <p:cNvSpPr txBox="1">
              <a:spLocks noChangeArrowheads="1"/>
            </p:cNvSpPr>
            <p:nvPr/>
          </p:nvSpPr>
          <p:spPr bwMode="auto">
            <a:xfrm>
              <a:off x="1881802" y="2196060"/>
              <a:ext cx="936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20" name="Line 1070">
              <a:extLst>
                <a:ext uri="{FF2B5EF4-FFF2-40B4-BE49-F238E27FC236}">
                  <a16:creationId xmlns:a16="http://schemas.microsoft.com/office/drawing/2014/main" id="{12BD72FA-DEB4-417D-B0FA-DA225A3CABD2}"/>
                </a:ext>
              </a:extLst>
            </p:cNvPr>
            <p:cNvSpPr>
              <a:spLocks noChangeShapeType="1"/>
            </p:cNvSpPr>
            <p:nvPr/>
          </p:nvSpPr>
          <p:spPr bwMode="auto">
            <a:xfrm>
              <a:off x="1915464" y="356413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1" name="Line 1071">
              <a:extLst>
                <a:ext uri="{FF2B5EF4-FFF2-40B4-BE49-F238E27FC236}">
                  <a16:creationId xmlns:a16="http://schemas.microsoft.com/office/drawing/2014/main" id="{CB9BD572-1F6D-4957-99BA-90DAFF6327A9}"/>
                </a:ext>
              </a:extLst>
            </p:cNvPr>
            <p:cNvSpPr>
              <a:spLocks noChangeShapeType="1"/>
            </p:cNvSpPr>
            <p:nvPr/>
          </p:nvSpPr>
          <p:spPr bwMode="auto">
            <a:xfrm>
              <a:off x="1924150" y="4822894"/>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2" name="Line 1072">
              <a:extLst>
                <a:ext uri="{FF2B5EF4-FFF2-40B4-BE49-F238E27FC236}">
                  <a16:creationId xmlns:a16="http://schemas.microsoft.com/office/drawing/2014/main" id="{63269C0A-CDB9-4F78-B7CF-847490094D4D}"/>
                </a:ext>
              </a:extLst>
            </p:cNvPr>
            <p:cNvSpPr>
              <a:spLocks noChangeShapeType="1"/>
            </p:cNvSpPr>
            <p:nvPr/>
          </p:nvSpPr>
          <p:spPr bwMode="auto">
            <a:xfrm>
              <a:off x="1919807" y="5276873"/>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3" name="Rectangle 1073">
              <a:extLst>
                <a:ext uri="{FF2B5EF4-FFF2-40B4-BE49-F238E27FC236}">
                  <a16:creationId xmlns:a16="http://schemas.microsoft.com/office/drawing/2014/main" id="{10FD2032-9ED9-4D52-AB3A-18655E0870A3}"/>
                </a:ext>
              </a:extLst>
            </p:cNvPr>
            <p:cNvSpPr>
              <a:spLocks noChangeArrowheads="1"/>
            </p:cNvSpPr>
            <p:nvPr/>
          </p:nvSpPr>
          <p:spPr bwMode="auto">
            <a:xfrm>
              <a:off x="1906777" y="5280312"/>
              <a:ext cx="889315" cy="475761"/>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24" name="Text Box 1074">
              <a:extLst>
                <a:ext uri="{FF2B5EF4-FFF2-40B4-BE49-F238E27FC236}">
                  <a16:creationId xmlns:a16="http://schemas.microsoft.com/office/drawing/2014/main" id="{D1D5B1BA-0077-46DF-BA5E-E22A6F9E46C8}"/>
                </a:ext>
              </a:extLst>
            </p:cNvPr>
            <p:cNvSpPr txBox="1">
              <a:spLocks noChangeArrowheads="1"/>
            </p:cNvSpPr>
            <p:nvPr/>
          </p:nvSpPr>
          <p:spPr bwMode="auto">
            <a:xfrm>
              <a:off x="2156523" y="2978317"/>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25" name="Text Box 1075">
              <a:extLst>
                <a:ext uri="{FF2B5EF4-FFF2-40B4-BE49-F238E27FC236}">
                  <a16:creationId xmlns:a16="http://schemas.microsoft.com/office/drawing/2014/main" id="{1E7C15C9-DF97-424A-A921-2C0C17A536A2}"/>
                </a:ext>
              </a:extLst>
            </p:cNvPr>
            <p:cNvSpPr txBox="1">
              <a:spLocks noChangeArrowheads="1"/>
            </p:cNvSpPr>
            <p:nvPr/>
          </p:nvSpPr>
          <p:spPr bwMode="auto">
            <a:xfrm>
              <a:off x="2188013" y="4906582"/>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P3</a:t>
              </a:r>
            </a:p>
          </p:txBody>
        </p:sp>
      </p:grpSp>
      <p:sp>
        <p:nvSpPr>
          <p:cNvPr id="126" name="Rectangle 1076">
            <a:extLst>
              <a:ext uri="{FF2B5EF4-FFF2-40B4-BE49-F238E27FC236}">
                <a16:creationId xmlns:a16="http://schemas.microsoft.com/office/drawing/2014/main" id="{107C243B-A7F2-4829-B0DD-D327FA8D8D34}"/>
              </a:ext>
            </a:extLst>
          </p:cNvPr>
          <p:cNvSpPr>
            <a:spLocks noChangeArrowheads="1"/>
          </p:cNvSpPr>
          <p:nvPr/>
        </p:nvSpPr>
        <p:spPr bwMode="auto">
          <a:xfrm>
            <a:off x="1913262" y="3069267"/>
            <a:ext cx="896917" cy="1261053"/>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nvGrpSpPr>
          <p:cNvPr id="127" name="Group 1077">
            <a:extLst>
              <a:ext uri="{FF2B5EF4-FFF2-40B4-BE49-F238E27FC236}">
                <a16:creationId xmlns:a16="http://schemas.microsoft.com/office/drawing/2014/main" id="{56BAAAF4-8475-4528-973C-3A611404F74E}"/>
              </a:ext>
            </a:extLst>
          </p:cNvPr>
          <p:cNvGrpSpPr>
            <a:grpSpLocks/>
          </p:cNvGrpSpPr>
          <p:nvPr/>
        </p:nvGrpSpPr>
        <p:grpSpPr bwMode="auto">
          <a:xfrm>
            <a:off x="3057596" y="3060095"/>
            <a:ext cx="892573" cy="846052"/>
            <a:chOff x="2802" y="1878"/>
            <a:chExt cx="822" cy="738"/>
          </a:xfrm>
        </p:grpSpPr>
        <p:sp>
          <p:nvSpPr>
            <p:cNvPr id="128" name="Rectangle 1078">
              <a:extLst>
                <a:ext uri="{FF2B5EF4-FFF2-40B4-BE49-F238E27FC236}">
                  <a16:creationId xmlns:a16="http://schemas.microsoft.com/office/drawing/2014/main" id="{0BC4DD0B-1217-48F5-84AD-11FCAAC31C33}"/>
                </a:ext>
              </a:extLst>
            </p:cNvPr>
            <p:cNvSpPr>
              <a:spLocks noChangeArrowheads="1"/>
            </p:cNvSpPr>
            <p:nvPr/>
          </p:nvSpPr>
          <p:spPr bwMode="auto">
            <a:xfrm>
              <a:off x="2802" y="1878"/>
              <a:ext cx="822" cy="738"/>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29" name="Text Box 1079">
              <a:extLst>
                <a:ext uri="{FF2B5EF4-FFF2-40B4-BE49-F238E27FC236}">
                  <a16:creationId xmlns:a16="http://schemas.microsoft.com/office/drawing/2014/main" id="{C5C4D0CD-A143-43C6-9035-C8FBCB87F255}"/>
                </a:ext>
              </a:extLst>
            </p:cNvPr>
            <p:cNvSpPr txBox="1">
              <a:spLocks noChangeArrowheads="1"/>
            </p:cNvSpPr>
            <p:nvPr/>
          </p:nvSpPr>
          <p:spPr bwMode="auto">
            <a:xfrm>
              <a:off x="3051" y="2055"/>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P4</a:t>
              </a:r>
            </a:p>
          </p:txBody>
        </p:sp>
      </p:grpSp>
      <p:grpSp>
        <p:nvGrpSpPr>
          <p:cNvPr id="148" name="Group 147">
            <a:extLst>
              <a:ext uri="{FF2B5EF4-FFF2-40B4-BE49-F238E27FC236}">
                <a16:creationId xmlns:a16="http://schemas.microsoft.com/office/drawing/2014/main" id="{34C0FC03-CD38-47D5-BD3B-6B2F4FB8DA4B}"/>
              </a:ext>
            </a:extLst>
          </p:cNvPr>
          <p:cNvGrpSpPr/>
          <p:nvPr/>
        </p:nvGrpSpPr>
        <p:grpSpPr>
          <a:xfrm>
            <a:off x="3233842" y="4008135"/>
            <a:ext cx="560824" cy="1137306"/>
            <a:chOff x="4598141" y="4683062"/>
            <a:chExt cx="819912" cy="1574891"/>
          </a:xfrm>
        </p:grpSpPr>
        <p:sp>
          <p:nvSpPr>
            <p:cNvPr id="149" name="Text Box 1056">
              <a:extLst>
                <a:ext uri="{FF2B5EF4-FFF2-40B4-BE49-F238E27FC236}">
                  <a16:creationId xmlns:a16="http://schemas.microsoft.com/office/drawing/2014/main" id="{067A9970-20BE-4739-A4A1-B69C8E09FF25}"/>
                </a:ext>
              </a:extLst>
            </p:cNvPr>
            <p:cNvSpPr txBox="1">
              <a:spLocks noChangeArrowheads="1"/>
            </p:cNvSpPr>
            <p:nvPr/>
          </p:nvSpPr>
          <p:spPr bwMode="auto">
            <a:xfrm>
              <a:off x="4619436" y="4683062"/>
              <a:ext cx="7986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b="1" dirty="0">
                  <a:solidFill>
                    <a:srgbClr val="FF0000"/>
                  </a:solidFill>
                </a:rPr>
                <a:t>300K</a:t>
              </a:r>
            </a:p>
          </p:txBody>
        </p:sp>
        <p:sp>
          <p:nvSpPr>
            <p:cNvPr id="150" name="Text Box 1056">
              <a:extLst>
                <a:ext uri="{FF2B5EF4-FFF2-40B4-BE49-F238E27FC236}">
                  <a16:creationId xmlns:a16="http://schemas.microsoft.com/office/drawing/2014/main" id="{912AD365-B6EE-4168-A3B3-54FFBF2FF593}"/>
                </a:ext>
              </a:extLst>
            </p:cNvPr>
            <p:cNvSpPr txBox="1">
              <a:spLocks noChangeArrowheads="1"/>
            </p:cNvSpPr>
            <p:nvPr/>
          </p:nvSpPr>
          <p:spPr bwMode="auto">
            <a:xfrm>
              <a:off x="4598141" y="5857843"/>
              <a:ext cx="7986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b="1" dirty="0">
                  <a:solidFill>
                    <a:srgbClr val="FF0000"/>
                  </a:solidFill>
                </a:rPr>
                <a:t>260K</a:t>
              </a:r>
            </a:p>
          </p:txBody>
        </p:sp>
      </p:grpSp>
      <p:grpSp>
        <p:nvGrpSpPr>
          <p:cNvPr id="151" name="Group 150">
            <a:extLst>
              <a:ext uri="{FF2B5EF4-FFF2-40B4-BE49-F238E27FC236}">
                <a16:creationId xmlns:a16="http://schemas.microsoft.com/office/drawing/2014/main" id="{5F17FB06-8B71-4554-B0FB-3830C2AAF059}"/>
              </a:ext>
            </a:extLst>
          </p:cNvPr>
          <p:cNvGrpSpPr/>
          <p:nvPr/>
        </p:nvGrpSpPr>
        <p:grpSpPr>
          <a:xfrm>
            <a:off x="6299485" y="2367319"/>
            <a:ext cx="2674844" cy="2494179"/>
            <a:chOff x="6317216" y="2712986"/>
            <a:chExt cx="2674844" cy="2494179"/>
          </a:xfrm>
        </p:grpSpPr>
        <p:sp>
          <p:nvSpPr>
            <p:cNvPr id="152" name="Line 1077">
              <a:extLst>
                <a:ext uri="{FF2B5EF4-FFF2-40B4-BE49-F238E27FC236}">
                  <a16:creationId xmlns:a16="http://schemas.microsoft.com/office/drawing/2014/main" id="{5796BCEE-C216-41C6-8E39-CE64BA95EA85}"/>
                </a:ext>
              </a:extLst>
            </p:cNvPr>
            <p:cNvSpPr>
              <a:spLocks noChangeShapeType="1"/>
            </p:cNvSpPr>
            <p:nvPr/>
          </p:nvSpPr>
          <p:spPr bwMode="auto">
            <a:xfrm>
              <a:off x="6317216" y="3429000"/>
              <a:ext cx="26748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153" name="Line 1078">
              <a:extLst>
                <a:ext uri="{FF2B5EF4-FFF2-40B4-BE49-F238E27FC236}">
                  <a16:creationId xmlns:a16="http://schemas.microsoft.com/office/drawing/2014/main" id="{A99F80E1-CB04-4968-92AD-C0F7584A0DB3}"/>
                </a:ext>
              </a:extLst>
            </p:cNvPr>
            <p:cNvSpPr>
              <a:spLocks noChangeShapeType="1"/>
            </p:cNvSpPr>
            <p:nvPr/>
          </p:nvSpPr>
          <p:spPr bwMode="auto">
            <a:xfrm>
              <a:off x="6317216" y="3052158"/>
              <a:ext cx="2674844" cy="74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154" name="Line 1079">
              <a:extLst>
                <a:ext uri="{FF2B5EF4-FFF2-40B4-BE49-F238E27FC236}">
                  <a16:creationId xmlns:a16="http://schemas.microsoft.com/office/drawing/2014/main" id="{852C66B8-FEBA-481D-8721-5F8515B49F2A}"/>
                </a:ext>
              </a:extLst>
            </p:cNvPr>
            <p:cNvSpPr>
              <a:spLocks noChangeShapeType="1"/>
            </p:cNvSpPr>
            <p:nvPr/>
          </p:nvSpPr>
          <p:spPr bwMode="auto">
            <a:xfrm>
              <a:off x="7247631" y="3052158"/>
              <a:ext cx="0" cy="21475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55" name="Line 1080">
              <a:extLst>
                <a:ext uri="{FF2B5EF4-FFF2-40B4-BE49-F238E27FC236}">
                  <a16:creationId xmlns:a16="http://schemas.microsoft.com/office/drawing/2014/main" id="{0BF7660B-D71C-4A4C-9225-B175D1A52A76}"/>
                </a:ext>
              </a:extLst>
            </p:cNvPr>
            <p:cNvSpPr>
              <a:spLocks noChangeShapeType="1"/>
            </p:cNvSpPr>
            <p:nvPr/>
          </p:nvSpPr>
          <p:spPr bwMode="auto">
            <a:xfrm>
              <a:off x="8299218" y="3059619"/>
              <a:ext cx="0" cy="21475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56" name="Text Box 1081">
              <a:extLst>
                <a:ext uri="{FF2B5EF4-FFF2-40B4-BE49-F238E27FC236}">
                  <a16:creationId xmlns:a16="http://schemas.microsoft.com/office/drawing/2014/main" id="{FA866463-5976-4B86-A90E-36796936859D}"/>
                </a:ext>
              </a:extLst>
            </p:cNvPr>
            <p:cNvSpPr txBox="1">
              <a:spLocks noChangeArrowheads="1"/>
            </p:cNvSpPr>
            <p:nvPr/>
          </p:nvSpPr>
          <p:spPr bwMode="auto">
            <a:xfrm>
              <a:off x="7183928" y="2712986"/>
              <a:ext cx="10198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Job queue</a:t>
              </a:r>
            </a:p>
          </p:txBody>
        </p:sp>
        <p:sp>
          <p:nvSpPr>
            <p:cNvPr id="157" name="Text Box 1082">
              <a:extLst>
                <a:ext uri="{FF2B5EF4-FFF2-40B4-BE49-F238E27FC236}">
                  <a16:creationId xmlns:a16="http://schemas.microsoft.com/office/drawing/2014/main" id="{6071A208-8E7B-46AB-9B63-22E5411121D8}"/>
                </a:ext>
              </a:extLst>
            </p:cNvPr>
            <p:cNvSpPr txBox="1">
              <a:spLocks noChangeArrowheads="1"/>
            </p:cNvSpPr>
            <p:nvPr/>
          </p:nvSpPr>
          <p:spPr bwMode="auto">
            <a:xfrm>
              <a:off x="6317216" y="3102205"/>
              <a:ext cx="811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process</a:t>
              </a:r>
            </a:p>
          </p:txBody>
        </p:sp>
        <p:sp>
          <p:nvSpPr>
            <p:cNvPr id="158" name="Text Box 1083">
              <a:extLst>
                <a:ext uri="{FF2B5EF4-FFF2-40B4-BE49-F238E27FC236}">
                  <a16:creationId xmlns:a16="http://schemas.microsoft.com/office/drawing/2014/main" id="{2C733532-AE02-4020-A5AE-6AF1A0216E6F}"/>
                </a:ext>
              </a:extLst>
            </p:cNvPr>
            <p:cNvSpPr txBox="1">
              <a:spLocks noChangeArrowheads="1"/>
            </p:cNvSpPr>
            <p:nvPr/>
          </p:nvSpPr>
          <p:spPr bwMode="auto">
            <a:xfrm>
              <a:off x="7375101" y="3102205"/>
              <a:ext cx="83067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memory</a:t>
              </a:r>
            </a:p>
          </p:txBody>
        </p:sp>
        <p:sp>
          <p:nvSpPr>
            <p:cNvPr id="159" name="Text Box 1084">
              <a:extLst>
                <a:ext uri="{FF2B5EF4-FFF2-40B4-BE49-F238E27FC236}">
                  <a16:creationId xmlns:a16="http://schemas.microsoft.com/office/drawing/2014/main" id="{112BBFE8-53E8-4898-93C4-68D25DA16EAE}"/>
                </a:ext>
              </a:extLst>
            </p:cNvPr>
            <p:cNvSpPr txBox="1">
              <a:spLocks noChangeArrowheads="1"/>
            </p:cNvSpPr>
            <p:nvPr/>
          </p:nvSpPr>
          <p:spPr bwMode="auto">
            <a:xfrm>
              <a:off x="8469160" y="3102205"/>
              <a:ext cx="522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time</a:t>
              </a:r>
            </a:p>
          </p:txBody>
        </p:sp>
        <p:sp>
          <p:nvSpPr>
            <p:cNvPr id="160" name="Text Box 1085">
              <a:extLst>
                <a:ext uri="{FF2B5EF4-FFF2-40B4-BE49-F238E27FC236}">
                  <a16:creationId xmlns:a16="http://schemas.microsoft.com/office/drawing/2014/main" id="{DA4FF155-79A8-43B5-8F45-723905E08423}"/>
                </a:ext>
              </a:extLst>
            </p:cNvPr>
            <p:cNvSpPr txBox="1">
              <a:spLocks noChangeArrowheads="1"/>
            </p:cNvSpPr>
            <p:nvPr/>
          </p:nvSpPr>
          <p:spPr bwMode="auto">
            <a:xfrm>
              <a:off x="6496648" y="3526539"/>
              <a:ext cx="404278"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P1</a:t>
              </a:r>
            </a:p>
            <a:p>
              <a:pPr algn="ctr">
                <a:buSzTx/>
                <a:buFontTx/>
                <a:buNone/>
              </a:pPr>
              <a:r>
                <a:rPr lang="en-US" altLang="en-US" sz="1400"/>
                <a:t>P2</a:t>
              </a:r>
            </a:p>
            <a:p>
              <a:pPr algn="ctr">
                <a:buSzTx/>
                <a:buFontTx/>
                <a:buNone/>
              </a:pPr>
              <a:r>
                <a:rPr lang="en-US" altLang="en-US" sz="1400"/>
                <a:t>P3</a:t>
              </a:r>
            </a:p>
            <a:p>
              <a:pPr algn="ctr">
                <a:buSzTx/>
                <a:buFontTx/>
                <a:buNone/>
              </a:pPr>
              <a:r>
                <a:rPr lang="en-US" altLang="en-US" sz="1400"/>
                <a:t>P4</a:t>
              </a:r>
            </a:p>
            <a:p>
              <a:pPr algn="ctr">
                <a:buSzTx/>
                <a:buFontTx/>
                <a:buNone/>
              </a:pPr>
              <a:r>
                <a:rPr lang="en-US" altLang="en-US" sz="1400"/>
                <a:t>P5</a:t>
              </a:r>
            </a:p>
          </p:txBody>
        </p:sp>
        <p:sp>
          <p:nvSpPr>
            <p:cNvPr id="161" name="Text Box 1086">
              <a:extLst>
                <a:ext uri="{FF2B5EF4-FFF2-40B4-BE49-F238E27FC236}">
                  <a16:creationId xmlns:a16="http://schemas.microsoft.com/office/drawing/2014/main" id="{59C66660-C041-406E-A540-E10F2EEAF317}"/>
                </a:ext>
              </a:extLst>
            </p:cNvPr>
            <p:cNvSpPr txBox="1">
              <a:spLocks noChangeArrowheads="1"/>
            </p:cNvSpPr>
            <p:nvPr/>
          </p:nvSpPr>
          <p:spPr bwMode="auto">
            <a:xfrm>
              <a:off x="7408486" y="3504157"/>
              <a:ext cx="702436"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600K</a:t>
              </a:r>
            </a:p>
            <a:p>
              <a:pPr algn="ctr">
                <a:buSzTx/>
                <a:buFontTx/>
                <a:buNone/>
              </a:pPr>
              <a:r>
                <a:rPr lang="en-US" altLang="en-US" sz="1400"/>
                <a:t>1000K</a:t>
              </a:r>
            </a:p>
            <a:p>
              <a:pPr algn="ctr">
                <a:buSzTx/>
                <a:buFontTx/>
                <a:buNone/>
              </a:pPr>
              <a:r>
                <a:rPr lang="en-US" altLang="en-US" sz="1400"/>
                <a:t>300K</a:t>
              </a:r>
            </a:p>
            <a:p>
              <a:pPr algn="ctr">
                <a:buSzTx/>
                <a:buFontTx/>
                <a:buNone/>
              </a:pPr>
              <a:r>
                <a:rPr lang="en-US" altLang="en-US" sz="1400"/>
                <a:t>700K</a:t>
              </a:r>
            </a:p>
            <a:p>
              <a:pPr algn="ctr">
                <a:buSzTx/>
                <a:buFontTx/>
                <a:buNone/>
              </a:pPr>
              <a:r>
                <a:rPr lang="en-US" altLang="en-US" sz="1400"/>
                <a:t>500K</a:t>
              </a:r>
            </a:p>
          </p:txBody>
        </p:sp>
        <p:sp>
          <p:nvSpPr>
            <p:cNvPr id="162" name="Text Box 1087">
              <a:extLst>
                <a:ext uri="{FF2B5EF4-FFF2-40B4-BE49-F238E27FC236}">
                  <a16:creationId xmlns:a16="http://schemas.microsoft.com/office/drawing/2014/main" id="{47262CE7-5584-4539-BAAA-5BE29E3738A8}"/>
                </a:ext>
              </a:extLst>
            </p:cNvPr>
            <p:cNvSpPr txBox="1">
              <a:spLocks noChangeArrowheads="1"/>
            </p:cNvSpPr>
            <p:nvPr/>
          </p:nvSpPr>
          <p:spPr bwMode="auto">
            <a:xfrm>
              <a:off x="8542185" y="3505399"/>
              <a:ext cx="383438"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400"/>
                <a:t>10</a:t>
              </a:r>
            </a:p>
            <a:p>
              <a:pPr algn="ctr">
                <a:buSzTx/>
                <a:buFontTx/>
                <a:buNone/>
              </a:pPr>
              <a:r>
                <a:rPr lang="en-US" altLang="en-US" sz="1400"/>
                <a:t>5</a:t>
              </a:r>
            </a:p>
            <a:p>
              <a:pPr algn="ctr">
                <a:buSzTx/>
                <a:buFontTx/>
                <a:buNone/>
              </a:pPr>
              <a:r>
                <a:rPr lang="en-US" altLang="en-US" sz="1400"/>
                <a:t>20</a:t>
              </a:r>
            </a:p>
            <a:p>
              <a:pPr algn="ctr">
                <a:buSzTx/>
                <a:buFontTx/>
                <a:buNone/>
              </a:pPr>
              <a:r>
                <a:rPr lang="en-US" altLang="en-US" sz="1400"/>
                <a:t>8</a:t>
              </a:r>
            </a:p>
            <a:p>
              <a:pPr algn="ctr">
                <a:buSzTx/>
                <a:buFontTx/>
                <a:buNone/>
              </a:pPr>
              <a:r>
                <a:rPr lang="en-US" altLang="en-US" sz="1400"/>
                <a:t>15</a:t>
              </a:r>
            </a:p>
          </p:txBody>
        </p:sp>
      </p:grpSp>
      <p:cxnSp>
        <p:nvCxnSpPr>
          <p:cNvPr id="163" name="Straight Arrow Connector 162">
            <a:extLst>
              <a:ext uri="{FF2B5EF4-FFF2-40B4-BE49-F238E27FC236}">
                <a16:creationId xmlns:a16="http://schemas.microsoft.com/office/drawing/2014/main" id="{4880F294-585F-40B7-ABC4-64472FDA399B}"/>
              </a:ext>
            </a:extLst>
          </p:cNvPr>
          <p:cNvCxnSpPr/>
          <p:nvPr/>
        </p:nvCxnSpPr>
        <p:spPr bwMode="auto">
          <a:xfrm>
            <a:off x="524890" y="5712233"/>
            <a:ext cx="6081607" cy="0"/>
          </a:xfrm>
          <a:prstGeom prst="straightConnector1">
            <a:avLst/>
          </a:prstGeom>
          <a:solidFill>
            <a:schemeClr val="bg1"/>
          </a:solidFill>
          <a:ln w="25400" cap="flat" cmpd="sng" algn="ctr">
            <a:solidFill>
              <a:schemeClr val="tx1"/>
            </a:solidFill>
            <a:prstDash val="solid"/>
            <a:round/>
            <a:headEnd type="none" w="med" len="med"/>
            <a:tailEnd type="stealth" w="lg" len="lg"/>
          </a:ln>
          <a:effectLst/>
        </p:spPr>
      </p:cxnSp>
      <p:sp>
        <p:nvSpPr>
          <p:cNvPr id="164" name="TextBox 163">
            <a:extLst>
              <a:ext uri="{FF2B5EF4-FFF2-40B4-BE49-F238E27FC236}">
                <a16:creationId xmlns:a16="http://schemas.microsoft.com/office/drawing/2014/main" id="{78E62EE6-D7DC-4A21-8EE6-D314589FAF24}"/>
              </a:ext>
            </a:extLst>
          </p:cNvPr>
          <p:cNvSpPr txBox="1"/>
          <p:nvPr/>
        </p:nvSpPr>
        <p:spPr>
          <a:xfrm>
            <a:off x="6060734" y="5322956"/>
            <a:ext cx="1044116" cy="369332"/>
          </a:xfrm>
          <a:prstGeom prst="rect">
            <a:avLst/>
          </a:prstGeom>
          <a:noFill/>
        </p:spPr>
        <p:txBody>
          <a:bodyPr wrap="square" rtlCol="0">
            <a:spAutoFit/>
          </a:bodyPr>
          <a:lstStyle/>
          <a:p>
            <a:r>
              <a:rPr lang="en-US" sz="1800" dirty="0"/>
              <a:t>time</a:t>
            </a:r>
            <a:endParaRPr lang="en-SG" sz="1800" dirty="0"/>
          </a:p>
        </p:txBody>
      </p:sp>
      <p:grpSp>
        <p:nvGrpSpPr>
          <p:cNvPr id="165" name="Group 164">
            <a:extLst>
              <a:ext uri="{FF2B5EF4-FFF2-40B4-BE49-F238E27FC236}">
                <a16:creationId xmlns:a16="http://schemas.microsoft.com/office/drawing/2014/main" id="{E9B3C589-A928-4A35-97B5-57ED2E40CE64}"/>
              </a:ext>
            </a:extLst>
          </p:cNvPr>
          <p:cNvGrpSpPr/>
          <p:nvPr/>
        </p:nvGrpSpPr>
        <p:grpSpPr>
          <a:xfrm>
            <a:off x="1026877" y="5558903"/>
            <a:ext cx="425027" cy="523902"/>
            <a:chOff x="1044608" y="5904570"/>
            <a:chExt cx="425027" cy="523902"/>
          </a:xfrm>
        </p:grpSpPr>
        <p:sp>
          <p:nvSpPr>
            <p:cNvPr id="166" name="TextBox 165">
              <a:extLst>
                <a:ext uri="{FF2B5EF4-FFF2-40B4-BE49-F238E27FC236}">
                  <a16:creationId xmlns:a16="http://schemas.microsoft.com/office/drawing/2014/main" id="{2167D0AB-AA5A-4FD5-84D2-0C05A3AE19EC}"/>
                </a:ext>
              </a:extLst>
            </p:cNvPr>
            <p:cNvSpPr txBox="1"/>
            <p:nvPr/>
          </p:nvSpPr>
          <p:spPr>
            <a:xfrm>
              <a:off x="1044608" y="6059140"/>
              <a:ext cx="425027" cy="369332"/>
            </a:xfrm>
            <a:prstGeom prst="rect">
              <a:avLst/>
            </a:prstGeom>
            <a:noFill/>
          </p:spPr>
          <p:txBody>
            <a:bodyPr wrap="square" rtlCol="0">
              <a:spAutoFit/>
            </a:bodyPr>
            <a:lstStyle/>
            <a:p>
              <a:r>
                <a:rPr lang="en-US" sz="1800" dirty="0"/>
                <a:t>0</a:t>
              </a:r>
              <a:endParaRPr lang="en-SG" sz="1800" dirty="0"/>
            </a:p>
          </p:txBody>
        </p:sp>
        <p:cxnSp>
          <p:nvCxnSpPr>
            <p:cNvPr id="167" name="Straight Connector 166">
              <a:extLst>
                <a:ext uri="{FF2B5EF4-FFF2-40B4-BE49-F238E27FC236}">
                  <a16:creationId xmlns:a16="http://schemas.microsoft.com/office/drawing/2014/main" id="{D9DF2DF3-291A-48B3-8435-DA9EB4FB0656}"/>
                </a:ext>
              </a:extLst>
            </p:cNvPr>
            <p:cNvCxnSpPr>
              <a:cxnSpLocks/>
            </p:cNvCxnSpPr>
            <p:nvPr/>
          </p:nvCxnSpPr>
          <p:spPr bwMode="auto">
            <a:xfrm flipV="1">
              <a:off x="1269253" y="5904570"/>
              <a:ext cx="0" cy="15457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68" name="Group 167">
            <a:extLst>
              <a:ext uri="{FF2B5EF4-FFF2-40B4-BE49-F238E27FC236}">
                <a16:creationId xmlns:a16="http://schemas.microsoft.com/office/drawing/2014/main" id="{36C71BFD-BE35-49D9-8584-7542B3576301}"/>
              </a:ext>
            </a:extLst>
          </p:cNvPr>
          <p:cNvGrpSpPr/>
          <p:nvPr/>
        </p:nvGrpSpPr>
        <p:grpSpPr>
          <a:xfrm>
            <a:off x="3886498" y="5541509"/>
            <a:ext cx="425027" cy="523902"/>
            <a:chOff x="1044608" y="5904570"/>
            <a:chExt cx="425027" cy="523902"/>
          </a:xfrm>
        </p:grpSpPr>
        <p:sp>
          <p:nvSpPr>
            <p:cNvPr id="169" name="TextBox 168">
              <a:extLst>
                <a:ext uri="{FF2B5EF4-FFF2-40B4-BE49-F238E27FC236}">
                  <a16:creationId xmlns:a16="http://schemas.microsoft.com/office/drawing/2014/main" id="{6ABD36E5-E367-430E-89CB-46CA332E9288}"/>
                </a:ext>
              </a:extLst>
            </p:cNvPr>
            <p:cNvSpPr txBox="1"/>
            <p:nvPr/>
          </p:nvSpPr>
          <p:spPr>
            <a:xfrm>
              <a:off x="1044608" y="6059140"/>
              <a:ext cx="425027" cy="369332"/>
            </a:xfrm>
            <a:prstGeom prst="rect">
              <a:avLst/>
            </a:prstGeom>
            <a:noFill/>
          </p:spPr>
          <p:txBody>
            <a:bodyPr wrap="square" rtlCol="0">
              <a:spAutoFit/>
            </a:bodyPr>
            <a:lstStyle/>
            <a:p>
              <a:r>
                <a:rPr lang="en-US" sz="1800" dirty="0"/>
                <a:t>5</a:t>
              </a:r>
              <a:endParaRPr lang="en-SG" sz="1800" dirty="0"/>
            </a:p>
          </p:txBody>
        </p:sp>
        <p:cxnSp>
          <p:nvCxnSpPr>
            <p:cNvPr id="170" name="Straight Connector 169">
              <a:extLst>
                <a:ext uri="{FF2B5EF4-FFF2-40B4-BE49-F238E27FC236}">
                  <a16:creationId xmlns:a16="http://schemas.microsoft.com/office/drawing/2014/main" id="{50BB6A8A-358B-4710-A19A-F802E52BA244}"/>
                </a:ext>
              </a:extLst>
            </p:cNvPr>
            <p:cNvCxnSpPr>
              <a:cxnSpLocks/>
            </p:cNvCxnSpPr>
            <p:nvPr/>
          </p:nvCxnSpPr>
          <p:spPr bwMode="auto">
            <a:xfrm flipV="1">
              <a:off x="1269253" y="5904570"/>
              <a:ext cx="0" cy="15457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174" name="Right Brace 173">
            <a:extLst>
              <a:ext uri="{FF2B5EF4-FFF2-40B4-BE49-F238E27FC236}">
                <a16:creationId xmlns:a16="http://schemas.microsoft.com/office/drawing/2014/main" id="{658426F7-2906-4B40-82FC-3BDD9FED4007}"/>
              </a:ext>
            </a:extLst>
          </p:cNvPr>
          <p:cNvSpPr/>
          <p:nvPr/>
        </p:nvSpPr>
        <p:spPr bwMode="auto">
          <a:xfrm rot="5400000">
            <a:off x="4037618" y="3742152"/>
            <a:ext cx="154364" cy="3394242"/>
          </a:xfrm>
          <a:prstGeom prst="rightBrace">
            <a:avLst/>
          </a:prstGeom>
          <a:solidFill>
            <a:schemeClr val="bg1"/>
          </a:solid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0">
              <a:ln>
                <a:noFill/>
              </a:ln>
              <a:solidFill>
                <a:schemeClr val="tx1"/>
              </a:solidFill>
              <a:effectLst/>
              <a:latin typeface="Helvetica" pitchFamily="34" charset="0"/>
            </a:endParaRPr>
          </a:p>
        </p:txBody>
      </p:sp>
      <p:grpSp>
        <p:nvGrpSpPr>
          <p:cNvPr id="15" name="Group 14">
            <a:extLst>
              <a:ext uri="{FF2B5EF4-FFF2-40B4-BE49-F238E27FC236}">
                <a16:creationId xmlns:a16="http://schemas.microsoft.com/office/drawing/2014/main" id="{84C2A80F-5E91-466A-A7BF-C9CE6419EF21}"/>
              </a:ext>
            </a:extLst>
          </p:cNvPr>
          <p:cNvGrpSpPr/>
          <p:nvPr/>
        </p:nvGrpSpPr>
        <p:grpSpPr>
          <a:xfrm>
            <a:off x="5343917" y="1619110"/>
            <a:ext cx="936007" cy="3659466"/>
            <a:chOff x="5343917" y="1619110"/>
            <a:chExt cx="936007" cy="3659466"/>
          </a:xfrm>
        </p:grpSpPr>
        <p:grpSp>
          <p:nvGrpSpPr>
            <p:cNvPr id="191" name="Group 190">
              <a:extLst>
                <a:ext uri="{FF2B5EF4-FFF2-40B4-BE49-F238E27FC236}">
                  <a16:creationId xmlns:a16="http://schemas.microsoft.com/office/drawing/2014/main" id="{F4B36ACF-0539-45CB-B8A4-CE0C9FAE870C}"/>
                </a:ext>
              </a:extLst>
            </p:cNvPr>
            <p:cNvGrpSpPr/>
            <p:nvPr/>
          </p:nvGrpSpPr>
          <p:grpSpPr>
            <a:xfrm>
              <a:off x="5343917" y="1619110"/>
              <a:ext cx="936007" cy="3659466"/>
              <a:chOff x="4185631" y="1621348"/>
              <a:chExt cx="936007" cy="3659466"/>
            </a:xfrm>
          </p:grpSpPr>
          <p:sp>
            <p:nvSpPr>
              <p:cNvPr id="192" name="Rectangle 1083">
                <a:extLst>
                  <a:ext uri="{FF2B5EF4-FFF2-40B4-BE49-F238E27FC236}">
                    <a16:creationId xmlns:a16="http://schemas.microsoft.com/office/drawing/2014/main" id="{E9D8473C-15EC-44B0-99A1-126854DD7532}"/>
                  </a:ext>
                </a:extLst>
              </p:cNvPr>
              <p:cNvSpPr>
                <a:spLocks noChangeArrowheads="1"/>
              </p:cNvSpPr>
              <p:nvPr/>
            </p:nvSpPr>
            <p:spPr bwMode="auto">
              <a:xfrm>
                <a:off x="4209520" y="2219775"/>
                <a:ext cx="892573" cy="846052"/>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3" name="Rectangle 1084">
                <a:extLst>
                  <a:ext uri="{FF2B5EF4-FFF2-40B4-BE49-F238E27FC236}">
                    <a16:creationId xmlns:a16="http://schemas.microsoft.com/office/drawing/2014/main" id="{45A2E9A7-224C-4F5A-888B-484F33B37712}"/>
                  </a:ext>
                </a:extLst>
              </p:cNvPr>
              <p:cNvSpPr>
                <a:spLocks noChangeArrowheads="1"/>
              </p:cNvSpPr>
              <p:nvPr/>
            </p:nvSpPr>
            <p:spPr bwMode="auto">
              <a:xfrm>
                <a:off x="4210606" y="1621348"/>
                <a:ext cx="892573" cy="59957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4" name="Text Box 1085">
                <a:extLst>
                  <a:ext uri="{FF2B5EF4-FFF2-40B4-BE49-F238E27FC236}">
                    <a16:creationId xmlns:a16="http://schemas.microsoft.com/office/drawing/2014/main" id="{C2DD72FD-9DF5-4FA9-B49C-D3CCC42E7821}"/>
                  </a:ext>
                </a:extLst>
              </p:cNvPr>
              <p:cNvSpPr txBox="1">
                <a:spLocks noChangeArrowheads="1"/>
              </p:cNvSpPr>
              <p:nvPr/>
            </p:nvSpPr>
            <p:spPr bwMode="auto">
              <a:xfrm>
                <a:off x="4185631" y="1695865"/>
                <a:ext cx="936007" cy="462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95" name="Text Box 1087">
                <a:extLst>
                  <a:ext uri="{FF2B5EF4-FFF2-40B4-BE49-F238E27FC236}">
                    <a16:creationId xmlns:a16="http://schemas.microsoft.com/office/drawing/2014/main" id="{A6397681-BBB0-4470-BBE5-46BDDDC86FEF}"/>
                  </a:ext>
                </a:extLst>
              </p:cNvPr>
              <p:cNvSpPr txBox="1">
                <a:spLocks noChangeArrowheads="1"/>
              </p:cNvSpPr>
              <p:nvPr/>
            </p:nvSpPr>
            <p:spPr bwMode="auto">
              <a:xfrm>
                <a:off x="4460352" y="2477718"/>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96" name="Rectangle 1089">
                <a:extLst>
                  <a:ext uri="{FF2B5EF4-FFF2-40B4-BE49-F238E27FC236}">
                    <a16:creationId xmlns:a16="http://schemas.microsoft.com/office/drawing/2014/main" id="{C5BCEC44-A16A-4E48-8790-D1AA1E209256}"/>
                  </a:ext>
                </a:extLst>
              </p:cNvPr>
              <p:cNvSpPr>
                <a:spLocks noChangeArrowheads="1"/>
              </p:cNvSpPr>
              <p:nvPr/>
            </p:nvSpPr>
            <p:spPr bwMode="auto">
              <a:xfrm>
                <a:off x="4209520" y="3065827"/>
                <a:ext cx="892573" cy="846052"/>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97" name="Line 1090">
                <a:extLst>
                  <a:ext uri="{FF2B5EF4-FFF2-40B4-BE49-F238E27FC236}">
                    <a16:creationId xmlns:a16="http://schemas.microsoft.com/office/drawing/2014/main" id="{B6B8866F-8F1B-42C5-B14A-25C37997BB3B}"/>
                  </a:ext>
                </a:extLst>
              </p:cNvPr>
              <p:cNvSpPr>
                <a:spLocks noChangeShapeType="1"/>
              </p:cNvSpPr>
              <p:nvPr/>
            </p:nvSpPr>
            <p:spPr bwMode="auto">
              <a:xfrm>
                <a:off x="4219293" y="3063534"/>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8" name="Text Box 1093">
                <a:extLst>
                  <a:ext uri="{FF2B5EF4-FFF2-40B4-BE49-F238E27FC236}">
                    <a16:creationId xmlns:a16="http://schemas.microsoft.com/office/drawing/2014/main" id="{0210A950-EF27-400F-BB2B-1D7ED31C214A}"/>
                  </a:ext>
                </a:extLst>
              </p:cNvPr>
              <p:cNvSpPr txBox="1">
                <a:spLocks noChangeArrowheads="1"/>
              </p:cNvSpPr>
              <p:nvPr/>
            </p:nvSpPr>
            <p:spPr bwMode="auto">
              <a:xfrm>
                <a:off x="4479898" y="3268742"/>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dirty="0"/>
                  <a:t>P4</a:t>
                </a:r>
              </a:p>
            </p:txBody>
          </p:sp>
          <p:sp>
            <p:nvSpPr>
              <p:cNvPr id="199" name="Rectangle 198">
                <a:extLst>
                  <a:ext uri="{FF2B5EF4-FFF2-40B4-BE49-F238E27FC236}">
                    <a16:creationId xmlns:a16="http://schemas.microsoft.com/office/drawing/2014/main" id="{719CDDF3-5947-4B31-B43A-E2657D3A4BFB}"/>
                  </a:ext>
                </a:extLst>
              </p:cNvPr>
              <p:cNvSpPr/>
              <p:nvPr/>
            </p:nvSpPr>
            <p:spPr bwMode="auto">
              <a:xfrm>
                <a:off x="4208880" y="3909214"/>
                <a:ext cx="886058" cy="13716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0">
                  <a:ln>
                    <a:noFill/>
                  </a:ln>
                  <a:solidFill>
                    <a:schemeClr val="tx1"/>
                  </a:solidFill>
                  <a:effectLst/>
                  <a:latin typeface="Helvetica" pitchFamily="34" charset="0"/>
                </a:endParaRPr>
              </a:p>
            </p:txBody>
          </p:sp>
        </p:grpSp>
        <p:grpSp>
          <p:nvGrpSpPr>
            <p:cNvPr id="200" name="Group 199">
              <a:extLst>
                <a:ext uri="{FF2B5EF4-FFF2-40B4-BE49-F238E27FC236}">
                  <a16:creationId xmlns:a16="http://schemas.microsoft.com/office/drawing/2014/main" id="{06632291-1593-4AF0-8B48-92FC60EBC11F}"/>
                </a:ext>
              </a:extLst>
            </p:cNvPr>
            <p:cNvGrpSpPr/>
            <p:nvPr/>
          </p:nvGrpSpPr>
          <p:grpSpPr>
            <a:xfrm>
              <a:off x="5361290" y="3906147"/>
              <a:ext cx="892573" cy="453979"/>
              <a:chOff x="5389844" y="5906977"/>
              <a:chExt cx="892573" cy="453979"/>
            </a:xfrm>
          </p:grpSpPr>
          <p:sp>
            <p:nvSpPr>
              <p:cNvPr id="201" name="Rectangle 1082">
                <a:extLst>
                  <a:ext uri="{FF2B5EF4-FFF2-40B4-BE49-F238E27FC236}">
                    <a16:creationId xmlns:a16="http://schemas.microsoft.com/office/drawing/2014/main" id="{D496A1FE-1A94-487F-A48A-92EEF9F6B3FB}"/>
                  </a:ext>
                </a:extLst>
              </p:cNvPr>
              <p:cNvSpPr>
                <a:spLocks noChangeArrowheads="1"/>
              </p:cNvSpPr>
              <p:nvPr/>
            </p:nvSpPr>
            <p:spPr bwMode="auto">
              <a:xfrm>
                <a:off x="5389844" y="5906977"/>
                <a:ext cx="892573" cy="453979"/>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02" name="Text Box 1088">
                <a:extLst>
                  <a:ext uri="{FF2B5EF4-FFF2-40B4-BE49-F238E27FC236}">
                    <a16:creationId xmlns:a16="http://schemas.microsoft.com/office/drawing/2014/main" id="{21D2E770-C933-468D-A140-6FB9EA324390}"/>
                  </a:ext>
                </a:extLst>
              </p:cNvPr>
              <p:cNvSpPr txBox="1">
                <a:spLocks noChangeArrowheads="1"/>
              </p:cNvSpPr>
              <p:nvPr/>
            </p:nvSpPr>
            <p:spPr bwMode="auto">
              <a:xfrm>
                <a:off x="5666736" y="5959456"/>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dirty="0"/>
                  <a:t>P3</a:t>
                </a:r>
              </a:p>
            </p:txBody>
          </p:sp>
        </p:grpSp>
      </p:grpSp>
      <p:grpSp>
        <p:nvGrpSpPr>
          <p:cNvPr id="16" name="Group 15">
            <a:extLst>
              <a:ext uri="{FF2B5EF4-FFF2-40B4-BE49-F238E27FC236}">
                <a16:creationId xmlns:a16="http://schemas.microsoft.com/office/drawing/2014/main" id="{1CC4109B-6079-4C95-871C-5582A4A87D39}"/>
              </a:ext>
            </a:extLst>
          </p:cNvPr>
          <p:cNvGrpSpPr/>
          <p:nvPr/>
        </p:nvGrpSpPr>
        <p:grpSpPr>
          <a:xfrm>
            <a:off x="4206321" y="1604033"/>
            <a:ext cx="936007" cy="3659466"/>
            <a:chOff x="4186174" y="1604033"/>
            <a:chExt cx="936007" cy="3659466"/>
          </a:xfrm>
        </p:grpSpPr>
        <p:grpSp>
          <p:nvGrpSpPr>
            <p:cNvPr id="14" name="Group 13">
              <a:extLst>
                <a:ext uri="{FF2B5EF4-FFF2-40B4-BE49-F238E27FC236}">
                  <a16:creationId xmlns:a16="http://schemas.microsoft.com/office/drawing/2014/main" id="{3D6F13DB-1A34-429D-A70C-FB462F2EEED1}"/>
                </a:ext>
              </a:extLst>
            </p:cNvPr>
            <p:cNvGrpSpPr/>
            <p:nvPr/>
          </p:nvGrpSpPr>
          <p:grpSpPr>
            <a:xfrm>
              <a:off x="4186174" y="1604033"/>
              <a:ext cx="936007" cy="3659466"/>
              <a:chOff x="4185631" y="1621348"/>
              <a:chExt cx="936007" cy="3659466"/>
            </a:xfrm>
          </p:grpSpPr>
          <p:sp>
            <p:nvSpPr>
              <p:cNvPr id="133" name="Rectangle 1083">
                <a:extLst>
                  <a:ext uri="{FF2B5EF4-FFF2-40B4-BE49-F238E27FC236}">
                    <a16:creationId xmlns:a16="http://schemas.microsoft.com/office/drawing/2014/main" id="{48773FBC-6515-4B20-AFCE-0385EDA42EA3}"/>
                  </a:ext>
                </a:extLst>
              </p:cNvPr>
              <p:cNvSpPr>
                <a:spLocks noChangeArrowheads="1"/>
              </p:cNvSpPr>
              <p:nvPr/>
            </p:nvSpPr>
            <p:spPr bwMode="auto">
              <a:xfrm>
                <a:off x="4209520" y="2219775"/>
                <a:ext cx="892573" cy="846052"/>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34" name="Rectangle 1084">
                <a:extLst>
                  <a:ext uri="{FF2B5EF4-FFF2-40B4-BE49-F238E27FC236}">
                    <a16:creationId xmlns:a16="http://schemas.microsoft.com/office/drawing/2014/main" id="{31CF5FC8-3A0F-4147-995B-6CE0C4E61129}"/>
                  </a:ext>
                </a:extLst>
              </p:cNvPr>
              <p:cNvSpPr>
                <a:spLocks noChangeArrowheads="1"/>
              </p:cNvSpPr>
              <p:nvPr/>
            </p:nvSpPr>
            <p:spPr bwMode="auto">
              <a:xfrm>
                <a:off x="4210606" y="1621348"/>
                <a:ext cx="892573" cy="599573"/>
              </a:xfrm>
              <a:prstGeom prst="rect">
                <a:avLst/>
              </a:prstGeom>
              <a:solidFill>
                <a:schemeClr val="hlink"/>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35" name="Text Box 1085">
                <a:extLst>
                  <a:ext uri="{FF2B5EF4-FFF2-40B4-BE49-F238E27FC236}">
                    <a16:creationId xmlns:a16="http://schemas.microsoft.com/office/drawing/2014/main" id="{50AF36C0-E13F-455B-82C8-9A6179AAE9A2}"/>
                  </a:ext>
                </a:extLst>
              </p:cNvPr>
              <p:cNvSpPr txBox="1">
                <a:spLocks noChangeArrowheads="1"/>
              </p:cNvSpPr>
              <p:nvPr/>
            </p:nvSpPr>
            <p:spPr bwMode="auto">
              <a:xfrm>
                <a:off x="4185631" y="1695865"/>
                <a:ext cx="936007" cy="462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200" dirty="0"/>
                  <a:t>Operating </a:t>
                </a:r>
                <a:br>
                  <a:rPr lang="en-US" altLang="en-US" sz="1200" dirty="0"/>
                </a:br>
                <a:r>
                  <a:rPr lang="en-US" altLang="en-US" sz="1200" dirty="0"/>
                  <a:t>system</a:t>
                </a:r>
              </a:p>
            </p:txBody>
          </p:sp>
          <p:sp>
            <p:nvSpPr>
              <p:cNvPr id="137" name="Text Box 1087">
                <a:extLst>
                  <a:ext uri="{FF2B5EF4-FFF2-40B4-BE49-F238E27FC236}">
                    <a16:creationId xmlns:a16="http://schemas.microsoft.com/office/drawing/2014/main" id="{6F9A0F2F-443C-4AD8-8B75-C93046AEAC4C}"/>
                  </a:ext>
                </a:extLst>
              </p:cNvPr>
              <p:cNvSpPr txBox="1">
                <a:spLocks noChangeArrowheads="1"/>
              </p:cNvSpPr>
              <p:nvPr/>
            </p:nvSpPr>
            <p:spPr bwMode="auto">
              <a:xfrm>
                <a:off x="4460352" y="2477718"/>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P1</a:t>
                </a:r>
              </a:p>
            </p:txBody>
          </p:sp>
          <p:sp>
            <p:nvSpPr>
              <p:cNvPr id="139" name="Rectangle 1089">
                <a:extLst>
                  <a:ext uri="{FF2B5EF4-FFF2-40B4-BE49-F238E27FC236}">
                    <a16:creationId xmlns:a16="http://schemas.microsoft.com/office/drawing/2014/main" id="{B2A2C3AB-4326-49AC-9C62-418D0FABB5DD}"/>
                  </a:ext>
                </a:extLst>
              </p:cNvPr>
              <p:cNvSpPr>
                <a:spLocks noChangeArrowheads="1"/>
              </p:cNvSpPr>
              <p:nvPr/>
            </p:nvSpPr>
            <p:spPr bwMode="auto">
              <a:xfrm>
                <a:off x="4209520" y="3065827"/>
                <a:ext cx="892573" cy="846052"/>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40" name="Line 1090">
                <a:extLst>
                  <a:ext uri="{FF2B5EF4-FFF2-40B4-BE49-F238E27FC236}">
                    <a16:creationId xmlns:a16="http://schemas.microsoft.com/office/drawing/2014/main" id="{45F55865-B17F-4219-BE8E-BC93CF650864}"/>
                  </a:ext>
                </a:extLst>
              </p:cNvPr>
              <p:cNvSpPr>
                <a:spLocks noChangeShapeType="1"/>
              </p:cNvSpPr>
              <p:nvPr/>
            </p:nvSpPr>
            <p:spPr bwMode="auto">
              <a:xfrm>
                <a:off x="4219293" y="3063534"/>
                <a:ext cx="8860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43" name="Text Box 1093">
                <a:extLst>
                  <a:ext uri="{FF2B5EF4-FFF2-40B4-BE49-F238E27FC236}">
                    <a16:creationId xmlns:a16="http://schemas.microsoft.com/office/drawing/2014/main" id="{577E0286-748C-409B-88D5-CFD2AE1D458F}"/>
                  </a:ext>
                </a:extLst>
              </p:cNvPr>
              <p:cNvSpPr txBox="1">
                <a:spLocks noChangeArrowheads="1"/>
              </p:cNvSpPr>
              <p:nvPr/>
            </p:nvSpPr>
            <p:spPr bwMode="auto">
              <a:xfrm>
                <a:off x="4479898" y="3268742"/>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a:t>P4</a:t>
                </a:r>
              </a:p>
            </p:txBody>
          </p:sp>
          <p:sp>
            <p:nvSpPr>
              <p:cNvPr id="13" name="Rectangle 12">
                <a:extLst>
                  <a:ext uri="{FF2B5EF4-FFF2-40B4-BE49-F238E27FC236}">
                    <a16:creationId xmlns:a16="http://schemas.microsoft.com/office/drawing/2014/main" id="{91788A85-4DAA-4102-BD5F-4C59ED6FB980}"/>
                  </a:ext>
                </a:extLst>
              </p:cNvPr>
              <p:cNvSpPr/>
              <p:nvPr/>
            </p:nvSpPr>
            <p:spPr bwMode="auto">
              <a:xfrm>
                <a:off x="4208880" y="3909214"/>
                <a:ext cx="886058" cy="13716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0">
                  <a:ln>
                    <a:noFill/>
                  </a:ln>
                  <a:solidFill>
                    <a:schemeClr val="tx1"/>
                  </a:solidFill>
                  <a:effectLst/>
                  <a:latin typeface="Helvetica" pitchFamily="34" charset="0"/>
                </a:endParaRPr>
              </a:p>
            </p:txBody>
          </p:sp>
        </p:grpSp>
        <p:grpSp>
          <p:nvGrpSpPr>
            <p:cNvPr id="207" name="Group 206">
              <a:extLst>
                <a:ext uri="{FF2B5EF4-FFF2-40B4-BE49-F238E27FC236}">
                  <a16:creationId xmlns:a16="http://schemas.microsoft.com/office/drawing/2014/main" id="{97DF8702-24F9-4409-9260-24234FAFF567}"/>
                </a:ext>
              </a:extLst>
            </p:cNvPr>
            <p:cNvGrpSpPr/>
            <p:nvPr/>
          </p:nvGrpSpPr>
          <p:grpSpPr>
            <a:xfrm>
              <a:off x="4221262" y="4330320"/>
              <a:ext cx="868620" cy="453979"/>
              <a:chOff x="5408834" y="5856253"/>
              <a:chExt cx="868620" cy="453979"/>
            </a:xfrm>
          </p:grpSpPr>
          <p:sp>
            <p:nvSpPr>
              <p:cNvPr id="208" name="Rectangle 1082">
                <a:extLst>
                  <a:ext uri="{FF2B5EF4-FFF2-40B4-BE49-F238E27FC236}">
                    <a16:creationId xmlns:a16="http://schemas.microsoft.com/office/drawing/2014/main" id="{A6047F7D-4209-4C90-9B4C-CD7B430DDB90}"/>
                  </a:ext>
                </a:extLst>
              </p:cNvPr>
              <p:cNvSpPr>
                <a:spLocks noChangeArrowheads="1"/>
              </p:cNvSpPr>
              <p:nvPr/>
            </p:nvSpPr>
            <p:spPr bwMode="auto">
              <a:xfrm>
                <a:off x="5408834" y="5856253"/>
                <a:ext cx="868620" cy="453979"/>
              </a:xfrm>
              <a:prstGeom prst="rect">
                <a:avLst/>
              </a:prstGeom>
              <a:solidFill>
                <a:srgbClr val="FFFF00"/>
              </a:solidFill>
              <a:ln w="9525">
                <a:solidFill>
                  <a:schemeClr val="tx1"/>
                </a:solidFill>
                <a:miter lim="800000"/>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09" name="Text Box 1088">
                <a:extLst>
                  <a:ext uri="{FF2B5EF4-FFF2-40B4-BE49-F238E27FC236}">
                    <a16:creationId xmlns:a16="http://schemas.microsoft.com/office/drawing/2014/main" id="{AD98B044-D468-45A0-91F8-E4C82BEF67F3}"/>
                  </a:ext>
                </a:extLst>
              </p:cNvPr>
              <p:cNvSpPr txBox="1">
                <a:spLocks noChangeArrowheads="1"/>
              </p:cNvSpPr>
              <p:nvPr/>
            </p:nvSpPr>
            <p:spPr bwMode="auto">
              <a:xfrm>
                <a:off x="5666736" y="5959456"/>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dirty="0"/>
                  <a:t>P3</a:t>
                </a:r>
              </a:p>
            </p:txBody>
          </p:sp>
        </p:grpSp>
      </p:grpSp>
      <p:sp>
        <p:nvSpPr>
          <p:cNvPr id="221" name="Rectangle 1082">
            <a:extLst>
              <a:ext uri="{FF2B5EF4-FFF2-40B4-BE49-F238E27FC236}">
                <a16:creationId xmlns:a16="http://schemas.microsoft.com/office/drawing/2014/main" id="{3145499A-E61B-4E4B-B31D-9F04658E4519}"/>
              </a:ext>
            </a:extLst>
          </p:cNvPr>
          <p:cNvSpPr>
            <a:spLocks noChangeArrowheads="1"/>
          </p:cNvSpPr>
          <p:nvPr/>
        </p:nvSpPr>
        <p:spPr bwMode="auto">
          <a:xfrm>
            <a:off x="4239952" y="4330320"/>
            <a:ext cx="875676" cy="453979"/>
          </a:xfrm>
          <a:prstGeom prst="rect">
            <a:avLst/>
          </a:prstGeom>
          <a:solidFill>
            <a:schemeClr val="bg1"/>
          </a:solidFill>
          <a:ln w="9525">
            <a:noFill/>
            <a:miter lim="800000"/>
            <a:headEnd/>
            <a:tailEnd/>
          </a:ln>
        </p:spPr>
        <p:txBody>
          <a:bodyPr wrap="squar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nvGrpSpPr>
          <p:cNvPr id="204" name="Group 203">
            <a:extLst>
              <a:ext uri="{FF2B5EF4-FFF2-40B4-BE49-F238E27FC236}">
                <a16:creationId xmlns:a16="http://schemas.microsoft.com/office/drawing/2014/main" id="{A1CF267C-7CB9-4558-8730-81E89C9CDF40}"/>
              </a:ext>
            </a:extLst>
          </p:cNvPr>
          <p:cNvGrpSpPr/>
          <p:nvPr/>
        </p:nvGrpSpPr>
        <p:grpSpPr>
          <a:xfrm>
            <a:off x="4229570" y="3889319"/>
            <a:ext cx="892573" cy="453979"/>
            <a:chOff x="5403748" y="5870470"/>
            <a:chExt cx="892573" cy="453979"/>
          </a:xfrm>
        </p:grpSpPr>
        <p:sp>
          <p:nvSpPr>
            <p:cNvPr id="205" name="Rectangle 1082">
              <a:extLst>
                <a:ext uri="{FF2B5EF4-FFF2-40B4-BE49-F238E27FC236}">
                  <a16:creationId xmlns:a16="http://schemas.microsoft.com/office/drawing/2014/main" id="{F3EBA4F3-2DED-411E-B3A6-3508635C0CF4}"/>
                </a:ext>
              </a:extLst>
            </p:cNvPr>
            <p:cNvSpPr>
              <a:spLocks noChangeArrowheads="1"/>
            </p:cNvSpPr>
            <p:nvPr/>
          </p:nvSpPr>
          <p:spPr bwMode="auto">
            <a:xfrm>
              <a:off x="5403748" y="5870470"/>
              <a:ext cx="892573" cy="453979"/>
            </a:xfrm>
            <a:prstGeom prst="rect">
              <a:avLst/>
            </a:prstGeom>
            <a:solidFill>
              <a:srgbClr val="FFFF00"/>
            </a:solidFill>
            <a:ln w="952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06" name="Text Box 1088">
              <a:extLst>
                <a:ext uri="{FF2B5EF4-FFF2-40B4-BE49-F238E27FC236}">
                  <a16:creationId xmlns:a16="http://schemas.microsoft.com/office/drawing/2014/main" id="{397A9CC1-5A79-4A1A-92F5-E22DDE9ACC39}"/>
                </a:ext>
              </a:extLst>
            </p:cNvPr>
            <p:cNvSpPr txBox="1">
              <a:spLocks noChangeArrowheads="1"/>
            </p:cNvSpPr>
            <p:nvPr/>
          </p:nvSpPr>
          <p:spPr bwMode="auto">
            <a:xfrm>
              <a:off x="5666736" y="5959456"/>
              <a:ext cx="338787" cy="28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dirty="0"/>
                <a:t>P3</a:t>
              </a:r>
            </a:p>
          </p:txBody>
        </p:sp>
      </p:grpSp>
      <p:grpSp>
        <p:nvGrpSpPr>
          <p:cNvPr id="145" name="Group 1095">
            <a:extLst>
              <a:ext uri="{FF2B5EF4-FFF2-40B4-BE49-F238E27FC236}">
                <a16:creationId xmlns:a16="http://schemas.microsoft.com/office/drawing/2014/main" id="{13334AE1-8397-4305-B544-6AF57EBEC3B0}"/>
              </a:ext>
            </a:extLst>
          </p:cNvPr>
          <p:cNvGrpSpPr>
            <a:grpSpLocks/>
          </p:cNvGrpSpPr>
          <p:nvPr/>
        </p:nvGrpSpPr>
        <p:grpSpPr bwMode="auto">
          <a:xfrm>
            <a:off x="5359118" y="4356742"/>
            <a:ext cx="894745" cy="726825"/>
            <a:chOff x="4813" y="972"/>
            <a:chExt cx="824" cy="634"/>
          </a:xfrm>
        </p:grpSpPr>
        <p:sp>
          <p:nvSpPr>
            <p:cNvPr id="146" name="Rectangle 1096">
              <a:extLst>
                <a:ext uri="{FF2B5EF4-FFF2-40B4-BE49-F238E27FC236}">
                  <a16:creationId xmlns:a16="http://schemas.microsoft.com/office/drawing/2014/main" id="{77FB9A13-C867-4FC2-9737-144E0EC467C1}"/>
                </a:ext>
              </a:extLst>
            </p:cNvPr>
            <p:cNvSpPr>
              <a:spLocks noChangeArrowheads="1"/>
            </p:cNvSpPr>
            <p:nvPr/>
          </p:nvSpPr>
          <p:spPr bwMode="auto">
            <a:xfrm>
              <a:off x="4813" y="972"/>
              <a:ext cx="824" cy="634"/>
            </a:xfrm>
            <a:prstGeom prst="rect">
              <a:avLst/>
            </a:prstGeom>
            <a:solidFill>
              <a:srgbClr val="FFFF00"/>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147" name="Text Box 1097">
              <a:extLst>
                <a:ext uri="{FF2B5EF4-FFF2-40B4-BE49-F238E27FC236}">
                  <a16:creationId xmlns:a16="http://schemas.microsoft.com/office/drawing/2014/main" id="{5E155053-F9B7-41F0-AA0B-2BC9205E73BE}"/>
                </a:ext>
              </a:extLst>
            </p:cNvPr>
            <p:cNvSpPr txBox="1">
              <a:spLocks noChangeArrowheads="1"/>
            </p:cNvSpPr>
            <p:nvPr/>
          </p:nvSpPr>
          <p:spPr bwMode="auto">
            <a:xfrm>
              <a:off x="5043" y="1196"/>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2000" dirty="0"/>
                <a:t>P5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6"/>
                                        </p:tgtEl>
                                        <p:attrNameLst>
                                          <p:attrName>style.visibility</p:attrName>
                                        </p:attrNameLst>
                                      </p:cBhvr>
                                      <p:to>
                                        <p:strVal val="visible"/>
                                      </p:to>
                                    </p:set>
                                  </p:childTnLst>
                                </p:cTn>
                              </p:par>
                            </p:childTnLst>
                          </p:cTn>
                        </p:par>
                        <p:par>
                          <p:cTn id="9" fill="hold">
                            <p:stCondLst>
                              <p:cond delay="0"/>
                            </p:stCondLst>
                            <p:childTnLst>
                              <p:par>
                                <p:cTn id="10" presetID="22" presetClass="entr" presetSubtype="4" fill="hold" grpId="0" nodeType="after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down)">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0"/>
                                        </p:tgtEl>
                                        <p:attrNameLst>
                                          <p:attrName>style.visibility</p:attrName>
                                        </p:attrNameLst>
                                      </p:cBhvr>
                                      <p:to>
                                        <p:strVal val="visible"/>
                                      </p:to>
                                    </p:set>
                                  </p:childTnLst>
                                </p:cTn>
                              </p:par>
                            </p:childTnLst>
                          </p:cTn>
                        </p:par>
                        <p:par>
                          <p:cTn id="17" fill="hold">
                            <p:stCondLst>
                              <p:cond delay="0"/>
                            </p:stCondLst>
                            <p:childTnLst>
                              <p:par>
                                <p:cTn id="18" presetID="22" presetClass="entr" presetSubtype="1" fill="hold" nodeType="afterEffect">
                                  <p:stCondLst>
                                    <p:cond delay="0"/>
                                  </p:stCondLst>
                                  <p:childTnLst>
                                    <p:set>
                                      <p:cBhvr>
                                        <p:cTn id="19" dur="1" fill="hold">
                                          <p:stCondLst>
                                            <p:cond delay="0"/>
                                          </p:stCondLst>
                                        </p:cTn>
                                        <p:tgtEl>
                                          <p:spTgt spid="127"/>
                                        </p:tgtEl>
                                        <p:attrNameLst>
                                          <p:attrName>style.visibility</p:attrName>
                                        </p:attrNameLst>
                                      </p:cBhvr>
                                      <p:to>
                                        <p:strVal val="visible"/>
                                      </p:to>
                                    </p:set>
                                    <p:animEffect transition="in" filter="wipe(up)">
                                      <p:cBhvr>
                                        <p:cTn id="20" dur="500"/>
                                        <p:tgtEl>
                                          <p:spTgt spid="12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par>
                          <p:cTn id="29" fill="hold">
                            <p:stCondLst>
                              <p:cond delay="0"/>
                            </p:stCondLst>
                            <p:childTnLst>
                              <p:par>
                                <p:cTn id="30" presetID="22" presetClass="entr" presetSubtype="4" fill="hold" grpId="0" nodeType="afterEffect">
                                  <p:stCondLst>
                                    <p:cond delay="0"/>
                                  </p:stCondLst>
                                  <p:childTnLst>
                                    <p:set>
                                      <p:cBhvr>
                                        <p:cTn id="31" dur="1" fill="hold">
                                          <p:stCondLst>
                                            <p:cond delay="0"/>
                                          </p:stCondLst>
                                        </p:cTn>
                                        <p:tgtEl>
                                          <p:spTgt spid="221"/>
                                        </p:tgtEl>
                                        <p:attrNameLst>
                                          <p:attrName>style.visibility</p:attrName>
                                        </p:attrNameLst>
                                      </p:cBhvr>
                                      <p:to>
                                        <p:strVal val="visible"/>
                                      </p:to>
                                    </p:set>
                                    <p:animEffect transition="in" filter="wipe(down)">
                                      <p:cBhvr>
                                        <p:cTn id="32" dur="500"/>
                                        <p:tgtEl>
                                          <p:spTgt spid="221"/>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04"/>
                                        </p:tgtEl>
                                        <p:attrNameLst>
                                          <p:attrName>style.visibility</p:attrName>
                                        </p:attrNameLst>
                                      </p:cBhvr>
                                      <p:to>
                                        <p:strVal val="visible"/>
                                      </p:to>
                                    </p:set>
                                    <p:animEffect transition="in" filter="wipe(down)">
                                      <p:cBhvr>
                                        <p:cTn id="36" dur="500"/>
                                        <p:tgtEl>
                                          <p:spTgt spid="20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par>
                          <p:cTn id="41" fill="hold">
                            <p:stCondLst>
                              <p:cond delay="0"/>
                            </p:stCondLst>
                            <p:childTnLst>
                              <p:par>
                                <p:cTn id="42" presetID="22" presetClass="entr" presetSubtype="1" fill="hold" nodeType="afterEffect">
                                  <p:stCondLst>
                                    <p:cond delay="0"/>
                                  </p:stCondLst>
                                  <p:childTnLst>
                                    <p:set>
                                      <p:cBhvr>
                                        <p:cTn id="43" dur="1" fill="hold">
                                          <p:stCondLst>
                                            <p:cond delay="0"/>
                                          </p:stCondLst>
                                        </p:cTn>
                                        <p:tgtEl>
                                          <p:spTgt spid="145"/>
                                        </p:tgtEl>
                                        <p:attrNameLst>
                                          <p:attrName>style.visibility</p:attrName>
                                        </p:attrNameLst>
                                      </p:cBhvr>
                                      <p:to>
                                        <p:strVal val="visible"/>
                                      </p:to>
                                    </p:set>
                                    <p:animEffect transition="in" filter="wipe(up)">
                                      <p:cBhvr>
                                        <p:cTn id="44" dur="500"/>
                                        <p:tgtEl>
                                          <p:spTgt spid="145"/>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74" grpId="0" animBg="1"/>
      <p:bldP spid="2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4579" name="Rectangle 2"/>
          <p:cNvSpPr>
            <a:spLocks noGrp="1" noChangeArrowheads="1"/>
          </p:cNvSpPr>
          <p:nvPr>
            <p:ph type="title"/>
          </p:nvPr>
        </p:nvSpPr>
        <p:spPr>
          <a:xfrm>
            <a:off x="1162050" y="495300"/>
            <a:ext cx="6886575" cy="457200"/>
          </a:xfrm>
        </p:spPr>
        <p:txBody>
          <a:bodyPr/>
          <a:lstStyle/>
          <a:p>
            <a:r>
              <a:rPr lang="en-US" altLang="en-US"/>
              <a:t>Paging</a:t>
            </a:r>
          </a:p>
        </p:txBody>
      </p:sp>
      <p:sp>
        <p:nvSpPr>
          <p:cNvPr id="24580" name="Rectangle 3"/>
          <p:cNvSpPr>
            <a:spLocks noGrp="1" noChangeArrowheads="1"/>
          </p:cNvSpPr>
          <p:nvPr>
            <p:ph type="body" idx="1"/>
          </p:nvPr>
        </p:nvSpPr>
        <p:spPr>
          <a:xfrm>
            <a:off x="471488" y="1335088"/>
            <a:ext cx="8345487" cy="4691062"/>
          </a:xfrm>
        </p:spPr>
        <p:txBody>
          <a:bodyPr/>
          <a:lstStyle/>
          <a:p>
            <a:r>
              <a:rPr lang="en-US" altLang="en-US" sz="2800" dirty="0"/>
              <a:t>Memory space allocated to a process can be noncontiguous; process is allocated physical memory whenever the latter is available.</a:t>
            </a:r>
          </a:p>
          <a:p>
            <a:r>
              <a:rPr lang="en-US" altLang="en-US" sz="2800" dirty="0"/>
              <a:t>Divide physical memory into fixed-sized blocks called </a:t>
            </a:r>
            <a:r>
              <a:rPr lang="en-US" altLang="en-US" sz="2800" i="1" dirty="0">
                <a:solidFill>
                  <a:srgbClr val="FF0000"/>
                </a:solidFill>
              </a:rPr>
              <a:t>frames</a:t>
            </a:r>
            <a:r>
              <a:rPr lang="en-US" altLang="en-US" sz="2800" dirty="0"/>
              <a:t> (size is power of 2, between 512 bytes and 8192 bytes).</a:t>
            </a:r>
          </a:p>
          <a:p>
            <a:r>
              <a:rPr lang="en-US" altLang="en-US" sz="2800" dirty="0"/>
              <a:t>Divide logical memory into blocks of same size called </a:t>
            </a:r>
            <a:r>
              <a:rPr lang="en-US" altLang="en-US" sz="2800" i="1" dirty="0">
                <a:solidFill>
                  <a:srgbClr val="FF0000"/>
                </a:solidFill>
              </a:rPr>
              <a:t>pages</a:t>
            </a:r>
            <a:r>
              <a:rPr lang="en-US" altLang="en-US" sz="280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5603" name="Rectangle 2"/>
          <p:cNvSpPr>
            <a:spLocks noGrp="1" noChangeArrowheads="1"/>
          </p:cNvSpPr>
          <p:nvPr>
            <p:ph type="title"/>
          </p:nvPr>
        </p:nvSpPr>
        <p:spPr>
          <a:xfrm>
            <a:off x="1162050" y="495300"/>
            <a:ext cx="6886575" cy="457200"/>
          </a:xfrm>
        </p:spPr>
        <p:txBody>
          <a:bodyPr/>
          <a:lstStyle/>
          <a:p>
            <a:r>
              <a:rPr lang="en-US" altLang="en-US"/>
              <a:t>Paging (Cont.)</a:t>
            </a:r>
          </a:p>
        </p:txBody>
      </p:sp>
      <p:sp>
        <p:nvSpPr>
          <p:cNvPr id="25604" name="Rectangle 3"/>
          <p:cNvSpPr>
            <a:spLocks noGrp="1" noChangeArrowheads="1"/>
          </p:cNvSpPr>
          <p:nvPr>
            <p:ph type="body" idx="1"/>
          </p:nvPr>
        </p:nvSpPr>
        <p:spPr>
          <a:xfrm>
            <a:off x="585788" y="1435100"/>
            <a:ext cx="8216900" cy="4606925"/>
          </a:xfrm>
        </p:spPr>
        <p:txBody>
          <a:bodyPr/>
          <a:lstStyle/>
          <a:p>
            <a:r>
              <a:rPr lang="en-US" altLang="en-US" sz="2800" dirty="0"/>
              <a:t>Keep track of all free frames.</a:t>
            </a:r>
          </a:p>
          <a:p>
            <a:r>
              <a:rPr lang="en-US" altLang="en-US" sz="2800" dirty="0"/>
              <a:t>To run a program of size n pages, need to find </a:t>
            </a:r>
            <a:r>
              <a:rPr lang="en-US" altLang="en-US" sz="2800" i="1" dirty="0"/>
              <a:t>n</a:t>
            </a:r>
            <a:r>
              <a:rPr lang="en-US" altLang="en-US" sz="2800" dirty="0"/>
              <a:t> free frames and load program.</a:t>
            </a:r>
          </a:p>
          <a:p>
            <a:r>
              <a:rPr lang="en-US" altLang="en-US" sz="2800" dirty="0"/>
              <a:t>Set up a </a:t>
            </a:r>
            <a:r>
              <a:rPr lang="en-US" altLang="en-US" sz="2800" i="1" dirty="0">
                <a:solidFill>
                  <a:srgbClr val="FF0000"/>
                </a:solidFill>
              </a:rPr>
              <a:t>page table </a:t>
            </a:r>
            <a:r>
              <a:rPr lang="en-US" altLang="en-US" sz="2800" dirty="0"/>
              <a:t>to translate logical to physical addresses. </a:t>
            </a:r>
          </a:p>
          <a:p>
            <a:r>
              <a:rPr lang="en-US" altLang="en-US" sz="2800" dirty="0"/>
              <a:t>External fragmentation is eliminated</a:t>
            </a:r>
          </a:p>
          <a:p>
            <a:r>
              <a:rPr lang="en-US" altLang="en-US" sz="2800" dirty="0"/>
              <a:t>Internal fragmentation is still possible, last page many not occupy the entire frame.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6627" name="Rectangle 2"/>
          <p:cNvSpPr>
            <a:spLocks noGrp="1" noChangeArrowheads="1"/>
          </p:cNvSpPr>
          <p:nvPr>
            <p:ph type="title"/>
          </p:nvPr>
        </p:nvSpPr>
        <p:spPr>
          <a:xfrm>
            <a:off x="1162050" y="495300"/>
            <a:ext cx="6886575" cy="457200"/>
          </a:xfrm>
        </p:spPr>
        <p:txBody>
          <a:bodyPr/>
          <a:lstStyle/>
          <a:p>
            <a:r>
              <a:rPr lang="en-US" altLang="en-US"/>
              <a:t>Paging (Cont.)</a:t>
            </a:r>
          </a:p>
        </p:txBody>
      </p:sp>
      <p:pic>
        <p:nvPicPr>
          <p:cNvPr id="2662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13" y="1270000"/>
            <a:ext cx="6645275" cy="519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1"/>
          <p:cNvSpPr txBox="1">
            <a:spLocks noChangeArrowheads="1"/>
          </p:cNvSpPr>
          <p:nvPr/>
        </p:nvSpPr>
        <p:spPr bwMode="auto">
          <a:xfrm>
            <a:off x="284163" y="4213225"/>
            <a:ext cx="26082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Logical address space: </a:t>
            </a:r>
          </a:p>
          <a:p>
            <a:pPr algn="ctr">
              <a:spcBef>
                <a:spcPct val="0"/>
              </a:spcBef>
              <a:buSzTx/>
              <a:buFontTx/>
              <a:buNone/>
            </a:pPr>
            <a:r>
              <a:rPr lang="en-US" altLang="en-US" sz="1800">
                <a:latin typeface="Arial" charset="0"/>
                <a:cs typeface="Arial" charset="0"/>
              </a:rPr>
              <a:t>4x4 = 16 bytes</a:t>
            </a:r>
          </a:p>
          <a:p>
            <a:pPr algn="ctr">
              <a:spcBef>
                <a:spcPct val="0"/>
              </a:spcBef>
              <a:buSzTx/>
              <a:buFontTx/>
              <a:buNone/>
            </a:pPr>
            <a:r>
              <a:rPr lang="en-US" altLang="en-US" sz="1800">
                <a:latin typeface="Arial" charset="0"/>
                <a:cs typeface="Arial" charset="0"/>
              </a:rPr>
              <a:t>4 Pages</a:t>
            </a:r>
          </a:p>
        </p:txBody>
      </p:sp>
      <p:sp>
        <p:nvSpPr>
          <p:cNvPr id="8" name="Text Box 12"/>
          <p:cNvSpPr txBox="1">
            <a:spLocks noChangeArrowheads="1"/>
          </p:cNvSpPr>
          <p:nvPr/>
        </p:nvSpPr>
        <p:spPr bwMode="auto">
          <a:xfrm>
            <a:off x="7444132" y="2583542"/>
            <a:ext cx="16922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Size of</a:t>
            </a:r>
          </a:p>
          <a:p>
            <a:pPr algn="ctr">
              <a:spcBef>
                <a:spcPct val="0"/>
              </a:spcBef>
              <a:buSzTx/>
              <a:buFontTx/>
              <a:buNone/>
            </a:pPr>
            <a:r>
              <a:rPr lang="en-US" altLang="en-US" sz="1800" dirty="0">
                <a:latin typeface="Arial" charset="0"/>
                <a:cs typeface="Arial" charset="0"/>
              </a:rPr>
              <a:t>Physical </a:t>
            </a:r>
          </a:p>
          <a:p>
            <a:pPr algn="ctr">
              <a:spcBef>
                <a:spcPct val="0"/>
              </a:spcBef>
              <a:buSzTx/>
              <a:buFontTx/>
              <a:buNone/>
            </a:pPr>
            <a:r>
              <a:rPr lang="en-US" altLang="en-US" sz="1800" dirty="0">
                <a:latin typeface="Arial" charset="0"/>
                <a:cs typeface="Arial" charset="0"/>
              </a:rPr>
              <a:t>memory: </a:t>
            </a:r>
          </a:p>
          <a:p>
            <a:pPr algn="ctr">
              <a:spcBef>
                <a:spcPct val="0"/>
              </a:spcBef>
              <a:buSzTx/>
              <a:buFontTx/>
              <a:buNone/>
            </a:pPr>
            <a:r>
              <a:rPr lang="en-US" altLang="en-US" sz="1800" dirty="0">
                <a:latin typeface="Arial" charset="0"/>
                <a:cs typeface="Arial" charset="0"/>
              </a:rPr>
              <a:t>8x4 = 32 bytes</a:t>
            </a:r>
          </a:p>
          <a:p>
            <a:pPr algn="ctr">
              <a:spcBef>
                <a:spcPct val="0"/>
              </a:spcBef>
              <a:buSzTx/>
              <a:buFontTx/>
              <a:buNone/>
            </a:pPr>
            <a:r>
              <a:rPr lang="en-US" altLang="en-US" sz="1800" dirty="0">
                <a:latin typeface="Arial" charset="0"/>
                <a:cs typeface="Arial" charset="0"/>
              </a:rPr>
              <a:t>8 Frames</a:t>
            </a:r>
          </a:p>
        </p:txBody>
      </p:sp>
      <p:sp>
        <p:nvSpPr>
          <p:cNvPr id="35" name="Text Box 10"/>
          <p:cNvSpPr txBox="1">
            <a:spLocks noChangeArrowheads="1"/>
          </p:cNvSpPr>
          <p:nvPr/>
        </p:nvSpPr>
        <p:spPr bwMode="auto">
          <a:xfrm>
            <a:off x="431800" y="5768975"/>
            <a:ext cx="39544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Page Size (and Frame Size): 4 bytes</a:t>
            </a:r>
          </a:p>
        </p:txBody>
      </p:sp>
      <p:sp>
        <p:nvSpPr>
          <p:cNvPr id="26632" name="AutoShape 8"/>
          <p:cNvSpPr>
            <a:spLocks/>
          </p:cNvSpPr>
          <p:nvPr/>
        </p:nvSpPr>
        <p:spPr bwMode="auto">
          <a:xfrm>
            <a:off x="2657475" y="2049463"/>
            <a:ext cx="741363" cy="320675"/>
          </a:xfrm>
          <a:prstGeom prst="callout2">
            <a:avLst>
              <a:gd name="adj1" fmla="val 44671"/>
              <a:gd name="adj2" fmla="val 98366"/>
              <a:gd name="adj3" fmla="val 44671"/>
              <a:gd name="adj4" fmla="val 120917"/>
              <a:gd name="adj5" fmla="val 54625"/>
              <a:gd name="adj6" fmla="val 142741"/>
            </a:avLst>
          </a:prstGeom>
          <a:solidFill>
            <a:schemeClr val="bg1"/>
          </a:solidFill>
          <a:ln w="1587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400"/>
              <a:t>page #</a:t>
            </a:r>
          </a:p>
        </p:txBody>
      </p:sp>
      <p:sp>
        <p:nvSpPr>
          <p:cNvPr id="26633" name="AutoShape 7"/>
          <p:cNvSpPr>
            <a:spLocks/>
          </p:cNvSpPr>
          <p:nvPr/>
        </p:nvSpPr>
        <p:spPr bwMode="auto">
          <a:xfrm>
            <a:off x="4506913" y="2049463"/>
            <a:ext cx="803275" cy="320675"/>
          </a:xfrm>
          <a:prstGeom prst="callout2">
            <a:avLst>
              <a:gd name="adj1" fmla="val 41792"/>
              <a:gd name="adj2" fmla="val 6616"/>
              <a:gd name="adj3" fmla="val 41792"/>
              <a:gd name="adj4" fmla="val -19551"/>
              <a:gd name="adj5" fmla="val 55361"/>
              <a:gd name="adj6" fmla="val -42616"/>
            </a:avLst>
          </a:prstGeom>
          <a:solidFill>
            <a:schemeClr val="bg1"/>
          </a:solidFill>
          <a:ln w="1587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400"/>
              <a:t>frame #</a:t>
            </a:r>
          </a:p>
        </p:txBody>
      </p:sp>
      <p:sp>
        <p:nvSpPr>
          <p:cNvPr id="39" name="Text Box 11"/>
          <p:cNvSpPr txBox="1">
            <a:spLocks noChangeArrowheads="1"/>
          </p:cNvSpPr>
          <p:nvPr/>
        </p:nvSpPr>
        <p:spPr bwMode="auto">
          <a:xfrm>
            <a:off x="2892425" y="3340100"/>
            <a:ext cx="2909888"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30188" indent="-230188"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pPr>
            <a:r>
              <a:rPr lang="en-US" altLang="en-US" sz="1800">
                <a:latin typeface="Arial" charset="0"/>
                <a:cs typeface="Arial" charset="0"/>
              </a:rPr>
              <a:t>To load process to memory, need to find 4 frames</a:t>
            </a:r>
          </a:p>
          <a:p>
            <a:pPr>
              <a:spcBef>
                <a:spcPct val="0"/>
              </a:spcBef>
              <a:buSzTx/>
            </a:pPr>
            <a:r>
              <a:rPr lang="en-US" altLang="en-US" sz="1800">
                <a:latin typeface="Arial" charset="0"/>
                <a:cs typeface="Arial" charset="0"/>
              </a:rPr>
              <a:t>Page Table to remember the mapping</a:t>
            </a:r>
          </a:p>
        </p:txBody>
      </p:sp>
      <p:grpSp>
        <p:nvGrpSpPr>
          <p:cNvPr id="3" name="Group 2"/>
          <p:cNvGrpSpPr/>
          <p:nvPr/>
        </p:nvGrpSpPr>
        <p:grpSpPr>
          <a:xfrm>
            <a:off x="2124979" y="1484784"/>
            <a:ext cx="284052" cy="2145517"/>
            <a:chOff x="2124979" y="1484784"/>
            <a:chExt cx="284052" cy="2145517"/>
          </a:xfrm>
        </p:grpSpPr>
        <p:sp>
          <p:nvSpPr>
            <p:cNvPr id="2" name="TextBox 1"/>
            <p:cNvSpPr txBox="1"/>
            <p:nvPr/>
          </p:nvSpPr>
          <p:spPr>
            <a:xfrm>
              <a:off x="2124979" y="1484784"/>
              <a:ext cx="284052" cy="307777"/>
            </a:xfrm>
            <a:prstGeom prst="rect">
              <a:avLst/>
            </a:prstGeom>
            <a:noFill/>
          </p:spPr>
          <p:txBody>
            <a:bodyPr wrap="none" rtlCol="0">
              <a:spAutoFit/>
            </a:bodyPr>
            <a:lstStyle/>
            <a:p>
              <a:r>
                <a:rPr lang="en-US" dirty="0">
                  <a:solidFill>
                    <a:srgbClr val="FF0000"/>
                  </a:solidFill>
                </a:rPr>
                <a:t>0</a:t>
              </a:r>
            </a:p>
          </p:txBody>
        </p:sp>
        <p:sp>
          <p:nvSpPr>
            <p:cNvPr id="12" name="TextBox 11"/>
            <p:cNvSpPr txBox="1"/>
            <p:nvPr/>
          </p:nvSpPr>
          <p:spPr>
            <a:xfrm>
              <a:off x="2124979" y="2075259"/>
              <a:ext cx="284052" cy="307777"/>
            </a:xfrm>
            <a:prstGeom prst="rect">
              <a:avLst/>
            </a:prstGeom>
            <a:noFill/>
          </p:spPr>
          <p:txBody>
            <a:bodyPr wrap="none" rtlCol="0">
              <a:spAutoFit/>
            </a:bodyPr>
            <a:lstStyle/>
            <a:p>
              <a:r>
                <a:rPr lang="en-US" dirty="0">
                  <a:solidFill>
                    <a:srgbClr val="FF0000"/>
                  </a:solidFill>
                </a:rPr>
                <a:t>1</a:t>
              </a:r>
            </a:p>
          </p:txBody>
        </p:sp>
        <p:sp>
          <p:nvSpPr>
            <p:cNvPr id="13" name="TextBox 12"/>
            <p:cNvSpPr txBox="1"/>
            <p:nvPr/>
          </p:nvSpPr>
          <p:spPr>
            <a:xfrm>
              <a:off x="2124979" y="2708920"/>
              <a:ext cx="284052" cy="307777"/>
            </a:xfrm>
            <a:prstGeom prst="rect">
              <a:avLst/>
            </a:prstGeom>
            <a:noFill/>
          </p:spPr>
          <p:txBody>
            <a:bodyPr wrap="none" rtlCol="0">
              <a:spAutoFit/>
            </a:bodyPr>
            <a:lstStyle/>
            <a:p>
              <a:r>
                <a:rPr lang="en-US" dirty="0">
                  <a:solidFill>
                    <a:srgbClr val="FF0000"/>
                  </a:solidFill>
                </a:rPr>
                <a:t>2</a:t>
              </a:r>
            </a:p>
          </p:txBody>
        </p:sp>
        <p:sp>
          <p:nvSpPr>
            <p:cNvPr id="14" name="TextBox 13"/>
            <p:cNvSpPr txBox="1"/>
            <p:nvPr/>
          </p:nvSpPr>
          <p:spPr>
            <a:xfrm>
              <a:off x="2124979" y="3322524"/>
              <a:ext cx="284052" cy="307777"/>
            </a:xfrm>
            <a:prstGeom prst="rect">
              <a:avLst/>
            </a:prstGeom>
            <a:noFill/>
          </p:spPr>
          <p:txBody>
            <a:bodyPr wrap="none" rtlCol="0">
              <a:spAutoFit/>
            </a:bodyPr>
            <a:lstStyle/>
            <a:p>
              <a:r>
                <a:rPr lang="en-US" dirty="0">
                  <a:solidFill>
                    <a:srgbClr val="FF0000"/>
                  </a:solidFill>
                </a:rPr>
                <a:t>3</a:t>
              </a:r>
            </a:p>
          </p:txBody>
        </p:sp>
      </p:grpSp>
      <p:grpSp>
        <p:nvGrpSpPr>
          <p:cNvPr id="4" name="Group 3"/>
          <p:cNvGrpSpPr/>
          <p:nvPr/>
        </p:nvGrpSpPr>
        <p:grpSpPr>
          <a:xfrm>
            <a:off x="7088140" y="1483294"/>
            <a:ext cx="293454" cy="4574606"/>
            <a:chOff x="7088140" y="1483294"/>
            <a:chExt cx="293454" cy="4574606"/>
          </a:xfrm>
        </p:grpSpPr>
        <p:sp>
          <p:nvSpPr>
            <p:cNvPr id="15" name="TextBox 14"/>
            <p:cNvSpPr txBox="1"/>
            <p:nvPr/>
          </p:nvSpPr>
          <p:spPr>
            <a:xfrm>
              <a:off x="7097542" y="3900103"/>
              <a:ext cx="284052" cy="307777"/>
            </a:xfrm>
            <a:prstGeom prst="rect">
              <a:avLst/>
            </a:prstGeom>
            <a:noFill/>
          </p:spPr>
          <p:txBody>
            <a:bodyPr wrap="none" rtlCol="0">
              <a:spAutoFit/>
            </a:bodyPr>
            <a:lstStyle/>
            <a:p>
              <a:r>
                <a:rPr lang="en-US" dirty="0">
                  <a:solidFill>
                    <a:srgbClr val="FF0000"/>
                  </a:solidFill>
                </a:rPr>
                <a:t>4</a:t>
              </a:r>
            </a:p>
          </p:txBody>
        </p:sp>
        <p:sp>
          <p:nvSpPr>
            <p:cNvPr id="16" name="TextBox 15"/>
            <p:cNvSpPr txBox="1"/>
            <p:nvPr/>
          </p:nvSpPr>
          <p:spPr>
            <a:xfrm>
              <a:off x="7097542" y="4546795"/>
              <a:ext cx="284052" cy="307777"/>
            </a:xfrm>
            <a:prstGeom prst="rect">
              <a:avLst/>
            </a:prstGeom>
            <a:noFill/>
          </p:spPr>
          <p:txBody>
            <a:bodyPr wrap="none" rtlCol="0">
              <a:spAutoFit/>
            </a:bodyPr>
            <a:lstStyle/>
            <a:p>
              <a:r>
                <a:rPr lang="en-US" dirty="0">
                  <a:solidFill>
                    <a:srgbClr val="FF0000"/>
                  </a:solidFill>
                </a:rPr>
                <a:t>5</a:t>
              </a:r>
            </a:p>
          </p:txBody>
        </p:sp>
        <p:sp>
          <p:nvSpPr>
            <p:cNvPr id="17" name="TextBox 16"/>
            <p:cNvSpPr txBox="1"/>
            <p:nvPr/>
          </p:nvSpPr>
          <p:spPr>
            <a:xfrm>
              <a:off x="7097542" y="5179786"/>
              <a:ext cx="284052" cy="307777"/>
            </a:xfrm>
            <a:prstGeom prst="rect">
              <a:avLst/>
            </a:prstGeom>
            <a:noFill/>
          </p:spPr>
          <p:txBody>
            <a:bodyPr wrap="none" rtlCol="0">
              <a:spAutoFit/>
            </a:bodyPr>
            <a:lstStyle/>
            <a:p>
              <a:r>
                <a:rPr lang="en-US" dirty="0">
                  <a:solidFill>
                    <a:srgbClr val="FF0000"/>
                  </a:solidFill>
                </a:rPr>
                <a:t>6</a:t>
              </a:r>
            </a:p>
          </p:txBody>
        </p:sp>
        <p:sp>
          <p:nvSpPr>
            <p:cNvPr id="18" name="TextBox 17"/>
            <p:cNvSpPr txBox="1"/>
            <p:nvPr/>
          </p:nvSpPr>
          <p:spPr>
            <a:xfrm>
              <a:off x="7088140" y="5750123"/>
              <a:ext cx="284052" cy="307777"/>
            </a:xfrm>
            <a:prstGeom prst="rect">
              <a:avLst/>
            </a:prstGeom>
            <a:noFill/>
          </p:spPr>
          <p:txBody>
            <a:bodyPr wrap="none" rtlCol="0">
              <a:spAutoFit/>
            </a:bodyPr>
            <a:lstStyle/>
            <a:p>
              <a:r>
                <a:rPr lang="en-US" dirty="0">
                  <a:solidFill>
                    <a:srgbClr val="FF0000"/>
                  </a:solidFill>
                </a:rPr>
                <a:t>7</a:t>
              </a:r>
            </a:p>
          </p:txBody>
        </p:sp>
        <p:sp>
          <p:nvSpPr>
            <p:cNvPr id="20" name="TextBox 19"/>
            <p:cNvSpPr txBox="1"/>
            <p:nvPr/>
          </p:nvSpPr>
          <p:spPr>
            <a:xfrm>
              <a:off x="7088140" y="1483294"/>
              <a:ext cx="284052" cy="307777"/>
            </a:xfrm>
            <a:prstGeom prst="rect">
              <a:avLst/>
            </a:prstGeom>
            <a:noFill/>
          </p:spPr>
          <p:txBody>
            <a:bodyPr wrap="none" rtlCol="0">
              <a:spAutoFit/>
            </a:bodyPr>
            <a:lstStyle/>
            <a:p>
              <a:r>
                <a:rPr lang="en-US" dirty="0">
                  <a:solidFill>
                    <a:srgbClr val="FF0000"/>
                  </a:solidFill>
                </a:rPr>
                <a:t>0</a:t>
              </a:r>
            </a:p>
          </p:txBody>
        </p:sp>
        <p:sp>
          <p:nvSpPr>
            <p:cNvPr id="21" name="TextBox 20"/>
            <p:cNvSpPr txBox="1"/>
            <p:nvPr/>
          </p:nvSpPr>
          <p:spPr>
            <a:xfrm>
              <a:off x="7097542" y="2718870"/>
              <a:ext cx="284052" cy="307777"/>
            </a:xfrm>
            <a:prstGeom prst="rect">
              <a:avLst/>
            </a:prstGeom>
            <a:noFill/>
          </p:spPr>
          <p:txBody>
            <a:bodyPr wrap="none" rtlCol="0">
              <a:spAutoFit/>
            </a:bodyPr>
            <a:lstStyle/>
            <a:p>
              <a:r>
                <a:rPr lang="en-US" dirty="0">
                  <a:solidFill>
                    <a:srgbClr val="FF0000"/>
                  </a:solidFill>
                </a:rPr>
                <a:t>2</a:t>
              </a:r>
            </a:p>
          </p:txBody>
        </p:sp>
        <p:sp>
          <p:nvSpPr>
            <p:cNvPr id="22" name="TextBox 21"/>
            <p:cNvSpPr txBox="1"/>
            <p:nvPr/>
          </p:nvSpPr>
          <p:spPr>
            <a:xfrm>
              <a:off x="7097542" y="2085209"/>
              <a:ext cx="284052" cy="307777"/>
            </a:xfrm>
            <a:prstGeom prst="rect">
              <a:avLst/>
            </a:prstGeom>
            <a:noFill/>
          </p:spPr>
          <p:txBody>
            <a:bodyPr wrap="none" rtlCol="0">
              <a:spAutoFit/>
            </a:bodyPr>
            <a:lstStyle/>
            <a:p>
              <a:r>
                <a:rPr lang="en-US" dirty="0">
                  <a:solidFill>
                    <a:srgbClr val="FF0000"/>
                  </a:solidFill>
                </a:rPr>
                <a:t>1</a:t>
              </a:r>
            </a:p>
          </p:txBody>
        </p:sp>
        <p:sp>
          <p:nvSpPr>
            <p:cNvPr id="23" name="TextBox 22"/>
            <p:cNvSpPr txBox="1"/>
            <p:nvPr/>
          </p:nvSpPr>
          <p:spPr>
            <a:xfrm>
              <a:off x="7097542" y="3350050"/>
              <a:ext cx="284052" cy="307777"/>
            </a:xfrm>
            <a:prstGeom prst="rect">
              <a:avLst/>
            </a:prstGeom>
            <a:noFill/>
          </p:spPr>
          <p:txBody>
            <a:bodyPr wrap="none" rtlCol="0">
              <a:spAutoFit/>
            </a:bodyPr>
            <a:lstStyle/>
            <a:p>
              <a:r>
                <a:rPr lang="en-US" dirty="0">
                  <a:solidFill>
                    <a:srgbClr val="FF0000"/>
                  </a:solidFill>
                </a:rPr>
                <a:t>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linds(horizontal)">
                                      <p:cBhvr>
                                        <p:cTn id="7" dur="500"/>
                                        <p:tgtEl>
                                          <p:spTgt spid="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9">
                                            <p:txEl>
                                              <p:pRg st="0" end="0"/>
                                            </p:txEl>
                                          </p:spTgt>
                                        </p:tgtEl>
                                        <p:attrNameLst>
                                          <p:attrName>style.visibility</p:attrName>
                                        </p:attrNameLst>
                                      </p:cBhvr>
                                      <p:to>
                                        <p:strVal val="visible"/>
                                      </p:to>
                                    </p:set>
                                    <p:animEffect transition="in" filter="blinds(horizontal)">
                                      <p:cBhvr>
                                        <p:cTn id="30" dur="500"/>
                                        <p:tgtEl>
                                          <p:spTgt spid="3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9">
                                            <p:txEl>
                                              <p:pRg st="1" end="1"/>
                                            </p:txEl>
                                          </p:spTgt>
                                        </p:tgtEl>
                                        <p:attrNameLst>
                                          <p:attrName>style.visibility</p:attrName>
                                        </p:attrNameLst>
                                      </p:cBhvr>
                                      <p:to>
                                        <p:strVal val="visible"/>
                                      </p:to>
                                    </p:set>
                                    <p:animEffect transition="in" filter="blinds(horizontal)">
                                      <p:cBhvr>
                                        <p:cTn id="35" dur="500"/>
                                        <p:tgtEl>
                                          <p:spTgt spid="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3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27651" name="Rectangle 2"/>
          <p:cNvSpPr>
            <a:spLocks noGrp="1" noChangeArrowheads="1"/>
          </p:cNvSpPr>
          <p:nvPr>
            <p:ph type="title"/>
          </p:nvPr>
        </p:nvSpPr>
        <p:spPr>
          <a:xfrm>
            <a:off x="1162050" y="495300"/>
            <a:ext cx="6886575" cy="457200"/>
          </a:xfrm>
        </p:spPr>
        <p:txBody>
          <a:bodyPr/>
          <a:lstStyle/>
          <a:p>
            <a:r>
              <a:rPr lang="en-US" altLang="en-US"/>
              <a:t>Address Translation Scheme</a:t>
            </a:r>
          </a:p>
        </p:txBody>
      </p:sp>
      <p:sp>
        <p:nvSpPr>
          <p:cNvPr id="27652" name="Rectangle 3"/>
          <p:cNvSpPr>
            <a:spLocks noGrp="1" noChangeArrowheads="1"/>
          </p:cNvSpPr>
          <p:nvPr>
            <p:ph type="body" idx="1"/>
          </p:nvPr>
        </p:nvSpPr>
        <p:spPr>
          <a:xfrm>
            <a:off x="325438" y="1333500"/>
            <a:ext cx="8334375" cy="4505325"/>
          </a:xfrm>
        </p:spPr>
        <p:txBody>
          <a:bodyPr/>
          <a:lstStyle/>
          <a:p>
            <a:r>
              <a:rPr lang="en-US" altLang="en-US" sz="2800" dirty="0"/>
              <a:t>Logical address contains:</a:t>
            </a:r>
          </a:p>
          <a:p>
            <a:pPr lvl="1"/>
            <a:r>
              <a:rPr lang="en-US" altLang="en-US" i="1" dirty="0">
                <a:solidFill>
                  <a:srgbClr val="FF0000"/>
                </a:solidFill>
              </a:rPr>
              <a:t>Page number</a:t>
            </a:r>
            <a:r>
              <a:rPr lang="en-US" altLang="en-US" dirty="0">
                <a:solidFill>
                  <a:srgbClr val="FF0000"/>
                </a:solidFill>
              </a:rPr>
              <a:t> </a:t>
            </a:r>
            <a:r>
              <a:rPr lang="en-US" altLang="en-US" i="1" dirty="0"/>
              <a:t>(p)</a:t>
            </a:r>
            <a:r>
              <a:rPr lang="en-US" altLang="en-US" dirty="0"/>
              <a:t> – used as an index into a </a:t>
            </a:r>
            <a:r>
              <a:rPr lang="en-US" altLang="en-US" i="1" dirty="0"/>
              <a:t>page</a:t>
            </a:r>
            <a:r>
              <a:rPr lang="en-US" altLang="en-US" dirty="0"/>
              <a:t> </a:t>
            </a:r>
            <a:r>
              <a:rPr lang="en-US" altLang="en-US" i="1" dirty="0"/>
              <a:t>table</a:t>
            </a:r>
            <a:r>
              <a:rPr lang="en-US" altLang="en-US" dirty="0"/>
              <a:t> entry which contains </a:t>
            </a:r>
            <a:r>
              <a:rPr lang="en-US" altLang="en-US" i="1" dirty="0">
                <a:solidFill>
                  <a:srgbClr val="FF0000"/>
                </a:solidFill>
              </a:rPr>
              <a:t>frame number </a:t>
            </a:r>
            <a:r>
              <a:rPr lang="en-US" altLang="en-US" dirty="0"/>
              <a:t>in physical memory.</a:t>
            </a:r>
          </a:p>
          <a:p>
            <a:pPr lvl="1"/>
            <a:r>
              <a:rPr lang="en-US" altLang="en-US" i="1" dirty="0">
                <a:solidFill>
                  <a:srgbClr val="FF0000"/>
                </a:solidFill>
              </a:rPr>
              <a:t>Page offset</a:t>
            </a:r>
            <a:r>
              <a:rPr lang="en-US" altLang="en-US" dirty="0">
                <a:solidFill>
                  <a:srgbClr val="FF0000"/>
                </a:solidFill>
              </a:rPr>
              <a:t> </a:t>
            </a:r>
            <a:r>
              <a:rPr lang="en-US" altLang="en-US" i="1" dirty="0"/>
              <a:t>(d)</a:t>
            </a:r>
            <a:r>
              <a:rPr lang="en-US" altLang="en-US" dirty="0"/>
              <a:t> – combined with frame number to define the physical memory address that is sent to the memory unit.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pic>
        <p:nvPicPr>
          <p:cNvPr id="28675" name="Picture 4"/>
          <p:cNvPicPr>
            <a:picLocks noChangeAspect="1" noChangeArrowheads="1"/>
          </p:cNvPicPr>
          <p:nvPr/>
        </p:nvPicPr>
        <p:blipFill>
          <a:blip r:embed="rId3">
            <a:extLst>
              <a:ext uri="{28A0092B-C50C-407E-A947-70E740481C1C}">
                <a14:useLocalDpi xmlns:a14="http://schemas.microsoft.com/office/drawing/2010/main" val="0"/>
              </a:ext>
            </a:extLst>
          </a:blip>
          <a:srcRect l="2158" t="674" r="1976" b="674"/>
          <a:stretch>
            <a:fillRect/>
          </a:stretch>
        </p:blipFill>
        <p:spPr bwMode="auto">
          <a:xfrm>
            <a:off x="501650" y="1441450"/>
            <a:ext cx="54991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Text Box 5"/>
          <p:cNvSpPr txBox="1">
            <a:spLocks noChangeArrowheads="1"/>
          </p:cNvSpPr>
          <p:nvPr/>
        </p:nvSpPr>
        <p:spPr bwMode="auto">
          <a:xfrm>
            <a:off x="6060804" y="1567805"/>
            <a:ext cx="28135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dirty="0"/>
              <a:t>Page size: 2</a:t>
            </a:r>
            <a:r>
              <a:rPr lang="en-US" altLang="en-US" sz="2400" baseline="30000" dirty="0"/>
              <a:t>n</a:t>
            </a:r>
            <a:r>
              <a:rPr lang="en-US" altLang="en-US" sz="2400" dirty="0"/>
              <a:t> bytes</a:t>
            </a:r>
          </a:p>
        </p:txBody>
      </p:sp>
      <p:sp>
        <p:nvSpPr>
          <p:cNvPr id="75782" name="Text Box 6"/>
          <p:cNvSpPr txBox="1">
            <a:spLocks noChangeArrowheads="1"/>
          </p:cNvSpPr>
          <p:nvPr/>
        </p:nvSpPr>
        <p:spPr bwMode="auto">
          <a:xfrm>
            <a:off x="6405563" y="2135614"/>
            <a:ext cx="24288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2400" dirty="0"/>
              <a:t>Logical address </a:t>
            </a:r>
          </a:p>
          <a:p>
            <a:pPr>
              <a:spcBef>
                <a:spcPct val="0"/>
              </a:spcBef>
              <a:buSzTx/>
              <a:buFontTx/>
              <a:buNone/>
            </a:pPr>
            <a:r>
              <a:rPr lang="en-US" altLang="en-US" sz="2400" dirty="0"/>
              <a:t>space: 2</a:t>
            </a:r>
            <a:r>
              <a:rPr lang="en-US" altLang="en-US" sz="2400" baseline="30000" dirty="0"/>
              <a:t>m</a:t>
            </a:r>
            <a:r>
              <a:rPr lang="en-US" altLang="en-US" sz="2400" dirty="0"/>
              <a:t> bytes</a:t>
            </a:r>
          </a:p>
        </p:txBody>
      </p:sp>
      <p:sp>
        <p:nvSpPr>
          <p:cNvPr id="75783" name="Text Box 7"/>
          <p:cNvSpPr txBox="1">
            <a:spLocks noChangeArrowheads="1"/>
          </p:cNvSpPr>
          <p:nvPr/>
        </p:nvSpPr>
        <p:spPr bwMode="auto">
          <a:xfrm>
            <a:off x="6405563" y="3124200"/>
            <a:ext cx="1704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2400"/>
              <a:t>Number of </a:t>
            </a:r>
          </a:p>
          <a:p>
            <a:pPr>
              <a:spcBef>
                <a:spcPct val="0"/>
              </a:spcBef>
              <a:buSzTx/>
              <a:buFontTx/>
              <a:buNone/>
            </a:pPr>
            <a:r>
              <a:rPr lang="en-US" altLang="en-US" sz="2400"/>
              <a:t>pages: 2</a:t>
            </a:r>
            <a:r>
              <a:rPr lang="en-US" altLang="en-US" sz="2400" baseline="30000"/>
              <a:t>m-n</a:t>
            </a:r>
            <a:endParaRPr lang="en-US" altLang="en-US" sz="2400"/>
          </a:p>
        </p:txBody>
      </p:sp>
      <p:grpSp>
        <p:nvGrpSpPr>
          <p:cNvPr id="2" name="Group 16"/>
          <p:cNvGrpSpPr>
            <a:grpSpLocks/>
          </p:cNvGrpSpPr>
          <p:nvPr/>
        </p:nvGrpSpPr>
        <p:grpSpPr bwMode="auto">
          <a:xfrm>
            <a:off x="6324600" y="4114800"/>
            <a:ext cx="2297113" cy="1981200"/>
            <a:chOff x="3984" y="2592"/>
            <a:chExt cx="1447" cy="1248"/>
          </a:xfrm>
        </p:grpSpPr>
        <p:sp>
          <p:nvSpPr>
            <p:cNvPr id="28681" name="Rectangle 8"/>
            <p:cNvSpPr>
              <a:spLocks noChangeArrowheads="1"/>
            </p:cNvSpPr>
            <p:nvPr/>
          </p:nvSpPr>
          <p:spPr bwMode="auto">
            <a:xfrm>
              <a:off x="4090" y="3063"/>
              <a:ext cx="1341" cy="288"/>
            </a:xfrm>
            <a:prstGeom prst="rect">
              <a:avLst/>
            </a:prstGeom>
            <a:solidFill>
              <a:schemeClr val="bg1"/>
            </a:solidFill>
            <a:ln w="19050">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8682" name="Line 9"/>
            <p:cNvSpPr>
              <a:spLocks noChangeShapeType="1"/>
            </p:cNvSpPr>
            <p:nvPr/>
          </p:nvSpPr>
          <p:spPr bwMode="auto">
            <a:xfrm>
              <a:off x="4753" y="3063"/>
              <a:ext cx="0" cy="2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8683" name="Text Box 10"/>
            <p:cNvSpPr txBox="1">
              <a:spLocks noChangeArrowheads="1"/>
            </p:cNvSpPr>
            <p:nvPr/>
          </p:nvSpPr>
          <p:spPr bwMode="auto">
            <a:xfrm>
              <a:off x="4347" y="306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a:t>p</a:t>
              </a:r>
            </a:p>
          </p:txBody>
        </p:sp>
        <p:sp>
          <p:nvSpPr>
            <p:cNvPr id="28684" name="Text Box 11"/>
            <p:cNvSpPr txBox="1">
              <a:spLocks noChangeArrowheads="1"/>
            </p:cNvSpPr>
            <p:nvPr/>
          </p:nvSpPr>
          <p:spPr bwMode="auto">
            <a:xfrm>
              <a:off x="4941" y="305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a:t>d</a:t>
              </a:r>
            </a:p>
          </p:txBody>
        </p:sp>
        <p:sp>
          <p:nvSpPr>
            <p:cNvPr id="28685" name="Text Box 12"/>
            <p:cNvSpPr txBox="1">
              <a:spLocks noChangeArrowheads="1"/>
            </p:cNvSpPr>
            <p:nvPr/>
          </p:nvSpPr>
          <p:spPr bwMode="auto">
            <a:xfrm>
              <a:off x="3984" y="3552"/>
              <a:ext cx="7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a:t>m-n bits</a:t>
              </a:r>
            </a:p>
          </p:txBody>
        </p:sp>
        <p:sp>
          <p:nvSpPr>
            <p:cNvPr id="28686" name="Text Box 13"/>
            <p:cNvSpPr txBox="1">
              <a:spLocks noChangeArrowheads="1"/>
            </p:cNvSpPr>
            <p:nvPr/>
          </p:nvSpPr>
          <p:spPr bwMode="auto">
            <a:xfrm>
              <a:off x="4800" y="2592"/>
              <a:ext cx="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400"/>
                <a:t>n bits</a:t>
              </a:r>
            </a:p>
          </p:txBody>
        </p:sp>
        <p:sp>
          <p:nvSpPr>
            <p:cNvPr id="28687" name="AutoShape 14"/>
            <p:cNvSpPr>
              <a:spLocks/>
            </p:cNvSpPr>
            <p:nvPr/>
          </p:nvSpPr>
          <p:spPr bwMode="auto">
            <a:xfrm rot="-5400000">
              <a:off x="4320" y="3216"/>
              <a:ext cx="192" cy="576"/>
            </a:xfrm>
            <a:prstGeom prst="leftBrace">
              <a:avLst>
                <a:gd name="adj1" fmla="val 25000"/>
                <a:gd name="adj2" fmla="val 50000"/>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8688" name="AutoShape 15"/>
            <p:cNvSpPr>
              <a:spLocks/>
            </p:cNvSpPr>
            <p:nvPr/>
          </p:nvSpPr>
          <p:spPr bwMode="auto">
            <a:xfrm rot="5400000" flipV="1">
              <a:off x="4992" y="2640"/>
              <a:ext cx="192" cy="576"/>
            </a:xfrm>
            <a:prstGeom prst="leftBrace">
              <a:avLst>
                <a:gd name="adj1" fmla="val 25000"/>
                <a:gd name="adj2" fmla="val 50000"/>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28680" name="Rectangle 2"/>
          <p:cNvSpPr>
            <a:spLocks noGrp="1" noChangeArrowheads="1"/>
          </p:cNvSpPr>
          <p:nvPr>
            <p:ph type="title"/>
          </p:nvPr>
        </p:nvSpPr>
        <p:spPr/>
        <p:txBody>
          <a:bodyPr/>
          <a:lstStyle/>
          <a:p>
            <a:r>
              <a:rPr lang="en-US" altLang="en-US"/>
              <a:t>Address Translation Scheme (Cont.)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7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57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78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autoUpdateAnimBg="0"/>
      <p:bldP spid="75782" grpId="0" autoUpdateAnimBg="0"/>
      <p:bldP spid="7578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pic>
        <p:nvPicPr>
          <p:cNvPr id="296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13" y="1270000"/>
            <a:ext cx="6645275" cy="519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 Box 11"/>
          <p:cNvSpPr txBox="1">
            <a:spLocks noChangeArrowheads="1"/>
          </p:cNvSpPr>
          <p:nvPr/>
        </p:nvSpPr>
        <p:spPr bwMode="auto">
          <a:xfrm>
            <a:off x="465138" y="5140325"/>
            <a:ext cx="26082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Logical address space: </a:t>
            </a:r>
          </a:p>
          <a:p>
            <a:pPr algn="ctr">
              <a:spcBef>
                <a:spcPct val="0"/>
              </a:spcBef>
              <a:buSzTx/>
              <a:buFontTx/>
              <a:buNone/>
            </a:pPr>
            <a:r>
              <a:rPr lang="en-US" altLang="en-US" sz="1800">
                <a:latin typeface="Arial" charset="0"/>
                <a:cs typeface="Arial" charset="0"/>
              </a:rPr>
              <a:t>4x4 = 16 bytes</a:t>
            </a:r>
          </a:p>
          <a:p>
            <a:pPr algn="ctr">
              <a:spcBef>
                <a:spcPct val="0"/>
              </a:spcBef>
              <a:buSzTx/>
              <a:buFontTx/>
              <a:buNone/>
            </a:pPr>
            <a:r>
              <a:rPr lang="en-US" altLang="en-US" sz="1800">
                <a:latin typeface="Arial" charset="0"/>
                <a:cs typeface="Arial" charset="0"/>
              </a:rPr>
              <a:t>4 Pages</a:t>
            </a:r>
          </a:p>
        </p:txBody>
      </p:sp>
      <p:sp>
        <p:nvSpPr>
          <p:cNvPr id="29701" name="Text Box 12"/>
          <p:cNvSpPr txBox="1">
            <a:spLocks noChangeArrowheads="1"/>
          </p:cNvSpPr>
          <p:nvPr/>
        </p:nvSpPr>
        <p:spPr bwMode="auto">
          <a:xfrm>
            <a:off x="7362825" y="2600325"/>
            <a:ext cx="16922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Size of</a:t>
            </a:r>
          </a:p>
          <a:p>
            <a:pPr algn="ctr">
              <a:spcBef>
                <a:spcPct val="0"/>
              </a:spcBef>
              <a:buSzTx/>
              <a:buFontTx/>
              <a:buNone/>
            </a:pPr>
            <a:r>
              <a:rPr lang="en-US" altLang="en-US" sz="1800" dirty="0">
                <a:latin typeface="Arial" charset="0"/>
                <a:cs typeface="Arial" charset="0"/>
              </a:rPr>
              <a:t>Physical </a:t>
            </a:r>
          </a:p>
          <a:p>
            <a:pPr algn="ctr">
              <a:spcBef>
                <a:spcPct val="0"/>
              </a:spcBef>
              <a:buSzTx/>
              <a:buFontTx/>
              <a:buNone/>
            </a:pPr>
            <a:r>
              <a:rPr lang="en-US" altLang="en-US" sz="1800" dirty="0">
                <a:latin typeface="Arial" charset="0"/>
                <a:cs typeface="Arial" charset="0"/>
              </a:rPr>
              <a:t>memory: </a:t>
            </a:r>
          </a:p>
          <a:p>
            <a:pPr algn="ctr">
              <a:spcBef>
                <a:spcPct val="0"/>
              </a:spcBef>
              <a:buSzTx/>
              <a:buFontTx/>
              <a:buNone/>
            </a:pPr>
            <a:r>
              <a:rPr lang="en-US" altLang="en-US" sz="1800" dirty="0">
                <a:latin typeface="Arial" charset="0"/>
                <a:cs typeface="Arial" charset="0"/>
              </a:rPr>
              <a:t>8x4 = 32 bytes</a:t>
            </a:r>
          </a:p>
          <a:p>
            <a:pPr algn="ctr">
              <a:spcBef>
                <a:spcPct val="0"/>
              </a:spcBef>
              <a:buSzTx/>
              <a:buFontTx/>
              <a:buNone/>
            </a:pPr>
            <a:r>
              <a:rPr lang="en-US" altLang="en-US" sz="1800" dirty="0">
                <a:latin typeface="Arial" charset="0"/>
                <a:cs typeface="Arial" charset="0"/>
              </a:rPr>
              <a:t>8 Frames</a:t>
            </a:r>
          </a:p>
        </p:txBody>
      </p:sp>
      <p:sp>
        <p:nvSpPr>
          <p:cNvPr id="29702" name="Text Box 10"/>
          <p:cNvSpPr txBox="1">
            <a:spLocks noChangeArrowheads="1"/>
          </p:cNvSpPr>
          <p:nvPr/>
        </p:nvSpPr>
        <p:spPr bwMode="auto">
          <a:xfrm>
            <a:off x="2657475" y="1270000"/>
            <a:ext cx="3203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Page Size (and Frame Size): 4 bytes</a:t>
            </a:r>
          </a:p>
        </p:txBody>
      </p:sp>
      <p:sp>
        <p:nvSpPr>
          <p:cNvPr id="29703" name="AutoShape 8"/>
          <p:cNvSpPr>
            <a:spLocks/>
          </p:cNvSpPr>
          <p:nvPr/>
        </p:nvSpPr>
        <p:spPr bwMode="auto">
          <a:xfrm>
            <a:off x="2657475" y="2049463"/>
            <a:ext cx="741363" cy="320675"/>
          </a:xfrm>
          <a:prstGeom prst="callout2">
            <a:avLst>
              <a:gd name="adj1" fmla="val 44671"/>
              <a:gd name="adj2" fmla="val 98366"/>
              <a:gd name="adj3" fmla="val 44671"/>
              <a:gd name="adj4" fmla="val 120917"/>
              <a:gd name="adj5" fmla="val 54625"/>
              <a:gd name="adj6" fmla="val 142741"/>
            </a:avLst>
          </a:prstGeom>
          <a:solidFill>
            <a:schemeClr val="bg1"/>
          </a:solidFill>
          <a:ln w="1587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400"/>
              <a:t>page #</a:t>
            </a:r>
          </a:p>
        </p:txBody>
      </p:sp>
      <p:sp>
        <p:nvSpPr>
          <p:cNvPr id="29704" name="AutoShape 7"/>
          <p:cNvSpPr>
            <a:spLocks/>
          </p:cNvSpPr>
          <p:nvPr/>
        </p:nvSpPr>
        <p:spPr bwMode="auto">
          <a:xfrm>
            <a:off x="4506913" y="2049463"/>
            <a:ext cx="803275" cy="320675"/>
          </a:xfrm>
          <a:prstGeom prst="callout2">
            <a:avLst>
              <a:gd name="adj1" fmla="val 41792"/>
              <a:gd name="adj2" fmla="val 6616"/>
              <a:gd name="adj3" fmla="val 41792"/>
              <a:gd name="adj4" fmla="val -19551"/>
              <a:gd name="adj5" fmla="val 55361"/>
              <a:gd name="adj6" fmla="val -42616"/>
            </a:avLst>
          </a:prstGeom>
          <a:solidFill>
            <a:schemeClr val="bg1"/>
          </a:solidFill>
          <a:ln w="15875">
            <a:solidFill>
              <a:schemeClr val="tx1"/>
            </a:solidFill>
            <a:miter lim="800000"/>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400"/>
              <a:t>frame #</a:t>
            </a:r>
          </a:p>
        </p:txBody>
      </p:sp>
      <p:grpSp>
        <p:nvGrpSpPr>
          <p:cNvPr id="2" name="Group 44"/>
          <p:cNvGrpSpPr>
            <a:grpSpLocks/>
          </p:cNvGrpSpPr>
          <p:nvPr/>
        </p:nvGrpSpPr>
        <p:grpSpPr bwMode="auto">
          <a:xfrm>
            <a:off x="2159000" y="4244975"/>
            <a:ext cx="1239838" cy="396875"/>
            <a:chOff x="768" y="3456"/>
            <a:chExt cx="781" cy="250"/>
          </a:xfrm>
        </p:grpSpPr>
        <p:grpSp>
          <p:nvGrpSpPr>
            <p:cNvPr id="29728" name="Group 26"/>
            <p:cNvGrpSpPr>
              <a:grpSpLocks/>
            </p:cNvGrpSpPr>
            <p:nvPr/>
          </p:nvGrpSpPr>
          <p:grpSpPr bwMode="auto">
            <a:xfrm>
              <a:off x="768" y="3456"/>
              <a:ext cx="768" cy="240"/>
              <a:chOff x="768" y="3456"/>
              <a:chExt cx="768" cy="240"/>
            </a:xfrm>
          </p:grpSpPr>
          <p:sp>
            <p:nvSpPr>
              <p:cNvPr id="29735" name="Rectangle 17"/>
              <p:cNvSpPr>
                <a:spLocks noChangeArrowheads="1"/>
              </p:cNvSpPr>
              <p:nvPr/>
            </p:nvSpPr>
            <p:spPr bwMode="auto">
              <a:xfrm>
                <a:off x="768"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36" name="Rectangle 18"/>
              <p:cNvSpPr>
                <a:spLocks noChangeArrowheads="1"/>
              </p:cNvSpPr>
              <p:nvPr/>
            </p:nvSpPr>
            <p:spPr bwMode="auto">
              <a:xfrm>
                <a:off x="960"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37" name="Rectangle 19"/>
              <p:cNvSpPr>
                <a:spLocks noChangeArrowheads="1"/>
              </p:cNvSpPr>
              <p:nvPr/>
            </p:nvSpPr>
            <p:spPr bwMode="auto">
              <a:xfrm>
                <a:off x="1152"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38" name="Rectangle 20"/>
              <p:cNvSpPr>
                <a:spLocks noChangeArrowheads="1"/>
              </p:cNvSpPr>
              <p:nvPr/>
            </p:nvSpPr>
            <p:spPr bwMode="auto">
              <a:xfrm>
                <a:off x="1344"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29729" name="Text Box 28"/>
            <p:cNvSpPr txBox="1">
              <a:spLocks noChangeArrowheads="1"/>
            </p:cNvSpPr>
            <p:nvPr/>
          </p:nvSpPr>
          <p:spPr bwMode="auto">
            <a:xfrm>
              <a:off x="768" y="345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0</a:t>
              </a:r>
            </a:p>
          </p:txBody>
        </p:sp>
        <p:sp>
          <p:nvSpPr>
            <p:cNvPr id="29730" name="Text Box 30"/>
            <p:cNvSpPr txBox="1">
              <a:spLocks noChangeArrowheads="1"/>
            </p:cNvSpPr>
            <p:nvPr/>
          </p:nvSpPr>
          <p:spPr bwMode="auto">
            <a:xfrm>
              <a:off x="960" y="345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31" name="Text Box 31"/>
            <p:cNvSpPr txBox="1">
              <a:spLocks noChangeArrowheads="1"/>
            </p:cNvSpPr>
            <p:nvPr/>
          </p:nvSpPr>
          <p:spPr bwMode="auto">
            <a:xfrm>
              <a:off x="1152" y="345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32" name="Text Box 33"/>
            <p:cNvSpPr txBox="1">
              <a:spLocks noChangeArrowheads="1"/>
            </p:cNvSpPr>
            <p:nvPr/>
          </p:nvSpPr>
          <p:spPr bwMode="auto">
            <a:xfrm>
              <a:off x="1344" y="345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33" name="Line 40"/>
            <p:cNvSpPr>
              <a:spLocks noChangeShapeType="1"/>
            </p:cNvSpPr>
            <p:nvPr/>
          </p:nvSpPr>
          <p:spPr bwMode="auto">
            <a:xfrm flipV="1">
              <a:off x="1152" y="3456"/>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9734" name="Line 41"/>
            <p:cNvSpPr>
              <a:spLocks noChangeShapeType="1"/>
            </p:cNvSpPr>
            <p:nvPr/>
          </p:nvSpPr>
          <p:spPr bwMode="auto">
            <a:xfrm flipV="1">
              <a:off x="1152" y="3456"/>
              <a:ext cx="0" cy="24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4" name="Group 80"/>
          <p:cNvGrpSpPr>
            <a:grpSpLocks/>
          </p:cNvGrpSpPr>
          <p:nvPr/>
        </p:nvGrpSpPr>
        <p:grpSpPr bwMode="auto">
          <a:xfrm>
            <a:off x="3957638" y="5391150"/>
            <a:ext cx="935037" cy="400050"/>
            <a:chOff x="3048000" y="5602412"/>
            <a:chExt cx="935038" cy="400050"/>
          </a:xfrm>
        </p:grpSpPr>
        <p:grpSp>
          <p:nvGrpSpPr>
            <p:cNvPr id="29721" name="Group 27"/>
            <p:cNvGrpSpPr>
              <a:grpSpLocks/>
            </p:cNvGrpSpPr>
            <p:nvPr/>
          </p:nvGrpSpPr>
          <p:grpSpPr bwMode="auto">
            <a:xfrm>
              <a:off x="3048000" y="5604000"/>
              <a:ext cx="914400" cy="381000"/>
              <a:chOff x="2592" y="3456"/>
              <a:chExt cx="576" cy="240"/>
            </a:xfrm>
          </p:grpSpPr>
          <p:sp>
            <p:nvSpPr>
              <p:cNvPr id="29725" name="Rectangle 21"/>
              <p:cNvSpPr>
                <a:spLocks noChangeArrowheads="1"/>
              </p:cNvSpPr>
              <p:nvPr/>
            </p:nvSpPr>
            <p:spPr bwMode="auto">
              <a:xfrm>
                <a:off x="2592"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26" name="Rectangle 22"/>
              <p:cNvSpPr>
                <a:spLocks noChangeArrowheads="1"/>
              </p:cNvSpPr>
              <p:nvPr/>
            </p:nvSpPr>
            <p:spPr bwMode="auto">
              <a:xfrm>
                <a:off x="2784"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27" name="Rectangle 23"/>
              <p:cNvSpPr>
                <a:spLocks noChangeArrowheads="1"/>
              </p:cNvSpPr>
              <p:nvPr/>
            </p:nvSpPr>
            <p:spPr bwMode="auto">
              <a:xfrm>
                <a:off x="2976" y="3456"/>
                <a:ext cx="192" cy="240"/>
              </a:xfrm>
              <a:prstGeom prst="rect">
                <a:avLst/>
              </a:prstGeom>
              <a:solidFill>
                <a:schemeClr val="bg1"/>
              </a:solidFill>
              <a:ln w="952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29722" name="Text Box 29"/>
            <p:cNvSpPr txBox="1">
              <a:spLocks noChangeArrowheads="1"/>
            </p:cNvSpPr>
            <p:nvPr/>
          </p:nvSpPr>
          <p:spPr bwMode="auto">
            <a:xfrm>
              <a:off x="3351213" y="5602412"/>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23" name="Text Box 34"/>
            <p:cNvSpPr txBox="1">
              <a:spLocks noChangeArrowheads="1"/>
            </p:cNvSpPr>
            <p:nvPr/>
          </p:nvSpPr>
          <p:spPr bwMode="auto">
            <a:xfrm>
              <a:off x="3048000" y="5604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24" name="Text Box 37"/>
            <p:cNvSpPr txBox="1">
              <a:spLocks noChangeArrowheads="1"/>
            </p:cNvSpPr>
            <p:nvPr/>
          </p:nvSpPr>
          <p:spPr bwMode="auto">
            <a:xfrm>
              <a:off x="3657600" y="5604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0</a:t>
              </a:r>
            </a:p>
          </p:txBody>
        </p:sp>
      </p:grpSp>
      <p:sp>
        <p:nvSpPr>
          <p:cNvPr id="42" name="Oval 41"/>
          <p:cNvSpPr>
            <a:spLocks noChangeArrowheads="1"/>
          </p:cNvSpPr>
          <p:nvPr/>
        </p:nvSpPr>
        <p:spPr bwMode="auto">
          <a:xfrm>
            <a:off x="1487488" y="2370138"/>
            <a:ext cx="609600" cy="122237"/>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cxnSp>
        <p:nvCxnSpPr>
          <p:cNvPr id="44" name="Elbow Connector 43"/>
          <p:cNvCxnSpPr>
            <a:cxnSpLocks noChangeShapeType="1"/>
          </p:cNvCxnSpPr>
          <p:nvPr/>
        </p:nvCxnSpPr>
        <p:spPr bwMode="auto">
          <a:xfrm rot="5400000" flipH="1" flipV="1">
            <a:off x="2174081" y="2710657"/>
            <a:ext cx="1824037" cy="1244600"/>
          </a:xfrm>
          <a:prstGeom prst="bentConnector3">
            <a:avLst>
              <a:gd name="adj1" fmla="val 100639"/>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53" name="Elbow Connector 52"/>
          <p:cNvCxnSpPr>
            <a:cxnSpLocks noChangeShapeType="1"/>
          </p:cNvCxnSpPr>
          <p:nvPr/>
        </p:nvCxnSpPr>
        <p:spPr bwMode="auto">
          <a:xfrm rot="16200000" flipH="1">
            <a:off x="2863850" y="3671888"/>
            <a:ext cx="2979737" cy="477838"/>
          </a:xfrm>
          <a:prstGeom prst="bentConnector3">
            <a:avLst>
              <a:gd name="adj1" fmla="val -519"/>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grpSp>
        <p:nvGrpSpPr>
          <p:cNvPr id="6" name="Group 74"/>
          <p:cNvGrpSpPr>
            <a:grpSpLocks/>
          </p:cNvGrpSpPr>
          <p:nvPr/>
        </p:nvGrpSpPr>
        <p:grpSpPr bwMode="auto">
          <a:xfrm>
            <a:off x="3094038" y="3752850"/>
            <a:ext cx="2108200" cy="1647825"/>
            <a:chOff x="3093552" y="3753036"/>
            <a:chExt cx="2108686" cy="1647936"/>
          </a:xfrm>
        </p:grpSpPr>
        <p:cxnSp>
          <p:nvCxnSpPr>
            <p:cNvPr id="29719" name="Elbow Connector 62"/>
            <p:cNvCxnSpPr>
              <a:cxnSpLocks noChangeShapeType="1"/>
            </p:cNvCxnSpPr>
            <p:nvPr/>
          </p:nvCxnSpPr>
          <p:spPr bwMode="auto">
            <a:xfrm>
              <a:off x="3093552" y="3753036"/>
              <a:ext cx="2108686" cy="1647936"/>
            </a:xfrm>
            <a:prstGeom prst="bentConnector3">
              <a:avLst>
                <a:gd name="adj1" fmla="val 99935"/>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29720" name="Straight Connector 72"/>
            <p:cNvCxnSpPr>
              <a:cxnSpLocks noChangeShapeType="1"/>
            </p:cNvCxnSpPr>
            <p:nvPr/>
          </p:nvCxnSpPr>
          <p:spPr bwMode="auto">
            <a:xfrm>
              <a:off x="3093552" y="3753036"/>
              <a:ext cx="0" cy="491892"/>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grpSp>
      <p:sp>
        <p:nvSpPr>
          <p:cNvPr id="74" name="Oval 73"/>
          <p:cNvSpPr>
            <a:spLocks noChangeArrowheads="1"/>
          </p:cNvSpPr>
          <p:nvPr/>
        </p:nvSpPr>
        <p:spPr bwMode="auto">
          <a:xfrm>
            <a:off x="6480175" y="5480050"/>
            <a:ext cx="609600" cy="122238"/>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nvGrpSpPr>
          <p:cNvPr id="7" name="Group 79"/>
          <p:cNvGrpSpPr>
            <a:grpSpLocks/>
          </p:cNvGrpSpPr>
          <p:nvPr/>
        </p:nvGrpSpPr>
        <p:grpSpPr bwMode="auto">
          <a:xfrm>
            <a:off x="4860925" y="5386388"/>
            <a:ext cx="641350" cy="404812"/>
            <a:chOff x="3820319" y="4942309"/>
            <a:chExt cx="640557" cy="404813"/>
          </a:xfrm>
        </p:grpSpPr>
        <p:sp>
          <p:nvSpPr>
            <p:cNvPr id="29715" name="Text Box 36"/>
            <p:cNvSpPr txBox="1">
              <a:spLocks noChangeArrowheads="1"/>
            </p:cNvSpPr>
            <p:nvPr/>
          </p:nvSpPr>
          <p:spPr bwMode="auto">
            <a:xfrm>
              <a:off x="4135438" y="4942309"/>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16" name="Text Box 35"/>
            <p:cNvSpPr txBox="1">
              <a:spLocks noChangeArrowheads="1"/>
            </p:cNvSpPr>
            <p:nvPr/>
          </p:nvSpPr>
          <p:spPr bwMode="auto">
            <a:xfrm>
              <a:off x="3820319" y="4950247"/>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1</a:t>
              </a:r>
            </a:p>
          </p:txBody>
        </p:sp>
        <p:sp>
          <p:nvSpPr>
            <p:cNvPr id="29717" name="Rectangle 24"/>
            <p:cNvSpPr>
              <a:spLocks noChangeArrowheads="1"/>
            </p:cNvSpPr>
            <p:nvPr/>
          </p:nvSpPr>
          <p:spPr bwMode="auto">
            <a:xfrm>
              <a:off x="3830638" y="4950247"/>
              <a:ext cx="304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29718" name="Rectangle 24"/>
            <p:cNvSpPr>
              <a:spLocks noChangeArrowheads="1"/>
            </p:cNvSpPr>
            <p:nvPr/>
          </p:nvSpPr>
          <p:spPr bwMode="auto">
            <a:xfrm>
              <a:off x="4135438" y="4950247"/>
              <a:ext cx="304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25" name="Line 42"/>
          <p:cNvSpPr>
            <a:spLocks noChangeShapeType="1"/>
          </p:cNvSpPr>
          <p:nvPr/>
        </p:nvSpPr>
        <p:spPr bwMode="auto">
          <a:xfrm flipH="1" flipV="1">
            <a:off x="4872038" y="5386388"/>
            <a:ext cx="0" cy="38735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9714" name="Rectangle 2"/>
          <p:cNvSpPr>
            <a:spLocks noGrp="1" noChangeArrowheads="1"/>
          </p:cNvSpPr>
          <p:nvPr>
            <p:ph type="title"/>
          </p:nvPr>
        </p:nvSpPr>
        <p:spPr>
          <a:xfrm>
            <a:off x="1162050" y="495300"/>
            <a:ext cx="6886575" cy="457200"/>
          </a:xfrm>
        </p:spPr>
        <p:txBody>
          <a:bodyPr/>
          <a:lstStyle/>
          <a:p>
            <a:r>
              <a:rPr lang="en-US" altLang="en-US"/>
              <a:t>Address Translation Scheme (Cont.)</a:t>
            </a:r>
          </a:p>
        </p:txBody>
      </p:sp>
      <p:grpSp>
        <p:nvGrpSpPr>
          <p:cNvPr id="43" name="Group 42"/>
          <p:cNvGrpSpPr/>
          <p:nvPr/>
        </p:nvGrpSpPr>
        <p:grpSpPr>
          <a:xfrm>
            <a:off x="2124979" y="1484784"/>
            <a:ext cx="284052" cy="2145517"/>
            <a:chOff x="2124979" y="1484784"/>
            <a:chExt cx="284052" cy="2145517"/>
          </a:xfrm>
        </p:grpSpPr>
        <p:sp>
          <p:nvSpPr>
            <p:cNvPr id="45" name="TextBox 44"/>
            <p:cNvSpPr txBox="1"/>
            <p:nvPr/>
          </p:nvSpPr>
          <p:spPr>
            <a:xfrm>
              <a:off x="2124979" y="1484784"/>
              <a:ext cx="284052" cy="307777"/>
            </a:xfrm>
            <a:prstGeom prst="rect">
              <a:avLst/>
            </a:prstGeom>
            <a:noFill/>
          </p:spPr>
          <p:txBody>
            <a:bodyPr wrap="none" rtlCol="0">
              <a:spAutoFit/>
            </a:bodyPr>
            <a:lstStyle/>
            <a:p>
              <a:r>
                <a:rPr lang="en-US" dirty="0">
                  <a:solidFill>
                    <a:srgbClr val="FF0000"/>
                  </a:solidFill>
                </a:rPr>
                <a:t>0</a:t>
              </a:r>
            </a:p>
          </p:txBody>
        </p:sp>
        <p:sp>
          <p:nvSpPr>
            <p:cNvPr id="46" name="TextBox 45"/>
            <p:cNvSpPr txBox="1"/>
            <p:nvPr/>
          </p:nvSpPr>
          <p:spPr>
            <a:xfrm>
              <a:off x="2124979" y="2075259"/>
              <a:ext cx="284052" cy="307777"/>
            </a:xfrm>
            <a:prstGeom prst="rect">
              <a:avLst/>
            </a:prstGeom>
            <a:noFill/>
          </p:spPr>
          <p:txBody>
            <a:bodyPr wrap="none" rtlCol="0">
              <a:spAutoFit/>
            </a:bodyPr>
            <a:lstStyle/>
            <a:p>
              <a:r>
                <a:rPr lang="en-US" dirty="0">
                  <a:solidFill>
                    <a:srgbClr val="FF0000"/>
                  </a:solidFill>
                </a:rPr>
                <a:t>1</a:t>
              </a:r>
            </a:p>
          </p:txBody>
        </p:sp>
        <p:sp>
          <p:nvSpPr>
            <p:cNvPr id="47" name="TextBox 46"/>
            <p:cNvSpPr txBox="1"/>
            <p:nvPr/>
          </p:nvSpPr>
          <p:spPr>
            <a:xfrm>
              <a:off x="2124979" y="2708920"/>
              <a:ext cx="284052" cy="307777"/>
            </a:xfrm>
            <a:prstGeom prst="rect">
              <a:avLst/>
            </a:prstGeom>
            <a:noFill/>
          </p:spPr>
          <p:txBody>
            <a:bodyPr wrap="none" rtlCol="0">
              <a:spAutoFit/>
            </a:bodyPr>
            <a:lstStyle/>
            <a:p>
              <a:r>
                <a:rPr lang="en-US" dirty="0">
                  <a:solidFill>
                    <a:srgbClr val="FF0000"/>
                  </a:solidFill>
                </a:rPr>
                <a:t>2</a:t>
              </a:r>
            </a:p>
          </p:txBody>
        </p:sp>
        <p:sp>
          <p:nvSpPr>
            <p:cNvPr id="48" name="TextBox 47"/>
            <p:cNvSpPr txBox="1"/>
            <p:nvPr/>
          </p:nvSpPr>
          <p:spPr>
            <a:xfrm>
              <a:off x="2124979" y="3322524"/>
              <a:ext cx="284052" cy="307777"/>
            </a:xfrm>
            <a:prstGeom prst="rect">
              <a:avLst/>
            </a:prstGeom>
            <a:noFill/>
          </p:spPr>
          <p:txBody>
            <a:bodyPr wrap="none" rtlCol="0">
              <a:spAutoFit/>
            </a:bodyPr>
            <a:lstStyle/>
            <a:p>
              <a:r>
                <a:rPr lang="en-US" dirty="0">
                  <a:solidFill>
                    <a:srgbClr val="FF0000"/>
                  </a:solidFill>
                </a:rPr>
                <a:t>3</a:t>
              </a:r>
            </a:p>
          </p:txBody>
        </p:sp>
      </p:grpSp>
      <p:grpSp>
        <p:nvGrpSpPr>
          <p:cNvPr id="49" name="Group 48"/>
          <p:cNvGrpSpPr/>
          <p:nvPr/>
        </p:nvGrpSpPr>
        <p:grpSpPr>
          <a:xfrm>
            <a:off x="7088140" y="1483294"/>
            <a:ext cx="293454" cy="4574606"/>
            <a:chOff x="7088140" y="1483294"/>
            <a:chExt cx="293454" cy="4574606"/>
          </a:xfrm>
        </p:grpSpPr>
        <p:sp>
          <p:nvSpPr>
            <p:cNvPr id="50" name="TextBox 49"/>
            <p:cNvSpPr txBox="1"/>
            <p:nvPr/>
          </p:nvSpPr>
          <p:spPr>
            <a:xfrm>
              <a:off x="7097542" y="3900103"/>
              <a:ext cx="284052" cy="307777"/>
            </a:xfrm>
            <a:prstGeom prst="rect">
              <a:avLst/>
            </a:prstGeom>
            <a:noFill/>
          </p:spPr>
          <p:txBody>
            <a:bodyPr wrap="none" rtlCol="0">
              <a:spAutoFit/>
            </a:bodyPr>
            <a:lstStyle/>
            <a:p>
              <a:r>
                <a:rPr lang="en-US" dirty="0">
                  <a:solidFill>
                    <a:srgbClr val="FF0000"/>
                  </a:solidFill>
                </a:rPr>
                <a:t>4</a:t>
              </a:r>
            </a:p>
          </p:txBody>
        </p:sp>
        <p:sp>
          <p:nvSpPr>
            <p:cNvPr id="51" name="TextBox 50"/>
            <p:cNvSpPr txBox="1"/>
            <p:nvPr/>
          </p:nvSpPr>
          <p:spPr>
            <a:xfrm>
              <a:off x="7097542" y="4546795"/>
              <a:ext cx="284052" cy="307777"/>
            </a:xfrm>
            <a:prstGeom prst="rect">
              <a:avLst/>
            </a:prstGeom>
            <a:noFill/>
          </p:spPr>
          <p:txBody>
            <a:bodyPr wrap="none" rtlCol="0">
              <a:spAutoFit/>
            </a:bodyPr>
            <a:lstStyle/>
            <a:p>
              <a:r>
                <a:rPr lang="en-US" dirty="0">
                  <a:solidFill>
                    <a:srgbClr val="FF0000"/>
                  </a:solidFill>
                </a:rPr>
                <a:t>5</a:t>
              </a:r>
            </a:p>
          </p:txBody>
        </p:sp>
        <p:sp>
          <p:nvSpPr>
            <p:cNvPr id="52" name="TextBox 51"/>
            <p:cNvSpPr txBox="1"/>
            <p:nvPr/>
          </p:nvSpPr>
          <p:spPr>
            <a:xfrm>
              <a:off x="7097542" y="5179786"/>
              <a:ext cx="284052" cy="307777"/>
            </a:xfrm>
            <a:prstGeom prst="rect">
              <a:avLst/>
            </a:prstGeom>
            <a:noFill/>
          </p:spPr>
          <p:txBody>
            <a:bodyPr wrap="none" rtlCol="0">
              <a:spAutoFit/>
            </a:bodyPr>
            <a:lstStyle/>
            <a:p>
              <a:r>
                <a:rPr lang="en-US" dirty="0">
                  <a:solidFill>
                    <a:srgbClr val="FF0000"/>
                  </a:solidFill>
                </a:rPr>
                <a:t>6</a:t>
              </a:r>
            </a:p>
          </p:txBody>
        </p:sp>
        <p:sp>
          <p:nvSpPr>
            <p:cNvPr id="54" name="TextBox 53"/>
            <p:cNvSpPr txBox="1"/>
            <p:nvPr/>
          </p:nvSpPr>
          <p:spPr>
            <a:xfrm>
              <a:off x="7088140" y="5750123"/>
              <a:ext cx="284052" cy="307777"/>
            </a:xfrm>
            <a:prstGeom prst="rect">
              <a:avLst/>
            </a:prstGeom>
            <a:noFill/>
          </p:spPr>
          <p:txBody>
            <a:bodyPr wrap="none" rtlCol="0">
              <a:spAutoFit/>
            </a:bodyPr>
            <a:lstStyle/>
            <a:p>
              <a:r>
                <a:rPr lang="en-US" dirty="0">
                  <a:solidFill>
                    <a:srgbClr val="FF0000"/>
                  </a:solidFill>
                </a:rPr>
                <a:t>7</a:t>
              </a:r>
            </a:p>
          </p:txBody>
        </p:sp>
        <p:sp>
          <p:nvSpPr>
            <p:cNvPr id="55" name="TextBox 54"/>
            <p:cNvSpPr txBox="1"/>
            <p:nvPr/>
          </p:nvSpPr>
          <p:spPr>
            <a:xfrm>
              <a:off x="7088140" y="1483294"/>
              <a:ext cx="284052" cy="307777"/>
            </a:xfrm>
            <a:prstGeom prst="rect">
              <a:avLst/>
            </a:prstGeom>
            <a:noFill/>
          </p:spPr>
          <p:txBody>
            <a:bodyPr wrap="none" rtlCol="0">
              <a:spAutoFit/>
            </a:bodyPr>
            <a:lstStyle/>
            <a:p>
              <a:r>
                <a:rPr lang="en-US" dirty="0">
                  <a:solidFill>
                    <a:srgbClr val="FF0000"/>
                  </a:solidFill>
                </a:rPr>
                <a:t>0</a:t>
              </a:r>
            </a:p>
          </p:txBody>
        </p:sp>
        <p:sp>
          <p:nvSpPr>
            <p:cNvPr id="56" name="TextBox 55"/>
            <p:cNvSpPr txBox="1"/>
            <p:nvPr/>
          </p:nvSpPr>
          <p:spPr>
            <a:xfrm>
              <a:off x="7097542" y="2718870"/>
              <a:ext cx="284052" cy="307777"/>
            </a:xfrm>
            <a:prstGeom prst="rect">
              <a:avLst/>
            </a:prstGeom>
            <a:noFill/>
          </p:spPr>
          <p:txBody>
            <a:bodyPr wrap="none" rtlCol="0">
              <a:spAutoFit/>
            </a:bodyPr>
            <a:lstStyle/>
            <a:p>
              <a:r>
                <a:rPr lang="en-US" dirty="0">
                  <a:solidFill>
                    <a:srgbClr val="FF0000"/>
                  </a:solidFill>
                </a:rPr>
                <a:t>2</a:t>
              </a:r>
            </a:p>
          </p:txBody>
        </p:sp>
        <p:sp>
          <p:nvSpPr>
            <p:cNvPr id="57" name="TextBox 56"/>
            <p:cNvSpPr txBox="1"/>
            <p:nvPr/>
          </p:nvSpPr>
          <p:spPr>
            <a:xfrm>
              <a:off x="7097542" y="2085209"/>
              <a:ext cx="284052" cy="307777"/>
            </a:xfrm>
            <a:prstGeom prst="rect">
              <a:avLst/>
            </a:prstGeom>
            <a:noFill/>
          </p:spPr>
          <p:txBody>
            <a:bodyPr wrap="none" rtlCol="0">
              <a:spAutoFit/>
            </a:bodyPr>
            <a:lstStyle/>
            <a:p>
              <a:r>
                <a:rPr lang="en-US" dirty="0">
                  <a:solidFill>
                    <a:srgbClr val="FF0000"/>
                  </a:solidFill>
                </a:rPr>
                <a:t>1</a:t>
              </a:r>
            </a:p>
          </p:txBody>
        </p:sp>
        <p:sp>
          <p:nvSpPr>
            <p:cNvPr id="58" name="TextBox 57"/>
            <p:cNvSpPr txBox="1"/>
            <p:nvPr/>
          </p:nvSpPr>
          <p:spPr>
            <a:xfrm>
              <a:off x="7097542" y="3350050"/>
              <a:ext cx="284052" cy="307777"/>
            </a:xfrm>
            <a:prstGeom prst="rect">
              <a:avLst/>
            </a:prstGeom>
            <a:noFill/>
          </p:spPr>
          <p:txBody>
            <a:bodyPr wrap="none" rtlCol="0">
              <a:spAutoFit/>
            </a:bodyPr>
            <a:lstStyle/>
            <a:p>
              <a:r>
                <a:rPr lang="en-US" dirty="0">
                  <a:solidFill>
                    <a:srgbClr val="FF0000"/>
                  </a:solidFill>
                </a:rPr>
                <a:t>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linds(horizontal)">
                                      <p:cBhvr>
                                        <p:cTn id="11" dur="500"/>
                                        <p:tgtEl>
                                          <p:spTgt spid="4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wipe(down)">
                                      <p:cBhvr>
                                        <p:cTn id="16" dur="500"/>
                                        <p:tgtEl>
                                          <p:spTgt spid="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up)">
                                      <p:cBhvr>
                                        <p:cTn id="21" dur="500"/>
                                        <p:tgtEl>
                                          <p:spTgt spid="53"/>
                                        </p:tgtEl>
                                      </p:cBhvr>
                                    </p:animEffect>
                                  </p:childTnLst>
                                </p:cTn>
                              </p:par>
                              <p:par>
                                <p:cTn id="22" presetID="3" presetClass="entr" presetSubtype="1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par>
                                <p:cTn id="29" presetID="3" presetClass="entr" presetSubtype="1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blinds(horizontal)">
                                      <p:cBhvr>
                                        <p:cTn id="38"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7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0723" name="Rectangle 2"/>
          <p:cNvSpPr>
            <a:spLocks noGrp="1" noChangeArrowheads="1"/>
          </p:cNvSpPr>
          <p:nvPr>
            <p:ph type="title"/>
          </p:nvPr>
        </p:nvSpPr>
        <p:spPr>
          <a:xfrm>
            <a:off x="1162050" y="495300"/>
            <a:ext cx="6886575" cy="457200"/>
          </a:xfrm>
        </p:spPr>
        <p:txBody>
          <a:bodyPr/>
          <a:lstStyle/>
          <a:p>
            <a:r>
              <a:rPr lang="en-US" altLang="en-US"/>
              <a:t>Implementation of Page Table</a:t>
            </a:r>
          </a:p>
        </p:txBody>
      </p:sp>
      <p:sp>
        <p:nvSpPr>
          <p:cNvPr id="30724" name="Rectangle 3"/>
          <p:cNvSpPr>
            <a:spLocks noGrp="1" noChangeArrowheads="1"/>
          </p:cNvSpPr>
          <p:nvPr>
            <p:ph type="body" idx="1"/>
          </p:nvPr>
        </p:nvSpPr>
        <p:spPr>
          <a:xfrm>
            <a:off x="355600" y="1262063"/>
            <a:ext cx="8318500" cy="5008562"/>
          </a:xfrm>
        </p:spPr>
        <p:txBody>
          <a:bodyPr/>
          <a:lstStyle/>
          <a:p>
            <a:pPr>
              <a:lnSpc>
                <a:spcPct val="80000"/>
              </a:lnSpc>
            </a:pPr>
            <a:r>
              <a:rPr lang="en-US" altLang="en-US" sz="2400" dirty="0"/>
              <a:t>Page table is kept </a:t>
            </a:r>
            <a:r>
              <a:rPr lang="en-US" altLang="en-US" sz="2400"/>
              <a:t>in physical memory</a:t>
            </a:r>
            <a:r>
              <a:rPr lang="en-US" altLang="en-US" sz="2400" dirty="0"/>
              <a:t>.</a:t>
            </a:r>
          </a:p>
          <a:p>
            <a:pPr>
              <a:lnSpc>
                <a:spcPct val="80000"/>
              </a:lnSpc>
            </a:pPr>
            <a:r>
              <a:rPr lang="en-US" altLang="en-US" sz="2400" i="1" dirty="0">
                <a:solidFill>
                  <a:srgbClr val="FF0000"/>
                </a:solidFill>
              </a:rPr>
              <a:t>Page-table</a:t>
            </a:r>
            <a:r>
              <a:rPr lang="en-US" altLang="en-US" sz="2400" dirty="0">
                <a:solidFill>
                  <a:srgbClr val="FF0000"/>
                </a:solidFill>
              </a:rPr>
              <a:t> </a:t>
            </a:r>
            <a:r>
              <a:rPr lang="en-US" altLang="en-US" sz="2400" i="1" dirty="0">
                <a:solidFill>
                  <a:srgbClr val="FF0000"/>
                </a:solidFill>
              </a:rPr>
              <a:t>base register </a:t>
            </a:r>
            <a:r>
              <a:rPr lang="en-US" altLang="en-US" sz="2400" i="1" dirty="0"/>
              <a:t>(</a:t>
            </a:r>
            <a:r>
              <a:rPr lang="en-US" altLang="en-US" sz="2400" dirty="0"/>
              <a:t>PTBR) points to the page table (for each process).</a:t>
            </a:r>
          </a:p>
          <a:p>
            <a:pPr>
              <a:lnSpc>
                <a:spcPct val="80000"/>
              </a:lnSpc>
            </a:pPr>
            <a:r>
              <a:rPr lang="en-US" altLang="en-US" sz="2400" i="1" dirty="0">
                <a:solidFill>
                  <a:srgbClr val="FF0000"/>
                </a:solidFill>
              </a:rPr>
              <a:t>Page-table length register</a:t>
            </a:r>
            <a:r>
              <a:rPr lang="en-US" altLang="en-US" sz="2400" dirty="0">
                <a:solidFill>
                  <a:srgbClr val="FF0000"/>
                </a:solidFill>
              </a:rPr>
              <a:t> </a:t>
            </a:r>
            <a:r>
              <a:rPr lang="en-US" altLang="en-US" sz="2400" dirty="0"/>
              <a:t>(PTLR) indicates size of the page table.</a:t>
            </a:r>
          </a:p>
          <a:p>
            <a:pPr>
              <a:lnSpc>
                <a:spcPct val="80000"/>
              </a:lnSpc>
            </a:pPr>
            <a:r>
              <a:rPr lang="en-US" altLang="en-US" sz="2400" dirty="0"/>
              <a:t>In this scheme every data/instruction access requires two memory accesses: one for the page table and one for the data/instruction.</a:t>
            </a:r>
          </a:p>
          <a:p>
            <a:pPr lvl="1"/>
            <a:r>
              <a:rPr lang="en-US" altLang="en-US" sz="2000" dirty="0"/>
              <a:t>Effective memory access time = 2 </a:t>
            </a:r>
            <a:r>
              <a:rPr lang="en-US" altLang="en-US" sz="2000" dirty="0">
                <a:sym typeface="Symbol" pitchFamily="18" charset="2"/>
              </a:rPr>
              <a:t></a:t>
            </a:r>
            <a:r>
              <a:rPr lang="en-US" altLang="en-US" sz="2000" dirty="0"/>
              <a:t> (a</a:t>
            </a:r>
            <a:r>
              <a:rPr lang="en-US" altLang="en-US" sz="2000" dirty="0">
                <a:sym typeface="Symbol" pitchFamily="18" charset="2"/>
              </a:rPr>
              <a:t>ssuming that memory cycle time is  time unit)</a:t>
            </a:r>
            <a:endParaRPr lang="en-US" altLang="en-US" sz="2000" dirty="0"/>
          </a:p>
          <a:p>
            <a:pPr>
              <a:lnSpc>
                <a:spcPct val="80000"/>
              </a:lnSpc>
            </a:pPr>
            <a:r>
              <a:rPr lang="en-US" altLang="en-US" sz="2400" dirty="0"/>
              <a:t>Memory access time can be reduced by the use of a special fast-lookup hardware cache called </a:t>
            </a:r>
            <a:r>
              <a:rPr lang="en-US" altLang="en-US" sz="2400" i="1" dirty="0">
                <a:solidFill>
                  <a:srgbClr val="FF0000"/>
                </a:solidFill>
              </a:rPr>
              <a:t>associative registers</a:t>
            </a:r>
            <a:r>
              <a:rPr lang="en-US" altLang="en-US" sz="2400" dirty="0">
                <a:solidFill>
                  <a:srgbClr val="FF0000"/>
                </a:solidFill>
              </a:rPr>
              <a:t> </a:t>
            </a:r>
            <a:r>
              <a:rPr lang="en-US" altLang="en-US" sz="2400" dirty="0"/>
              <a:t>or </a:t>
            </a:r>
            <a:r>
              <a:rPr lang="en-US" altLang="en-US" sz="2400" i="1" dirty="0">
                <a:solidFill>
                  <a:srgbClr val="FF0000"/>
                </a:solidFill>
              </a:rPr>
              <a:t>translation</a:t>
            </a:r>
            <a:r>
              <a:rPr lang="en-US" altLang="en-US" sz="2400" i="1" dirty="0"/>
              <a:t> </a:t>
            </a:r>
            <a:r>
              <a:rPr lang="en-US" altLang="en-US" sz="2400" i="1" dirty="0">
                <a:solidFill>
                  <a:srgbClr val="FF0000"/>
                </a:solidFill>
              </a:rPr>
              <a:t>look-aside buffers</a:t>
            </a:r>
            <a:r>
              <a:rPr lang="en-US" altLang="en-US" sz="2400" dirty="0">
                <a:solidFill>
                  <a:srgbClr val="FF0000"/>
                </a:solidFill>
              </a:rPr>
              <a:t> </a:t>
            </a:r>
            <a:r>
              <a:rPr lang="en-US" altLang="en-US" sz="2400" dirty="0"/>
              <a:t>(TLBs)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1747" name="Rectangle 2"/>
          <p:cNvSpPr>
            <a:spLocks noGrp="1" noChangeArrowheads="1"/>
          </p:cNvSpPr>
          <p:nvPr>
            <p:ph type="title"/>
          </p:nvPr>
        </p:nvSpPr>
        <p:spPr>
          <a:xfrm>
            <a:off x="1162050" y="495300"/>
            <a:ext cx="6886575" cy="457200"/>
          </a:xfrm>
        </p:spPr>
        <p:txBody>
          <a:bodyPr/>
          <a:lstStyle/>
          <a:p>
            <a:r>
              <a:rPr lang="en-US" altLang="en-US"/>
              <a:t>Paging Using TLBs</a:t>
            </a:r>
          </a:p>
        </p:txBody>
      </p:sp>
      <p:pic>
        <p:nvPicPr>
          <p:cNvPr id="3174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1362075"/>
            <a:ext cx="6100763" cy="461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2771" name="Rectangle 2"/>
          <p:cNvSpPr>
            <a:spLocks noGrp="1" noChangeArrowheads="1"/>
          </p:cNvSpPr>
          <p:nvPr>
            <p:ph type="title"/>
          </p:nvPr>
        </p:nvSpPr>
        <p:spPr>
          <a:xfrm>
            <a:off x="1162050" y="495300"/>
            <a:ext cx="6886575" cy="457200"/>
          </a:xfrm>
        </p:spPr>
        <p:txBody>
          <a:bodyPr/>
          <a:lstStyle/>
          <a:p>
            <a:r>
              <a:rPr lang="en-US" altLang="en-US"/>
              <a:t>Effective Access Time</a:t>
            </a:r>
          </a:p>
        </p:txBody>
      </p:sp>
      <p:sp>
        <p:nvSpPr>
          <p:cNvPr id="32772" name="Rectangle 3"/>
          <p:cNvSpPr>
            <a:spLocks noGrp="1" noChangeArrowheads="1"/>
          </p:cNvSpPr>
          <p:nvPr>
            <p:ph type="body" idx="1"/>
          </p:nvPr>
        </p:nvSpPr>
        <p:spPr/>
        <p:txBody>
          <a:bodyPr/>
          <a:lstStyle/>
          <a:p>
            <a:pPr>
              <a:tabLst>
                <a:tab pos="2063750" algn="l"/>
                <a:tab pos="2568575" algn="l"/>
              </a:tabLst>
            </a:pPr>
            <a:r>
              <a:rPr lang="en-US" altLang="en-US" sz="2800"/>
              <a:t>TLBs Lookup = </a:t>
            </a:r>
            <a:r>
              <a:rPr lang="en-US" altLang="en-US" sz="2800">
                <a:sym typeface="Symbol" pitchFamily="18" charset="2"/>
              </a:rPr>
              <a:t> time unit</a:t>
            </a:r>
          </a:p>
          <a:p>
            <a:pPr>
              <a:tabLst>
                <a:tab pos="2063750" algn="l"/>
                <a:tab pos="2568575" algn="l"/>
              </a:tabLst>
            </a:pPr>
            <a:r>
              <a:rPr lang="en-US" altLang="en-US" sz="2800">
                <a:sym typeface="Symbol" pitchFamily="18" charset="2"/>
              </a:rPr>
              <a:t>Assume memory cycle time is  time unit</a:t>
            </a:r>
          </a:p>
          <a:p>
            <a:pPr>
              <a:tabLst>
                <a:tab pos="2063750" algn="l"/>
                <a:tab pos="2568575" algn="l"/>
              </a:tabLst>
            </a:pPr>
            <a:r>
              <a:rPr lang="en-US" altLang="en-US" sz="2800">
                <a:sym typeface="Symbol" pitchFamily="18" charset="2"/>
              </a:rPr>
              <a:t>Hit ratio – percentage of times that a page number is found in the associative registers. </a:t>
            </a:r>
          </a:p>
          <a:p>
            <a:pPr>
              <a:tabLst>
                <a:tab pos="2063750" algn="l"/>
                <a:tab pos="2568575" algn="l"/>
              </a:tabLst>
            </a:pPr>
            <a:r>
              <a:rPr lang="en-US" altLang="en-US" sz="2800">
                <a:sym typeface="Symbol" pitchFamily="18" charset="2"/>
              </a:rPr>
              <a:t>Hit ratio = </a:t>
            </a:r>
          </a:p>
          <a:p>
            <a:pPr>
              <a:tabLst>
                <a:tab pos="2063750" algn="l"/>
                <a:tab pos="2568575" algn="l"/>
              </a:tabLst>
            </a:pPr>
            <a:r>
              <a:rPr lang="en-US" altLang="en-US" sz="2800">
                <a:sym typeface="Symbol" pitchFamily="18" charset="2"/>
              </a:rPr>
              <a:t>Effective Access Time (EAT)</a:t>
            </a:r>
          </a:p>
          <a:p>
            <a:pPr>
              <a:buFontTx/>
              <a:buNone/>
              <a:tabLst>
                <a:tab pos="2063750" algn="l"/>
                <a:tab pos="2568575" algn="l"/>
              </a:tabLst>
            </a:pPr>
            <a:r>
              <a:rPr lang="en-US" altLang="en-US" sz="2800"/>
              <a:t>		EAT = (</a:t>
            </a:r>
            <a:r>
              <a:rPr lang="en-US" altLang="en-US" sz="2800">
                <a:sym typeface="Symbol" pitchFamily="18" charset="2"/>
              </a:rPr>
              <a:t></a:t>
            </a:r>
            <a:r>
              <a:rPr lang="en-US" altLang="en-US" sz="2800"/>
              <a:t> + </a:t>
            </a:r>
            <a:r>
              <a:rPr lang="en-US" altLang="en-US" sz="2800">
                <a:sym typeface="Symbol" pitchFamily="18" charset="2"/>
              </a:rPr>
              <a:t>)  + (2  + )(1 – )</a:t>
            </a:r>
          </a:p>
          <a:p>
            <a:pPr>
              <a:buFontTx/>
              <a:buNone/>
              <a:tabLst>
                <a:tab pos="2063750" algn="l"/>
                <a:tab pos="2568575" algn="l"/>
              </a:tabLst>
            </a:pPr>
            <a:r>
              <a:rPr lang="en-US" altLang="en-US" sz="2800">
                <a:sym typeface="Symbol" pitchFamily="18" charset="2"/>
              </a:rPr>
              <a:t>			= (2- )  +  </a:t>
            </a:r>
          </a:p>
          <a:p>
            <a:pPr>
              <a:buFontTx/>
              <a:buNone/>
              <a:tabLst>
                <a:tab pos="2063750" algn="l"/>
                <a:tab pos="2568575" algn="l"/>
              </a:tabLst>
            </a:pPr>
            <a:r>
              <a:rPr lang="en-US" altLang="en-US" sz="2800"/>
              <a:t> </a:t>
            </a:r>
          </a:p>
        </p:txBody>
      </p:sp>
      <p:graphicFrame>
        <p:nvGraphicFramePr>
          <p:cNvPr id="32773" name="Object 0"/>
          <p:cNvGraphicFramePr>
            <a:graphicFrameLocks noChangeAspect="1"/>
          </p:cNvGraphicFramePr>
          <p:nvPr/>
        </p:nvGraphicFramePr>
        <p:xfrm>
          <a:off x="4483100" y="3244850"/>
          <a:ext cx="176213" cy="368300"/>
        </p:xfrm>
        <a:graphic>
          <a:graphicData uri="http://schemas.openxmlformats.org/presentationml/2006/ole">
            <mc:AlternateContent xmlns:mc="http://schemas.openxmlformats.org/markup-compatibility/2006">
              <mc:Choice xmlns:v="urn:schemas-microsoft-com:vml" Requires="v">
                <p:oleObj name="Equation" r:id="rId3" imgW="177723" imgH="368140" progId="Equation.3">
                  <p:embed/>
                </p:oleObj>
              </mc:Choice>
              <mc:Fallback>
                <p:oleObj name="Equation" r:id="rId3" imgW="177723" imgH="368140" progId="Equation.3">
                  <p:embed/>
                  <p:pic>
                    <p:nvPicPr>
                      <p:cNvPr id="32773"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3100" y="3244850"/>
                        <a:ext cx="1762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4" name="Object 1"/>
          <p:cNvGraphicFramePr>
            <a:graphicFrameLocks noChangeAspect="1"/>
          </p:cNvGraphicFramePr>
          <p:nvPr/>
        </p:nvGraphicFramePr>
        <p:xfrm>
          <a:off x="4483100" y="3244850"/>
          <a:ext cx="176213" cy="368300"/>
        </p:xfrm>
        <a:graphic>
          <a:graphicData uri="http://schemas.openxmlformats.org/presentationml/2006/ole">
            <mc:AlternateContent xmlns:mc="http://schemas.openxmlformats.org/markup-compatibility/2006">
              <mc:Choice xmlns:v="urn:schemas-microsoft-com:vml" Requires="v">
                <p:oleObj name="Equation" r:id="rId5" imgW="177723" imgH="368140" progId="Equation.3">
                  <p:embed/>
                </p:oleObj>
              </mc:Choice>
              <mc:Fallback>
                <p:oleObj name="Equation" r:id="rId5" imgW="177723" imgH="368140" progId="Equation.3">
                  <p:embed/>
                  <p:pic>
                    <p:nvPicPr>
                      <p:cNvPr id="3277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3100" y="3244850"/>
                        <a:ext cx="1762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2"/>
          <p:cNvGraphicFramePr>
            <a:graphicFrameLocks noChangeAspect="1"/>
          </p:cNvGraphicFramePr>
          <p:nvPr/>
        </p:nvGraphicFramePr>
        <p:xfrm>
          <a:off x="4483100" y="3244850"/>
          <a:ext cx="176213" cy="368300"/>
        </p:xfrm>
        <a:graphic>
          <a:graphicData uri="http://schemas.openxmlformats.org/presentationml/2006/ole">
            <mc:AlternateContent xmlns:mc="http://schemas.openxmlformats.org/markup-compatibility/2006">
              <mc:Choice xmlns:v="urn:schemas-microsoft-com:vml" Requires="v">
                <p:oleObj name="Equation" r:id="rId6" imgW="177723" imgH="368140" progId="Equation.3">
                  <p:embed/>
                </p:oleObj>
              </mc:Choice>
              <mc:Fallback>
                <p:oleObj name="Equation" r:id="rId6" imgW="177723" imgH="368140" progId="Equation.3">
                  <p:embed/>
                  <p:pic>
                    <p:nvPicPr>
                      <p:cNvPr id="3277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3100" y="3244850"/>
                        <a:ext cx="1762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0963" name="Rectangle 1026"/>
          <p:cNvSpPr>
            <a:spLocks noGrp="1" noChangeArrowheads="1"/>
          </p:cNvSpPr>
          <p:nvPr>
            <p:ph type="title"/>
          </p:nvPr>
        </p:nvSpPr>
        <p:spPr>
          <a:xfrm>
            <a:off x="1162050" y="495300"/>
            <a:ext cx="6886575" cy="457200"/>
          </a:xfrm>
        </p:spPr>
        <p:txBody>
          <a:bodyPr/>
          <a:lstStyle/>
          <a:p>
            <a:r>
              <a:rPr lang="en-US" altLang="en-US"/>
              <a:t>Shared Pages</a:t>
            </a:r>
          </a:p>
        </p:txBody>
      </p:sp>
      <p:pic>
        <p:nvPicPr>
          <p:cNvPr id="409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5" y="1160463"/>
            <a:ext cx="5154613" cy="505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Box 4"/>
          <p:cNvSpPr txBox="1">
            <a:spLocks noChangeArrowheads="1"/>
          </p:cNvSpPr>
          <p:nvPr/>
        </p:nvSpPr>
        <p:spPr bwMode="auto">
          <a:xfrm>
            <a:off x="5892800" y="6219825"/>
            <a:ext cx="17240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lnSpc>
                <a:spcPct val="70000"/>
              </a:lnSpc>
              <a:spcBef>
                <a:spcPct val="0"/>
              </a:spcBef>
              <a:buSzTx/>
              <a:buFontTx/>
              <a:buNone/>
            </a:pPr>
            <a:r>
              <a:rPr lang="en-US" altLang="en-US" sz="1600"/>
              <a:t>physical memory</a:t>
            </a:r>
          </a:p>
        </p:txBody>
      </p:sp>
      <p:sp>
        <p:nvSpPr>
          <p:cNvPr id="40966" name="TextBox 1"/>
          <p:cNvSpPr txBox="1">
            <a:spLocks noChangeArrowheads="1"/>
          </p:cNvSpPr>
          <p:nvPr/>
        </p:nvSpPr>
        <p:spPr bwMode="auto">
          <a:xfrm>
            <a:off x="209550" y="3690938"/>
            <a:ext cx="1436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r>
              <a:rPr lang="en-US" altLang="en-US" sz="1600"/>
              <a:t>Logical space</a:t>
            </a:r>
          </a:p>
        </p:txBody>
      </p:sp>
      <p:cxnSp>
        <p:nvCxnSpPr>
          <p:cNvPr id="40967" name="Straight Arrow Connector 3"/>
          <p:cNvCxnSpPr>
            <a:cxnSpLocks noChangeShapeType="1"/>
            <a:stCxn id="40966" idx="3"/>
          </p:cNvCxnSpPr>
          <p:nvPr/>
        </p:nvCxnSpPr>
        <p:spPr bwMode="auto">
          <a:xfrm>
            <a:off x="1646238" y="3859213"/>
            <a:ext cx="2376487" cy="0"/>
          </a:xfrm>
          <a:prstGeom prst="straightConnector1">
            <a:avLst/>
          </a:prstGeom>
          <a:noFill/>
          <a:ln w="9525" algn="ctr">
            <a:solidFill>
              <a:schemeClr val="tx1"/>
            </a:solidFill>
            <a:prstDash val="dash"/>
            <a:round/>
            <a:headEnd/>
            <a:tailEnd type="arrow" w="med" len="med"/>
          </a:ln>
        </p:spPr>
      </p:cxnSp>
      <p:cxnSp>
        <p:nvCxnSpPr>
          <p:cNvPr id="40968" name="Straight Arrow Connector 10"/>
          <p:cNvCxnSpPr>
            <a:cxnSpLocks noChangeShapeType="1"/>
            <a:stCxn id="40966" idx="3"/>
          </p:cNvCxnSpPr>
          <p:nvPr/>
        </p:nvCxnSpPr>
        <p:spPr bwMode="auto">
          <a:xfrm flipV="1">
            <a:off x="1646238" y="2744788"/>
            <a:ext cx="369887" cy="1114425"/>
          </a:xfrm>
          <a:prstGeom prst="straightConnector1">
            <a:avLst/>
          </a:prstGeom>
          <a:noFill/>
          <a:ln w="9525" algn="ctr">
            <a:solidFill>
              <a:schemeClr val="tx1"/>
            </a:solidFill>
            <a:prstDash val="dash"/>
            <a:round/>
            <a:headEnd/>
            <a:tailEnd type="arrow" w="med" len="med"/>
          </a:ln>
        </p:spPr>
      </p:cxnSp>
      <p:cxnSp>
        <p:nvCxnSpPr>
          <p:cNvPr id="40969" name="Straight Arrow Connector 13"/>
          <p:cNvCxnSpPr>
            <a:cxnSpLocks noChangeShapeType="1"/>
            <a:stCxn id="40966" idx="3"/>
          </p:cNvCxnSpPr>
          <p:nvPr/>
        </p:nvCxnSpPr>
        <p:spPr bwMode="auto">
          <a:xfrm>
            <a:off x="1646238" y="3859213"/>
            <a:ext cx="369887" cy="506412"/>
          </a:xfrm>
          <a:prstGeom prst="straightConnector1">
            <a:avLst/>
          </a:prstGeom>
          <a:noFill/>
          <a:ln w="9525" algn="ctr">
            <a:solidFill>
              <a:schemeClr val="tx1"/>
            </a:solidFill>
            <a:prstDash val="dash"/>
            <a:round/>
            <a:headEnd/>
            <a:tailEnd type="arrow" w="med" len="med"/>
          </a:ln>
        </p:spPr>
      </p:cxnSp>
      <p:sp>
        <p:nvSpPr>
          <p:cNvPr id="17" name="Rectangle 16"/>
          <p:cNvSpPr>
            <a:spLocks noChangeArrowheads="1"/>
          </p:cNvSpPr>
          <p:nvPr/>
        </p:nvSpPr>
        <p:spPr bwMode="auto">
          <a:xfrm>
            <a:off x="3240088" y="1449388"/>
            <a:ext cx="319087" cy="82232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22" name="Rectangle 21"/>
          <p:cNvSpPr>
            <a:spLocks noChangeArrowheads="1"/>
          </p:cNvSpPr>
          <p:nvPr/>
        </p:nvSpPr>
        <p:spPr bwMode="auto">
          <a:xfrm>
            <a:off x="3240088" y="4562475"/>
            <a:ext cx="319087" cy="82232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23" name="Rectangle 22"/>
          <p:cNvSpPr>
            <a:spLocks noChangeArrowheads="1"/>
          </p:cNvSpPr>
          <p:nvPr/>
        </p:nvSpPr>
        <p:spPr bwMode="auto">
          <a:xfrm>
            <a:off x="5259388" y="2979738"/>
            <a:ext cx="320675" cy="82232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24" name="Rectangle 23"/>
          <p:cNvSpPr>
            <a:spLocks noChangeArrowheads="1"/>
          </p:cNvSpPr>
          <p:nvPr/>
        </p:nvSpPr>
        <p:spPr bwMode="auto">
          <a:xfrm>
            <a:off x="6264275" y="2333625"/>
            <a:ext cx="1044575" cy="1004888"/>
          </a:xfrm>
          <a:prstGeom prst="rect">
            <a:avLst/>
          </a:prstGeom>
          <a:noFill/>
          <a:ln w="28575" algn="ctr">
            <a:solidFill>
              <a:srgbClr val="00B05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25" name="Rectangle 24"/>
          <p:cNvSpPr>
            <a:spLocks noChangeArrowheads="1"/>
          </p:cNvSpPr>
          <p:nvPr/>
        </p:nvSpPr>
        <p:spPr bwMode="auto">
          <a:xfrm>
            <a:off x="6264275" y="3657600"/>
            <a:ext cx="1044575" cy="501650"/>
          </a:xfrm>
          <a:prstGeom prst="rect">
            <a:avLst/>
          </a:prstGeom>
          <a:noFill/>
          <a:ln w="28575" algn="ctr">
            <a:solidFill>
              <a:srgbClr val="00B05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23"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3795" name="Rectangle 2"/>
          <p:cNvSpPr>
            <a:spLocks noGrp="1" noChangeArrowheads="1"/>
          </p:cNvSpPr>
          <p:nvPr>
            <p:ph type="title"/>
          </p:nvPr>
        </p:nvSpPr>
        <p:spPr/>
        <p:txBody>
          <a:bodyPr/>
          <a:lstStyle/>
          <a:p>
            <a:r>
              <a:rPr lang="en-US" altLang="en-US"/>
              <a:t>Two-Level Page-Table Scheme</a:t>
            </a:r>
          </a:p>
        </p:txBody>
      </p:sp>
      <p:sp>
        <p:nvSpPr>
          <p:cNvPr id="33796" name="Rectangle 6"/>
          <p:cNvSpPr>
            <a:spLocks noChangeArrowheads="1"/>
          </p:cNvSpPr>
          <p:nvPr/>
        </p:nvSpPr>
        <p:spPr bwMode="auto">
          <a:xfrm>
            <a:off x="457200" y="1219200"/>
            <a:ext cx="8245475" cy="501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3200">
                <a:solidFill>
                  <a:schemeClr val="tx1"/>
                </a:solidFill>
                <a:latin typeface="Helvetica" charset="0"/>
              </a:defRPr>
            </a:lvl1pPr>
            <a:lvl2pPr marL="6286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ts val="0"/>
              </a:spcBef>
            </a:pPr>
            <a:r>
              <a:rPr lang="en-US" altLang="en-US" sz="2400" dirty="0"/>
              <a:t>A logical address (on 32-bit machine with 4K page size)</a:t>
            </a:r>
          </a:p>
          <a:p>
            <a:pPr lvl="1">
              <a:spcBef>
                <a:spcPts val="600"/>
              </a:spcBef>
            </a:pPr>
            <a:r>
              <a:rPr lang="en-US" altLang="en-US" sz="2200" dirty="0"/>
              <a:t>A logical address is divided into:</a:t>
            </a:r>
          </a:p>
          <a:p>
            <a:pPr lvl="2">
              <a:spcBef>
                <a:spcPts val="0"/>
              </a:spcBef>
            </a:pPr>
            <a:r>
              <a:rPr lang="en-US" altLang="en-US" sz="2200" dirty="0"/>
              <a:t>a page number consisting of 20 bits.</a:t>
            </a:r>
          </a:p>
          <a:p>
            <a:pPr lvl="2">
              <a:spcBef>
                <a:spcPts val="0"/>
              </a:spcBef>
            </a:pPr>
            <a:r>
              <a:rPr lang="en-US" altLang="en-US" sz="2200" dirty="0"/>
              <a:t>a page offset consisting of 12 bits.</a:t>
            </a:r>
          </a:p>
          <a:p>
            <a:pPr>
              <a:spcBef>
                <a:spcPts val="0"/>
              </a:spcBef>
            </a:pPr>
            <a:endParaRPr lang="en-US" altLang="en-US" sz="2400" dirty="0"/>
          </a:p>
          <a:p>
            <a:pPr>
              <a:spcBef>
                <a:spcPts val="0"/>
              </a:spcBef>
            </a:pPr>
            <a:endParaRPr lang="en-US" altLang="en-US" sz="2400" dirty="0"/>
          </a:p>
          <a:p>
            <a:pPr>
              <a:spcBef>
                <a:spcPts val="0"/>
              </a:spcBef>
            </a:pPr>
            <a:endParaRPr lang="en-US" altLang="en-US" sz="2400" dirty="0"/>
          </a:p>
          <a:p>
            <a:pPr marL="342900" lvl="1" indent="0">
              <a:spcBef>
                <a:spcPts val="0"/>
              </a:spcBef>
              <a:buNone/>
            </a:pPr>
            <a:endParaRPr lang="en-US" altLang="en-US" sz="2200" dirty="0"/>
          </a:p>
          <a:p>
            <a:pPr lvl="1">
              <a:spcBef>
                <a:spcPts val="0"/>
              </a:spcBef>
            </a:pPr>
            <a:r>
              <a:rPr lang="en-US" altLang="en-US" sz="2200" dirty="0"/>
              <a:t>2</a:t>
            </a:r>
            <a:r>
              <a:rPr lang="en-US" altLang="en-US" sz="2200" baseline="30000" dirty="0"/>
              <a:t>20</a:t>
            </a:r>
            <a:r>
              <a:rPr lang="en-US" altLang="en-US" sz="2200" dirty="0"/>
              <a:t> entries in a page table</a:t>
            </a:r>
          </a:p>
          <a:p>
            <a:pPr lvl="1">
              <a:spcBef>
                <a:spcPts val="0"/>
              </a:spcBef>
            </a:pPr>
            <a:r>
              <a:rPr lang="en-US" altLang="en-US" sz="2200" dirty="0"/>
              <a:t>If each entry consists of 4 bytes, each page table occupies 4 megabyte of memory!</a:t>
            </a:r>
            <a:endParaRPr lang="en-US" altLang="en-US" sz="2400" dirty="0"/>
          </a:p>
          <a:p>
            <a:pPr>
              <a:spcBef>
                <a:spcPts val="1200"/>
              </a:spcBef>
            </a:pPr>
            <a:r>
              <a:rPr lang="en-US" altLang="en-US" sz="2400" i="1" dirty="0">
                <a:solidFill>
                  <a:srgbClr val="FF0000"/>
                </a:solidFill>
              </a:rPr>
              <a:t>A large page table is divided up to be easier to allocate in physical memory, with a small increase in effective access time</a:t>
            </a:r>
          </a:p>
          <a:p>
            <a:pPr>
              <a:spcBef>
                <a:spcPts val="0"/>
              </a:spcBef>
              <a:buFontTx/>
              <a:buNone/>
            </a:pPr>
            <a:endParaRPr lang="en-US" altLang="en-US" sz="2400" dirty="0"/>
          </a:p>
        </p:txBody>
      </p:sp>
      <p:grpSp>
        <p:nvGrpSpPr>
          <p:cNvPr id="5" name="Group 4">
            <a:extLst>
              <a:ext uri="{FF2B5EF4-FFF2-40B4-BE49-F238E27FC236}">
                <a16:creationId xmlns:a16="http://schemas.microsoft.com/office/drawing/2014/main" id="{6B72AFE7-07E9-418B-B53D-E1B15E28AFD6}"/>
              </a:ext>
            </a:extLst>
          </p:cNvPr>
          <p:cNvGrpSpPr/>
          <p:nvPr/>
        </p:nvGrpSpPr>
        <p:grpSpPr>
          <a:xfrm>
            <a:off x="2764345" y="2764413"/>
            <a:ext cx="3687762" cy="1458388"/>
            <a:chOff x="2754537" y="3386596"/>
            <a:chExt cx="3687762" cy="1458388"/>
          </a:xfrm>
        </p:grpSpPr>
        <p:sp>
          <p:nvSpPr>
            <p:cNvPr id="6" name="Rectangle 1029">
              <a:extLst>
                <a:ext uri="{FF2B5EF4-FFF2-40B4-BE49-F238E27FC236}">
                  <a16:creationId xmlns:a16="http://schemas.microsoft.com/office/drawing/2014/main" id="{630E5269-BBF2-4A88-86C0-361B7929CEF5}"/>
                </a:ext>
              </a:extLst>
            </p:cNvPr>
            <p:cNvSpPr>
              <a:spLocks noChangeArrowheads="1"/>
            </p:cNvSpPr>
            <p:nvPr/>
          </p:nvSpPr>
          <p:spPr bwMode="auto">
            <a:xfrm>
              <a:off x="2754537" y="3722586"/>
              <a:ext cx="3687762" cy="670644"/>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7" name="Text Box 1030">
              <a:extLst>
                <a:ext uri="{FF2B5EF4-FFF2-40B4-BE49-F238E27FC236}">
                  <a16:creationId xmlns:a16="http://schemas.microsoft.com/office/drawing/2014/main" id="{3AD4F654-7487-459C-836E-503B5196D4DF}"/>
                </a:ext>
              </a:extLst>
            </p:cNvPr>
            <p:cNvSpPr txBox="1">
              <a:spLocks noChangeArrowheads="1"/>
            </p:cNvSpPr>
            <p:nvPr/>
          </p:nvSpPr>
          <p:spPr bwMode="auto">
            <a:xfrm>
              <a:off x="2963106" y="3386596"/>
              <a:ext cx="1530502" cy="36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page number</a:t>
              </a:r>
            </a:p>
          </p:txBody>
        </p:sp>
        <p:sp>
          <p:nvSpPr>
            <p:cNvPr id="8" name="Text Box 1031">
              <a:extLst>
                <a:ext uri="{FF2B5EF4-FFF2-40B4-BE49-F238E27FC236}">
                  <a16:creationId xmlns:a16="http://schemas.microsoft.com/office/drawing/2014/main" id="{4B467ECE-CAB4-408B-B724-32FF0A519E5C}"/>
                </a:ext>
              </a:extLst>
            </p:cNvPr>
            <p:cNvSpPr txBox="1">
              <a:spLocks noChangeArrowheads="1"/>
            </p:cNvSpPr>
            <p:nvPr/>
          </p:nvSpPr>
          <p:spPr bwMode="auto">
            <a:xfrm>
              <a:off x="4860014" y="3398159"/>
              <a:ext cx="1314170" cy="36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page offset</a:t>
              </a:r>
            </a:p>
          </p:txBody>
        </p:sp>
        <p:sp>
          <p:nvSpPr>
            <p:cNvPr id="9" name="Text Box 1032">
              <a:extLst>
                <a:ext uri="{FF2B5EF4-FFF2-40B4-BE49-F238E27FC236}">
                  <a16:creationId xmlns:a16="http://schemas.microsoft.com/office/drawing/2014/main" id="{EA347CBA-46AE-42A7-8FF0-B7F96BBF42B4}"/>
                </a:ext>
              </a:extLst>
            </p:cNvPr>
            <p:cNvSpPr txBox="1">
              <a:spLocks noChangeArrowheads="1"/>
            </p:cNvSpPr>
            <p:nvPr/>
          </p:nvSpPr>
          <p:spPr bwMode="auto">
            <a:xfrm>
              <a:off x="3534258" y="3850804"/>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i="1" dirty="0"/>
                <a:t>p</a:t>
              </a:r>
              <a:endParaRPr lang="en-US" altLang="en-US" sz="1800" dirty="0"/>
            </a:p>
          </p:txBody>
        </p:sp>
        <p:sp>
          <p:nvSpPr>
            <p:cNvPr id="10" name="Text Box 1034">
              <a:extLst>
                <a:ext uri="{FF2B5EF4-FFF2-40B4-BE49-F238E27FC236}">
                  <a16:creationId xmlns:a16="http://schemas.microsoft.com/office/drawing/2014/main" id="{1C058E8A-54B8-4943-B217-14659C472FCD}"/>
                </a:ext>
              </a:extLst>
            </p:cNvPr>
            <p:cNvSpPr txBox="1">
              <a:spLocks noChangeArrowheads="1"/>
            </p:cNvSpPr>
            <p:nvPr/>
          </p:nvSpPr>
          <p:spPr bwMode="auto">
            <a:xfrm>
              <a:off x="5277743" y="3920519"/>
              <a:ext cx="311357" cy="36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i="1"/>
                <a:t>d</a:t>
              </a:r>
              <a:endParaRPr lang="en-US" altLang="en-US" sz="1800"/>
            </a:p>
          </p:txBody>
        </p:sp>
        <p:sp>
          <p:nvSpPr>
            <p:cNvPr id="11" name="Text Box 1036">
              <a:extLst>
                <a:ext uri="{FF2B5EF4-FFF2-40B4-BE49-F238E27FC236}">
                  <a16:creationId xmlns:a16="http://schemas.microsoft.com/office/drawing/2014/main" id="{965AE9D8-6473-4D13-B96D-08134159ADF3}"/>
                </a:ext>
              </a:extLst>
            </p:cNvPr>
            <p:cNvSpPr txBox="1">
              <a:spLocks noChangeArrowheads="1"/>
            </p:cNvSpPr>
            <p:nvPr/>
          </p:nvSpPr>
          <p:spPr bwMode="auto">
            <a:xfrm>
              <a:off x="3507459" y="4460461"/>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20</a:t>
              </a:r>
            </a:p>
          </p:txBody>
        </p:sp>
        <p:sp>
          <p:nvSpPr>
            <p:cNvPr id="12" name="Text Box 1037">
              <a:extLst>
                <a:ext uri="{FF2B5EF4-FFF2-40B4-BE49-F238E27FC236}">
                  <a16:creationId xmlns:a16="http://schemas.microsoft.com/office/drawing/2014/main" id="{E24A5AD1-348D-4B33-91E8-C0AD0AFF8B06}"/>
                </a:ext>
              </a:extLst>
            </p:cNvPr>
            <p:cNvSpPr txBox="1">
              <a:spLocks noChangeArrowheads="1"/>
            </p:cNvSpPr>
            <p:nvPr/>
          </p:nvSpPr>
          <p:spPr bwMode="auto">
            <a:xfrm>
              <a:off x="5166544" y="4477061"/>
              <a:ext cx="436709" cy="36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12</a:t>
              </a:r>
            </a:p>
          </p:txBody>
        </p:sp>
        <p:sp>
          <p:nvSpPr>
            <p:cNvPr id="13" name="Line 1038">
              <a:extLst>
                <a:ext uri="{FF2B5EF4-FFF2-40B4-BE49-F238E27FC236}">
                  <a16:creationId xmlns:a16="http://schemas.microsoft.com/office/drawing/2014/main" id="{F2FB1E5D-FC20-4465-9ECB-4B9DE03B2722}"/>
                </a:ext>
              </a:extLst>
            </p:cNvPr>
            <p:cNvSpPr>
              <a:spLocks noChangeShapeType="1"/>
            </p:cNvSpPr>
            <p:nvPr/>
          </p:nvSpPr>
          <p:spPr bwMode="auto">
            <a:xfrm>
              <a:off x="4687377" y="3722586"/>
              <a:ext cx="4044" cy="6520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4819" name="Rectangle 1026"/>
          <p:cNvSpPr>
            <a:spLocks noGrp="1" noChangeArrowheads="1"/>
          </p:cNvSpPr>
          <p:nvPr>
            <p:ph type="title"/>
          </p:nvPr>
        </p:nvSpPr>
        <p:spPr/>
        <p:txBody>
          <a:bodyPr/>
          <a:lstStyle/>
          <a:p>
            <a:r>
              <a:rPr lang="en-US" altLang="en-US"/>
              <a:t>Two-Level Page-Table Scheme (Cont.)</a:t>
            </a:r>
          </a:p>
        </p:txBody>
      </p:sp>
      <p:sp>
        <p:nvSpPr>
          <p:cNvPr id="34820" name="Rectangle 1028"/>
          <p:cNvSpPr>
            <a:spLocks noChangeArrowheads="1"/>
          </p:cNvSpPr>
          <p:nvPr/>
        </p:nvSpPr>
        <p:spPr bwMode="auto">
          <a:xfrm>
            <a:off x="2090738" y="2097088"/>
            <a:ext cx="2592387" cy="3600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pic>
        <p:nvPicPr>
          <p:cNvPr id="34821" name="Picture 7" descr="Capture.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517650"/>
            <a:ext cx="8496300"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Rectangle 10"/>
          <p:cNvSpPr>
            <a:spLocks noChangeArrowheads="1"/>
          </p:cNvSpPr>
          <p:nvPr/>
        </p:nvSpPr>
        <p:spPr bwMode="auto">
          <a:xfrm>
            <a:off x="6396785" y="3286573"/>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Number of Entries: 2</a:t>
            </a:r>
            <a:r>
              <a:rPr lang="en-US" altLang="en-US" sz="1800" baseline="30000" dirty="0">
                <a:latin typeface="Arial" charset="0"/>
                <a:cs typeface="Arial" charset="0"/>
              </a:rPr>
              <a:t>20 </a:t>
            </a:r>
            <a:endParaRPr lang="en-US" altLang="en-US" sz="1800" dirty="0">
              <a:latin typeface="Arial" charset="0"/>
              <a:cs typeface="Arial" charset="0"/>
            </a:endParaRPr>
          </a:p>
        </p:txBody>
      </p:sp>
      <p:sp>
        <p:nvSpPr>
          <p:cNvPr id="34823" name="Rectangle 11"/>
          <p:cNvSpPr>
            <a:spLocks noChangeArrowheads="1"/>
          </p:cNvSpPr>
          <p:nvPr/>
        </p:nvSpPr>
        <p:spPr bwMode="auto">
          <a:xfrm>
            <a:off x="117475" y="3805238"/>
            <a:ext cx="165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(4 x 2</a:t>
            </a:r>
            <a:r>
              <a:rPr lang="en-US" altLang="en-US" sz="1800" baseline="30000">
                <a:latin typeface="Arial" charset="0"/>
                <a:cs typeface="Arial" charset="0"/>
              </a:rPr>
              <a:t>20</a:t>
            </a:r>
            <a:r>
              <a:rPr lang="en-US" altLang="en-US" sz="1800">
                <a:latin typeface="Arial" charset="0"/>
                <a:cs typeface="Arial" charset="0"/>
              </a:rPr>
              <a:t> Bytes)</a:t>
            </a:r>
          </a:p>
        </p:txBody>
      </p:sp>
      <p:sp>
        <p:nvSpPr>
          <p:cNvPr id="34824" name="Rectangle 12"/>
          <p:cNvSpPr>
            <a:spLocks noChangeArrowheads="1"/>
          </p:cNvSpPr>
          <p:nvPr/>
        </p:nvSpPr>
        <p:spPr bwMode="auto">
          <a:xfrm>
            <a:off x="287338" y="5553075"/>
            <a:ext cx="1277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(2</a:t>
            </a:r>
            <a:r>
              <a:rPr lang="en-US" altLang="en-US" sz="1800" baseline="30000">
                <a:latin typeface="Arial" charset="0"/>
                <a:cs typeface="Arial" charset="0"/>
              </a:rPr>
              <a:t>32</a:t>
            </a:r>
            <a:r>
              <a:rPr lang="en-US" altLang="en-US" sz="1800">
                <a:latin typeface="Arial" charset="0"/>
                <a:cs typeface="Arial" charset="0"/>
              </a:rPr>
              <a:t> Bytes)</a:t>
            </a:r>
          </a:p>
        </p:txBody>
      </p:sp>
      <p:sp>
        <p:nvSpPr>
          <p:cNvPr id="34825" name="Rectangle 13"/>
          <p:cNvSpPr>
            <a:spLocks noChangeArrowheads="1"/>
          </p:cNvSpPr>
          <p:nvPr/>
        </p:nvSpPr>
        <p:spPr bwMode="auto">
          <a:xfrm>
            <a:off x="117475" y="2097088"/>
            <a:ext cx="165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(4 x 2</a:t>
            </a:r>
            <a:r>
              <a:rPr lang="en-US" altLang="en-US" sz="1800" baseline="30000">
                <a:latin typeface="Arial" charset="0"/>
                <a:cs typeface="Arial" charset="0"/>
              </a:rPr>
              <a:t>10</a:t>
            </a:r>
            <a:r>
              <a:rPr lang="en-US" altLang="en-US" sz="1800">
                <a:latin typeface="Arial" charset="0"/>
                <a:cs typeface="Arial" charset="0"/>
              </a:rPr>
              <a:t> Bytes)</a:t>
            </a:r>
          </a:p>
        </p:txBody>
      </p:sp>
      <p:grpSp>
        <p:nvGrpSpPr>
          <p:cNvPr id="34826" name="Group 21"/>
          <p:cNvGrpSpPr>
            <a:grpSpLocks/>
          </p:cNvGrpSpPr>
          <p:nvPr/>
        </p:nvGrpSpPr>
        <p:grpSpPr bwMode="auto">
          <a:xfrm>
            <a:off x="1565275" y="5565775"/>
            <a:ext cx="2676525" cy="549275"/>
            <a:chOff x="1565438" y="5565315"/>
            <a:chExt cx="2675732" cy="549352"/>
          </a:xfrm>
        </p:grpSpPr>
        <p:sp>
          <p:nvSpPr>
            <p:cNvPr id="34834" name="Rectangle 8"/>
            <p:cNvSpPr>
              <a:spLocks noChangeArrowheads="1"/>
            </p:cNvSpPr>
            <p:nvPr/>
          </p:nvSpPr>
          <p:spPr bwMode="auto">
            <a:xfrm>
              <a:off x="1565438" y="5745335"/>
              <a:ext cx="26757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Page Size: 4 x 2</a:t>
              </a:r>
              <a:r>
                <a:rPr lang="en-US" altLang="en-US" sz="1800" baseline="30000">
                  <a:latin typeface="Arial" charset="0"/>
                  <a:cs typeface="Arial" charset="0"/>
                </a:rPr>
                <a:t>10</a:t>
              </a:r>
              <a:r>
                <a:rPr lang="en-US" altLang="en-US" sz="1800">
                  <a:latin typeface="Arial" charset="0"/>
                  <a:cs typeface="Arial" charset="0"/>
                </a:rPr>
                <a:t> Bytes</a:t>
              </a:r>
            </a:p>
          </p:txBody>
        </p:sp>
        <p:sp>
          <p:nvSpPr>
            <p:cNvPr id="34835" name="Left Brace 16"/>
            <p:cNvSpPr>
              <a:spLocks/>
            </p:cNvSpPr>
            <p:nvPr/>
          </p:nvSpPr>
          <p:spPr bwMode="auto">
            <a:xfrm rot="-5400000">
              <a:off x="2000728" y="5312369"/>
              <a:ext cx="180020" cy="685912"/>
            </a:xfrm>
            <a:prstGeom prst="leftBrace">
              <a:avLst>
                <a:gd name="adj1" fmla="val 8326"/>
                <a:gd name="adj2" fmla="val 50000"/>
              </a:avLst>
            </a:prstGeom>
            <a:solidFill>
              <a:schemeClr val="bg1"/>
            </a:solidFill>
            <a:ln w="12700" algn="ctr">
              <a:solidFill>
                <a:srgbClr val="002060"/>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grpSp>
        <p:nvGrpSpPr>
          <p:cNvPr id="34827" name="Group 22"/>
          <p:cNvGrpSpPr>
            <a:grpSpLocks/>
          </p:cNvGrpSpPr>
          <p:nvPr/>
        </p:nvGrpSpPr>
        <p:grpSpPr bwMode="auto">
          <a:xfrm>
            <a:off x="4221163" y="3681413"/>
            <a:ext cx="2112962" cy="677862"/>
            <a:chOff x="4221400" y="3681028"/>
            <a:chExt cx="2113078" cy="677979"/>
          </a:xfrm>
        </p:grpSpPr>
        <p:sp>
          <p:nvSpPr>
            <p:cNvPr id="34832" name="Rectangle 6"/>
            <p:cNvSpPr>
              <a:spLocks noChangeArrowheads="1"/>
            </p:cNvSpPr>
            <p:nvPr/>
          </p:nvSpPr>
          <p:spPr bwMode="auto">
            <a:xfrm>
              <a:off x="4221400" y="3989675"/>
              <a:ext cx="21130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Entry Size: 4</a:t>
              </a:r>
              <a:r>
                <a:rPr lang="en-US" altLang="en-US" sz="1800" baseline="30000">
                  <a:latin typeface="Arial" charset="0"/>
                  <a:cs typeface="Arial" charset="0"/>
                </a:rPr>
                <a:t> </a:t>
              </a:r>
              <a:r>
                <a:rPr lang="en-US" altLang="en-US" sz="1800">
                  <a:latin typeface="Arial" charset="0"/>
                  <a:cs typeface="Arial" charset="0"/>
                </a:rPr>
                <a:t>Bytes</a:t>
              </a:r>
            </a:p>
          </p:txBody>
        </p:sp>
        <p:cxnSp>
          <p:nvCxnSpPr>
            <p:cNvPr id="34833" name="Straight Connector 18"/>
            <p:cNvCxnSpPr>
              <a:cxnSpLocks noChangeShapeType="1"/>
            </p:cNvCxnSpPr>
            <p:nvPr/>
          </p:nvCxnSpPr>
          <p:spPr bwMode="auto">
            <a:xfrm flipV="1">
              <a:off x="5688124" y="3681028"/>
              <a:ext cx="36004" cy="324036"/>
            </a:xfrm>
            <a:prstGeom prst="line">
              <a:avLst/>
            </a:prstGeom>
            <a:noFill/>
            <a:ln w="12700" algn="ctr">
              <a:solidFill>
                <a:schemeClr val="tx1"/>
              </a:solidFill>
              <a:round/>
              <a:headEnd/>
              <a:tailEnd type="stealth" w="lg" len="lg"/>
            </a:ln>
            <a:extLst>
              <a:ext uri="{909E8E84-426E-40DD-AFC4-6F175D3DCCD1}">
                <a14:hiddenFill xmlns:a14="http://schemas.microsoft.com/office/drawing/2010/main">
                  <a:noFill/>
                </a14:hiddenFill>
              </a:ext>
            </a:extLst>
          </p:spPr>
        </p:cxnSp>
      </p:grpSp>
      <p:grpSp>
        <p:nvGrpSpPr>
          <p:cNvPr id="34828" name="Group 23"/>
          <p:cNvGrpSpPr>
            <a:grpSpLocks/>
          </p:cNvGrpSpPr>
          <p:nvPr/>
        </p:nvGrpSpPr>
        <p:grpSpPr bwMode="auto">
          <a:xfrm>
            <a:off x="4829175" y="2466975"/>
            <a:ext cx="2076450" cy="854075"/>
            <a:chOff x="4828823" y="2466420"/>
            <a:chExt cx="2077154" cy="854568"/>
          </a:xfrm>
        </p:grpSpPr>
        <p:sp>
          <p:nvSpPr>
            <p:cNvPr id="34830" name="Rectangle 9"/>
            <p:cNvSpPr>
              <a:spLocks noChangeArrowheads="1"/>
            </p:cNvSpPr>
            <p:nvPr/>
          </p:nvSpPr>
          <p:spPr bwMode="auto">
            <a:xfrm>
              <a:off x="4828823" y="2466420"/>
              <a:ext cx="2077154" cy="64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latin typeface="Arial" charset="0"/>
                  <a:cs typeface="Arial" charset="0"/>
                </a:rPr>
                <a:t>Number of Entries</a:t>
              </a:r>
            </a:p>
            <a:p>
              <a:pPr algn="ctr">
                <a:spcBef>
                  <a:spcPct val="0"/>
                </a:spcBef>
                <a:buSzTx/>
                <a:buFontTx/>
                <a:buNone/>
              </a:pPr>
              <a:r>
                <a:rPr lang="en-US" altLang="en-US" sz="1800">
                  <a:latin typeface="Arial" charset="0"/>
                  <a:cs typeface="Arial" charset="0"/>
                </a:rPr>
                <a:t>Per Page: 2</a:t>
              </a:r>
              <a:r>
                <a:rPr lang="en-US" altLang="en-US" sz="1800" baseline="30000">
                  <a:latin typeface="Arial" charset="0"/>
                  <a:cs typeface="Arial" charset="0"/>
                </a:rPr>
                <a:t>10 </a:t>
              </a:r>
              <a:endParaRPr lang="en-US" altLang="en-US" sz="1800">
                <a:latin typeface="Arial" charset="0"/>
                <a:cs typeface="Arial" charset="0"/>
              </a:endParaRPr>
            </a:p>
          </p:txBody>
        </p:sp>
        <p:sp>
          <p:nvSpPr>
            <p:cNvPr id="34831" name="Left Brace 20"/>
            <p:cNvSpPr>
              <a:spLocks/>
            </p:cNvSpPr>
            <p:nvPr/>
          </p:nvSpPr>
          <p:spPr bwMode="auto">
            <a:xfrm rot="5400000" flipV="1">
              <a:off x="5761571" y="2888022"/>
              <a:ext cx="180020" cy="685912"/>
            </a:xfrm>
            <a:prstGeom prst="leftBrace">
              <a:avLst>
                <a:gd name="adj1" fmla="val 8326"/>
                <a:gd name="adj2" fmla="val 50000"/>
              </a:avLst>
            </a:prstGeom>
            <a:solidFill>
              <a:schemeClr val="bg1"/>
            </a:solidFill>
            <a:ln w="12700" algn="ctr">
              <a:solidFill>
                <a:srgbClr val="002060"/>
              </a:solidFill>
              <a:round/>
              <a:headEnd/>
              <a:tailEnd/>
            </a:ln>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grpSp>
      <p:sp>
        <p:nvSpPr>
          <p:cNvPr id="34829" name="TextBox 24"/>
          <p:cNvSpPr txBox="1">
            <a:spLocks noChangeArrowheads="1"/>
          </p:cNvSpPr>
          <p:nvPr/>
        </p:nvSpPr>
        <p:spPr bwMode="auto">
          <a:xfrm>
            <a:off x="222250" y="1517650"/>
            <a:ext cx="1343025"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latin typeface="Times New Roman" pitchFamily="18" charset="0"/>
                <a:cs typeface="Times New Roman" pitchFamily="18" charset="0"/>
              </a:rPr>
              <a:t>4-Kbye outer</a:t>
            </a:r>
          </a:p>
        </p:txBody>
      </p:sp>
      <p:sp>
        <p:nvSpPr>
          <p:cNvPr id="20" name="Rectangle 10"/>
          <p:cNvSpPr>
            <a:spLocks noChangeArrowheads="1"/>
          </p:cNvSpPr>
          <p:nvPr/>
        </p:nvSpPr>
        <p:spPr bwMode="auto">
          <a:xfrm>
            <a:off x="2701097" y="1534699"/>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Number of Entries: 2</a:t>
            </a:r>
            <a:r>
              <a:rPr lang="en-US" altLang="en-US" sz="1800" baseline="30000" dirty="0">
                <a:latin typeface="Arial" charset="0"/>
                <a:cs typeface="Arial" charset="0"/>
              </a:rPr>
              <a:t>10 </a:t>
            </a:r>
            <a:endParaRPr lang="en-US" altLang="en-US" sz="1800" dirty="0">
              <a:latin typeface="Arial" charset="0"/>
              <a:cs typeface="Arial" charset="0"/>
            </a:endParaRPr>
          </a:p>
        </p:txBody>
      </p:sp>
      <p:sp>
        <p:nvSpPr>
          <p:cNvPr id="21" name="Rectangle 10"/>
          <p:cNvSpPr>
            <a:spLocks noChangeArrowheads="1"/>
          </p:cNvSpPr>
          <p:nvPr/>
        </p:nvSpPr>
        <p:spPr bwMode="auto">
          <a:xfrm>
            <a:off x="5761802" y="5654675"/>
            <a:ext cx="2449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Number of Pages: 2</a:t>
            </a:r>
            <a:r>
              <a:rPr lang="en-US" altLang="en-US" sz="1800" baseline="30000" dirty="0">
                <a:latin typeface="Arial" charset="0"/>
                <a:cs typeface="Arial" charset="0"/>
              </a:rPr>
              <a:t>20 </a:t>
            </a:r>
            <a:endParaRPr lang="en-US" altLang="en-US" sz="1800" dirty="0">
              <a:latin typeface="Arial" charset="0"/>
              <a:cs typeface="Arial" charset="0"/>
            </a:endParaRPr>
          </a:p>
        </p:txBody>
      </p:sp>
      <p:sp>
        <p:nvSpPr>
          <p:cNvPr id="22" name="Rectangle 10"/>
          <p:cNvSpPr>
            <a:spLocks noChangeArrowheads="1"/>
          </p:cNvSpPr>
          <p:nvPr/>
        </p:nvSpPr>
        <p:spPr bwMode="auto">
          <a:xfrm>
            <a:off x="6387252" y="3620849"/>
            <a:ext cx="2449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dirty="0">
                <a:latin typeface="Arial" charset="0"/>
                <a:cs typeface="Arial" charset="0"/>
              </a:rPr>
              <a:t>Number of Pages: 2</a:t>
            </a:r>
            <a:r>
              <a:rPr lang="en-US" altLang="en-US" sz="1800" baseline="30000" dirty="0">
                <a:latin typeface="Arial" charset="0"/>
                <a:cs typeface="Arial" charset="0"/>
              </a:rPr>
              <a:t>10 </a:t>
            </a:r>
            <a:endParaRPr lang="en-US" altLang="en-US" sz="1800" dirty="0">
              <a:latin typeface="Arial" charset="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6867" name="Rectangle 1027"/>
          <p:cNvSpPr>
            <a:spLocks noGrp="1" noChangeArrowheads="1"/>
          </p:cNvSpPr>
          <p:nvPr>
            <p:ph type="body" idx="1"/>
          </p:nvPr>
        </p:nvSpPr>
        <p:spPr>
          <a:xfrm>
            <a:off x="482599" y="1250526"/>
            <a:ext cx="8245475" cy="5014912"/>
          </a:xfrm>
        </p:spPr>
        <p:txBody>
          <a:bodyPr/>
          <a:lstStyle/>
          <a:p>
            <a:pPr>
              <a:spcBef>
                <a:spcPts val="1200"/>
              </a:spcBef>
            </a:pPr>
            <a:r>
              <a:rPr lang="en-US" altLang="en-US" sz="2400" dirty="0"/>
              <a:t>Since the page table is paged, the page number is further divided into:</a:t>
            </a:r>
          </a:p>
          <a:p>
            <a:pPr marL="628650" lvl="1">
              <a:spcBef>
                <a:spcPts val="600"/>
              </a:spcBef>
            </a:pPr>
            <a:r>
              <a:rPr lang="en-US" altLang="en-US" sz="2400" i="1" dirty="0"/>
              <a:t>p</a:t>
            </a:r>
            <a:r>
              <a:rPr lang="en-US" altLang="en-US" sz="2400" i="1" baseline="-25000" dirty="0"/>
              <a:t>1</a:t>
            </a:r>
            <a:r>
              <a:rPr lang="en-US" altLang="en-US" sz="2400" dirty="0"/>
              <a:t>: an index into the outer page (second level) table</a:t>
            </a:r>
          </a:p>
          <a:p>
            <a:pPr marL="1028700" lvl="2">
              <a:spcBef>
                <a:spcPts val="0"/>
              </a:spcBef>
            </a:pPr>
            <a:r>
              <a:rPr lang="en-US" altLang="en-US" sz="2000" dirty="0"/>
              <a:t>The outer page table contains (4 x 2</a:t>
            </a:r>
            <a:r>
              <a:rPr lang="en-US" altLang="en-US" sz="2000" baseline="30000" dirty="0"/>
              <a:t>20</a:t>
            </a:r>
            <a:r>
              <a:rPr lang="en-US" altLang="en-US" sz="2000" dirty="0"/>
              <a:t>) / 4K = 2</a:t>
            </a:r>
            <a:r>
              <a:rPr lang="en-US" altLang="en-US" sz="2000" baseline="30000" dirty="0"/>
              <a:t>10</a:t>
            </a:r>
            <a:r>
              <a:rPr lang="en-US" altLang="en-US" sz="2000" dirty="0"/>
              <a:t> number of entries -&gt; 10 bits for </a:t>
            </a:r>
            <a:r>
              <a:rPr lang="en-US" altLang="en-US" sz="2000" i="1" dirty="0"/>
              <a:t>p</a:t>
            </a:r>
            <a:r>
              <a:rPr lang="en-US" altLang="en-US" sz="2000" i="1" baseline="-25000" dirty="0"/>
              <a:t>1</a:t>
            </a:r>
            <a:r>
              <a:rPr lang="en-US" altLang="en-US" sz="2000" dirty="0"/>
              <a:t> </a:t>
            </a:r>
          </a:p>
          <a:p>
            <a:pPr marL="628650" lvl="1">
              <a:spcBef>
                <a:spcPts val="600"/>
              </a:spcBef>
            </a:pPr>
            <a:r>
              <a:rPr lang="en-US" altLang="en-US" sz="2400" i="1" dirty="0"/>
              <a:t>p</a:t>
            </a:r>
            <a:r>
              <a:rPr lang="en-US" altLang="en-US" sz="2400" i="1" baseline="-25000" dirty="0"/>
              <a:t>2</a:t>
            </a:r>
            <a:r>
              <a:rPr lang="en-US" altLang="en-US" sz="2400" dirty="0"/>
              <a:t>: is an index into a page of the inner (first level) page table</a:t>
            </a:r>
          </a:p>
          <a:p>
            <a:pPr lvl="2">
              <a:spcBef>
                <a:spcPts val="0"/>
              </a:spcBef>
            </a:pPr>
            <a:r>
              <a:rPr lang="en-US" altLang="en-US" sz="2000" dirty="0"/>
              <a:t>Each page in the page table contains(4 x 2</a:t>
            </a:r>
            <a:r>
              <a:rPr lang="en-US" altLang="en-US" sz="2000" baseline="30000" dirty="0"/>
              <a:t>10</a:t>
            </a:r>
            <a:r>
              <a:rPr lang="en-US" altLang="en-US" sz="2000" dirty="0"/>
              <a:t>) / 4 = 2</a:t>
            </a:r>
            <a:r>
              <a:rPr lang="en-US" altLang="en-US" sz="2000" baseline="30000" dirty="0"/>
              <a:t>10</a:t>
            </a:r>
            <a:r>
              <a:rPr lang="en-US" altLang="en-US" sz="2000" dirty="0"/>
              <a:t> number of entries -&gt; 10 bits for </a:t>
            </a:r>
            <a:r>
              <a:rPr lang="en-US" altLang="en-US" sz="2000" i="1" dirty="0"/>
              <a:t>p</a:t>
            </a:r>
            <a:r>
              <a:rPr lang="en-US" altLang="en-US" sz="2000" i="1" baseline="-25000" dirty="0"/>
              <a:t>2</a:t>
            </a:r>
          </a:p>
          <a:p>
            <a:pPr>
              <a:spcBef>
                <a:spcPts val="1200"/>
              </a:spcBef>
            </a:pPr>
            <a:r>
              <a:rPr lang="en-US" altLang="en-US" sz="2400" dirty="0"/>
              <a:t>Thus, a logical address is as follows:</a:t>
            </a:r>
            <a:br>
              <a:rPr lang="en-US" altLang="en-US" sz="2400" dirty="0"/>
            </a:br>
            <a:br>
              <a:rPr lang="en-US" altLang="en-US" sz="2400" dirty="0"/>
            </a:br>
            <a:br>
              <a:rPr lang="en-US" altLang="en-US" sz="3600" dirty="0"/>
            </a:br>
            <a:br>
              <a:rPr lang="en-US" altLang="en-US" sz="3600" dirty="0"/>
            </a:br>
            <a:br>
              <a:rPr lang="en-US" altLang="en-US" sz="3600" dirty="0"/>
            </a:br>
            <a:br>
              <a:rPr lang="en-US" altLang="en-US" sz="3600" dirty="0"/>
            </a:br>
            <a:endParaRPr lang="en-US" altLang="en-US" sz="3600" dirty="0"/>
          </a:p>
        </p:txBody>
      </p:sp>
      <p:grpSp>
        <p:nvGrpSpPr>
          <p:cNvPr id="2" name="Group 1">
            <a:extLst>
              <a:ext uri="{FF2B5EF4-FFF2-40B4-BE49-F238E27FC236}">
                <a16:creationId xmlns:a16="http://schemas.microsoft.com/office/drawing/2014/main" id="{59309485-73AF-4BEC-A637-1F9C1205C2C9}"/>
              </a:ext>
            </a:extLst>
          </p:cNvPr>
          <p:cNvGrpSpPr/>
          <p:nvPr/>
        </p:nvGrpSpPr>
        <p:grpSpPr>
          <a:xfrm>
            <a:off x="2859671" y="5052508"/>
            <a:ext cx="3687762" cy="1487992"/>
            <a:chOff x="2859671" y="5100949"/>
            <a:chExt cx="3687762" cy="1487992"/>
          </a:xfrm>
        </p:grpSpPr>
        <p:grpSp>
          <p:nvGrpSpPr>
            <p:cNvPr id="36868" name="Group 1028"/>
            <p:cNvGrpSpPr>
              <a:grpSpLocks/>
            </p:cNvGrpSpPr>
            <p:nvPr/>
          </p:nvGrpSpPr>
          <p:grpSpPr bwMode="auto">
            <a:xfrm>
              <a:off x="2859671" y="5100949"/>
              <a:ext cx="3687762" cy="1487992"/>
              <a:chOff x="1776" y="2629"/>
              <a:chExt cx="1824" cy="639"/>
            </a:xfrm>
          </p:grpSpPr>
          <p:sp>
            <p:nvSpPr>
              <p:cNvPr id="36871" name="Rectangle 1029"/>
              <p:cNvSpPr>
                <a:spLocks noChangeArrowheads="1"/>
              </p:cNvSpPr>
              <p:nvPr/>
            </p:nvSpPr>
            <p:spPr bwMode="auto">
              <a:xfrm>
                <a:off x="1776" y="2786"/>
                <a:ext cx="1824" cy="288"/>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36872" name="Text Box 1030"/>
              <p:cNvSpPr txBox="1">
                <a:spLocks noChangeArrowheads="1"/>
              </p:cNvSpPr>
              <p:nvPr/>
            </p:nvSpPr>
            <p:spPr bwMode="auto">
              <a:xfrm>
                <a:off x="1879" y="2629"/>
                <a:ext cx="75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page number</a:t>
                </a:r>
              </a:p>
            </p:txBody>
          </p:sp>
          <p:sp>
            <p:nvSpPr>
              <p:cNvPr id="36873" name="Text Box 1031"/>
              <p:cNvSpPr txBox="1">
                <a:spLocks noChangeArrowheads="1"/>
              </p:cNvSpPr>
              <p:nvPr/>
            </p:nvSpPr>
            <p:spPr bwMode="auto">
              <a:xfrm>
                <a:off x="2793" y="2629"/>
                <a:ext cx="650"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page offset</a:t>
                </a:r>
              </a:p>
            </p:txBody>
          </p:sp>
          <p:sp>
            <p:nvSpPr>
              <p:cNvPr id="36874" name="Text Box 1032"/>
              <p:cNvSpPr txBox="1">
                <a:spLocks noChangeArrowheads="1"/>
              </p:cNvSpPr>
              <p:nvPr/>
            </p:nvSpPr>
            <p:spPr bwMode="auto">
              <a:xfrm>
                <a:off x="1942" y="2864"/>
                <a:ext cx="19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i="1"/>
                  <a:t>p</a:t>
                </a:r>
                <a:r>
                  <a:rPr lang="en-US" altLang="en-US" sz="1800" baseline="-25000"/>
                  <a:t>1</a:t>
                </a:r>
                <a:endParaRPr lang="en-US" altLang="en-US" sz="1800"/>
              </a:p>
            </p:txBody>
          </p:sp>
          <p:sp>
            <p:nvSpPr>
              <p:cNvPr id="36875" name="Text Box 1033"/>
              <p:cNvSpPr txBox="1">
                <a:spLocks noChangeArrowheads="1"/>
              </p:cNvSpPr>
              <p:nvPr/>
            </p:nvSpPr>
            <p:spPr bwMode="auto">
              <a:xfrm>
                <a:off x="2362" y="2871"/>
                <a:ext cx="19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i="1"/>
                  <a:t>p</a:t>
                </a:r>
                <a:r>
                  <a:rPr lang="en-US" altLang="en-US" sz="1800" baseline="-25000"/>
                  <a:t>2</a:t>
                </a:r>
                <a:endParaRPr lang="en-US" altLang="en-US" sz="1800"/>
              </a:p>
            </p:txBody>
          </p:sp>
          <p:sp>
            <p:nvSpPr>
              <p:cNvPr id="36876" name="Text Box 1034"/>
              <p:cNvSpPr txBox="1">
                <a:spLocks noChangeArrowheads="1"/>
              </p:cNvSpPr>
              <p:nvPr/>
            </p:nvSpPr>
            <p:spPr bwMode="auto">
              <a:xfrm>
                <a:off x="3024" y="2871"/>
                <a:ext cx="15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i="1"/>
                  <a:t>d</a:t>
                </a:r>
                <a:endParaRPr lang="en-US" altLang="en-US" sz="1800"/>
              </a:p>
            </p:txBody>
          </p:sp>
          <p:sp>
            <p:nvSpPr>
              <p:cNvPr id="36877" name="Text Box 1035"/>
              <p:cNvSpPr txBox="1">
                <a:spLocks noChangeArrowheads="1"/>
              </p:cNvSpPr>
              <p:nvPr/>
            </p:nvSpPr>
            <p:spPr bwMode="auto">
              <a:xfrm>
                <a:off x="1902" y="3111"/>
                <a:ext cx="21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10</a:t>
                </a:r>
              </a:p>
            </p:txBody>
          </p:sp>
          <p:sp>
            <p:nvSpPr>
              <p:cNvPr id="36878" name="Text Box 1036"/>
              <p:cNvSpPr txBox="1">
                <a:spLocks noChangeArrowheads="1"/>
              </p:cNvSpPr>
              <p:nvPr/>
            </p:nvSpPr>
            <p:spPr bwMode="auto">
              <a:xfrm>
                <a:off x="2333" y="3111"/>
                <a:ext cx="21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dirty="0"/>
                  <a:t>10</a:t>
                </a:r>
              </a:p>
            </p:txBody>
          </p:sp>
          <p:sp>
            <p:nvSpPr>
              <p:cNvPr id="36879" name="Text Box 1037"/>
              <p:cNvSpPr txBox="1">
                <a:spLocks noChangeArrowheads="1"/>
              </p:cNvSpPr>
              <p:nvPr/>
            </p:nvSpPr>
            <p:spPr bwMode="auto">
              <a:xfrm>
                <a:off x="2969" y="3110"/>
                <a:ext cx="216"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12</a:t>
                </a:r>
              </a:p>
            </p:txBody>
          </p:sp>
          <p:sp>
            <p:nvSpPr>
              <p:cNvPr id="36880" name="Line 1038"/>
              <p:cNvSpPr>
                <a:spLocks noChangeShapeType="1"/>
              </p:cNvSpPr>
              <p:nvPr/>
            </p:nvSpPr>
            <p:spPr bwMode="auto">
              <a:xfrm>
                <a:off x="2732" y="2786"/>
                <a:ext cx="2" cy="2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grpSp>
        <p:sp>
          <p:nvSpPr>
            <p:cNvPr id="36869" name="Line 1040"/>
            <p:cNvSpPr>
              <a:spLocks noChangeShapeType="1"/>
            </p:cNvSpPr>
            <p:nvPr/>
          </p:nvSpPr>
          <p:spPr bwMode="auto">
            <a:xfrm>
              <a:off x="3788925" y="5466542"/>
              <a:ext cx="4045" cy="6988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grpSp>
      <p:sp>
        <p:nvSpPr>
          <p:cNvPr id="36870" name="Rectangle 1026"/>
          <p:cNvSpPr>
            <a:spLocks noGrp="1" noChangeArrowheads="1"/>
          </p:cNvSpPr>
          <p:nvPr>
            <p:ph type="title"/>
          </p:nvPr>
        </p:nvSpPr>
        <p:spPr>
          <a:xfrm>
            <a:off x="1162050" y="495300"/>
            <a:ext cx="6886575" cy="457200"/>
          </a:xfrm>
        </p:spPr>
        <p:txBody>
          <a:bodyPr/>
          <a:lstStyle/>
          <a:p>
            <a:r>
              <a:rPr lang="en-US" altLang="en-US"/>
              <a:t>Two-Level Page-Table Scheme (Cont.)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2759075"/>
            <a:ext cx="7097712"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7892" name="Rectangle 3"/>
          <p:cNvSpPr>
            <a:spLocks noGrp="1" noChangeArrowheads="1"/>
          </p:cNvSpPr>
          <p:nvPr>
            <p:ph type="body" idx="1"/>
          </p:nvPr>
        </p:nvSpPr>
        <p:spPr>
          <a:xfrm>
            <a:off x="555625" y="1282700"/>
            <a:ext cx="8162925" cy="939800"/>
          </a:xfrm>
        </p:spPr>
        <p:txBody>
          <a:bodyPr/>
          <a:lstStyle/>
          <a:p>
            <a:r>
              <a:rPr lang="en-US" altLang="en-US" sz="2800"/>
              <a:t>Address-translation scheme for a two-level 32-bit paging architecture</a:t>
            </a:r>
          </a:p>
        </p:txBody>
      </p:sp>
      <p:grpSp>
        <p:nvGrpSpPr>
          <p:cNvPr id="2" name="Group 17"/>
          <p:cNvGrpSpPr>
            <a:grpSpLocks/>
          </p:cNvGrpSpPr>
          <p:nvPr/>
        </p:nvGrpSpPr>
        <p:grpSpPr bwMode="auto">
          <a:xfrm>
            <a:off x="1905000" y="2312988"/>
            <a:ext cx="863600" cy="1295400"/>
            <a:chOff x="1200" y="1488"/>
            <a:chExt cx="544" cy="816"/>
          </a:xfrm>
        </p:grpSpPr>
        <p:sp>
          <p:nvSpPr>
            <p:cNvPr id="37913" name="Text Box 7"/>
            <p:cNvSpPr txBox="1">
              <a:spLocks noChangeArrowheads="1"/>
            </p:cNvSpPr>
            <p:nvPr/>
          </p:nvSpPr>
          <p:spPr bwMode="auto">
            <a:xfrm>
              <a:off x="1200" y="1488"/>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PTBR</a:t>
              </a:r>
            </a:p>
          </p:txBody>
        </p:sp>
        <p:sp>
          <p:nvSpPr>
            <p:cNvPr id="37914" name="Line 8"/>
            <p:cNvSpPr>
              <a:spLocks noChangeShapeType="1"/>
            </p:cNvSpPr>
            <p:nvPr/>
          </p:nvSpPr>
          <p:spPr bwMode="auto">
            <a:xfrm flipV="1">
              <a:off x="1536" y="1680"/>
              <a:ext cx="0" cy="6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15" name="Line 9"/>
            <p:cNvSpPr>
              <a:spLocks noChangeShapeType="1"/>
            </p:cNvSpPr>
            <p:nvPr/>
          </p:nvSpPr>
          <p:spPr bwMode="auto">
            <a:xfrm flipV="1">
              <a:off x="1536" y="2304"/>
              <a:ext cx="192"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83978" name="Text Box 10"/>
          <p:cNvSpPr txBox="1">
            <a:spLocks noChangeArrowheads="1"/>
          </p:cNvSpPr>
          <p:nvPr/>
        </p:nvSpPr>
        <p:spPr bwMode="auto">
          <a:xfrm>
            <a:off x="3203575" y="39814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F#1</a:t>
            </a:r>
          </a:p>
        </p:txBody>
      </p:sp>
      <p:sp>
        <p:nvSpPr>
          <p:cNvPr id="83979" name="Text Box 11"/>
          <p:cNvSpPr txBox="1">
            <a:spLocks noChangeArrowheads="1"/>
          </p:cNvSpPr>
          <p:nvPr/>
        </p:nvSpPr>
        <p:spPr bwMode="auto">
          <a:xfrm>
            <a:off x="5334000" y="4556125"/>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grpSp>
        <p:nvGrpSpPr>
          <p:cNvPr id="3" name="Group 19"/>
          <p:cNvGrpSpPr>
            <a:grpSpLocks/>
          </p:cNvGrpSpPr>
          <p:nvPr/>
        </p:nvGrpSpPr>
        <p:grpSpPr bwMode="auto">
          <a:xfrm>
            <a:off x="6702425" y="3476625"/>
            <a:ext cx="1066800" cy="336550"/>
            <a:chOff x="4368" y="2736"/>
            <a:chExt cx="672" cy="212"/>
          </a:xfrm>
        </p:grpSpPr>
        <p:grpSp>
          <p:nvGrpSpPr>
            <p:cNvPr id="37907" name="Group 16"/>
            <p:cNvGrpSpPr>
              <a:grpSpLocks/>
            </p:cNvGrpSpPr>
            <p:nvPr/>
          </p:nvGrpSpPr>
          <p:grpSpPr bwMode="auto">
            <a:xfrm>
              <a:off x="4368" y="2736"/>
              <a:ext cx="672" cy="212"/>
              <a:chOff x="4368" y="2736"/>
              <a:chExt cx="672" cy="212"/>
            </a:xfrm>
          </p:grpSpPr>
          <p:sp>
            <p:nvSpPr>
              <p:cNvPr id="37909" name="Rectangle 12"/>
              <p:cNvSpPr>
                <a:spLocks noChangeArrowheads="1"/>
              </p:cNvSpPr>
              <p:nvPr/>
            </p:nvSpPr>
            <p:spPr bwMode="auto">
              <a:xfrm>
                <a:off x="4368" y="2736"/>
                <a:ext cx="672" cy="192"/>
              </a:xfrm>
              <a:prstGeom prst="rect">
                <a:avLst/>
              </a:prstGeom>
              <a:solidFill>
                <a:schemeClr val="bg1"/>
              </a:solidFill>
              <a:ln w="1587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37910" name="Line 13"/>
              <p:cNvSpPr>
                <a:spLocks noChangeShapeType="1"/>
              </p:cNvSpPr>
              <p:nvPr/>
            </p:nvSpPr>
            <p:spPr bwMode="auto">
              <a:xfrm>
                <a:off x="4704" y="2736"/>
                <a:ext cx="0" cy="19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11" name="Text Box 14"/>
              <p:cNvSpPr txBox="1">
                <a:spLocks noChangeArrowheads="1"/>
              </p:cNvSpPr>
              <p:nvPr/>
            </p:nvSpPr>
            <p:spPr bwMode="auto">
              <a:xfrm>
                <a:off x="4368" y="2736"/>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sp>
            <p:nvSpPr>
              <p:cNvPr id="37912" name="Text Box 15"/>
              <p:cNvSpPr txBox="1">
                <a:spLocks noChangeArrowheads="1"/>
              </p:cNvSpPr>
              <p:nvPr/>
            </p:nvSpPr>
            <p:spPr bwMode="auto">
              <a:xfrm>
                <a:off x="4774" y="273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d</a:t>
                </a:r>
              </a:p>
            </p:txBody>
          </p:sp>
        </p:grpSp>
        <p:sp>
          <p:nvSpPr>
            <p:cNvPr id="37908" name="Text Box 18"/>
            <p:cNvSpPr txBox="1">
              <a:spLocks noChangeArrowheads="1"/>
            </p:cNvSpPr>
            <p:nvPr/>
          </p:nvSpPr>
          <p:spPr bwMode="auto">
            <a:xfrm>
              <a:off x="4368" y="2736"/>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grpSp>
      <p:sp>
        <p:nvSpPr>
          <p:cNvPr id="20" name="TextBox 19"/>
          <p:cNvSpPr txBox="1">
            <a:spLocks noChangeArrowheads="1"/>
          </p:cNvSpPr>
          <p:nvPr/>
        </p:nvSpPr>
        <p:spPr bwMode="auto">
          <a:xfrm>
            <a:off x="5403850" y="3284538"/>
            <a:ext cx="1298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physical address </a:t>
            </a:r>
          </a:p>
        </p:txBody>
      </p:sp>
      <p:grpSp>
        <p:nvGrpSpPr>
          <p:cNvPr id="5" name="Group 41"/>
          <p:cNvGrpSpPr>
            <a:grpSpLocks/>
          </p:cNvGrpSpPr>
          <p:nvPr/>
        </p:nvGrpSpPr>
        <p:grpSpPr bwMode="auto">
          <a:xfrm>
            <a:off x="5616575" y="3800475"/>
            <a:ext cx="1295400" cy="755650"/>
            <a:chOff x="5616576" y="3799789"/>
            <a:chExt cx="1295684" cy="756336"/>
          </a:xfrm>
        </p:grpSpPr>
        <p:cxnSp>
          <p:nvCxnSpPr>
            <p:cNvPr id="37904" name="Straight Connector 24"/>
            <p:cNvCxnSpPr>
              <a:cxnSpLocks noChangeShapeType="1"/>
            </p:cNvCxnSpPr>
            <p:nvPr/>
          </p:nvCxnSpPr>
          <p:spPr bwMode="auto">
            <a:xfrm flipV="1">
              <a:off x="5616576" y="4093973"/>
              <a:ext cx="0" cy="462152"/>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cxnSp>
          <p:nvCxnSpPr>
            <p:cNvPr id="37905" name="Straight Connector 27"/>
            <p:cNvCxnSpPr>
              <a:cxnSpLocks noChangeShapeType="1"/>
            </p:cNvCxnSpPr>
            <p:nvPr/>
          </p:nvCxnSpPr>
          <p:spPr bwMode="auto">
            <a:xfrm flipV="1">
              <a:off x="6912260" y="3799789"/>
              <a:ext cx="0" cy="294183"/>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37906" name="Straight Connector 28"/>
            <p:cNvCxnSpPr>
              <a:cxnSpLocks noChangeShapeType="1"/>
            </p:cNvCxnSpPr>
            <p:nvPr/>
          </p:nvCxnSpPr>
          <p:spPr bwMode="auto">
            <a:xfrm flipH="1">
              <a:off x="5616576" y="4093972"/>
              <a:ext cx="1295684" cy="1"/>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grpSp>
      <p:grpSp>
        <p:nvGrpSpPr>
          <p:cNvPr id="6" name="Group 42"/>
          <p:cNvGrpSpPr>
            <a:grpSpLocks/>
          </p:cNvGrpSpPr>
          <p:nvPr/>
        </p:nvGrpSpPr>
        <p:grpSpPr bwMode="auto">
          <a:xfrm>
            <a:off x="2195513" y="3152775"/>
            <a:ext cx="5292725" cy="323850"/>
            <a:chOff x="2195736" y="3153459"/>
            <a:chExt cx="5292589" cy="323166"/>
          </a:xfrm>
        </p:grpSpPr>
        <p:cxnSp>
          <p:nvCxnSpPr>
            <p:cNvPr id="37902" name="Straight Connector 33"/>
            <p:cNvCxnSpPr>
              <a:cxnSpLocks noChangeShapeType="1"/>
            </p:cNvCxnSpPr>
            <p:nvPr/>
          </p:nvCxnSpPr>
          <p:spPr bwMode="auto">
            <a:xfrm flipV="1">
              <a:off x="2195736" y="3153459"/>
              <a:ext cx="5292588" cy="2"/>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cxnSp>
          <p:nvCxnSpPr>
            <p:cNvPr id="37903" name="Straight Connector 38"/>
            <p:cNvCxnSpPr>
              <a:cxnSpLocks noChangeShapeType="1"/>
            </p:cNvCxnSpPr>
            <p:nvPr/>
          </p:nvCxnSpPr>
          <p:spPr bwMode="auto">
            <a:xfrm flipV="1">
              <a:off x="7488324" y="3153461"/>
              <a:ext cx="1" cy="323164"/>
            </a:xfrm>
            <a:prstGeom prst="line">
              <a:avLst/>
            </a:prstGeom>
            <a:noFill/>
            <a:ln w="12700" algn="ctr">
              <a:solidFill>
                <a:srgbClr val="002060"/>
              </a:solidFill>
              <a:round/>
              <a:headEnd type="stealth" w="lg" len="lg"/>
              <a:tailEnd type="none" w="lg" len="lg"/>
            </a:ln>
            <a:extLst>
              <a:ext uri="{909E8E84-426E-40DD-AFC4-6F175D3DCCD1}">
                <a14:hiddenFill xmlns:a14="http://schemas.microsoft.com/office/drawing/2010/main">
                  <a:noFill/>
                </a14:hiddenFill>
              </a:ext>
            </a:extLst>
          </p:spPr>
        </p:cxnSp>
      </p:grpSp>
      <p:sp>
        <p:nvSpPr>
          <p:cNvPr id="37900" name="Rectangle 1026"/>
          <p:cNvSpPr>
            <a:spLocks noGrp="1" noChangeArrowheads="1"/>
          </p:cNvSpPr>
          <p:nvPr>
            <p:ph type="title"/>
          </p:nvPr>
        </p:nvSpPr>
        <p:spPr>
          <a:xfrm>
            <a:off x="1162050" y="495300"/>
            <a:ext cx="6886575" cy="457200"/>
          </a:xfrm>
        </p:spPr>
        <p:txBody>
          <a:bodyPr/>
          <a:lstStyle/>
          <a:p>
            <a:r>
              <a:rPr lang="en-US" altLang="en-US"/>
              <a:t>Two-Level Page-Table Scheme (Cont.)</a:t>
            </a:r>
          </a:p>
        </p:txBody>
      </p:sp>
      <p:sp>
        <p:nvSpPr>
          <p:cNvPr id="37901" name="TextBox 26"/>
          <p:cNvSpPr txBox="1">
            <a:spLocks noChangeArrowheads="1"/>
          </p:cNvSpPr>
          <p:nvPr/>
        </p:nvSpPr>
        <p:spPr bwMode="auto">
          <a:xfrm>
            <a:off x="7073900" y="5753100"/>
            <a:ext cx="927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a:t>physical</a:t>
            </a:r>
          </a:p>
          <a:p>
            <a:pPr algn="ctr">
              <a:spcBef>
                <a:spcPct val="0"/>
              </a:spcBef>
              <a:buSzTx/>
              <a:buFontTx/>
              <a:buNone/>
            </a:pPr>
            <a:r>
              <a:rPr lang="en-US" altLang="en-US" sz="1600"/>
              <a:t>memory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39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39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par>
                                <p:cTn id="25" presetID="22" presetClass="entr" presetSubtype="8"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8" grpId="0" autoUpdateAnimBg="0"/>
      <p:bldP spid="83979" grpId="0" autoUpdateAnimBg="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8915" name="Rectangle 2"/>
          <p:cNvSpPr>
            <a:spLocks noGrp="1" noChangeArrowheads="1"/>
          </p:cNvSpPr>
          <p:nvPr>
            <p:ph type="title"/>
          </p:nvPr>
        </p:nvSpPr>
        <p:spPr>
          <a:xfrm>
            <a:off x="1162050" y="495300"/>
            <a:ext cx="6886575" cy="457200"/>
          </a:xfrm>
        </p:spPr>
        <p:txBody>
          <a:bodyPr/>
          <a:lstStyle/>
          <a:p>
            <a:r>
              <a:rPr lang="en-US" altLang="en-US"/>
              <a:t>Inverted Page Table</a:t>
            </a:r>
          </a:p>
        </p:txBody>
      </p:sp>
      <p:sp>
        <p:nvSpPr>
          <p:cNvPr id="38916" name="Rectangle 5"/>
          <p:cNvSpPr>
            <a:spLocks noGrp="1" noChangeArrowheads="1"/>
          </p:cNvSpPr>
          <p:nvPr>
            <p:ph type="body" idx="1"/>
          </p:nvPr>
        </p:nvSpPr>
        <p:spPr>
          <a:noFill/>
        </p:spPr>
        <p:txBody>
          <a:bodyPr/>
          <a:lstStyle/>
          <a:p>
            <a:pPr>
              <a:spcBef>
                <a:spcPct val="0"/>
              </a:spcBef>
            </a:pPr>
            <a:r>
              <a:rPr lang="en-US" altLang="en-US" sz="2800"/>
              <a:t>Usually each process has its own page table. Hence the system could have many page tables,</a:t>
            </a:r>
            <a:br>
              <a:rPr lang="en-US" altLang="en-US" sz="2800"/>
            </a:br>
            <a:r>
              <a:rPr lang="en-US" altLang="en-US" sz="2800"/>
              <a:t>consuming substantial memory space</a:t>
            </a:r>
          </a:p>
          <a:p>
            <a:pPr lvl="1">
              <a:spcBef>
                <a:spcPct val="0"/>
              </a:spcBef>
            </a:pPr>
            <a:r>
              <a:rPr lang="en-US" altLang="en-US" sz="2400">
                <a:solidFill>
                  <a:srgbClr val="FF0000"/>
                </a:solidFill>
              </a:rPr>
              <a:t>The page table size is proportional to that of the logical address space.</a:t>
            </a:r>
          </a:p>
          <a:p>
            <a:pPr>
              <a:spcBef>
                <a:spcPct val="0"/>
              </a:spcBef>
            </a:pPr>
            <a:r>
              <a:rPr lang="en-US" altLang="en-US" sz="2800" b="1"/>
              <a:t>Alternative</a:t>
            </a:r>
            <a:r>
              <a:rPr lang="en-US" altLang="en-US" sz="2800"/>
              <a:t>: have a single table with one entry for each physical frame, as &lt;process-id, page-no&gt;. This is called an </a:t>
            </a:r>
            <a:r>
              <a:rPr lang="en-US" altLang="en-US" sz="2800" i="1">
                <a:solidFill>
                  <a:srgbClr val="FF0000"/>
                </a:solidFill>
              </a:rPr>
              <a:t>Inverted Page Table</a:t>
            </a:r>
            <a:r>
              <a:rPr lang="en-US" altLang="en-US" sz="2800"/>
              <a:t> </a:t>
            </a:r>
          </a:p>
          <a:p>
            <a:pPr>
              <a:spcBef>
                <a:spcPct val="0"/>
              </a:spcBef>
            </a:pPr>
            <a:r>
              <a:rPr lang="en-US" altLang="en-US" sz="2800"/>
              <a:t>Logical address: &lt;process-id, page-no, offset&gt;</a:t>
            </a:r>
          </a:p>
          <a:p>
            <a:pPr>
              <a:spcBef>
                <a:spcPct val="0"/>
              </a:spcBef>
            </a:pPr>
            <a:r>
              <a:rPr lang="en-US" altLang="en-US" sz="2800"/>
              <a:t>Increases search time: table sorted by physical address but lookups occur on logical address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600325"/>
            <a:ext cx="5508625"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9940" name="Rectangle 1026"/>
          <p:cNvSpPr>
            <a:spLocks noGrp="1" noChangeArrowheads="1"/>
          </p:cNvSpPr>
          <p:nvPr>
            <p:ph type="title"/>
          </p:nvPr>
        </p:nvSpPr>
        <p:spPr>
          <a:xfrm>
            <a:off x="1162050" y="495300"/>
            <a:ext cx="6886575" cy="457200"/>
          </a:xfrm>
        </p:spPr>
        <p:txBody>
          <a:bodyPr/>
          <a:lstStyle/>
          <a:p>
            <a:r>
              <a:rPr lang="en-US" altLang="en-US"/>
              <a:t>Inverted Page Table (Cont.)</a:t>
            </a:r>
          </a:p>
        </p:txBody>
      </p:sp>
      <p:sp>
        <p:nvSpPr>
          <p:cNvPr id="39941" name="Rectangle 1027"/>
          <p:cNvSpPr>
            <a:spLocks noGrp="1" noChangeArrowheads="1"/>
          </p:cNvSpPr>
          <p:nvPr>
            <p:ph type="body" idx="1"/>
          </p:nvPr>
        </p:nvSpPr>
        <p:spPr>
          <a:xfrm>
            <a:off x="555625" y="1282700"/>
            <a:ext cx="8162925" cy="1522413"/>
          </a:xfrm>
        </p:spPr>
        <p:txBody>
          <a:bodyPr/>
          <a:lstStyle/>
          <a:p>
            <a:pPr>
              <a:lnSpc>
                <a:spcPct val="80000"/>
              </a:lnSpc>
            </a:pPr>
            <a:r>
              <a:rPr lang="en-US" altLang="en-US" sz="2600"/>
              <a:t>To access memory, the pair &lt;process-id, page-no&gt; is presented to inverted page table to find a match.</a:t>
            </a:r>
          </a:p>
          <a:p>
            <a:pPr>
              <a:lnSpc>
                <a:spcPct val="80000"/>
              </a:lnSpc>
            </a:pPr>
            <a:r>
              <a:rPr lang="en-US" altLang="en-US" sz="2600"/>
              <a:t>If match is found, say at entry i, then  physical addr &lt;i, offset&gt; is obtained.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1987" name="Rectangle 2"/>
          <p:cNvSpPr>
            <a:spLocks noGrp="1" noChangeArrowheads="1"/>
          </p:cNvSpPr>
          <p:nvPr>
            <p:ph type="title"/>
          </p:nvPr>
        </p:nvSpPr>
        <p:spPr>
          <a:xfrm>
            <a:off x="1162050" y="495300"/>
            <a:ext cx="6886575" cy="457200"/>
          </a:xfrm>
        </p:spPr>
        <p:txBody>
          <a:bodyPr/>
          <a:lstStyle/>
          <a:p>
            <a:r>
              <a:rPr lang="en-US" altLang="en-US"/>
              <a:t>Segmentation</a:t>
            </a:r>
          </a:p>
        </p:txBody>
      </p:sp>
      <p:sp>
        <p:nvSpPr>
          <p:cNvPr id="41988" name="Rectangle 3"/>
          <p:cNvSpPr>
            <a:spLocks noGrp="1" noChangeArrowheads="1"/>
          </p:cNvSpPr>
          <p:nvPr>
            <p:ph type="body" idx="1"/>
          </p:nvPr>
        </p:nvSpPr>
        <p:spPr>
          <a:xfrm>
            <a:off x="4251325" y="1282700"/>
            <a:ext cx="4467225" cy="4960938"/>
          </a:xfrm>
        </p:spPr>
        <p:txBody>
          <a:bodyPr/>
          <a:lstStyle/>
          <a:p>
            <a:pPr>
              <a:lnSpc>
                <a:spcPct val="90000"/>
              </a:lnSpc>
              <a:tabLst>
                <a:tab pos="1833563" algn="l"/>
              </a:tabLst>
            </a:pPr>
            <a:r>
              <a:rPr lang="en-US" altLang="en-US" sz="2400" dirty="0"/>
              <a:t>A memory-management scheme that break program up into its logical </a:t>
            </a:r>
            <a:r>
              <a:rPr lang="en-US" altLang="en-US" sz="2400" i="1" dirty="0">
                <a:solidFill>
                  <a:srgbClr val="FF0000"/>
                </a:solidFill>
              </a:rPr>
              <a:t>segments</a:t>
            </a:r>
            <a:r>
              <a:rPr lang="en-US" altLang="en-US" sz="2400" dirty="0"/>
              <a:t> and allocating space for these segments into memory separately.   </a:t>
            </a:r>
          </a:p>
          <a:p>
            <a:pPr>
              <a:tabLst>
                <a:tab pos="1833563" algn="l"/>
              </a:tabLst>
            </a:pPr>
            <a:r>
              <a:rPr lang="en-US" altLang="en-US" sz="2400" dirty="0"/>
              <a:t>Unlike pages, segments can be of variable size</a:t>
            </a:r>
          </a:p>
          <a:p>
            <a:pPr>
              <a:tabLst>
                <a:tab pos="1833563" algn="l"/>
              </a:tabLst>
            </a:pPr>
            <a:r>
              <a:rPr lang="en-US" altLang="en-US" sz="2400" dirty="0"/>
              <a:t>A process has a collection of segments.</a:t>
            </a:r>
          </a:p>
          <a:p>
            <a:pPr>
              <a:tabLst>
                <a:tab pos="1833563" algn="l"/>
              </a:tabLst>
            </a:pPr>
            <a:r>
              <a:rPr lang="en-US" altLang="en-US" sz="2400" dirty="0"/>
              <a:t>Like pages of a process, segments of a process may not be allocated contiguously</a:t>
            </a:r>
          </a:p>
          <a:p>
            <a:pPr>
              <a:tabLst>
                <a:tab pos="1833563" algn="l"/>
              </a:tabLst>
            </a:pPr>
            <a:endParaRPr lang="en-US" altLang="en-US" sz="2400" dirty="0"/>
          </a:p>
        </p:txBody>
      </p:sp>
      <p:pic>
        <p:nvPicPr>
          <p:cNvPr id="4198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 y="1404938"/>
            <a:ext cx="36957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TextBox 5"/>
          <p:cNvSpPr txBox="1">
            <a:spLocks noChangeArrowheads="1"/>
          </p:cNvSpPr>
          <p:nvPr/>
        </p:nvSpPr>
        <p:spPr bwMode="auto">
          <a:xfrm>
            <a:off x="1403350" y="6021388"/>
            <a:ext cx="2155825"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a:t>logical address space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3011" name="Rectangle 1026"/>
          <p:cNvSpPr>
            <a:spLocks noGrp="1" noChangeArrowheads="1"/>
          </p:cNvSpPr>
          <p:nvPr>
            <p:ph type="title"/>
          </p:nvPr>
        </p:nvSpPr>
        <p:spPr/>
        <p:txBody>
          <a:bodyPr/>
          <a:lstStyle/>
          <a:p>
            <a:r>
              <a:rPr lang="en-US" altLang="en-US"/>
              <a:t>Segmentation (Cont.)</a:t>
            </a:r>
          </a:p>
        </p:txBody>
      </p:sp>
      <p:sp>
        <p:nvSpPr>
          <p:cNvPr id="43012" name="Oval 1027"/>
          <p:cNvSpPr>
            <a:spLocks noChangeArrowheads="1"/>
          </p:cNvSpPr>
          <p:nvPr/>
        </p:nvSpPr>
        <p:spPr bwMode="auto">
          <a:xfrm>
            <a:off x="1371600" y="1600200"/>
            <a:ext cx="2895600" cy="3962400"/>
          </a:xfrm>
          <a:prstGeom prst="ellipse">
            <a:avLst/>
          </a:prstGeom>
          <a:solidFill>
            <a:schemeClr val="bg1"/>
          </a:solidFill>
          <a:ln w="9525">
            <a:solidFill>
              <a:schemeClr val="tx1"/>
            </a:solidFill>
            <a:round/>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3013" name="Rectangle 1028"/>
          <p:cNvSpPr>
            <a:spLocks noChangeArrowheads="1"/>
          </p:cNvSpPr>
          <p:nvPr/>
        </p:nvSpPr>
        <p:spPr bwMode="auto">
          <a:xfrm>
            <a:off x="1905000" y="2286000"/>
            <a:ext cx="990600" cy="533400"/>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1</a:t>
            </a:r>
          </a:p>
        </p:txBody>
      </p:sp>
      <p:sp>
        <p:nvSpPr>
          <p:cNvPr id="43014" name="Rectangle 1029"/>
          <p:cNvSpPr>
            <a:spLocks noChangeArrowheads="1"/>
          </p:cNvSpPr>
          <p:nvPr/>
        </p:nvSpPr>
        <p:spPr bwMode="auto">
          <a:xfrm>
            <a:off x="1752600" y="3429000"/>
            <a:ext cx="914400" cy="914400"/>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3</a:t>
            </a:r>
          </a:p>
        </p:txBody>
      </p:sp>
      <p:sp>
        <p:nvSpPr>
          <p:cNvPr id="43015" name="Rectangle 1030"/>
          <p:cNvSpPr>
            <a:spLocks noChangeArrowheads="1"/>
          </p:cNvSpPr>
          <p:nvPr/>
        </p:nvSpPr>
        <p:spPr bwMode="auto">
          <a:xfrm>
            <a:off x="3200400" y="2895600"/>
            <a:ext cx="914400" cy="381000"/>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2</a:t>
            </a:r>
          </a:p>
        </p:txBody>
      </p:sp>
      <p:sp>
        <p:nvSpPr>
          <p:cNvPr id="43016" name="Rectangle 1031"/>
          <p:cNvSpPr>
            <a:spLocks noChangeArrowheads="1"/>
          </p:cNvSpPr>
          <p:nvPr/>
        </p:nvSpPr>
        <p:spPr bwMode="auto">
          <a:xfrm>
            <a:off x="3124200" y="3886200"/>
            <a:ext cx="914400" cy="533400"/>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4</a:t>
            </a:r>
          </a:p>
        </p:txBody>
      </p:sp>
      <p:grpSp>
        <p:nvGrpSpPr>
          <p:cNvPr id="43017" name="Group 1048"/>
          <p:cNvGrpSpPr>
            <a:grpSpLocks/>
          </p:cNvGrpSpPr>
          <p:nvPr/>
        </p:nvGrpSpPr>
        <p:grpSpPr bwMode="auto">
          <a:xfrm>
            <a:off x="5638800" y="1600200"/>
            <a:ext cx="1143000" cy="3962400"/>
            <a:chOff x="3888" y="1056"/>
            <a:chExt cx="720" cy="2496"/>
          </a:xfrm>
        </p:grpSpPr>
        <p:grpSp>
          <p:nvGrpSpPr>
            <p:cNvPr id="43021" name="Group 1035"/>
            <p:cNvGrpSpPr>
              <a:grpSpLocks/>
            </p:cNvGrpSpPr>
            <p:nvPr/>
          </p:nvGrpSpPr>
          <p:grpSpPr bwMode="auto">
            <a:xfrm>
              <a:off x="3888" y="1056"/>
              <a:ext cx="720" cy="672"/>
              <a:chOff x="3888" y="1056"/>
              <a:chExt cx="720" cy="672"/>
            </a:xfrm>
          </p:grpSpPr>
          <p:sp>
            <p:nvSpPr>
              <p:cNvPr id="43032" name="Rectangle 1032"/>
              <p:cNvSpPr>
                <a:spLocks noChangeArrowheads="1"/>
              </p:cNvSpPr>
              <p:nvPr/>
            </p:nvSpPr>
            <p:spPr bwMode="auto">
              <a:xfrm>
                <a:off x="3888" y="1056"/>
                <a:ext cx="720" cy="672"/>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3033" name="Line 1033"/>
              <p:cNvSpPr>
                <a:spLocks noChangeShapeType="1"/>
              </p:cNvSpPr>
              <p:nvPr/>
            </p:nvSpPr>
            <p:spPr bwMode="auto">
              <a:xfrm>
                <a:off x="3888" y="1392"/>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022" name="Group 1036"/>
            <p:cNvGrpSpPr>
              <a:grpSpLocks/>
            </p:cNvGrpSpPr>
            <p:nvPr/>
          </p:nvGrpSpPr>
          <p:grpSpPr bwMode="auto">
            <a:xfrm>
              <a:off x="3888" y="1728"/>
              <a:ext cx="720" cy="672"/>
              <a:chOff x="3888" y="1056"/>
              <a:chExt cx="720" cy="672"/>
            </a:xfrm>
          </p:grpSpPr>
          <p:sp>
            <p:nvSpPr>
              <p:cNvPr id="43030" name="Rectangle 1037"/>
              <p:cNvSpPr>
                <a:spLocks noChangeArrowheads="1"/>
              </p:cNvSpPr>
              <p:nvPr/>
            </p:nvSpPr>
            <p:spPr bwMode="auto">
              <a:xfrm>
                <a:off x="3888" y="1056"/>
                <a:ext cx="720" cy="672"/>
              </a:xfrm>
              <a:prstGeom prst="rect">
                <a:avLst/>
              </a:prstGeom>
              <a:solidFill>
                <a:srgbClr val="DDDDDD"/>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3031" name="Line 1038"/>
              <p:cNvSpPr>
                <a:spLocks noChangeShapeType="1"/>
              </p:cNvSpPr>
              <p:nvPr/>
            </p:nvSpPr>
            <p:spPr bwMode="auto">
              <a:xfrm>
                <a:off x="3888" y="1392"/>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3023" name="Text Box 1039"/>
            <p:cNvSpPr txBox="1">
              <a:spLocks noChangeArrowheads="1"/>
            </p:cNvSpPr>
            <p:nvPr/>
          </p:nvSpPr>
          <p:spPr bwMode="auto">
            <a:xfrm>
              <a:off x="4126" y="113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1</a:t>
              </a:r>
            </a:p>
          </p:txBody>
        </p:sp>
        <p:sp>
          <p:nvSpPr>
            <p:cNvPr id="43024" name="Text Box 1040"/>
            <p:cNvSpPr txBox="1">
              <a:spLocks noChangeArrowheads="1"/>
            </p:cNvSpPr>
            <p:nvPr/>
          </p:nvSpPr>
          <p:spPr bwMode="auto">
            <a:xfrm>
              <a:off x="4128" y="144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4</a:t>
              </a:r>
            </a:p>
          </p:txBody>
        </p:sp>
        <p:sp>
          <p:nvSpPr>
            <p:cNvPr id="43025" name="Rectangle 1041"/>
            <p:cNvSpPr>
              <a:spLocks noChangeArrowheads="1"/>
            </p:cNvSpPr>
            <p:nvPr/>
          </p:nvSpPr>
          <p:spPr bwMode="auto">
            <a:xfrm>
              <a:off x="3888" y="2400"/>
              <a:ext cx="720" cy="912"/>
            </a:xfrm>
            <a:prstGeom prst="rect">
              <a:avLst/>
            </a:prstGeom>
            <a:solidFill>
              <a:schemeClr val="bg1"/>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3026" name="Rectangle 1042"/>
            <p:cNvSpPr>
              <a:spLocks noChangeArrowheads="1"/>
            </p:cNvSpPr>
            <p:nvPr/>
          </p:nvSpPr>
          <p:spPr bwMode="auto">
            <a:xfrm>
              <a:off x="3888" y="3312"/>
              <a:ext cx="720" cy="240"/>
            </a:xfrm>
            <a:prstGeom prst="rect">
              <a:avLst/>
            </a:prstGeom>
            <a:solidFill>
              <a:srgbClr val="DDDDDD"/>
            </a:solidFill>
            <a:ln w="9525">
              <a:solidFill>
                <a:schemeClr val="tx1"/>
              </a:solidFill>
              <a:miter lim="800000"/>
              <a:headEnd/>
              <a:tailEnd/>
            </a:ln>
          </p:spPr>
          <p:txBody>
            <a:bodyPr wrap="none"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43027" name="Line 1043"/>
            <p:cNvSpPr>
              <a:spLocks noChangeShapeType="1"/>
            </p:cNvSpPr>
            <p:nvPr/>
          </p:nvSpPr>
          <p:spPr bwMode="auto">
            <a:xfrm>
              <a:off x="3888" y="2640"/>
              <a:ext cx="7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8" name="Text Box 1044"/>
            <p:cNvSpPr txBox="1">
              <a:spLocks noChangeArrowheads="1"/>
            </p:cNvSpPr>
            <p:nvPr/>
          </p:nvSpPr>
          <p:spPr bwMode="auto">
            <a:xfrm>
              <a:off x="4128" y="242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2</a:t>
              </a:r>
            </a:p>
          </p:txBody>
        </p:sp>
        <p:sp>
          <p:nvSpPr>
            <p:cNvPr id="43029" name="Text Box 1045"/>
            <p:cNvSpPr txBox="1">
              <a:spLocks noChangeArrowheads="1"/>
            </p:cNvSpPr>
            <p:nvPr/>
          </p:nvSpPr>
          <p:spPr bwMode="auto">
            <a:xfrm>
              <a:off x="4128" y="288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3</a:t>
              </a:r>
            </a:p>
          </p:txBody>
        </p:sp>
      </p:grpSp>
      <p:sp>
        <p:nvSpPr>
          <p:cNvPr id="43018" name="Text Box 1046"/>
          <p:cNvSpPr txBox="1">
            <a:spLocks noChangeArrowheads="1"/>
          </p:cNvSpPr>
          <p:nvPr/>
        </p:nvSpPr>
        <p:spPr bwMode="auto">
          <a:xfrm>
            <a:off x="2022475" y="5684838"/>
            <a:ext cx="1365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user space </a:t>
            </a:r>
          </a:p>
        </p:txBody>
      </p:sp>
      <p:sp>
        <p:nvSpPr>
          <p:cNvPr id="43019" name="Text Box 1047"/>
          <p:cNvSpPr txBox="1">
            <a:spLocks noChangeArrowheads="1"/>
          </p:cNvSpPr>
          <p:nvPr/>
        </p:nvSpPr>
        <p:spPr bwMode="auto">
          <a:xfrm>
            <a:off x="4883150" y="5684838"/>
            <a:ext cx="257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buSzTx/>
              <a:buFontTx/>
              <a:buNone/>
            </a:pPr>
            <a:r>
              <a:rPr lang="en-US" altLang="en-US" sz="1800"/>
              <a:t>physical memory space</a:t>
            </a:r>
          </a:p>
        </p:txBody>
      </p:sp>
      <p:sp>
        <p:nvSpPr>
          <p:cNvPr id="43020" name="TextBox 24"/>
          <p:cNvSpPr txBox="1">
            <a:spLocks noChangeArrowheads="1"/>
          </p:cNvSpPr>
          <p:nvPr/>
        </p:nvSpPr>
        <p:spPr bwMode="auto">
          <a:xfrm>
            <a:off x="1693863" y="5688013"/>
            <a:ext cx="240347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800"/>
              <a:t>logical address space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4035" name="Rectangle 2"/>
          <p:cNvSpPr>
            <a:spLocks noGrp="1" noChangeArrowheads="1"/>
          </p:cNvSpPr>
          <p:nvPr>
            <p:ph type="title"/>
          </p:nvPr>
        </p:nvSpPr>
        <p:spPr>
          <a:xfrm>
            <a:off x="1162050" y="495300"/>
            <a:ext cx="6886575" cy="457200"/>
          </a:xfrm>
        </p:spPr>
        <p:txBody>
          <a:bodyPr/>
          <a:lstStyle/>
          <a:p>
            <a:r>
              <a:rPr lang="en-US" altLang="en-US"/>
              <a:t>Address Translation </a:t>
            </a:r>
          </a:p>
        </p:txBody>
      </p:sp>
      <p:sp>
        <p:nvSpPr>
          <p:cNvPr id="44036" name="Rectangle 3"/>
          <p:cNvSpPr>
            <a:spLocks noGrp="1" noChangeArrowheads="1"/>
          </p:cNvSpPr>
          <p:nvPr>
            <p:ph type="body" idx="1"/>
          </p:nvPr>
        </p:nvSpPr>
        <p:spPr/>
        <p:txBody>
          <a:bodyPr/>
          <a:lstStyle/>
          <a:p>
            <a:pPr>
              <a:tabLst>
                <a:tab pos="1830388" algn="l"/>
                <a:tab pos="2857500" algn="ctr"/>
              </a:tabLst>
            </a:pPr>
            <a:r>
              <a:rPr lang="en-US" altLang="en-US" sz="2400"/>
              <a:t>Each segment has a segment no. &amp; offset, i.e., its logical address is:</a:t>
            </a:r>
          </a:p>
          <a:p>
            <a:pPr>
              <a:spcBef>
                <a:spcPct val="0"/>
              </a:spcBef>
              <a:buFontTx/>
              <a:buNone/>
              <a:tabLst>
                <a:tab pos="1830388" algn="l"/>
                <a:tab pos="2857500" algn="ctr"/>
              </a:tabLst>
            </a:pPr>
            <a:r>
              <a:rPr lang="en-US" altLang="en-US" sz="2400"/>
              <a:t>		&lt;segment-no, offset&gt;,</a:t>
            </a:r>
          </a:p>
          <a:p>
            <a:pPr>
              <a:tabLst>
                <a:tab pos="1830388" algn="l"/>
                <a:tab pos="2857500" algn="ctr"/>
              </a:tabLst>
            </a:pPr>
            <a:r>
              <a:rPr lang="en-US" altLang="en-US" sz="2400" i="1">
                <a:solidFill>
                  <a:srgbClr val="FF0000"/>
                </a:solidFill>
              </a:rPr>
              <a:t>Segment table</a:t>
            </a:r>
            <a:r>
              <a:rPr lang="en-US" altLang="en-US" sz="2400" i="1"/>
              <a:t>.</a:t>
            </a:r>
            <a:r>
              <a:rPr lang="en-US" altLang="en-US" sz="2400"/>
              <a:t> Each table entry has:</a:t>
            </a:r>
          </a:p>
          <a:p>
            <a:pPr lvl="1">
              <a:tabLst>
                <a:tab pos="1830388" algn="l"/>
                <a:tab pos="2857500" algn="ctr"/>
              </a:tabLst>
            </a:pPr>
            <a:r>
              <a:rPr lang="en-US" altLang="en-US" sz="2400" i="1"/>
              <a:t>base</a:t>
            </a:r>
            <a:r>
              <a:rPr lang="en-US" altLang="en-US" sz="2400"/>
              <a:t> – contains the starting physical address where the segments reside in memory.</a:t>
            </a:r>
          </a:p>
          <a:p>
            <a:pPr lvl="1">
              <a:tabLst>
                <a:tab pos="1830388" algn="l"/>
                <a:tab pos="2857500" algn="ctr"/>
              </a:tabLst>
            </a:pPr>
            <a:r>
              <a:rPr lang="en-US" altLang="en-US" sz="2400" i="1"/>
              <a:t>limit</a:t>
            </a:r>
            <a:r>
              <a:rPr lang="en-US" altLang="en-US" sz="2400"/>
              <a:t> – specifies the length of the segment.</a:t>
            </a:r>
          </a:p>
          <a:p>
            <a:pPr>
              <a:tabLst>
                <a:tab pos="1830388" algn="l"/>
                <a:tab pos="2857500" algn="ctr"/>
              </a:tabLst>
            </a:pPr>
            <a:r>
              <a:rPr lang="en-US" altLang="en-US" sz="2400" i="1">
                <a:solidFill>
                  <a:srgbClr val="FF0000"/>
                </a:solidFill>
              </a:rPr>
              <a:t>Segment-table base register </a:t>
            </a:r>
            <a:r>
              <a:rPr lang="en-US" altLang="en-US" sz="2400"/>
              <a:t>(STBR) points to the segment table’s location in memory</a:t>
            </a:r>
          </a:p>
          <a:p>
            <a:pPr>
              <a:tabLst>
                <a:tab pos="1830388" algn="l"/>
                <a:tab pos="2857500" algn="ctr"/>
              </a:tabLst>
            </a:pPr>
            <a:r>
              <a:rPr lang="en-US" altLang="en-US" sz="2400" i="1">
                <a:solidFill>
                  <a:srgbClr val="FF0000"/>
                </a:solidFill>
              </a:rPr>
              <a:t>Segment-table length register </a:t>
            </a:r>
            <a:r>
              <a:rPr lang="en-US" altLang="en-US" sz="2400"/>
              <a:t>(STLR) indicates number of segments used by a program;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5059" name="Rectangle 2"/>
          <p:cNvSpPr>
            <a:spLocks noGrp="1" noChangeArrowheads="1"/>
          </p:cNvSpPr>
          <p:nvPr>
            <p:ph type="title"/>
          </p:nvPr>
        </p:nvSpPr>
        <p:spPr>
          <a:xfrm>
            <a:off x="1162050" y="495300"/>
            <a:ext cx="6886575" cy="457200"/>
          </a:xfrm>
        </p:spPr>
        <p:txBody>
          <a:bodyPr/>
          <a:lstStyle/>
          <a:p>
            <a:r>
              <a:rPr lang="en-US" altLang="en-US"/>
              <a:t>Address Translation (Cont.)</a:t>
            </a:r>
          </a:p>
        </p:txBody>
      </p:sp>
      <p:pic>
        <p:nvPicPr>
          <p:cNvPr id="450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1419225"/>
            <a:ext cx="6684963"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430338" y="1419225"/>
            <a:ext cx="2290762" cy="523875"/>
          </a:xfrm>
          <a:prstGeom prst="rect">
            <a:avLst/>
          </a:prstGeom>
          <a:noFill/>
        </p:spPr>
        <p:txBody>
          <a:bodyPr wrap="none">
            <a:spAutoFit/>
          </a:bodyPr>
          <a:lstStyle/>
          <a:p>
            <a:pPr marL="342900" indent="-342900" algn="l">
              <a:buFontTx/>
              <a:buAutoNum type="arabicParenBoth"/>
              <a:defRPr/>
            </a:pPr>
            <a:r>
              <a:rPr lang="en-US" dirty="0">
                <a:solidFill>
                  <a:srgbClr val="FF0000"/>
                </a:solidFill>
                <a:latin typeface="Helvetica" pitchFamily="34" charset="0"/>
              </a:rPr>
              <a:t>Lookup segment table</a:t>
            </a:r>
          </a:p>
          <a:p>
            <a:pPr algn="l">
              <a:defRPr/>
            </a:pPr>
            <a:r>
              <a:rPr lang="en-US" dirty="0">
                <a:solidFill>
                  <a:srgbClr val="FF0000"/>
                </a:solidFill>
                <a:latin typeface="Helvetica" pitchFamily="34" charset="0"/>
              </a:rPr>
              <a:t>-&gt; entry s</a:t>
            </a:r>
          </a:p>
        </p:txBody>
      </p:sp>
      <p:sp>
        <p:nvSpPr>
          <p:cNvPr id="6" name="TextBox 5"/>
          <p:cNvSpPr txBox="1">
            <a:spLocks noChangeArrowheads="1"/>
          </p:cNvSpPr>
          <p:nvPr/>
        </p:nvSpPr>
        <p:spPr bwMode="auto">
          <a:xfrm>
            <a:off x="2009775" y="4329113"/>
            <a:ext cx="1673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r>
              <a:rPr lang="en-US" altLang="en-US">
                <a:solidFill>
                  <a:srgbClr val="FF0000"/>
                </a:solidFill>
              </a:rPr>
              <a:t>(2) Check if d&lt;limit</a:t>
            </a:r>
          </a:p>
        </p:txBody>
      </p:sp>
      <p:sp>
        <p:nvSpPr>
          <p:cNvPr id="7" name="TextBox 6"/>
          <p:cNvSpPr txBox="1">
            <a:spLocks noChangeArrowheads="1"/>
          </p:cNvSpPr>
          <p:nvPr/>
        </p:nvSpPr>
        <p:spPr bwMode="auto">
          <a:xfrm>
            <a:off x="4448175" y="4483100"/>
            <a:ext cx="1784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r>
              <a:rPr lang="en-US" altLang="en-US">
                <a:solidFill>
                  <a:srgbClr val="FF0000"/>
                </a:solidFill>
              </a:rPr>
              <a:t>(3) address=base+d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pic>
        <p:nvPicPr>
          <p:cNvPr id="4608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763" y="1214438"/>
            <a:ext cx="6007100" cy="520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2"/>
          <p:cNvSpPr>
            <a:spLocks noGrp="1" noChangeArrowheads="1"/>
          </p:cNvSpPr>
          <p:nvPr>
            <p:ph type="title"/>
          </p:nvPr>
        </p:nvSpPr>
        <p:spPr>
          <a:xfrm>
            <a:off x="1162050" y="495300"/>
            <a:ext cx="6886575" cy="457200"/>
          </a:xfrm>
        </p:spPr>
        <p:txBody>
          <a:bodyPr/>
          <a:lstStyle/>
          <a:p>
            <a:r>
              <a:rPr lang="en-US" altLang="en-US"/>
              <a:t>Address Translation (Cont.)</a:t>
            </a:r>
          </a:p>
        </p:txBody>
      </p:sp>
      <p:sp>
        <p:nvSpPr>
          <p:cNvPr id="2" name="TextBox 1"/>
          <p:cNvSpPr txBox="1">
            <a:spLocks noChangeArrowheads="1"/>
          </p:cNvSpPr>
          <p:nvPr/>
        </p:nvSpPr>
        <p:spPr bwMode="auto">
          <a:xfrm>
            <a:off x="546100" y="5341938"/>
            <a:ext cx="54244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pPr algn="l"/>
            <a:r>
              <a:rPr lang="en-US" altLang="en-US" sz="1600" b="1"/>
              <a:t>Q: translate &lt;3, 128&gt;</a:t>
            </a:r>
          </a:p>
          <a:p>
            <a:pPr algn="l"/>
            <a:r>
              <a:rPr lang="en-US" altLang="en-US" sz="1600">
                <a:solidFill>
                  <a:srgbClr val="FF0000"/>
                </a:solidFill>
                <a:latin typeface="Comic Sans MS" pitchFamily="66" charset="0"/>
              </a:rPr>
              <a:t>Ans: (1) lookup segment table </a:t>
            </a:r>
            <a:r>
              <a:rPr lang="en-US" altLang="en-US" sz="1600">
                <a:solidFill>
                  <a:srgbClr val="FF0000"/>
                </a:solidFill>
                <a:latin typeface="Comic Sans MS" pitchFamily="66" charset="0"/>
                <a:sym typeface="Wingdings" pitchFamily="2" charset="2"/>
              </a:rPr>
              <a:t> base=3200, limit=1100</a:t>
            </a:r>
          </a:p>
          <a:p>
            <a:pPr algn="l"/>
            <a:r>
              <a:rPr lang="en-US" altLang="en-US" sz="1600">
                <a:solidFill>
                  <a:srgbClr val="FF0000"/>
                </a:solidFill>
                <a:latin typeface="Comic Sans MS" pitchFamily="66" charset="0"/>
                <a:sym typeface="Wingdings" pitchFamily="2" charset="2"/>
              </a:rPr>
              <a:t>(2) 128&lt;1100, true.</a:t>
            </a:r>
          </a:p>
          <a:p>
            <a:pPr algn="l"/>
            <a:r>
              <a:rPr lang="en-US" altLang="en-US" sz="1600">
                <a:solidFill>
                  <a:srgbClr val="FF0000"/>
                </a:solidFill>
                <a:latin typeface="Comic Sans MS" pitchFamily="66" charset="0"/>
                <a:sym typeface="Wingdings" pitchFamily="2" charset="2"/>
              </a:rPr>
              <a:t>(3) address=3200+128</a:t>
            </a:r>
            <a:r>
              <a:rPr lang="en-US" altLang="en-US" sz="1600">
                <a:solidFill>
                  <a:srgbClr val="FF0000"/>
                </a:solidFill>
                <a:latin typeface="Comic Sans MS" pitchFamily="66" charset="0"/>
              </a:rPr>
              <a:t> =3328.</a:t>
            </a:r>
          </a:p>
        </p:txBody>
      </p:sp>
      <p:sp>
        <p:nvSpPr>
          <p:cNvPr id="3" name="Rectangle 2"/>
          <p:cNvSpPr>
            <a:spLocks noChangeArrowheads="1"/>
          </p:cNvSpPr>
          <p:nvPr/>
        </p:nvSpPr>
        <p:spPr bwMode="auto">
          <a:xfrm>
            <a:off x="4973638" y="3817938"/>
            <a:ext cx="1152525" cy="258762"/>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7" name="Rectangle 6"/>
          <p:cNvSpPr>
            <a:spLocks noChangeArrowheads="1"/>
          </p:cNvSpPr>
          <p:nvPr/>
        </p:nvSpPr>
        <p:spPr bwMode="auto">
          <a:xfrm>
            <a:off x="6732588" y="3709988"/>
            <a:ext cx="719137" cy="46037"/>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4" name="Right Brace 3"/>
          <p:cNvSpPr>
            <a:spLocks/>
          </p:cNvSpPr>
          <p:nvPr/>
        </p:nvSpPr>
        <p:spPr bwMode="auto">
          <a:xfrm>
            <a:off x="7494588" y="3536950"/>
            <a:ext cx="209550" cy="195263"/>
          </a:xfrm>
          <a:prstGeom prst="rightBrace">
            <a:avLst>
              <a:gd name="adj1" fmla="val 8333"/>
              <a:gd name="adj2" fmla="val 50000"/>
            </a:avLst>
          </a:prstGeom>
          <a:solidFill>
            <a:schemeClr val="bg1"/>
          </a:solidFill>
          <a:ln w="9525" algn="ctr">
            <a:solidFill>
              <a:schemeClr val="tx1"/>
            </a:solidFill>
            <a:round/>
            <a:headEnd/>
            <a:tailEnd/>
          </a:ln>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5" name="TextBox 4"/>
          <p:cNvSpPr txBox="1">
            <a:spLocks noChangeArrowheads="1"/>
          </p:cNvSpPr>
          <p:nvPr/>
        </p:nvSpPr>
        <p:spPr bwMode="auto">
          <a:xfrm>
            <a:off x="7632700" y="3465513"/>
            <a:ext cx="48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r>
              <a:rPr lang="en-US" altLang="en-US"/>
              <a:t>128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7107" name="Rectangle 2"/>
          <p:cNvSpPr>
            <a:spLocks noChangeArrowheads="1"/>
          </p:cNvSpPr>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800" b="1">
                <a:solidFill>
                  <a:schemeClr val="tx2"/>
                </a:solidFill>
              </a:rPr>
              <a:t>Fragmentation in Segmentation</a:t>
            </a:r>
          </a:p>
        </p:txBody>
      </p:sp>
      <p:sp>
        <p:nvSpPr>
          <p:cNvPr id="47108" name="Rectangle 3"/>
          <p:cNvSpPr>
            <a:spLocks noChangeArrowheads="1"/>
          </p:cNvSpPr>
          <p:nvPr/>
        </p:nvSpPr>
        <p:spPr bwMode="auto">
          <a:xfrm>
            <a:off x="555625" y="1282700"/>
            <a:ext cx="81629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r>
              <a:rPr lang="en-US" altLang="en-US" sz="2800"/>
              <a:t>Since segments vary in length, memory allocation is a dynamic storage-allocation problem. Usually use best-fit or first-fit.</a:t>
            </a:r>
          </a:p>
          <a:p>
            <a:r>
              <a:rPr lang="en-US" altLang="en-US" sz="2800"/>
              <a:t>Suffer from external fragmentation as process leaves the system,  its occupied segments become holes in the memory.</a:t>
            </a:r>
          </a:p>
          <a:p>
            <a:r>
              <a:rPr lang="en-US" altLang="en-US" sz="2800"/>
              <a:t>As  a process leaves the system,  its occupied segments become holes of varying sizes</a:t>
            </a:r>
            <a:br>
              <a:rPr lang="en-US" altLang="en-US" sz="2800"/>
            </a:br>
            <a:r>
              <a:rPr lang="en-US" altLang="en-US" sz="2800"/>
              <a:t>in the memory.</a:t>
            </a:r>
          </a:p>
          <a:p>
            <a:endParaRPr lang="en-US" altLang="en-US"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075" name="Rectangle 2"/>
          <p:cNvSpPr>
            <a:spLocks noGrp="1" noChangeArrowheads="1"/>
          </p:cNvSpPr>
          <p:nvPr>
            <p:ph type="title"/>
          </p:nvPr>
        </p:nvSpPr>
        <p:spPr>
          <a:xfrm>
            <a:off x="1162050" y="495300"/>
            <a:ext cx="6886575" cy="457200"/>
          </a:xfrm>
        </p:spPr>
        <p:txBody>
          <a:bodyPr/>
          <a:lstStyle/>
          <a:p>
            <a:r>
              <a:rPr lang="en-US" altLang="en-US" dirty="0"/>
              <a:t>Summary</a:t>
            </a:r>
          </a:p>
        </p:txBody>
      </p:sp>
      <p:sp>
        <p:nvSpPr>
          <p:cNvPr id="3076" name="Rectangle 5"/>
          <p:cNvSpPr>
            <a:spLocks noChangeArrowheads="1"/>
          </p:cNvSpPr>
          <p:nvPr/>
        </p:nvSpPr>
        <p:spPr bwMode="auto">
          <a:xfrm>
            <a:off x="555625" y="1282700"/>
            <a:ext cx="81629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r>
              <a:rPr lang="en-US" altLang="en-US" dirty="0"/>
              <a:t>Programs must be brought into memory for execution </a:t>
            </a:r>
            <a:r>
              <a:rPr lang="en-US" altLang="en-US" dirty="0">
                <a:sym typeface="Symbol" pitchFamily="18" charset="2"/>
              </a:rPr>
              <a:t> </a:t>
            </a:r>
            <a:r>
              <a:rPr lang="en-US" altLang="en-US" dirty="0"/>
              <a:t>Memory Allocation</a:t>
            </a:r>
          </a:p>
          <a:p>
            <a:pPr lvl="1"/>
            <a:r>
              <a:rPr lang="en-US" altLang="en-US" dirty="0"/>
              <a:t>Contiguous Allocation</a:t>
            </a:r>
          </a:p>
          <a:p>
            <a:pPr lvl="2">
              <a:buFont typeface="Arial" charset="0"/>
              <a:buChar char="•"/>
            </a:pPr>
            <a:r>
              <a:rPr lang="en-US" altLang="en-US" dirty="0"/>
              <a:t>fix partition vs. dynamic partition</a:t>
            </a:r>
          </a:p>
          <a:p>
            <a:pPr lvl="1"/>
            <a:r>
              <a:rPr lang="en-US" altLang="en-US" dirty="0"/>
              <a:t>Non-contiguous Allocation</a:t>
            </a:r>
          </a:p>
          <a:p>
            <a:pPr lvl="2">
              <a:buFont typeface="Arial" charset="0"/>
              <a:buChar char="•"/>
            </a:pPr>
            <a:r>
              <a:rPr lang="en-US" altLang="en-US" dirty="0"/>
              <a:t>paging</a:t>
            </a:r>
          </a:p>
          <a:p>
            <a:pPr lvl="1"/>
            <a:r>
              <a:rPr lang="en-US" altLang="en-US" dirty="0"/>
              <a:t>Fragmentation Problem</a:t>
            </a:r>
          </a:p>
          <a:p>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4099" name="Rectangle 2"/>
          <p:cNvSpPr>
            <a:spLocks noGrp="1" noChangeArrowheads="1"/>
          </p:cNvSpPr>
          <p:nvPr>
            <p:ph type="title"/>
          </p:nvPr>
        </p:nvSpPr>
        <p:spPr/>
        <p:txBody>
          <a:bodyPr/>
          <a:lstStyle/>
          <a:p>
            <a:r>
              <a:rPr lang="en-US" altLang="en-US" dirty="0"/>
              <a:t>Summary</a:t>
            </a:r>
          </a:p>
        </p:txBody>
      </p:sp>
      <p:sp>
        <p:nvSpPr>
          <p:cNvPr id="4100" name="Rectangle 3"/>
          <p:cNvSpPr>
            <a:spLocks noChangeArrowheads="1"/>
          </p:cNvSpPr>
          <p:nvPr/>
        </p:nvSpPr>
        <p:spPr bwMode="auto">
          <a:xfrm>
            <a:off x="555625" y="1282700"/>
            <a:ext cx="81629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200150" indent="-28575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r>
              <a:rPr lang="en-US" altLang="en-US" dirty="0">
                <a:sym typeface="Symbol" pitchFamily="18" charset="2"/>
              </a:rPr>
              <a:t>Process executes in its logical address space, but the actual code and data are stored in physical memory  </a:t>
            </a:r>
            <a:r>
              <a:rPr lang="en-US" altLang="en-US" dirty="0"/>
              <a:t>Mapping of logical address to physical address</a:t>
            </a:r>
          </a:p>
          <a:p>
            <a:pPr lvl="1"/>
            <a:r>
              <a:rPr lang="en-US" altLang="en-US" dirty="0"/>
              <a:t>Contiguous Allocation</a:t>
            </a:r>
          </a:p>
          <a:p>
            <a:pPr lvl="2">
              <a:buFont typeface="Arial" panose="020B0604020202020204" pitchFamily="34" charset="0"/>
              <a:buChar char="•"/>
            </a:pPr>
            <a:r>
              <a:rPr lang="en-US" altLang="en-US" dirty="0"/>
              <a:t>relocation register</a:t>
            </a:r>
          </a:p>
          <a:p>
            <a:pPr lvl="1"/>
            <a:r>
              <a:rPr lang="en-US" altLang="en-US" dirty="0"/>
              <a:t>Paging</a:t>
            </a:r>
          </a:p>
          <a:p>
            <a:pPr lvl="2">
              <a:spcBef>
                <a:spcPct val="0"/>
              </a:spcBef>
              <a:buSzTx/>
              <a:buFont typeface="Arial" charset="0"/>
              <a:buChar char="•"/>
            </a:pPr>
            <a:r>
              <a:rPr lang="en-US" altLang="en-US" dirty="0"/>
              <a:t>basic scheme</a:t>
            </a:r>
          </a:p>
          <a:p>
            <a:pPr lvl="2">
              <a:spcBef>
                <a:spcPct val="0"/>
              </a:spcBef>
              <a:buSzTx/>
              <a:buFont typeface="Arial" charset="0"/>
              <a:buChar char="•"/>
            </a:pPr>
            <a:r>
              <a:rPr lang="en-US" altLang="en-US" dirty="0"/>
              <a:t>using translation look-aside buffer</a:t>
            </a:r>
          </a:p>
          <a:p>
            <a:pPr lvl="2">
              <a:spcBef>
                <a:spcPct val="0"/>
              </a:spcBef>
              <a:buSzTx/>
              <a:buFont typeface="Arial" charset="0"/>
              <a:buChar char="•"/>
            </a:pPr>
            <a:r>
              <a:rPr lang="en-US" altLang="en-US" dirty="0"/>
              <a:t>multilevel paging</a:t>
            </a:r>
          </a:p>
          <a:p>
            <a:pPr lvl="2">
              <a:spcBef>
                <a:spcPct val="0"/>
              </a:spcBef>
              <a:buSzTx/>
              <a:buFont typeface="Arial" charset="0"/>
              <a:buChar char="•"/>
            </a:pPr>
            <a:r>
              <a:rPr lang="en-US" altLang="en-US" dirty="0"/>
              <a:t>Inverted page table</a:t>
            </a:r>
          </a:p>
          <a:p>
            <a:pPr lvl="1">
              <a:buSzPct val="85000"/>
              <a:buFontTx/>
              <a:buNone/>
            </a:pPr>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CPE/CSC205 &amp; CE/CZ2005 Operating Systems</a:t>
            </a:r>
          </a:p>
        </p:txBody>
      </p:sp>
      <p:grpSp>
        <p:nvGrpSpPr>
          <p:cNvPr id="13" name="Group 12"/>
          <p:cNvGrpSpPr/>
          <p:nvPr/>
        </p:nvGrpSpPr>
        <p:grpSpPr>
          <a:xfrm>
            <a:off x="1926430" y="2133600"/>
            <a:ext cx="5357813" cy="3937000"/>
            <a:chOff x="1871700" y="1412776"/>
            <a:chExt cx="5357813" cy="3937000"/>
          </a:xfrm>
        </p:grpSpPr>
        <p:pic>
          <p:nvPicPr>
            <p:cNvPr id="1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700" y="1412776"/>
              <a:ext cx="5357813"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880582" y="2764235"/>
              <a:ext cx="792088" cy="338554"/>
            </a:xfrm>
            <a:prstGeom prst="rect">
              <a:avLst/>
            </a:prstGeom>
            <a:solidFill>
              <a:schemeClr val="bg1">
                <a:lumMod val="95000"/>
              </a:schemeClr>
            </a:solidFill>
            <a:ln>
              <a:solidFill>
                <a:schemeClr val="tx1"/>
              </a:solidFill>
            </a:ln>
          </p:spPr>
          <p:txBody>
            <a:bodyPr wrap="square" rtlCol="0">
              <a:spAutoFit/>
            </a:bodyPr>
            <a:lstStyle/>
            <a:p>
              <a:r>
                <a:rPr lang="en-US" sz="1600">
                  <a:solidFill>
                    <a:srgbClr val="FF0000"/>
                  </a:solidFill>
                </a:rPr>
                <a:t>1024</a:t>
              </a:r>
              <a:endParaRPr lang="en-GB" sz="1600">
                <a:solidFill>
                  <a:srgbClr val="FF0000"/>
                </a:solidFill>
              </a:endParaRPr>
            </a:p>
          </p:txBody>
        </p:sp>
        <p:sp>
          <p:nvSpPr>
            <p:cNvPr id="9" name="TextBox 8"/>
            <p:cNvSpPr txBox="1"/>
            <p:nvPr/>
          </p:nvSpPr>
          <p:spPr>
            <a:xfrm>
              <a:off x="2809300" y="3678937"/>
              <a:ext cx="626964" cy="338554"/>
            </a:xfrm>
            <a:prstGeom prst="rect">
              <a:avLst/>
            </a:prstGeom>
            <a:solidFill>
              <a:schemeClr val="bg1"/>
            </a:solidFill>
          </p:spPr>
          <p:txBody>
            <a:bodyPr wrap="square" rtlCol="0">
              <a:spAutoFit/>
            </a:bodyPr>
            <a:lstStyle/>
            <a:p>
              <a:r>
                <a:rPr lang="en-US" sz="1600">
                  <a:solidFill>
                    <a:srgbClr val="FF0000"/>
                  </a:solidFill>
                </a:rPr>
                <a:t>800</a:t>
              </a:r>
              <a:endParaRPr lang="en-GB" sz="1600">
                <a:solidFill>
                  <a:srgbClr val="FF0000"/>
                </a:solidFill>
              </a:endParaRPr>
            </a:p>
          </p:txBody>
        </p:sp>
        <p:sp>
          <p:nvSpPr>
            <p:cNvPr id="12" name="TextBox 11"/>
            <p:cNvSpPr txBox="1"/>
            <p:nvPr/>
          </p:nvSpPr>
          <p:spPr>
            <a:xfrm>
              <a:off x="4983476" y="3678937"/>
              <a:ext cx="877325" cy="338554"/>
            </a:xfrm>
            <a:prstGeom prst="rect">
              <a:avLst/>
            </a:prstGeom>
            <a:solidFill>
              <a:schemeClr val="bg1"/>
            </a:solidFill>
          </p:spPr>
          <p:txBody>
            <a:bodyPr wrap="square" rtlCol="0">
              <a:spAutoFit/>
            </a:bodyPr>
            <a:lstStyle/>
            <a:p>
              <a:r>
                <a:rPr lang="en-US" sz="1600">
                  <a:solidFill>
                    <a:srgbClr val="FF0000"/>
                  </a:solidFill>
                </a:rPr>
                <a:t>1824</a:t>
              </a:r>
              <a:endParaRPr lang="en-GB" sz="1600">
                <a:solidFill>
                  <a:srgbClr val="FF0000"/>
                </a:solidFill>
              </a:endParaRPr>
            </a:p>
          </p:txBody>
        </p:sp>
      </p:grpSp>
      <p:sp>
        <p:nvSpPr>
          <p:cNvPr id="10" name="Rectangle 2">
            <a:extLst>
              <a:ext uri="{FF2B5EF4-FFF2-40B4-BE49-F238E27FC236}">
                <a16:creationId xmlns:a16="http://schemas.microsoft.com/office/drawing/2014/main" id="{428D08FF-6380-4A91-BB14-42B682053B4C}"/>
              </a:ext>
            </a:extLst>
          </p:cNvPr>
          <p:cNvSpPr>
            <a:spLocks noGrp="1" noChangeArrowheads="1"/>
          </p:cNvSpPr>
          <p:nvPr>
            <p:ph type="title"/>
          </p:nvPr>
        </p:nvSpPr>
        <p:spPr>
          <a:xfrm>
            <a:off x="1162050" y="495300"/>
            <a:ext cx="6886575" cy="457200"/>
          </a:xfrm>
        </p:spPr>
        <p:txBody>
          <a:bodyPr/>
          <a:lstStyle/>
          <a:p>
            <a:r>
              <a:rPr lang="en-US" altLang="en-US" dirty="0"/>
              <a:t>Summary</a:t>
            </a:r>
          </a:p>
        </p:txBody>
      </p:sp>
      <p:sp>
        <p:nvSpPr>
          <p:cNvPr id="15" name="Rectangle 3">
            <a:extLst>
              <a:ext uri="{FF2B5EF4-FFF2-40B4-BE49-F238E27FC236}">
                <a16:creationId xmlns:a16="http://schemas.microsoft.com/office/drawing/2014/main" id="{8FFC8B73-810D-4341-AE95-7478D289AA54}"/>
              </a:ext>
            </a:extLst>
          </p:cNvPr>
          <p:cNvSpPr txBox="1">
            <a:spLocks noChangeArrowheads="1"/>
          </p:cNvSpPr>
          <p:nvPr/>
        </p:nvSpPr>
        <p:spPr bwMode="auto">
          <a:xfrm>
            <a:off x="555625" y="1282700"/>
            <a:ext cx="816292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sz="2800">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600">
                <a:solidFill>
                  <a:schemeClr val="tx1"/>
                </a:solidFill>
                <a:latin typeface="+mn-lt"/>
              </a:defRPr>
            </a:lvl5pPr>
            <a:lvl6pPr marL="2514600" indent="-228600" algn="l" rtl="0" eaLnBrk="0" fontAlgn="base" hangingPunct="0">
              <a:spcBef>
                <a:spcPct val="20000"/>
              </a:spcBef>
              <a:spcAft>
                <a:spcPct val="0"/>
              </a:spcAft>
              <a:buChar char="»"/>
              <a:defRPr sz="2600">
                <a:solidFill>
                  <a:schemeClr val="tx1"/>
                </a:solidFill>
                <a:latin typeface="+mn-lt"/>
              </a:defRPr>
            </a:lvl6pPr>
            <a:lvl7pPr marL="2971800" indent="-228600" algn="l" rtl="0" eaLnBrk="0" fontAlgn="base" hangingPunct="0">
              <a:spcBef>
                <a:spcPct val="20000"/>
              </a:spcBef>
              <a:spcAft>
                <a:spcPct val="0"/>
              </a:spcAft>
              <a:buChar char="»"/>
              <a:defRPr sz="2600">
                <a:solidFill>
                  <a:schemeClr val="tx1"/>
                </a:solidFill>
                <a:latin typeface="+mn-lt"/>
              </a:defRPr>
            </a:lvl7pPr>
            <a:lvl8pPr marL="3429000" indent="-228600" algn="l" rtl="0" eaLnBrk="0" fontAlgn="base" hangingPunct="0">
              <a:spcBef>
                <a:spcPct val="20000"/>
              </a:spcBef>
              <a:spcAft>
                <a:spcPct val="0"/>
              </a:spcAft>
              <a:buChar char="»"/>
              <a:defRPr sz="2600">
                <a:solidFill>
                  <a:schemeClr val="tx1"/>
                </a:solidFill>
                <a:latin typeface="+mn-lt"/>
              </a:defRPr>
            </a:lvl8pPr>
            <a:lvl9pPr marL="3886200" indent="-228600" algn="l" rtl="0" eaLnBrk="0" fontAlgn="base" hangingPunct="0">
              <a:spcBef>
                <a:spcPct val="20000"/>
              </a:spcBef>
              <a:spcAft>
                <a:spcPct val="0"/>
              </a:spcAft>
              <a:buChar char="»"/>
              <a:defRPr sz="2600">
                <a:solidFill>
                  <a:schemeClr val="tx1"/>
                </a:solidFill>
                <a:latin typeface="+mn-lt"/>
              </a:defRPr>
            </a:lvl9pPr>
          </a:lstStyle>
          <a:p>
            <a:r>
              <a:rPr lang="en-US" altLang="en-US" kern="0" dirty="0"/>
              <a:t>Address-translation scheme for contiguous memory allocation</a:t>
            </a:r>
          </a:p>
        </p:txBody>
      </p:sp>
    </p:spTree>
    <p:extLst>
      <p:ext uri="{BB962C8B-B14F-4D97-AF65-F5344CB8AC3E}">
        <p14:creationId xmlns:p14="http://schemas.microsoft.com/office/powerpoint/2010/main" val="22422162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spcBef>
                <a:spcPct val="0"/>
              </a:spcBef>
              <a:buSzTx/>
              <a:buFontTx/>
              <a:buNone/>
            </a:pPr>
            <a:r>
              <a:rPr lang="en-US" altLang="en-US" sz="1000"/>
              <a:t>CE2005/CZ2005 Operating Systems</a:t>
            </a:r>
          </a:p>
        </p:txBody>
      </p:sp>
      <p:pic>
        <p:nvPicPr>
          <p:cNvPr id="5123" name="Picture 4"/>
          <p:cNvPicPr>
            <a:picLocks noChangeAspect="1" noChangeArrowheads="1"/>
          </p:cNvPicPr>
          <p:nvPr/>
        </p:nvPicPr>
        <p:blipFill>
          <a:blip r:embed="rId3">
            <a:extLst>
              <a:ext uri="{28A0092B-C50C-407E-A947-70E740481C1C}">
                <a14:useLocalDpi xmlns:a14="http://schemas.microsoft.com/office/drawing/2010/main" val="0"/>
              </a:ext>
            </a:extLst>
          </a:blip>
          <a:srcRect l="2158" t="674" r="1976" b="674"/>
          <a:stretch>
            <a:fillRect/>
          </a:stretch>
        </p:blipFill>
        <p:spPr bwMode="auto">
          <a:xfrm>
            <a:off x="635440" y="1683543"/>
            <a:ext cx="54991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5"/>
          <p:cNvSpPr txBox="1">
            <a:spLocks noChangeArrowheads="1"/>
          </p:cNvSpPr>
          <p:nvPr/>
        </p:nvSpPr>
        <p:spPr bwMode="auto">
          <a:xfrm>
            <a:off x="6405563" y="1554163"/>
            <a:ext cx="197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r>
              <a:rPr lang="en-US" altLang="en-US" sz="2400"/>
              <a:t>Page size: 2</a:t>
            </a:r>
            <a:r>
              <a:rPr lang="en-US" altLang="en-US" sz="2400" baseline="30000"/>
              <a:t>n</a:t>
            </a:r>
            <a:endParaRPr lang="en-US" altLang="en-US" sz="2400"/>
          </a:p>
        </p:txBody>
      </p:sp>
      <p:sp>
        <p:nvSpPr>
          <p:cNvPr id="5125" name="Text Box 6"/>
          <p:cNvSpPr txBox="1">
            <a:spLocks noChangeArrowheads="1"/>
          </p:cNvSpPr>
          <p:nvPr/>
        </p:nvSpPr>
        <p:spPr bwMode="auto">
          <a:xfrm>
            <a:off x="6405563" y="2139950"/>
            <a:ext cx="24066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spcBef>
                <a:spcPct val="0"/>
              </a:spcBef>
              <a:buSzTx/>
              <a:buFontTx/>
              <a:buNone/>
            </a:pPr>
            <a:r>
              <a:rPr lang="en-US" altLang="en-US" sz="2400"/>
              <a:t>Logical address </a:t>
            </a:r>
          </a:p>
          <a:p>
            <a:pPr>
              <a:spcBef>
                <a:spcPct val="0"/>
              </a:spcBef>
              <a:buSzTx/>
              <a:buFontTx/>
              <a:buNone/>
            </a:pPr>
            <a:r>
              <a:rPr lang="en-US" altLang="en-US" sz="2400"/>
              <a:t>space: 2</a:t>
            </a:r>
            <a:r>
              <a:rPr lang="en-US" altLang="en-US" sz="2400" baseline="30000"/>
              <a:t>m</a:t>
            </a:r>
            <a:endParaRPr lang="en-US" altLang="en-US" sz="2400"/>
          </a:p>
        </p:txBody>
      </p:sp>
      <p:sp>
        <p:nvSpPr>
          <p:cNvPr id="5126" name="Text Box 7"/>
          <p:cNvSpPr txBox="1">
            <a:spLocks noChangeArrowheads="1"/>
          </p:cNvSpPr>
          <p:nvPr/>
        </p:nvSpPr>
        <p:spPr bwMode="auto">
          <a:xfrm>
            <a:off x="6405563" y="3124200"/>
            <a:ext cx="1704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spcBef>
                <a:spcPct val="0"/>
              </a:spcBef>
              <a:buSzTx/>
              <a:buFontTx/>
              <a:buNone/>
            </a:pPr>
            <a:r>
              <a:rPr lang="en-US" altLang="en-US" sz="2400"/>
              <a:t>Number of </a:t>
            </a:r>
          </a:p>
          <a:p>
            <a:pPr>
              <a:spcBef>
                <a:spcPct val="0"/>
              </a:spcBef>
              <a:buSzTx/>
              <a:buFontTx/>
              <a:buNone/>
            </a:pPr>
            <a:r>
              <a:rPr lang="en-US" altLang="en-US" sz="2400"/>
              <a:t>pages: 2</a:t>
            </a:r>
            <a:r>
              <a:rPr lang="en-US" altLang="en-US" sz="2400" baseline="30000"/>
              <a:t>m-n</a:t>
            </a:r>
            <a:endParaRPr lang="en-US" altLang="en-US" sz="2400"/>
          </a:p>
        </p:txBody>
      </p:sp>
      <p:grpSp>
        <p:nvGrpSpPr>
          <p:cNvPr id="5127" name="Group 16"/>
          <p:cNvGrpSpPr>
            <a:grpSpLocks/>
          </p:cNvGrpSpPr>
          <p:nvPr/>
        </p:nvGrpSpPr>
        <p:grpSpPr bwMode="auto">
          <a:xfrm>
            <a:off x="6324600" y="4114800"/>
            <a:ext cx="2297113" cy="1981200"/>
            <a:chOff x="3984" y="2592"/>
            <a:chExt cx="1447" cy="1248"/>
          </a:xfrm>
        </p:grpSpPr>
        <p:sp>
          <p:nvSpPr>
            <p:cNvPr id="5129" name="Rectangle 8"/>
            <p:cNvSpPr>
              <a:spLocks noChangeArrowheads="1"/>
            </p:cNvSpPr>
            <p:nvPr/>
          </p:nvSpPr>
          <p:spPr bwMode="auto">
            <a:xfrm>
              <a:off x="4090" y="3063"/>
              <a:ext cx="1341" cy="288"/>
            </a:xfrm>
            <a:prstGeom prst="rect">
              <a:avLst/>
            </a:prstGeom>
            <a:solidFill>
              <a:schemeClr val="bg1"/>
            </a:solidFill>
            <a:ln w="19050">
              <a:solidFill>
                <a:schemeClr val="tx1"/>
              </a:solidFill>
              <a:miter lim="800000"/>
              <a:headEnd/>
              <a:tailEnd/>
            </a:ln>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endParaRPr lang="en-US" altLang="en-US" sz="1400"/>
            </a:p>
          </p:txBody>
        </p:sp>
        <p:sp>
          <p:nvSpPr>
            <p:cNvPr id="5130" name="Line 9"/>
            <p:cNvSpPr>
              <a:spLocks noChangeShapeType="1"/>
            </p:cNvSpPr>
            <p:nvPr/>
          </p:nvSpPr>
          <p:spPr bwMode="auto">
            <a:xfrm>
              <a:off x="4753" y="3063"/>
              <a:ext cx="0" cy="2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131" name="Text Box 10"/>
            <p:cNvSpPr txBox="1">
              <a:spLocks noChangeArrowheads="1"/>
            </p:cNvSpPr>
            <p:nvPr/>
          </p:nvSpPr>
          <p:spPr bwMode="auto">
            <a:xfrm>
              <a:off x="4347" y="306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r>
                <a:rPr lang="en-US" altLang="en-US" sz="2400"/>
                <a:t>p</a:t>
              </a:r>
            </a:p>
          </p:txBody>
        </p:sp>
        <p:sp>
          <p:nvSpPr>
            <p:cNvPr id="5132" name="Text Box 11"/>
            <p:cNvSpPr txBox="1">
              <a:spLocks noChangeArrowheads="1"/>
            </p:cNvSpPr>
            <p:nvPr/>
          </p:nvSpPr>
          <p:spPr bwMode="auto">
            <a:xfrm>
              <a:off x="4941" y="305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r>
                <a:rPr lang="en-US" altLang="en-US" sz="2400"/>
                <a:t>d</a:t>
              </a:r>
            </a:p>
          </p:txBody>
        </p:sp>
        <p:sp>
          <p:nvSpPr>
            <p:cNvPr id="5133" name="Text Box 12"/>
            <p:cNvSpPr txBox="1">
              <a:spLocks noChangeArrowheads="1"/>
            </p:cNvSpPr>
            <p:nvPr/>
          </p:nvSpPr>
          <p:spPr bwMode="auto">
            <a:xfrm>
              <a:off x="3984" y="3552"/>
              <a:ext cx="7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r>
                <a:rPr lang="en-US" altLang="en-US" sz="2400"/>
                <a:t>m-n bits</a:t>
              </a:r>
            </a:p>
          </p:txBody>
        </p:sp>
        <p:sp>
          <p:nvSpPr>
            <p:cNvPr id="5134" name="Text Box 13"/>
            <p:cNvSpPr txBox="1">
              <a:spLocks noChangeArrowheads="1"/>
            </p:cNvSpPr>
            <p:nvPr/>
          </p:nvSpPr>
          <p:spPr bwMode="auto">
            <a:xfrm>
              <a:off x="4800" y="2592"/>
              <a:ext cx="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r>
                <a:rPr lang="en-US" altLang="en-US" sz="2400"/>
                <a:t>n bits</a:t>
              </a:r>
            </a:p>
          </p:txBody>
        </p:sp>
        <p:sp>
          <p:nvSpPr>
            <p:cNvPr id="5135" name="AutoShape 14"/>
            <p:cNvSpPr>
              <a:spLocks/>
            </p:cNvSpPr>
            <p:nvPr/>
          </p:nvSpPr>
          <p:spPr bwMode="auto">
            <a:xfrm rot="-5400000">
              <a:off x="4320" y="3216"/>
              <a:ext cx="192" cy="576"/>
            </a:xfrm>
            <a:prstGeom prst="leftBrace">
              <a:avLst>
                <a:gd name="adj1" fmla="val 25000"/>
                <a:gd name="adj2" fmla="val 50000"/>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endParaRPr lang="en-US" altLang="en-US" sz="1400"/>
            </a:p>
          </p:txBody>
        </p:sp>
        <p:sp>
          <p:nvSpPr>
            <p:cNvPr id="5136" name="AutoShape 15"/>
            <p:cNvSpPr>
              <a:spLocks/>
            </p:cNvSpPr>
            <p:nvPr/>
          </p:nvSpPr>
          <p:spPr bwMode="auto">
            <a:xfrm rot="5400000" flipV="1">
              <a:off x="4992" y="2640"/>
              <a:ext cx="192" cy="576"/>
            </a:xfrm>
            <a:prstGeom prst="leftBrace">
              <a:avLst>
                <a:gd name="adj1" fmla="val 25000"/>
                <a:gd name="adj2" fmla="val 50000"/>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a:spcBef>
                  <a:spcPct val="50000"/>
                </a:spcBef>
                <a:buSzPct val="140000"/>
                <a:buChar char="•"/>
                <a:defRPr sz="28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800">
                  <a:solidFill>
                    <a:schemeClr val="tx1"/>
                  </a:solidFill>
                  <a:latin typeface="Helvetica" charset="0"/>
                </a:defRPr>
              </a:lvl3pPr>
              <a:lvl4pPr marL="1600200" indent="-228600" algn="l">
                <a:spcBef>
                  <a:spcPct val="20000"/>
                </a:spcBef>
                <a:buChar char="–"/>
                <a:defRPr sz="2800">
                  <a:solidFill>
                    <a:schemeClr val="tx1"/>
                  </a:solidFill>
                  <a:latin typeface="Helvetica" charset="0"/>
                </a:defRPr>
              </a:lvl4pPr>
              <a:lvl5pPr marL="2057400" indent="-228600" algn="l">
                <a:spcBef>
                  <a:spcPct val="20000"/>
                </a:spcBef>
                <a:buChar char="»"/>
                <a:defRPr sz="2600">
                  <a:solidFill>
                    <a:schemeClr val="tx1"/>
                  </a:solidFill>
                  <a:latin typeface="Helvetica" charset="0"/>
                </a:defRPr>
              </a:lvl5pPr>
              <a:lvl6pPr marL="2514600" indent="-228600" eaLnBrk="0" fontAlgn="base" hangingPunct="0">
                <a:spcBef>
                  <a:spcPct val="20000"/>
                </a:spcBef>
                <a:spcAft>
                  <a:spcPct val="0"/>
                </a:spcAft>
                <a:buChar char="»"/>
                <a:defRPr sz="2600">
                  <a:solidFill>
                    <a:schemeClr val="tx1"/>
                  </a:solidFill>
                  <a:latin typeface="Helvetica" charset="0"/>
                </a:defRPr>
              </a:lvl6pPr>
              <a:lvl7pPr marL="2971800" indent="-228600" eaLnBrk="0" fontAlgn="base" hangingPunct="0">
                <a:spcBef>
                  <a:spcPct val="20000"/>
                </a:spcBef>
                <a:spcAft>
                  <a:spcPct val="0"/>
                </a:spcAft>
                <a:buChar char="»"/>
                <a:defRPr sz="2600">
                  <a:solidFill>
                    <a:schemeClr val="tx1"/>
                  </a:solidFill>
                  <a:latin typeface="Helvetica" charset="0"/>
                </a:defRPr>
              </a:lvl7pPr>
              <a:lvl8pPr marL="3429000" indent="-228600" eaLnBrk="0" fontAlgn="base" hangingPunct="0">
                <a:spcBef>
                  <a:spcPct val="20000"/>
                </a:spcBef>
                <a:spcAft>
                  <a:spcPct val="0"/>
                </a:spcAft>
                <a:buChar char="»"/>
                <a:defRPr sz="2600">
                  <a:solidFill>
                    <a:schemeClr val="tx1"/>
                  </a:solidFill>
                  <a:latin typeface="Helvetica" charset="0"/>
                </a:defRPr>
              </a:lvl8pPr>
              <a:lvl9pPr marL="3886200" indent="-228600" eaLnBrk="0" fontAlgn="base" hangingPunct="0">
                <a:spcBef>
                  <a:spcPct val="20000"/>
                </a:spcBef>
                <a:spcAft>
                  <a:spcPct val="0"/>
                </a:spcAft>
                <a:buChar char="»"/>
                <a:defRPr sz="2600">
                  <a:solidFill>
                    <a:schemeClr val="tx1"/>
                  </a:solidFill>
                  <a:latin typeface="Helvetica" charset="0"/>
                </a:defRPr>
              </a:lvl9pPr>
            </a:lstStyle>
            <a:p>
              <a:pPr algn="ctr">
                <a:spcBef>
                  <a:spcPct val="0"/>
                </a:spcBef>
                <a:buSzTx/>
                <a:buFontTx/>
                <a:buNone/>
              </a:pPr>
              <a:endParaRPr lang="en-US" altLang="en-US" sz="1400"/>
            </a:p>
          </p:txBody>
        </p:sp>
      </p:grpSp>
      <p:sp>
        <p:nvSpPr>
          <p:cNvPr id="5128" name="Rectangle 2"/>
          <p:cNvSpPr>
            <a:spLocks noGrp="1" noChangeArrowheads="1"/>
          </p:cNvSpPr>
          <p:nvPr>
            <p:ph type="title"/>
          </p:nvPr>
        </p:nvSpPr>
        <p:spPr/>
        <p:txBody>
          <a:bodyPr/>
          <a:lstStyle/>
          <a:p>
            <a:r>
              <a:rPr lang="en-US" altLang="en-US" dirty="0"/>
              <a:t>Summary</a:t>
            </a:r>
          </a:p>
        </p:txBody>
      </p:sp>
      <p:sp>
        <p:nvSpPr>
          <p:cNvPr id="17" name="Rectangle 3">
            <a:extLst>
              <a:ext uri="{FF2B5EF4-FFF2-40B4-BE49-F238E27FC236}">
                <a16:creationId xmlns:a16="http://schemas.microsoft.com/office/drawing/2014/main" id="{E4FEB93B-5FA6-4D41-89D4-28ED62C14F78}"/>
              </a:ext>
            </a:extLst>
          </p:cNvPr>
          <p:cNvSpPr txBox="1">
            <a:spLocks noChangeArrowheads="1"/>
          </p:cNvSpPr>
          <p:nvPr/>
        </p:nvSpPr>
        <p:spPr>
          <a:xfrm>
            <a:off x="555625" y="1282700"/>
            <a:ext cx="4092575" cy="939800"/>
          </a:xfrm>
          <a:prstGeom prst="rect">
            <a:avLst/>
          </a:prstGeom>
        </p:spPr>
        <p:txBody>
          <a:bodyPr/>
          <a:lst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sz="2800">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600">
                <a:solidFill>
                  <a:schemeClr val="tx1"/>
                </a:solidFill>
                <a:latin typeface="+mn-lt"/>
              </a:defRPr>
            </a:lvl5pPr>
            <a:lvl6pPr marL="2514600" indent="-228600" algn="l" rtl="0" eaLnBrk="0" fontAlgn="base" hangingPunct="0">
              <a:spcBef>
                <a:spcPct val="20000"/>
              </a:spcBef>
              <a:spcAft>
                <a:spcPct val="0"/>
              </a:spcAft>
              <a:buChar char="»"/>
              <a:defRPr sz="2600">
                <a:solidFill>
                  <a:schemeClr val="tx1"/>
                </a:solidFill>
                <a:latin typeface="+mn-lt"/>
              </a:defRPr>
            </a:lvl6pPr>
            <a:lvl7pPr marL="2971800" indent="-228600" algn="l" rtl="0" eaLnBrk="0" fontAlgn="base" hangingPunct="0">
              <a:spcBef>
                <a:spcPct val="20000"/>
              </a:spcBef>
              <a:spcAft>
                <a:spcPct val="0"/>
              </a:spcAft>
              <a:buChar char="»"/>
              <a:defRPr sz="2600">
                <a:solidFill>
                  <a:schemeClr val="tx1"/>
                </a:solidFill>
                <a:latin typeface="+mn-lt"/>
              </a:defRPr>
            </a:lvl7pPr>
            <a:lvl8pPr marL="3429000" indent="-228600" algn="l" rtl="0" eaLnBrk="0" fontAlgn="base" hangingPunct="0">
              <a:spcBef>
                <a:spcPct val="20000"/>
              </a:spcBef>
              <a:spcAft>
                <a:spcPct val="0"/>
              </a:spcAft>
              <a:buChar char="»"/>
              <a:defRPr sz="2600">
                <a:solidFill>
                  <a:schemeClr val="tx1"/>
                </a:solidFill>
                <a:latin typeface="+mn-lt"/>
              </a:defRPr>
            </a:lvl8pPr>
            <a:lvl9pPr marL="3886200" indent="-228600" algn="l" rtl="0" eaLnBrk="0" fontAlgn="base" hangingPunct="0">
              <a:spcBef>
                <a:spcPct val="20000"/>
              </a:spcBef>
              <a:spcAft>
                <a:spcPct val="0"/>
              </a:spcAft>
              <a:buChar char="»"/>
              <a:defRPr sz="2600">
                <a:solidFill>
                  <a:schemeClr val="tx1"/>
                </a:solidFill>
                <a:latin typeface="+mn-lt"/>
              </a:defRPr>
            </a:lvl9pPr>
          </a:lstStyle>
          <a:p>
            <a:r>
              <a:rPr lang="en-US" altLang="en-US" kern="0" dirty="0"/>
              <a:t>Address-translation scheme for paging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2759075"/>
            <a:ext cx="7097712"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7892" name="Rectangle 3"/>
          <p:cNvSpPr>
            <a:spLocks noGrp="1" noChangeArrowheads="1"/>
          </p:cNvSpPr>
          <p:nvPr>
            <p:ph type="body" idx="1"/>
          </p:nvPr>
        </p:nvSpPr>
        <p:spPr>
          <a:xfrm>
            <a:off x="555625" y="1282700"/>
            <a:ext cx="8162925" cy="939800"/>
          </a:xfrm>
        </p:spPr>
        <p:txBody>
          <a:bodyPr/>
          <a:lstStyle/>
          <a:p>
            <a:r>
              <a:rPr lang="en-US" altLang="en-US" sz="2800"/>
              <a:t>Address-translation scheme for a two-level 32-bit paging architecture</a:t>
            </a:r>
          </a:p>
        </p:txBody>
      </p:sp>
      <p:grpSp>
        <p:nvGrpSpPr>
          <p:cNvPr id="2" name="Group 17"/>
          <p:cNvGrpSpPr>
            <a:grpSpLocks/>
          </p:cNvGrpSpPr>
          <p:nvPr/>
        </p:nvGrpSpPr>
        <p:grpSpPr bwMode="auto">
          <a:xfrm>
            <a:off x="1905000" y="2312988"/>
            <a:ext cx="863600" cy="1295400"/>
            <a:chOff x="1200" y="1488"/>
            <a:chExt cx="544" cy="816"/>
          </a:xfrm>
        </p:grpSpPr>
        <p:sp>
          <p:nvSpPr>
            <p:cNvPr id="37913" name="Text Box 7"/>
            <p:cNvSpPr txBox="1">
              <a:spLocks noChangeArrowheads="1"/>
            </p:cNvSpPr>
            <p:nvPr/>
          </p:nvSpPr>
          <p:spPr bwMode="auto">
            <a:xfrm>
              <a:off x="1200" y="1488"/>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2000"/>
                <a:t>PTBR</a:t>
              </a:r>
            </a:p>
          </p:txBody>
        </p:sp>
        <p:sp>
          <p:nvSpPr>
            <p:cNvPr id="37914" name="Line 8"/>
            <p:cNvSpPr>
              <a:spLocks noChangeShapeType="1"/>
            </p:cNvSpPr>
            <p:nvPr/>
          </p:nvSpPr>
          <p:spPr bwMode="auto">
            <a:xfrm flipV="1">
              <a:off x="1536" y="1680"/>
              <a:ext cx="0" cy="6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15" name="Line 9"/>
            <p:cNvSpPr>
              <a:spLocks noChangeShapeType="1"/>
            </p:cNvSpPr>
            <p:nvPr/>
          </p:nvSpPr>
          <p:spPr bwMode="auto">
            <a:xfrm flipV="1">
              <a:off x="1536" y="2304"/>
              <a:ext cx="192"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83978" name="Text Box 10"/>
          <p:cNvSpPr txBox="1">
            <a:spLocks noChangeArrowheads="1"/>
          </p:cNvSpPr>
          <p:nvPr/>
        </p:nvSpPr>
        <p:spPr bwMode="auto">
          <a:xfrm>
            <a:off x="3203575" y="398145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F#1</a:t>
            </a:r>
          </a:p>
        </p:txBody>
      </p:sp>
      <p:sp>
        <p:nvSpPr>
          <p:cNvPr id="83979" name="Text Box 11"/>
          <p:cNvSpPr txBox="1">
            <a:spLocks noChangeArrowheads="1"/>
          </p:cNvSpPr>
          <p:nvPr/>
        </p:nvSpPr>
        <p:spPr bwMode="auto">
          <a:xfrm>
            <a:off x="5334000" y="4556125"/>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grpSp>
        <p:nvGrpSpPr>
          <p:cNvPr id="3" name="Group 19"/>
          <p:cNvGrpSpPr>
            <a:grpSpLocks/>
          </p:cNvGrpSpPr>
          <p:nvPr/>
        </p:nvGrpSpPr>
        <p:grpSpPr bwMode="auto">
          <a:xfrm>
            <a:off x="6702425" y="3476625"/>
            <a:ext cx="1066800" cy="336550"/>
            <a:chOff x="4368" y="2736"/>
            <a:chExt cx="672" cy="212"/>
          </a:xfrm>
        </p:grpSpPr>
        <p:grpSp>
          <p:nvGrpSpPr>
            <p:cNvPr id="37907" name="Group 16"/>
            <p:cNvGrpSpPr>
              <a:grpSpLocks/>
            </p:cNvGrpSpPr>
            <p:nvPr/>
          </p:nvGrpSpPr>
          <p:grpSpPr bwMode="auto">
            <a:xfrm>
              <a:off x="4368" y="2736"/>
              <a:ext cx="672" cy="212"/>
              <a:chOff x="4368" y="2736"/>
              <a:chExt cx="672" cy="212"/>
            </a:xfrm>
          </p:grpSpPr>
          <p:sp>
            <p:nvSpPr>
              <p:cNvPr id="37909" name="Rectangle 12"/>
              <p:cNvSpPr>
                <a:spLocks noChangeArrowheads="1"/>
              </p:cNvSpPr>
              <p:nvPr/>
            </p:nvSpPr>
            <p:spPr bwMode="auto">
              <a:xfrm>
                <a:off x="4368" y="2736"/>
                <a:ext cx="672" cy="192"/>
              </a:xfrm>
              <a:prstGeom prst="rect">
                <a:avLst/>
              </a:prstGeom>
              <a:solidFill>
                <a:schemeClr val="bg1"/>
              </a:solidFill>
              <a:ln w="15875">
                <a:solidFill>
                  <a:schemeClr val="tx1"/>
                </a:solidFill>
                <a:miter lim="800000"/>
                <a:headEnd/>
                <a:tailEnd/>
              </a:ln>
            </p:spPr>
            <p:txBody>
              <a:bodyPr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endParaRPr lang="en-US" altLang="en-US" sz="1400"/>
              </a:p>
            </p:txBody>
          </p:sp>
          <p:sp>
            <p:nvSpPr>
              <p:cNvPr id="37910" name="Line 13"/>
              <p:cNvSpPr>
                <a:spLocks noChangeShapeType="1"/>
              </p:cNvSpPr>
              <p:nvPr/>
            </p:nvSpPr>
            <p:spPr bwMode="auto">
              <a:xfrm>
                <a:off x="4704" y="2736"/>
                <a:ext cx="0" cy="192"/>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11" name="Text Box 14"/>
              <p:cNvSpPr txBox="1">
                <a:spLocks noChangeArrowheads="1"/>
              </p:cNvSpPr>
              <p:nvPr/>
            </p:nvSpPr>
            <p:spPr bwMode="auto">
              <a:xfrm>
                <a:off x="4368" y="2736"/>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sp>
            <p:nvSpPr>
              <p:cNvPr id="37912" name="Text Box 15"/>
              <p:cNvSpPr txBox="1">
                <a:spLocks noChangeArrowheads="1"/>
              </p:cNvSpPr>
              <p:nvPr/>
            </p:nvSpPr>
            <p:spPr bwMode="auto">
              <a:xfrm>
                <a:off x="4774" y="273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d</a:t>
                </a:r>
              </a:p>
            </p:txBody>
          </p:sp>
        </p:grpSp>
        <p:sp>
          <p:nvSpPr>
            <p:cNvPr id="37908" name="Text Box 18"/>
            <p:cNvSpPr txBox="1">
              <a:spLocks noChangeArrowheads="1"/>
            </p:cNvSpPr>
            <p:nvPr/>
          </p:nvSpPr>
          <p:spPr bwMode="auto">
            <a:xfrm>
              <a:off x="4368" y="2736"/>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b="1">
                  <a:solidFill>
                    <a:srgbClr val="FF0000"/>
                  </a:solidFill>
                </a:rPr>
                <a:t>F#2</a:t>
              </a:r>
            </a:p>
          </p:txBody>
        </p:sp>
      </p:grpSp>
      <p:sp>
        <p:nvSpPr>
          <p:cNvPr id="20" name="TextBox 19"/>
          <p:cNvSpPr txBox="1">
            <a:spLocks noChangeArrowheads="1"/>
          </p:cNvSpPr>
          <p:nvPr/>
        </p:nvSpPr>
        <p:spPr bwMode="auto">
          <a:xfrm>
            <a:off x="5403850" y="3284538"/>
            <a:ext cx="1298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r">
              <a:spcBef>
                <a:spcPct val="0"/>
              </a:spcBef>
              <a:buSzTx/>
              <a:buFontTx/>
              <a:buNone/>
            </a:pPr>
            <a:r>
              <a:rPr lang="en-US" altLang="en-US" sz="1800"/>
              <a:t>physical address </a:t>
            </a:r>
          </a:p>
        </p:txBody>
      </p:sp>
      <p:grpSp>
        <p:nvGrpSpPr>
          <p:cNvPr id="5" name="Group 41"/>
          <p:cNvGrpSpPr>
            <a:grpSpLocks/>
          </p:cNvGrpSpPr>
          <p:nvPr/>
        </p:nvGrpSpPr>
        <p:grpSpPr bwMode="auto">
          <a:xfrm>
            <a:off x="5616575" y="3800475"/>
            <a:ext cx="1295400" cy="755650"/>
            <a:chOff x="5616576" y="3799789"/>
            <a:chExt cx="1295684" cy="756336"/>
          </a:xfrm>
        </p:grpSpPr>
        <p:cxnSp>
          <p:nvCxnSpPr>
            <p:cNvPr id="37904" name="Straight Connector 24"/>
            <p:cNvCxnSpPr>
              <a:cxnSpLocks noChangeShapeType="1"/>
            </p:cNvCxnSpPr>
            <p:nvPr/>
          </p:nvCxnSpPr>
          <p:spPr bwMode="auto">
            <a:xfrm flipV="1">
              <a:off x="5616576" y="4093973"/>
              <a:ext cx="0" cy="462152"/>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cxnSp>
          <p:nvCxnSpPr>
            <p:cNvPr id="37905" name="Straight Connector 27"/>
            <p:cNvCxnSpPr>
              <a:cxnSpLocks noChangeShapeType="1"/>
            </p:cNvCxnSpPr>
            <p:nvPr/>
          </p:nvCxnSpPr>
          <p:spPr bwMode="auto">
            <a:xfrm flipV="1">
              <a:off x="6912260" y="3799789"/>
              <a:ext cx="0" cy="294183"/>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37906" name="Straight Connector 28"/>
            <p:cNvCxnSpPr>
              <a:cxnSpLocks noChangeShapeType="1"/>
            </p:cNvCxnSpPr>
            <p:nvPr/>
          </p:nvCxnSpPr>
          <p:spPr bwMode="auto">
            <a:xfrm flipH="1">
              <a:off x="5616576" y="4093972"/>
              <a:ext cx="1295684" cy="1"/>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grpSp>
      <p:grpSp>
        <p:nvGrpSpPr>
          <p:cNvPr id="6" name="Group 42"/>
          <p:cNvGrpSpPr>
            <a:grpSpLocks/>
          </p:cNvGrpSpPr>
          <p:nvPr/>
        </p:nvGrpSpPr>
        <p:grpSpPr bwMode="auto">
          <a:xfrm>
            <a:off x="2195513" y="3152775"/>
            <a:ext cx="5292725" cy="323850"/>
            <a:chOff x="2195736" y="3153459"/>
            <a:chExt cx="5292589" cy="323166"/>
          </a:xfrm>
        </p:grpSpPr>
        <p:cxnSp>
          <p:nvCxnSpPr>
            <p:cNvPr id="37902" name="Straight Connector 33"/>
            <p:cNvCxnSpPr>
              <a:cxnSpLocks noChangeShapeType="1"/>
            </p:cNvCxnSpPr>
            <p:nvPr/>
          </p:nvCxnSpPr>
          <p:spPr bwMode="auto">
            <a:xfrm flipV="1">
              <a:off x="2195736" y="3153459"/>
              <a:ext cx="5292588" cy="2"/>
            </a:xfrm>
            <a:prstGeom prst="line">
              <a:avLst/>
            </a:prstGeom>
            <a:noFill/>
            <a:ln w="12700" algn="ctr">
              <a:solidFill>
                <a:srgbClr val="002060"/>
              </a:solidFill>
              <a:round/>
              <a:headEnd/>
              <a:tailEnd/>
            </a:ln>
            <a:extLst>
              <a:ext uri="{909E8E84-426E-40DD-AFC4-6F175D3DCCD1}">
                <a14:hiddenFill xmlns:a14="http://schemas.microsoft.com/office/drawing/2010/main">
                  <a:noFill/>
                </a14:hiddenFill>
              </a:ext>
            </a:extLst>
          </p:spPr>
        </p:cxnSp>
        <p:cxnSp>
          <p:nvCxnSpPr>
            <p:cNvPr id="37903" name="Straight Connector 38"/>
            <p:cNvCxnSpPr>
              <a:cxnSpLocks noChangeShapeType="1"/>
            </p:cNvCxnSpPr>
            <p:nvPr/>
          </p:nvCxnSpPr>
          <p:spPr bwMode="auto">
            <a:xfrm flipV="1">
              <a:off x="7488324" y="3153461"/>
              <a:ext cx="1" cy="323164"/>
            </a:xfrm>
            <a:prstGeom prst="line">
              <a:avLst/>
            </a:prstGeom>
            <a:noFill/>
            <a:ln w="12700" algn="ctr">
              <a:solidFill>
                <a:srgbClr val="002060"/>
              </a:solidFill>
              <a:round/>
              <a:headEnd type="stealth" w="lg" len="lg"/>
              <a:tailEnd type="none" w="lg" len="lg"/>
            </a:ln>
            <a:extLst>
              <a:ext uri="{909E8E84-426E-40DD-AFC4-6F175D3DCCD1}">
                <a14:hiddenFill xmlns:a14="http://schemas.microsoft.com/office/drawing/2010/main">
                  <a:noFill/>
                </a14:hiddenFill>
              </a:ext>
            </a:extLst>
          </p:spPr>
        </p:cxnSp>
      </p:grpSp>
      <p:sp>
        <p:nvSpPr>
          <p:cNvPr id="37900" name="Rectangle 1026"/>
          <p:cNvSpPr>
            <a:spLocks noGrp="1" noChangeArrowheads="1"/>
          </p:cNvSpPr>
          <p:nvPr>
            <p:ph type="title"/>
          </p:nvPr>
        </p:nvSpPr>
        <p:spPr>
          <a:xfrm>
            <a:off x="1162050" y="495300"/>
            <a:ext cx="6886575" cy="457200"/>
          </a:xfrm>
        </p:spPr>
        <p:txBody>
          <a:bodyPr/>
          <a:lstStyle/>
          <a:p>
            <a:r>
              <a:rPr lang="en-US" altLang="en-US" dirty="0"/>
              <a:t>Summary</a:t>
            </a:r>
          </a:p>
        </p:txBody>
      </p:sp>
      <p:sp>
        <p:nvSpPr>
          <p:cNvPr id="37901" name="TextBox 26"/>
          <p:cNvSpPr txBox="1">
            <a:spLocks noChangeArrowheads="1"/>
          </p:cNvSpPr>
          <p:nvPr/>
        </p:nvSpPr>
        <p:spPr bwMode="auto">
          <a:xfrm>
            <a:off x="7073900" y="5753100"/>
            <a:ext cx="927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pPr>
            <a:r>
              <a:rPr lang="en-US" altLang="en-US" sz="1600"/>
              <a:t>physical</a:t>
            </a:r>
          </a:p>
          <a:p>
            <a:pPr algn="ctr">
              <a:spcBef>
                <a:spcPct val="0"/>
              </a:spcBef>
              <a:buSzTx/>
              <a:buFontTx/>
              <a:buNone/>
            </a:pPr>
            <a:r>
              <a:rPr lang="en-US" altLang="en-US" sz="1600"/>
              <a:t>memory</a:t>
            </a:r>
          </a:p>
        </p:txBody>
      </p:sp>
    </p:spTree>
    <p:extLst>
      <p:ext uri="{BB962C8B-B14F-4D97-AF65-F5344CB8AC3E}">
        <p14:creationId xmlns:p14="http://schemas.microsoft.com/office/powerpoint/2010/main" val="3830051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39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39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par>
                                <p:cTn id="25" presetID="22" presetClass="entr" presetSubtype="8"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8" grpId="0" autoUpdateAnimBg="0"/>
      <p:bldP spid="83979" grpId="0" autoUpdateAnimBg="0"/>
      <p:bldP spid="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740" y="2035239"/>
            <a:ext cx="5508625"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sp>
        <p:nvSpPr>
          <p:cNvPr id="39940" name="Rectangle 1026"/>
          <p:cNvSpPr>
            <a:spLocks noGrp="1" noChangeArrowheads="1"/>
          </p:cNvSpPr>
          <p:nvPr>
            <p:ph type="title"/>
          </p:nvPr>
        </p:nvSpPr>
        <p:spPr>
          <a:xfrm>
            <a:off x="1162050" y="495300"/>
            <a:ext cx="6886575" cy="457200"/>
          </a:xfrm>
        </p:spPr>
        <p:txBody>
          <a:bodyPr/>
          <a:lstStyle/>
          <a:p>
            <a:r>
              <a:rPr lang="en-US" altLang="en-US" dirty="0"/>
              <a:t>Summary</a:t>
            </a:r>
          </a:p>
        </p:txBody>
      </p:sp>
      <p:sp>
        <p:nvSpPr>
          <p:cNvPr id="39941" name="Rectangle 1027"/>
          <p:cNvSpPr>
            <a:spLocks noGrp="1" noChangeArrowheads="1"/>
          </p:cNvSpPr>
          <p:nvPr>
            <p:ph type="body" idx="1"/>
          </p:nvPr>
        </p:nvSpPr>
        <p:spPr>
          <a:xfrm>
            <a:off x="555625" y="1282700"/>
            <a:ext cx="8162925" cy="1522413"/>
          </a:xfrm>
        </p:spPr>
        <p:txBody>
          <a:bodyPr/>
          <a:lstStyle/>
          <a:p>
            <a:pPr>
              <a:lnSpc>
                <a:spcPct val="80000"/>
              </a:lnSpc>
            </a:pPr>
            <a:r>
              <a:rPr lang="en-US" altLang="en-US" sz="2600" dirty="0"/>
              <a:t>Address translation scheme for inverted page table.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3200">
                <a:solidFill>
                  <a:schemeClr val="tx1"/>
                </a:solidFill>
                <a:latin typeface="Helvetica" charset="0"/>
              </a:defRPr>
            </a:lvl1pPr>
            <a:lvl2pPr marL="742950" indent="-285750" algn="l">
              <a:spcBef>
                <a:spcPct val="20000"/>
              </a:spcBef>
              <a:buChar char="–"/>
              <a:defRPr sz="2800">
                <a:solidFill>
                  <a:schemeClr val="tx1"/>
                </a:solidFill>
                <a:latin typeface="Helvetica" charset="0"/>
              </a:defRPr>
            </a:lvl2pPr>
            <a:lvl3pPr marL="1143000" indent="-228600" algn="l">
              <a:spcBef>
                <a:spcPct val="20000"/>
              </a:spcBef>
              <a:buSzPct val="85000"/>
              <a:buFont typeface="Monotype Sorts" charset="2"/>
              <a:buChar char="T"/>
              <a:defRPr sz="2400">
                <a:solidFill>
                  <a:schemeClr val="tx1"/>
                </a:solidFill>
                <a:latin typeface="Helvetica" charset="0"/>
              </a:defRPr>
            </a:lvl3pPr>
            <a:lvl4pPr marL="1600200" indent="-228600" algn="l">
              <a:spcBef>
                <a:spcPct val="20000"/>
              </a:spcBef>
              <a:buChar char="–"/>
              <a:defRPr sz="2000">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pPr>
            <a:r>
              <a:rPr lang="en-US" altLang="en-US" sz="1000"/>
              <a:t>CE2005/CZ2005 Operating Systems</a:t>
            </a:r>
          </a:p>
        </p:txBody>
      </p:sp>
      <p:pic>
        <p:nvPicPr>
          <p:cNvPr id="4608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732" y="1826396"/>
            <a:ext cx="5179095" cy="4487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2"/>
          <p:cNvSpPr>
            <a:spLocks noGrp="1" noChangeArrowheads="1"/>
          </p:cNvSpPr>
          <p:nvPr>
            <p:ph type="title"/>
          </p:nvPr>
        </p:nvSpPr>
        <p:spPr>
          <a:xfrm>
            <a:off x="1162050" y="495300"/>
            <a:ext cx="6886575" cy="457200"/>
          </a:xfrm>
        </p:spPr>
        <p:txBody>
          <a:bodyPr/>
          <a:lstStyle/>
          <a:p>
            <a:r>
              <a:rPr lang="en-US" altLang="en-US" dirty="0"/>
              <a:t>Summary</a:t>
            </a:r>
          </a:p>
        </p:txBody>
      </p:sp>
      <p:sp>
        <p:nvSpPr>
          <p:cNvPr id="2" name="TextBox 1"/>
          <p:cNvSpPr txBox="1">
            <a:spLocks noChangeArrowheads="1"/>
          </p:cNvSpPr>
          <p:nvPr/>
        </p:nvSpPr>
        <p:spPr bwMode="auto">
          <a:xfrm>
            <a:off x="546100" y="5341938"/>
            <a:ext cx="54244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pPr algn="l"/>
            <a:r>
              <a:rPr lang="en-US" altLang="en-US" sz="1600" b="1"/>
              <a:t>Q: translate &lt;3, 128&gt;</a:t>
            </a:r>
          </a:p>
          <a:p>
            <a:pPr algn="l"/>
            <a:r>
              <a:rPr lang="en-US" altLang="en-US" sz="1600">
                <a:solidFill>
                  <a:srgbClr val="FF0000"/>
                </a:solidFill>
                <a:latin typeface="Comic Sans MS" pitchFamily="66" charset="0"/>
              </a:rPr>
              <a:t>Ans: (1) lookup segment table </a:t>
            </a:r>
            <a:r>
              <a:rPr lang="en-US" altLang="en-US" sz="1600">
                <a:solidFill>
                  <a:srgbClr val="FF0000"/>
                </a:solidFill>
                <a:latin typeface="Comic Sans MS" pitchFamily="66" charset="0"/>
                <a:sym typeface="Wingdings" pitchFamily="2" charset="2"/>
              </a:rPr>
              <a:t> base=3200, limit=1100</a:t>
            </a:r>
          </a:p>
          <a:p>
            <a:pPr algn="l"/>
            <a:r>
              <a:rPr lang="en-US" altLang="en-US" sz="1600">
                <a:solidFill>
                  <a:srgbClr val="FF0000"/>
                </a:solidFill>
                <a:latin typeface="Comic Sans MS" pitchFamily="66" charset="0"/>
                <a:sym typeface="Wingdings" pitchFamily="2" charset="2"/>
              </a:rPr>
              <a:t>(2) 128&lt;1100, true.</a:t>
            </a:r>
          </a:p>
          <a:p>
            <a:pPr algn="l"/>
            <a:r>
              <a:rPr lang="en-US" altLang="en-US" sz="1600">
                <a:solidFill>
                  <a:srgbClr val="FF0000"/>
                </a:solidFill>
                <a:latin typeface="Comic Sans MS" pitchFamily="66" charset="0"/>
                <a:sym typeface="Wingdings" pitchFamily="2" charset="2"/>
              </a:rPr>
              <a:t>(3) address=3200+128</a:t>
            </a:r>
            <a:r>
              <a:rPr lang="en-US" altLang="en-US" sz="1600">
                <a:solidFill>
                  <a:srgbClr val="FF0000"/>
                </a:solidFill>
                <a:latin typeface="Comic Sans MS" pitchFamily="66" charset="0"/>
              </a:rPr>
              <a:t> =3328.</a:t>
            </a:r>
          </a:p>
        </p:txBody>
      </p:sp>
      <p:sp>
        <p:nvSpPr>
          <p:cNvPr id="3" name="Rectangle 2"/>
          <p:cNvSpPr>
            <a:spLocks noChangeArrowheads="1"/>
          </p:cNvSpPr>
          <p:nvPr/>
        </p:nvSpPr>
        <p:spPr bwMode="auto">
          <a:xfrm>
            <a:off x="5040052" y="4113076"/>
            <a:ext cx="1014103" cy="17964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7" name="Rectangle 6"/>
          <p:cNvSpPr>
            <a:spLocks noChangeArrowheads="1"/>
          </p:cNvSpPr>
          <p:nvPr/>
        </p:nvSpPr>
        <p:spPr bwMode="auto">
          <a:xfrm>
            <a:off x="6552221" y="4004470"/>
            <a:ext cx="648072" cy="45719"/>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grpSp>
        <p:nvGrpSpPr>
          <p:cNvPr id="6" name="Group 5">
            <a:extLst>
              <a:ext uri="{FF2B5EF4-FFF2-40B4-BE49-F238E27FC236}">
                <a16:creationId xmlns:a16="http://schemas.microsoft.com/office/drawing/2014/main" id="{134282EA-94DE-4EC8-B141-9C2632B7891B}"/>
              </a:ext>
            </a:extLst>
          </p:cNvPr>
          <p:cNvGrpSpPr/>
          <p:nvPr/>
        </p:nvGrpSpPr>
        <p:grpSpPr>
          <a:xfrm>
            <a:off x="7200293" y="3788568"/>
            <a:ext cx="587375" cy="307975"/>
            <a:chOff x="7494588" y="3480593"/>
            <a:chExt cx="587375" cy="307975"/>
          </a:xfrm>
        </p:grpSpPr>
        <p:sp>
          <p:nvSpPr>
            <p:cNvPr id="4" name="Right Brace 3"/>
            <p:cNvSpPr>
              <a:spLocks/>
            </p:cNvSpPr>
            <p:nvPr/>
          </p:nvSpPr>
          <p:spPr bwMode="auto">
            <a:xfrm>
              <a:off x="7494588" y="3536950"/>
              <a:ext cx="209550" cy="195263"/>
            </a:xfrm>
            <a:prstGeom prst="rightBrace">
              <a:avLst>
                <a:gd name="adj1" fmla="val 8333"/>
                <a:gd name="adj2" fmla="val 50000"/>
              </a:avLst>
            </a:prstGeom>
            <a:solidFill>
              <a:schemeClr val="bg1"/>
            </a:solidFill>
            <a:ln w="9525" algn="ctr">
              <a:solidFill>
                <a:schemeClr val="tx1"/>
              </a:solidFill>
              <a:round/>
              <a:headEnd/>
              <a:tailEnd/>
            </a:ln>
          </p:spPr>
          <p:txBody>
            <a:bodyPr wrap="none" anchor="ctr">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endParaRPr lang="en-US" altLang="en-US"/>
            </a:p>
          </p:txBody>
        </p:sp>
        <p:sp>
          <p:nvSpPr>
            <p:cNvPr id="5" name="TextBox 4"/>
            <p:cNvSpPr txBox="1">
              <a:spLocks noChangeArrowheads="1"/>
            </p:cNvSpPr>
            <p:nvPr/>
          </p:nvSpPr>
          <p:spPr bwMode="auto">
            <a:xfrm>
              <a:off x="7599363" y="3480593"/>
              <a:ext cx="48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chemeClr val="tx1"/>
                  </a:solidFill>
                  <a:latin typeface="Helvetica" charset="0"/>
                </a:defRPr>
              </a:lvl1pPr>
              <a:lvl2pPr marL="742950" indent="-285750">
                <a:defRPr sz="1400">
                  <a:solidFill>
                    <a:schemeClr val="tx1"/>
                  </a:solidFill>
                  <a:latin typeface="Helvetica" charset="0"/>
                </a:defRPr>
              </a:lvl2pPr>
              <a:lvl3pPr marL="1143000" indent="-228600">
                <a:defRPr sz="1400">
                  <a:solidFill>
                    <a:schemeClr val="tx1"/>
                  </a:solidFill>
                  <a:latin typeface="Helvetica" charset="0"/>
                </a:defRPr>
              </a:lvl3pPr>
              <a:lvl4pPr marL="1600200" indent="-228600">
                <a:defRPr sz="1400">
                  <a:solidFill>
                    <a:schemeClr val="tx1"/>
                  </a:solidFill>
                  <a:latin typeface="Helvetica" charset="0"/>
                </a:defRPr>
              </a:lvl4pPr>
              <a:lvl5pPr marL="2057400" indent="-228600">
                <a:defRPr sz="1400">
                  <a:solidFill>
                    <a:schemeClr val="tx1"/>
                  </a:solidFill>
                  <a:latin typeface="Helvetica" charset="0"/>
                </a:defRPr>
              </a:lvl5pPr>
              <a:lvl6pPr marL="2514600" indent="-228600" algn="ctr" eaLnBrk="0" fontAlgn="base" hangingPunct="0">
                <a:spcBef>
                  <a:spcPct val="0"/>
                </a:spcBef>
                <a:spcAft>
                  <a:spcPct val="0"/>
                </a:spcAft>
                <a:defRPr sz="1400">
                  <a:solidFill>
                    <a:schemeClr val="tx1"/>
                  </a:solidFill>
                  <a:latin typeface="Helvetica" charset="0"/>
                </a:defRPr>
              </a:lvl6pPr>
              <a:lvl7pPr marL="2971800" indent="-228600" algn="ctr" eaLnBrk="0" fontAlgn="base" hangingPunct="0">
                <a:spcBef>
                  <a:spcPct val="0"/>
                </a:spcBef>
                <a:spcAft>
                  <a:spcPct val="0"/>
                </a:spcAft>
                <a:defRPr sz="1400">
                  <a:solidFill>
                    <a:schemeClr val="tx1"/>
                  </a:solidFill>
                  <a:latin typeface="Helvetica" charset="0"/>
                </a:defRPr>
              </a:lvl7pPr>
              <a:lvl8pPr marL="3429000" indent="-228600" algn="ctr" eaLnBrk="0" fontAlgn="base" hangingPunct="0">
                <a:spcBef>
                  <a:spcPct val="0"/>
                </a:spcBef>
                <a:spcAft>
                  <a:spcPct val="0"/>
                </a:spcAft>
                <a:defRPr sz="1400">
                  <a:solidFill>
                    <a:schemeClr val="tx1"/>
                  </a:solidFill>
                  <a:latin typeface="Helvetica" charset="0"/>
                </a:defRPr>
              </a:lvl8pPr>
              <a:lvl9pPr marL="3886200" indent="-228600" algn="ctr" eaLnBrk="0" fontAlgn="base" hangingPunct="0">
                <a:spcBef>
                  <a:spcPct val="0"/>
                </a:spcBef>
                <a:spcAft>
                  <a:spcPct val="0"/>
                </a:spcAft>
                <a:defRPr sz="1400">
                  <a:solidFill>
                    <a:schemeClr val="tx1"/>
                  </a:solidFill>
                  <a:latin typeface="Helvetica" charset="0"/>
                </a:defRPr>
              </a:lvl9pPr>
            </a:lstStyle>
            <a:p>
              <a:r>
                <a:rPr lang="en-US" altLang="en-US" dirty="0"/>
                <a:t>128</a:t>
              </a:r>
            </a:p>
          </p:txBody>
        </p:sp>
      </p:grpSp>
      <p:sp>
        <p:nvSpPr>
          <p:cNvPr id="10" name="Rectangle 1027">
            <a:extLst>
              <a:ext uri="{FF2B5EF4-FFF2-40B4-BE49-F238E27FC236}">
                <a16:creationId xmlns:a16="http://schemas.microsoft.com/office/drawing/2014/main" id="{B16173E8-3582-48B9-8684-10B492A92EF1}"/>
              </a:ext>
            </a:extLst>
          </p:cNvPr>
          <p:cNvSpPr txBox="1">
            <a:spLocks noChangeArrowheads="1"/>
          </p:cNvSpPr>
          <p:nvPr/>
        </p:nvSpPr>
        <p:spPr bwMode="auto">
          <a:xfrm>
            <a:off x="555625" y="1282700"/>
            <a:ext cx="8162925"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lnSpc>
                <a:spcPct val="80000"/>
              </a:lnSpc>
            </a:pPr>
            <a:r>
              <a:rPr lang="en-US" altLang="en-US" sz="2600" kern="0" dirty="0"/>
              <a:t>Address translation scheme for segmentation.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8884</TotalTime>
  <Words>5690</Words>
  <Application>Microsoft Office PowerPoint</Application>
  <PresentationFormat>On-screen Show (4:3)</PresentationFormat>
  <Paragraphs>906</Paragraphs>
  <Slides>51</Slides>
  <Notes>44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8" baseType="lpstr">
      <vt:lpstr>Monotype Sorts</vt:lpstr>
      <vt:lpstr>Arial</vt:lpstr>
      <vt:lpstr>Comic Sans MS</vt:lpstr>
      <vt:lpstr>Helvetica</vt:lpstr>
      <vt:lpstr>Times New Roman</vt:lpstr>
      <vt:lpstr>avi</vt:lpstr>
      <vt:lpstr>Equation</vt:lpstr>
      <vt:lpstr>Part 7: Memory Organization</vt:lpstr>
      <vt:lpstr>Bind Code and Data to Memory</vt:lpstr>
      <vt:lpstr>Binding of Code and Data to Memory (Cont.)</vt:lpstr>
      <vt:lpstr>Binding of Code and Data to Memory (Cont.)</vt:lpstr>
      <vt:lpstr>Binding of Code and Data to Memory (Cont.)</vt:lpstr>
      <vt:lpstr>PowerPoint Presentation</vt:lpstr>
      <vt:lpstr>PowerPoint Presentation</vt:lpstr>
      <vt:lpstr>PowerPoint Presentation</vt:lpstr>
      <vt:lpstr>PowerPoint Presentation</vt:lpstr>
      <vt:lpstr>Binding of Code and Data to Memory (Cont.)</vt:lpstr>
      <vt:lpstr>Binding of Code and Data to Memory (Cont.)</vt:lpstr>
      <vt:lpstr>Logical vs. Physical Address Space</vt:lpstr>
      <vt:lpstr>Logical vs. Physical Address Space</vt:lpstr>
      <vt:lpstr>How to Allocate Memory among Processes</vt:lpstr>
      <vt:lpstr>Contiguous Allocation</vt:lpstr>
      <vt:lpstr>Contiguous Allocation (Cont.)</vt:lpstr>
      <vt:lpstr>Contiguous Allocation (Cont.)</vt:lpstr>
      <vt:lpstr>Contiguous Allocation (Cont.)</vt:lpstr>
      <vt:lpstr>Dynamic Storage-Allocation Problem</vt:lpstr>
      <vt:lpstr>Fragmentation</vt:lpstr>
      <vt:lpstr>Fragmentation (Cont.)</vt:lpstr>
      <vt:lpstr>Fragmentation (Cont.)</vt:lpstr>
      <vt:lpstr>Paging</vt:lpstr>
      <vt:lpstr>Paging (Cont.)</vt:lpstr>
      <vt:lpstr>Paging (Cont.)</vt:lpstr>
      <vt:lpstr>Address Translation Scheme</vt:lpstr>
      <vt:lpstr>Address Translation Scheme (Cont.)</vt:lpstr>
      <vt:lpstr>Address Translation Scheme (Cont.)</vt:lpstr>
      <vt:lpstr>Implementation of Page Table</vt:lpstr>
      <vt:lpstr>Paging Using TLBs</vt:lpstr>
      <vt:lpstr>Effective Access Time</vt:lpstr>
      <vt:lpstr>Shared Pages</vt:lpstr>
      <vt:lpstr>Two-Level Page-Table Scheme</vt:lpstr>
      <vt:lpstr>Two-Level Page-Table Scheme (Cont.)</vt:lpstr>
      <vt:lpstr>Two-Level Page-Table Scheme (Cont.)</vt:lpstr>
      <vt:lpstr>Two-Level Page-Table Scheme (Cont.)</vt:lpstr>
      <vt:lpstr>Inverted Page Table</vt:lpstr>
      <vt:lpstr>Inverted Page Table (Cont.)</vt:lpstr>
      <vt:lpstr>Segmentation</vt:lpstr>
      <vt:lpstr>Segmentation (Cont.)</vt:lpstr>
      <vt:lpstr>Address Translation </vt:lpstr>
      <vt:lpstr>Address Translation (Cont.)</vt:lpstr>
      <vt:lpstr>Address Translation (Cont.)</vt:lpstr>
      <vt:lpstr>PowerPoint Presentation</vt:lpstr>
      <vt:lpstr>Summary</vt:lpstr>
      <vt:lpstr>Summary</vt:lpstr>
      <vt:lpstr>Summary</vt:lpstr>
      <vt:lpstr>Summary</vt:lpstr>
      <vt:lpstr>Summary</vt:lpstr>
      <vt:lpstr>Summary</vt:lpstr>
      <vt:lpstr>Summary</vt:lpstr>
    </vt:vector>
  </TitlesOfParts>
  <Company>Nanyang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Memory Management</dc:title>
  <dc:creator>CAI Wentong</dc:creator>
  <cp:lastModifiedBy>Cai Wentong (Prof)</cp:lastModifiedBy>
  <cp:revision>325</cp:revision>
  <cp:lastPrinted>2001-01-06T04:21:03Z</cp:lastPrinted>
  <dcterms:created xsi:type="dcterms:W3CDTF">1999-08-02T20:13:57Z</dcterms:created>
  <dcterms:modified xsi:type="dcterms:W3CDTF">2021-10-13T11:22:05Z</dcterms:modified>
</cp:coreProperties>
</file>