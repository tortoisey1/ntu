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webextensions/webextension1.xml" ContentType="application/vnd.ms-office.webextension+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webextensions/webextension2.xml" ContentType="application/vnd.ms-office.webextension+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webextensions/webextension3.xml" ContentType="application/vnd.ms-office.webextension+xml"/>
  <Override PartName="/ppt/notesSlides/notesSlide29.xml" ContentType="application/vnd.openxmlformats-officedocument.presentationml.notesSlide+xml"/>
  <Override PartName="/ppt/webextensions/webextension4.xml" ContentType="application/vnd.ms-office.webextension+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webextensions/webextension5.xml" ContentType="application/vnd.ms-office.webextension+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2"/>
  </p:notesMasterIdLst>
  <p:sldIdLst>
    <p:sldId id="256" r:id="rId3"/>
    <p:sldId id="257" r:id="rId4"/>
    <p:sldId id="258" r:id="rId5"/>
    <p:sldId id="259" r:id="rId6"/>
    <p:sldId id="260" r:id="rId7"/>
    <p:sldId id="263" r:id="rId8"/>
    <p:sldId id="261" r:id="rId9"/>
    <p:sldId id="262" r:id="rId10"/>
    <p:sldId id="295"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96" r:id="rId27"/>
    <p:sldId id="279" r:id="rId28"/>
    <p:sldId id="280" r:id="rId29"/>
    <p:sldId id="298" r:id="rId30"/>
    <p:sldId id="297" r:id="rId31"/>
    <p:sldId id="281" r:id="rId32"/>
    <p:sldId id="282" r:id="rId33"/>
    <p:sldId id="283" r:id="rId34"/>
    <p:sldId id="284" r:id="rId35"/>
    <p:sldId id="285" r:id="rId36"/>
    <p:sldId id="286" r:id="rId37"/>
    <p:sldId id="287" r:id="rId38"/>
    <p:sldId id="299" r:id="rId39"/>
    <p:sldId id="289" r:id="rId40"/>
    <p:sldId id="300" r:id="rId41"/>
  </p:sldIdLst>
  <p:sldSz cx="9144000" cy="5143500" type="screen16x9"/>
  <p:notesSz cx="6858000" cy="9144000"/>
  <p:embeddedFontLst>
    <p:embeddedFont>
      <p:font typeface="Book Antiqua" panose="02040602050305030304" pitchFamily="18" charset="0"/>
      <p:regular r:id="rId43"/>
      <p:bold r:id="rId44"/>
      <p:italic r:id="rId45"/>
      <p:boldItalic r:id="rId46"/>
    </p:embeddedFont>
    <p:embeddedFont>
      <p:font typeface="Comic Sans MS" panose="030F0902030302020204" pitchFamily="66" charset="0"/>
      <p:regular r:id="rId47"/>
    </p:embeddedFont>
    <p:embeddedFont>
      <p:font typeface="Helvetica Neue" panose="02000503000000020004"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jZDN0PCWK/OIeHMfYOiw3W80uj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16594-0AF0-3D4E-BDFD-6DAC0ED9027A}" v="6" dt="2024-09-26T06:26:28.055"/>
    <p1510:client id="{9FF6B43A-31EF-AD40-BAEC-26EAAAA4E9CE}" v="18" dt="2024-09-25T15:02:21.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4"/>
    <p:restoredTop sz="94854"/>
  </p:normalViewPr>
  <p:slideViewPr>
    <p:cSldViewPr snapToGrid="0">
      <p:cViewPr varScale="1">
        <p:scale>
          <a:sx n="215" d="100"/>
          <a:sy n="215" d="100"/>
        </p:scale>
        <p:origin x="616" y="-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mitrii Ustiugov" userId="fee3c4a0-c40b-4de8-8e1d-1d3cf97580eb" providerId="ADAL" clId="{00C16594-0AF0-3D4E-BDFD-6DAC0ED9027A}"/>
    <pc:docChg chg="custSel addSld delSld modSld">
      <pc:chgData name="Dmitrii Ustiugov" userId="fee3c4a0-c40b-4de8-8e1d-1d3cf97580eb" providerId="ADAL" clId="{00C16594-0AF0-3D4E-BDFD-6DAC0ED9027A}" dt="2024-09-26T06:26:28.055" v="34"/>
      <pc:docMkLst>
        <pc:docMk/>
      </pc:docMkLst>
      <pc:sldChg chg="modSp mod">
        <pc:chgData name="Dmitrii Ustiugov" userId="fee3c4a0-c40b-4de8-8e1d-1d3cf97580eb" providerId="ADAL" clId="{00C16594-0AF0-3D4E-BDFD-6DAC0ED9027A}" dt="2024-09-26T02:17:33.283" v="1" actId="27636"/>
        <pc:sldMkLst>
          <pc:docMk/>
          <pc:sldMk cId="0" sldId="277"/>
        </pc:sldMkLst>
        <pc:spChg chg="mod">
          <ac:chgData name="Dmitrii Ustiugov" userId="fee3c4a0-c40b-4de8-8e1d-1d3cf97580eb" providerId="ADAL" clId="{00C16594-0AF0-3D4E-BDFD-6DAC0ED9027A}" dt="2024-09-26T02:17:33.283" v="1" actId="27636"/>
          <ac:spMkLst>
            <pc:docMk/>
            <pc:sldMk cId="0" sldId="277"/>
            <ac:spMk id="317" creationId="{00000000-0000-0000-0000-000000000000}"/>
          </ac:spMkLst>
        </pc:spChg>
      </pc:sldChg>
      <pc:sldChg chg="addSp modSp">
        <pc:chgData name="Dmitrii Ustiugov" userId="fee3c4a0-c40b-4de8-8e1d-1d3cf97580eb" providerId="ADAL" clId="{00C16594-0AF0-3D4E-BDFD-6DAC0ED9027A}" dt="2024-09-26T06:26:28.055" v="34"/>
        <pc:sldMkLst>
          <pc:docMk/>
          <pc:sldMk cId="0" sldId="283"/>
        </pc:sldMkLst>
        <pc:spChg chg="add mod">
          <ac:chgData name="Dmitrii Ustiugov" userId="fee3c4a0-c40b-4de8-8e1d-1d3cf97580eb" providerId="ADAL" clId="{00C16594-0AF0-3D4E-BDFD-6DAC0ED9027A}" dt="2024-09-26T06:26:28.055" v="34"/>
          <ac:spMkLst>
            <pc:docMk/>
            <pc:sldMk cId="0" sldId="283"/>
            <ac:spMk id="2" creationId="{C49841A1-90F1-ECE7-F33B-580F5186C466}"/>
          </ac:spMkLst>
        </pc:spChg>
      </pc:sldChg>
      <pc:sldChg chg="addSp modSp">
        <pc:chgData name="Dmitrii Ustiugov" userId="fee3c4a0-c40b-4de8-8e1d-1d3cf97580eb" providerId="ADAL" clId="{00C16594-0AF0-3D4E-BDFD-6DAC0ED9027A}" dt="2024-09-26T06:26:26.329" v="33"/>
        <pc:sldMkLst>
          <pc:docMk/>
          <pc:sldMk cId="0" sldId="284"/>
        </pc:sldMkLst>
        <pc:spChg chg="add mod">
          <ac:chgData name="Dmitrii Ustiugov" userId="fee3c4a0-c40b-4de8-8e1d-1d3cf97580eb" providerId="ADAL" clId="{00C16594-0AF0-3D4E-BDFD-6DAC0ED9027A}" dt="2024-09-26T06:26:26.329" v="33"/>
          <ac:spMkLst>
            <pc:docMk/>
            <pc:sldMk cId="0" sldId="284"/>
            <ac:spMk id="2" creationId="{CB72ECA3-6341-1084-97A5-3D01D9117D7C}"/>
          </ac:spMkLst>
        </pc:spChg>
      </pc:sldChg>
      <pc:sldChg chg="addSp modSp">
        <pc:chgData name="Dmitrii Ustiugov" userId="fee3c4a0-c40b-4de8-8e1d-1d3cf97580eb" providerId="ADAL" clId="{00C16594-0AF0-3D4E-BDFD-6DAC0ED9027A}" dt="2024-09-26T06:26:24.133" v="32"/>
        <pc:sldMkLst>
          <pc:docMk/>
          <pc:sldMk cId="0" sldId="285"/>
        </pc:sldMkLst>
        <pc:spChg chg="add mod">
          <ac:chgData name="Dmitrii Ustiugov" userId="fee3c4a0-c40b-4de8-8e1d-1d3cf97580eb" providerId="ADAL" clId="{00C16594-0AF0-3D4E-BDFD-6DAC0ED9027A}" dt="2024-09-26T06:26:24.133" v="32"/>
          <ac:spMkLst>
            <pc:docMk/>
            <pc:sldMk cId="0" sldId="285"/>
            <ac:spMk id="2" creationId="{A9ED6C8E-AC46-84F5-A68F-E130EBE07F8C}"/>
          </ac:spMkLst>
        </pc:spChg>
      </pc:sldChg>
      <pc:sldChg chg="addSp modSp">
        <pc:chgData name="Dmitrii Ustiugov" userId="fee3c4a0-c40b-4de8-8e1d-1d3cf97580eb" providerId="ADAL" clId="{00C16594-0AF0-3D4E-BDFD-6DAC0ED9027A}" dt="2024-09-26T06:26:22.252" v="31"/>
        <pc:sldMkLst>
          <pc:docMk/>
          <pc:sldMk cId="0" sldId="286"/>
        </pc:sldMkLst>
        <pc:spChg chg="add mod">
          <ac:chgData name="Dmitrii Ustiugov" userId="fee3c4a0-c40b-4de8-8e1d-1d3cf97580eb" providerId="ADAL" clId="{00C16594-0AF0-3D4E-BDFD-6DAC0ED9027A}" dt="2024-09-26T06:26:22.252" v="31"/>
          <ac:spMkLst>
            <pc:docMk/>
            <pc:sldMk cId="0" sldId="286"/>
            <ac:spMk id="2" creationId="{A5DEC245-46B0-B435-AFA9-8CB10378180B}"/>
          </ac:spMkLst>
        </pc:spChg>
      </pc:sldChg>
      <pc:sldChg chg="addSp modSp">
        <pc:chgData name="Dmitrii Ustiugov" userId="fee3c4a0-c40b-4de8-8e1d-1d3cf97580eb" providerId="ADAL" clId="{00C16594-0AF0-3D4E-BDFD-6DAC0ED9027A}" dt="2024-09-26T06:26:11.188" v="30"/>
        <pc:sldMkLst>
          <pc:docMk/>
          <pc:sldMk cId="0" sldId="287"/>
        </pc:sldMkLst>
        <pc:spChg chg="add mod">
          <ac:chgData name="Dmitrii Ustiugov" userId="fee3c4a0-c40b-4de8-8e1d-1d3cf97580eb" providerId="ADAL" clId="{00C16594-0AF0-3D4E-BDFD-6DAC0ED9027A}" dt="2024-09-26T06:26:11.188" v="30"/>
          <ac:spMkLst>
            <pc:docMk/>
            <pc:sldMk cId="0" sldId="287"/>
            <ac:spMk id="2" creationId="{23994C1B-EADF-ABB1-45F0-75552666654B}"/>
          </ac:spMkLst>
        </pc:spChg>
      </pc:sldChg>
      <pc:sldChg chg="del">
        <pc:chgData name="Dmitrii Ustiugov" userId="fee3c4a0-c40b-4de8-8e1d-1d3cf97580eb" providerId="ADAL" clId="{00C16594-0AF0-3D4E-BDFD-6DAC0ED9027A}" dt="2024-09-26T06:26:05.578" v="29" actId="2696"/>
        <pc:sldMkLst>
          <pc:docMk/>
          <pc:sldMk cId="2003194879" sldId="294"/>
        </pc:sldMkLst>
      </pc:sldChg>
      <pc:sldChg chg="modSp add del mod">
        <pc:chgData name="Dmitrii Ustiugov" userId="fee3c4a0-c40b-4de8-8e1d-1d3cf97580eb" providerId="ADAL" clId="{00C16594-0AF0-3D4E-BDFD-6DAC0ED9027A}" dt="2024-09-26T02:25:22.617" v="28" actId="2696"/>
        <pc:sldMkLst>
          <pc:docMk/>
          <pc:sldMk cId="172071730" sldId="344"/>
        </pc:sldMkLst>
        <pc:spChg chg="mod">
          <ac:chgData name="Dmitrii Ustiugov" userId="fee3c4a0-c40b-4de8-8e1d-1d3cf97580eb" providerId="ADAL" clId="{00C16594-0AF0-3D4E-BDFD-6DAC0ED9027A}" dt="2024-09-26T02:17:33.164" v="0"/>
          <ac:spMkLst>
            <pc:docMk/>
            <pc:sldMk cId="172071730" sldId="344"/>
            <ac:spMk id="4" creationId="{2AB58029-CCA3-2962-F8C9-30EEC52B4DA1}"/>
          </ac:spMkLst>
        </pc:spChg>
        <pc:spChg chg="mod">
          <ac:chgData name="Dmitrii Ustiugov" userId="fee3c4a0-c40b-4de8-8e1d-1d3cf97580eb" providerId="ADAL" clId="{00C16594-0AF0-3D4E-BDFD-6DAC0ED9027A}" dt="2024-09-26T02:18:03.309" v="16" actId="1037"/>
          <ac:spMkLst>
            <pc:docMk/>
            <pc:sldMk cId="172071730" sldId="344"/>
            <ac:spMk id="6" creationId="{AFFAA270-F49D-B5B6-6624-06718A29A0F4}"/>
          </ac:spMkLst>
        </pc:spChg>
        <pc:spChg chg="mod">
          <ac:chgData name="Dmitrii Ustiugov" userId="fee3c4a0-c40b-4de8-8e1d-1d3cf97580eb" providerId="ADAL" clId="{00C16594-0AF0-3D4E-BDFD-6DAC0ED9027A}" dt="2024-09-26T02:18:03.309" v="16" actId="1037"/>
          <ac:spMkLst>
            <pc:docMk/>
            <pc:sldMk cId="172071730" sldId="344"/>
            <ac:spMk id="7" creationId="{B2A68BF2-6C5D-82BB-1EBD-4B22D672B24D}"/>
          </ac:spMkLst>
        </pc:spChg>
        <pc:spChg chg="mod">
          <ac:chgData name="Dmitrii Ustiugov" userId="fee3c4a0-c40b-4de8-8e1d-1d3cf97580eb" providerId="ADAL" clId="{00C16594-0AF0-3D4E-BDFD-6DAC0ED9027A}" dt="2024-09-26T02:18:03.309" v="16" actId="1037"/>
          <ac:spMkLst>
            <pc:docMk/>
            <pc:sldMk cId="172071730" sldId="344"/>
            <ac:spMk id="8" creationId="{7026B318-0276-D407-BE2C-5323F61FBA41}"/>
          </ac:spMkLst>
        </pc:spChg>
        <pc:spChg chg="mod">
          <ac:chgData name="Dmitrii Ustiugov" userId="fee3c4a0-c40b-4de8-8e1d-1d3cf97580eb" providerId="ADAL" clId="{00C16594-0AF0-3D4E-BDFD-6DAC0ED9027A}" dt="2024-09-26T02:18:37.389" v="22" actId="20577"/>
          <ac:spMkLst>
            <pc:docMk/>
            <pc:sldMk cId="172071730" sldId="344"/>
            <ac:spMk id="20" creationId="{712DE5A6-DBDF-51BE-DB3A-6FC80529063D}"/>
          </ac:spMkLst>
        </pc:spChg>
        <pc:spChg chg="mod">
          <ac:chgData name="Dmitrii Ustiugov" userId="fee3c4a0-c40b-4de8-8e1d-1d3cf97580eb" providerId="ADAL" clId="{00C16594-0AF0-3D4E-BDFD-6DAC0ED9027A}" dt="2024-09-26T02:18:42.257" v="27" actId="20577"/>
          <ac:spMkLst>
            <pc:docMk/>
            <pc:sldMk cId="172071730" sldId="344"/>
            <ac:spMk id="50" creationId="{20C2B103-1BEA-0854-1B6D-4C522BA63A93}"/>
          </ac:spMkLst>
        </pc:spChg>
        <pc:cxnChg chg="mod">
          <ac:chgData name="Dmitrii Ustiugov" userId="fee3c4a0-c40b-4de8-8e1d-1d3cf97580eb" providerId="ADAL" clId="{00C16594-0AF0-3D4E-BDFD-6DAC0ED9027A}" dt="2024-09-26T02:18:03.309" v="16" actId="1037"/>
          <ac:cxnSpMkLst>
            <pc:docMk/>
            <pc:sldMk cId="172071730" sldId="344"/>
            <ac:cxnSpMk id="10" creationId="{F8E28BDE-592A-9B76-0302-3CDC54E9D09C}"/>
          </ac:cxnSpMkLst>
        </pc:cxnChg>
        <pc:cxnChg chg="mod">
          <ac:chgData name="Dmitrii Ustiugov" userId="fee3c4a0-c40b-4de8-8e1d-1d3cf97580eb" providerId="ADAL" clId="{00C16594-0AF0-3D4E-BDFD-6DAC0ED9027A}" dt="2024-09-26T02:18:03.309" v="16" actId="1037"/>
          <ac:cxnSpMkLst>
            <pc:docMk/>
            <pc:sldMk cId="172071730" sldId="344"/>
            <ac:cxnSpMk id="11" creationId="{FDE19395-CD15-FACE-5D91-BCF380D788CE}"/>
          </ac:cxnSpMkLst>
        </pc:cxnChg>
        <pc:cxnChg chg="mod">
          <ac:chgData name="Dmitrii Ustiugov" userId="fee3c4a0-c40b-4de8-8e1d-1d3cf97580eb" providerId="ADAL" clId="{00C16594-0AF0-3D4E-BDFD-6DAC0ED9027A}" dt="2024-09-26T02:18:03.309" v="16" actId="1037"/>
          <ac:cxnSpMkLst>
            <pc:docMk/>
            <pc:sldMk cId="172071730" sldId="344"/>
            <ac:cxnSpMk id="14" creationId="{6F5F8C69-32F4-BD16-93F7-BD56CF2CBACC}"/>
          </ac:cxnSpMkLst>
        </pc:cxnChg>
        <pc:cxnChg chg="mod">
          <ac:chgData name="Dmitrii Ustiugov" userId="fee3c4a0-c40b-4de8-8e1d-1d3cf97580eb" providerId="ADAL" clId="{00C16594-0AF0-3D4E-BDFD-6DAC0ED9027A}" dt="2024-09-26T02:18:03.309" v="16" actId="1037"/>
          <ac:cxnSpMkLst>
            <pc:docMk/>
            <pc:sldMk cId="172071730" sldId="344"/>
            <ac:cxnSpMk id="24" creationId="{E26D7182-418D-1A8C-CA35-2C4EACD615A6}"/>
          </ac:cxnSpMkLst>
        </pc:cxnChg>
        <pc:cxnChg chg="mod">
          <ac:chgData name="Dmitrii Ustiugov" userId="fee3c4a0-c40b-4de8-8e1d-1d3cf97580eb" providerId="ADAL" clId="{00C16594-0AF0-3D4E-BDFD-6DAC0ED9027A}" dt="2024-09-26T02:18:03.309" v="16" actId="1037"/>
          <ac:cxnSpMkLst>
            <pc:docMk/>
            <pc:sldMk cId="172071730" sldId="344"/>
            <ac:cxnSpMk id="27" creationId="{806D2220-1B46-51FF-93B7-FEB0BDD1F037}"/>
          </ac:cxnSpMkLst>
        </pc:cxnChg>
        <pc:cxnChg chg="mod">
          <ac:chgData name="Dmitrii Ustiugov" userId="fee3c4a0-c40b-4de8-8e1d-1d3cf97580eb" providerId="ADAL" clId="{00C16594-0AF0-3D4E-BDFD-6DAC0ED9027A}" dt="2024-09-26T02:18:03.309" v="16" actId="1037"/>
          <ac:cxnSpMkLst>
            <pc:docMk/>
            <pc:sldMk cId="172071730" sldId="344"/>
            <ac:cxnSpMk id="30" creationId="{9CFAA15E-7F5B-D6D8-3A81-99F3D2AA0269}"/>
          </ac:cxnSpMkLst>
        </pc:cxnChg>
        <pc:cxnChg chg="mod">
          <ac:chgData name="Dmitrii Ustiugov" userId="fee3c4a0-c40b-4de8-8e1d-1d3cf97580eb" providerId="ADAL" clId="{00C16594-0AF0-3D4E-BDFD-6DAC0ED9027A}" dt="2024-09-26T02:18:03.309" v="16" actId="1037"/>
          <ac:cxnSpMkLst>
            <pc:docMk/>
            <pc:sldMk cId="172071730" sldId="344"/>
            <ac:cxnSpMk id="33" creationId="{9958DD35-66CB-1CDC-983C-BA2E67A9DC7F}"/>
          </ac:cxnSpMkLst>
        </pc:cxnChg>
        <pc:cxnChg chg="mod">
          <ac:chgData name="Dmitrii Ustiugov" userId="fee3c4a0-c40b-4de8-8e1d-1d3cf97580eb" providerId="ADAL" clId="{00C16594-0AF0-3D4E-BDFD-6DAC0ED9027A}" dt="2024-09-26T02:18:03.309" v="16" actId="1037"/>
          <ac:cxnSpMkLst>
            <pc:docMk/>
            <pc:sldMk cId="172071730" sldId="344"/>
            <ac:cxnSpMk id="37" creationId="{661EAEBD-F3E4-1FBA-78D2-8582F33AA6EB}"/>
          </ac:cxnSpMkLst>
        </pc:cxnChg>
        <pc:cxnChg chg="mod">
          <ac:chgData name="Dmitrii Ustiugov" userId="fee3c4a0-c40b-4de8-8e1d-1d3cf97580eb" providerId="ADAL" clId="{00C16594-0AF0-3D4E-BDFD-6DAC0ED9027A}" dt="2024-09-26T02:18:03.309" v="16" actId="1037"/>
          <ac:cxnSpMkLst>
            <pc:docMk/>
            <pc:sldMk cId="172071730" sldId="344"/>
            <ac:cxnSpMk id="42" creationId="{12F746E9-2FFA-042B-E36D-854D03D7AE4F}"/>
          </ac:cxnSpMkLst>
        </pc:cxnChg>
        <pc:cxnChg chg="mod">
          <ac:chgData name="Dmitrii Ustiugov" userId="fee3c4a0-c40b-4de8-8e1d-1d3cf97580eb" providerId="ADAL" clId="{00C16594-0AF0-3D4E-BDFD-6DAC0ED9027A}" dt="2024-09-26T02:18:03.309" v="16" actId="1037"/>
          <ac:cxnSpMkLst>
            <pc:docMk/>
            <pc:sldMk cId="172071730" sldId="344"/>
            <ac:cxnSpMk id="46" creationId="{EB7CD25E-AD72-4834-0D85-402FD2876148}"/>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a:spLocks noGrp="1" noRot="1" noChangeAspect="1"/>
          </p:cNvSpPr>
          <p:nvPr>
            <p:ph type="sldImg" idx="2"/>
          </p:nvPr>
        </p:nvSpPr>
        <p:spPr>
          <a:xfrm>
            <a:off x="381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1:notes"/>
          <p:cNvSpPr txBox="1">
            <a:spLocks noGrp="1"/>
          </p:cNvSpPr>
          <p:nvPr>
            <p:ph type="body" idx="1"/>
          </p:nvPr>
        </p:nvSpPr>
        <p:spPr>
          <a:xfrm>
            <a:off x="915525" y="4342944"/>
            <a:ext cx="5026951" cy="4114593"/>
          </a:xfrm>
          <a:prstGeom prst="rect">
            <a:avLst/>
          </a:prstGeom>
          <a:noFill/>
          <a:ln>
            <a:noFill/>
          </a:ln>
        </p:spPr>
        <p:txBody>
          <a:bodyPr spcFirstLastPara="1" wrap="square" lIns="91150" tIns="45550" rIns="91150" bIns="45550" anchor="ctr" anchorCtr="0">
            <a:noAutofit/>
          </a:bodyPr>
          <a:lstStyle/>
          <a:p>
            <a:pPr marL="0" lvl="0" indent="0" algn="l" rtl="0">
              <a:lnSpc>
                <a:spcPct val="100000"/>
              </a:lnSpc>
              <a:spcBef>
                <a:spcPts val="0"/>
              </a:spcBef>
              <a:spcAft>
                <a:spcPts val="0"/>
              </a:spcAft>
              <a:buSzPts val="1100"/>
              <a:buNone/>
            </a:pPr>
            <a:r>
              <a:rPr lang="en-GB" sz="1300"/>
              <a:t>The lecture is divided into two parts. The first part is given by me; the second part will be given by Prof. Cai Wentong. The best way of contacting us is via email. You can get the detailed contact information about Prof. Cai and me on the school website. </a:t>
            </a:r>
            <a:endParaRPr sz="1300"/>
          </a:p>
          <a:p>
            <a:pPr marL="0" lvl="0" indent="0" algn="l" rtl="0">
              <a:lnSpc>
                <a:spcPct val="100000"/>
              </a:lnSpc>
              <a:spcBef>
                <a:spcPts val="300"/>
              </a:spcBef>
              <a:spcAft>
                <a:spcPts val="0"/>
              </a:spcAft>
              <a:buSzPts val="1100"/>
              <a:buNone/>
            </a:pPr>
            <a:endParaRPr sz="1300"/>
          </a:p>
          <a:p>
            <a:pPr marL="0" lvl="0" indent="0" algn="l" rtl="0">
              <a:lnSpc>
                <a:spcPct val="100000"/>
              </a:lnSpc>
              <a:spcBef>
                <a:spcPts val="300"/>
              </a:spcBef>
              <a:spcAft>
                <a:spcPts val="0"/>
              </a:spcAft>
              <a:buSzPts val="1100"/>
              <a:buNone/>
            </a:pPr>
            <a:endParaRPr sz="1300"/>
          </a:p>
        </p:txBody>
      </p:sp>
      <p:sp>
        <p:nvSpPr>
          <p:cNvPr id="117" name="Google Shape;117;p1:notes"/>
          <p:cNvSpPr txBox="1">
            <a:spLocks noGrp="1"/>
          </p:cNvSpPr>
          <p:nvPr>
            <p:ph type="sldNum" idx="12"/>
          </p:nvPr>
        </p:nvSpPr>
        <p:spPr>
          <a:xfrm>
            <a:off x="3885996" y="8687307"/>
            <a:ext cx="2972004" cy="456704"/>
          </a:xfrm>
          <a:prstGeom prst="rect">
            <a:avLst/>
          </a:prstGeom>
          <a:noFill/>
          <a:ln>
            <a:noFill/>
          </a:ln>
        </p:spPr>
        <p:txBody>
          <a:bodyPr spcFirstLastPara="1" wrap="square" lIns="91150" tIns="45550" rIns="91150" bIns="45550" anchor="b"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GB" sz="1100" b="0" i="0" u="none" strike="noStrike" cap="none">
                <a:solidFill>
                  <a:schemeClr val="dk1"/>
                </a:solidFill>
                <a:latin typeface="Times New Roman"/>
                <a:ea typeface="Times New Roman"/>
                <a:cs typeface="Times New Roman"/>
                <a:sym typeface="Times New Roman"/>
              </a:rPr>
              <a:t>1</a:t>
            </a:fld>
            <a:endParaRPr sz="11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f45cb77b8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f45cb77b8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06C3B-BA4D-63FC-D438-822EE1579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20512-DB43-FCF7-E5D9-4B49941D11C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B4B314B-E7AC-55AB-2831-E390D94B9E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ABA095-5149-8491-FD43-F80F7E7327CA}"/>
              </a:ext>
            </a:extLst>
          </p:cNvPr>
          <p:cNvSpPr>
            <a:spLocks noGrp="1"/>
          </p:cNvSpPr>
          <p:nvPr>
            <p:ph type="sldNum" sz="quarter" idx="5"/>
          </p:nvPr>
        </p:nvSpPr>
        <p:spPr/>
        <p:txBody>
          <a:bodyPr/>
          <a:lstStyle/>
          <a:p>
            <a:fld id="{94971001-0765-4275-A0AB-CEBA9F47F0D7}" type="slidenum">
              <a:rPr lang="en-US" altLang="en-US" smtClean="0"/>
              <a:pPr/>
              <a:t>9</a:t>
            </a:fld>
            <a:endParaRPr lang="en-US" altLang="en-US"/>
          </a:p>
        </p:txBody>
      </p:sp>
    </p:spTree>
    <p:extLst>
      <p:ext uri="{BB962C8B-B14F-4D97-AF65-F5344CB8AC3E}">
        <p14:creationId xmlns:p14="http://schemas.microsoft.com/office/powerpoint/2010/main" val="2042222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f45cb77b8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f45cb77b8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1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 name="Google Shape;211;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1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0" name="Google Shape;25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p2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6" name="Google Shape;26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2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6" name="Google Shape;276;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4: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2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9" name="Google Shape;309;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1" name="Google Shape;321;p2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2" name="Google Shape;322;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BAED-A6B2-8FCC-DE62-54801D955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B18F7-84EC-4EA4-E023-BCCBFC7347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79ED00-524D-04CF-EB79-84C54101A9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2272E-9AE7-BFBF-D0BC-1F40421B6325}"/>
              </a:ext>
            </a:extLst>
          </p:cNvPr>
          <p:cNvSpPr>
            <a:spLocks noGrp="1"/>
          </p:cNvSpPr>
          <p:nvPr>
            <p:ph type="sldNum" sz="quarter" idx="5"/>
          </p:nvPr>
        </p:nvSpPr>
        <p:spPr/>
        <p:txBody>
          <a:bodyPr/>
          <a:lstStyle/>
          <a:p>
            <a:fld id="{94971001-0765-4275-A0AB-CEBA9F47F0D7}" type="slidenum">
              <a:rPr lang="en-US" altLang="en-US" smtClean="0"/>
              <a:pPr/>
              <a:t>25</a:t>
            </a:fld>
            <a:endParaRPr lang="en-US" altLang="en-US"/>
          </a:p>
        </p:txBody>
      </p:sp>
    </p:spTree>
    <p:extLst>
      <p:ext uri="{BB962C8B-B14F-4D97-AF65-F5344CB8AC3E}">
        <p14:creationId xmlns:p14="http://schemas.microsoft.com/office/powerpoint/2010/main" val="30112689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p2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f45cb77b8d_0_13:notes"/>
          <p:cNvSpPr>
            <a:spLocks noGrp="1" noRot="1" noChangeAspect="1"/>
          </p:cNvSpPr>
          <p:nvPr>
            <p:ph type="sldImg" idx="2"/>
          </p:nvPr>
        </p:nvSpPr>
        <p:spPr>
          <a:xfrm>
            <a:off x="381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0" name="Google Shape;340;g2f45cb77b8d_0_13:notes"/>
          <p:cNvSpPr txBox="1">
            <a:spLocks noGrp="1"/>
          </p:cNvSpPr>
          <p:nvPr>
            <p:ph type="body" idx="1"/>
          </p:nvPr>
        </p:nvSpPr>
        <p:spPr>
          <a:xfrm>
            <a:off x="915525" y="4342944"/>
            <a:ext cx="5027100" cy="4114500"/>
          </a:xfrm>
          <a:prstGeom prst="rect">
            <a:avLst/>
          </a:prstGeom>
          <a:noFill/>
          <a:ln>
            <a:noFill/>
          </a:ln>
        </p:spPr>
        <p:txBody>
          <a:bodyPr spcFirstLastPara="1" wrap="square" lIns="91150" tIns="45550" rIns="91150" bIns="45550" anchor="ctr" anchorCtr="0">
            <a:noAutofit/>
          </a:bodyPr>
          <a:lstStyle/>
          <a:p>
            <a:pPr marL="0" lvl="0" indent="0" algn="l" rtl="0">
              <a:spcBef>
                <a:spcPts val="0"/>
              </a:spcBef>
              <a:spcAft>
                <a:spcPts val="0"/>
              </a:spcAft>
              <a:buNone/>
            </a:pPr>
            <a:r>
              <a:rPr lang="en-GB" sz="1300"/>
              <a:t>Orthogonal to virtualization types, we have virtualization level, which denotes the extent to which hardware is virtualized by the hypervisor.</a:t>
            </a:r>
            <a:endParaRPr sz="1300"/>
          </a:p>
          <a:p>
            <a:pPr marL="0" lvl="0" indent="0" algn="l" rtl="0">
              <a:spcBef>
                <a:spcPts val="300"/>
              </a:spcBef>
              <a:spcAft>
                <a:spcPts val="0"/>
              </a:spcAft>
              <a:buNone/>
            </a:pPr>
            <a:endParaRPr sz="1300"/>
          </a:p>
          <a:p>
            <a:pPr marL="0" lvl="0" indent="0" algn="l" rtl="0">
              <a:spcBef>
                <a:spcPts val="300"/>
              </a:spcBef>
              <a:spcAft>
                <a:spcPts val="0"/>
              </a:spcAft>
              <a:buNone/>
            </a:pPr>
            <a:r>
              <a:rPr lang="en-GB" sz="1300"/>
              <a:t>In full virtualization, the hardware is completely abstracted, meaning the guest OS is not aware of the existence of hypervisor. The advantage of this is that any existing OS can be used as a guest OS off-the-shelf. </a:t>
            </a:r>
            <a:endParaRPr sz="1300"/>
          </a:p>
          <a:p>
            <a:pPr marL="0" lvl="0" indent="0" algn="l" rtl="0">
              <a:spcBef>
                <a:spcPts val="300"/>
              </a:spcBef>
              <a:spcAft>
                <a:spcPts val="0"/>
              </a:spcAft>
              <a:buNone/>
            </a:pPr>
            <a:endParaRPr sz="1300"/>
          </a:p>
          <a:p>
            <a:pPr marL="0" lvl="0" indent="0" algn="l" rtl="0">
              <a:spcBef>
                <a:spcPts val="300"/>
              </a:spcBef>
              <a:spcAft>
                <a:spcPts val="0"/>
              </a:spcAft>
              <a:buNone/>
            </a:pPr>
            <a:r>
              <a:rPr lang="en-GB" sz="1300"/>
              <a:t>Full virtualization is slow however, because some H/W instructions are hard to virtualize. An alternate to this is para-virtualization, where the hard-to-virtualize parts of the instruction set are left untouched and handled only by the hypervisor. This means the guest OS must now be modified to interact with the hypervisor, because some services and features are not available at the guest OS level.</a:t>
            </a:r>
            <a:endParaRPr sz="1300"/>
          </a:p>
        </p:txBody>
      </p:sp>
      <p:sp>
        <p:nvSpPr>
          <p:cNvPr id="341" name="Google Shape;341;g2f45cb77b8d_0_13:notes"/>
          <p:cNvSpPr txBox="1">
            <a:spLocks noGrp="1"/>
          </p:cNvSpPr>
          <p:nvPr>
            <p:ph type="sldNum" idx="12"/>
          </p:nvPr>
        </p:nvSpPr>
        <p:spPr>
          <a:xfrm>
            <a:off x="3885996" y="8687307"/>
            <a:ext cx="2972100" cy="456600"/>
          </a:xfrm>
          <a:prstGeom prst="rect">
            <a:avLst/>
          </a:prstGeom>
          <a:noFill/>
          <a:ln>
            <a:noFill/>
          </a:ln>
        </p:spPr>
        <p:txBody>
          <a:bodyPr spcFirstLastPara="1" wrap="square" lIns="91150" tIns="45550" rIns="91150" bIns="45550" anchor="b" anchorCtr="0">
            <a:noAutofit/>
          </a:bodyPr>
          <a:lstStyle/>
          <a:p>
            <a:pPr marL="0" lvl="0" indent="0" algn="r" rtl="0">
              <a:spcBef>
                <a:spcPts val="0"/>
              </a:spcBef>
              <a:spcAft>
                <a:spcPts val="0"/>
              </a:spcAft>
              <a:buNone/>
            </a:pPr>
            <a:fld id="{00000000-1234-1234-1234-123412341234}" type="slidenum">
              <a:rPr lang="en-GB" sz="1300"/>
              <a:t>27</a:t>
            </a:fld>
            <a:endParaRPr sz="13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3752E-3F59-2489-C62F-C92C46978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C849B-49F3-0AC6-B0B3-14E452D6B26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642D0E-A0FB-069E-4CB0-01E3136E70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13779E-A35D-6AAC-72E3-096123EA1C71}"/>
              </a:ext>
            </a:extLst>
          </p:cNvPr>
          <p:cNvSpPr>
            <a:spLocks noGrp="1"/>
          </p:cNvSpPr>
          <p:nvPr>
            <p:ph type="sldNum" sz="quarter" idx="5"/>
          </p:nvPr>
        </p:nvSpPr>
        <p:spPr/>
        <p:txBody>
          <a:bodyPr/>
          <a:lstStyle/>
          <a:p>
            <a:fld id="{94971001-0765-4275-A0AB-CEBA9F47F0D7}" type="slidenum">
              <a:rPr lang="en-US" altLang="en-US" smtClean="0"/>
              <a:pPr/>
              <a:t>28</a:t>
            </a:fld>
            <a:endParaRPr lang="en-US" altLang="en-US"/>
          </a:p>
        </p:txBody>
      </p:sp>
    </p:spTree>
    <p:extLst>
      <p:ext uri="{BB962C8B-B14F-4D97-AF65-F5344CB8AC3E}">
        <p14:creationId xmlns:p14="http://schemas.microsoft.com/office/powerpoint/2010/main" val="42255955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BB22-6AAE-353B-2B51-7D0DBE317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76FED-B16A-7F4C-B831-3A6F4B6460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873CD0-978E-F533-1132-A218DA44F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404B05-EF3F-CEB5-FF09-DD72DB4586A8}"/>
              </a:ext>
            </a:extLst>
          </p:cNvPr>
          <p:cNvSpPr>
            <a:spLocks noGrp="1"/>
          </p:cNvSpPr>
          <p:nvPr>
            <p:ph type="sldNum" sz="quarter" idx="5"/>
          </p:nvPr>
        </p:nvSpPr>
        <p:spPr/>
        <p:txBody>
          <a:bodyPr/>
          <a:lstStyle/>
          <a:p>
            <a:fld id="{94971001-0765-4275-A0AB-CEBA9F47F0D7}" type="slidenum">
              <a:rPr lang="en-US" altLang="en-US" smtClean="0"/>
              <a:pPr/>
              <a:t>29</a:t>
            </a:fld>
            <a:endParaRPr lang="en-US" altLang="en-US"/>
          </a:p>
        </p:txBody>
      </p:sp>
    </p:spTree>
    <p:extLst>
      <p:ext uri="{BB962C8B-B14F-4D97-AF65-F5344CB8AC3E}">
        <p14:creationId xmlns:p14="http://schemas.microsoft.com/office/powerpoint/2010/main" val="2704147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p29: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3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p31: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6" name="Google Shape;366;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3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4" name="Google Shape;384;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p35: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3" name="Google Shape;393;p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p3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GB"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DA576-AEFA-229A-78AC-EE7E8D937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30978-9A64-2616-2E49-519181AEE25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3134E6-BAB6-31E8-8726-10CA947E7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3C1E5-E3EE-8366-89D0-3941C5E50E14}"/>
              </a:ext>
            </a:extLst>
          </p:cNvPr>
          <p:cNvSpPr>
            <a:spLocks noGrp="1"/>
          </p:cNvSpPr>
          <p:nvPr>
            <p:ph type="sldNum" sz="quarter" idx="5"/>
          </p:nvPr>
        </p:nvSpPr>
        <p:spPr/>
        <p:txBody>
          <a:bodyPr/>
          <a:lstStyle/>
          <a:p>
            <a:fld id="{94971001-0765-4275-A0AB-CEBA9F47F0D7}" type="slidenum">
              <a:rPr lang="en-US" altLang="en-US" smtClean="0"/>
              <a:pPr/>
              <a:t>37</a:t>
            </a:fld>
            <a:endParaRPr lang="en-US" altLang="en-US"/>
          </a:p>
        </p:txBody>
      </p:sp>
    </p:spTree>
    <p:extLst>
      <p:ext uri="{BB962C8B-B14F-4D97-AF65-F5344CB8AC3E}">
        <p14:creationId xmlns:p14="http://schemas.microsoft.com/office/powerpoint/2010/main" val="5409583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f467944736_1_70:notes"/>
          <p:cNvSpPr txBox="1">
            <a:spLocks noGrp="1"/>
          </p:cNvSpPr>
          <p:nvPr>
            <p:ph type="body" idx="1"/>
          </p:nvPr>
        </p:nvSpPr>
        <p:spPr>
          <a:xfrm>
            <a:off x="915525" y="4342944"/>
            <a:ext cx="5026951" cy="4114593"/>
          </a:xfrm>
          <a:prstGeom prst="rect">
            <a:avLst/>
          </a:prstGeom>
        </p:spPr>
        <p:txBody>
          <a:bodyPr spcFirstLastPara="1" wrap="square" lIns="86100" tIns="86100" rIns="86100" bIns="86100" anchor="t" anchorCtr="0">
            <a:noAutofit/>
          </a:bodyPr>
          <a:lstStyle/>
          <a:p>
            <a:pPr marL="0" lvl="0" indent="0" algn="l" rtl="0">
              <a:spcBef>
                <a:spcPts val="0"/>
              </a:spcBef>
              <a:spcAft>
                <a:spcPts val="0"/>
              </a:spcAft>
              <a:buNone/>
            </a:pPr>
            <a:endParaRPr/>
          </a:p>
        </p:txBody>
      </p:sp>
      <p:sp>
        <p:nvSpPr>
          <p:cNvPr id="421" name="Google Shape;421;g2f467944736_1_70:notes"/>
          <p:cNvSpPr>
            <a:spLocks noGrp="1" noRot="1" noChangeAspect="1"/>
          </p:cNvSpPr>
          <p:nvPr>
            <p:ph type="sldImg" idx="2"/>
          </p:nvPr>
        </p:nvSpPr>
        <p:spPr>
          <a:xfrm>
            <a:off x="381000" y="685800"/>
            <a:ext cx="6097588"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0"/>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 name="Google Shape;15;p40"/>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900"/>
              </a:spcBef>
              <a:spcAft>
                <a:spcPts val="0"/>
              </a:spcAft>
              <a:buClr>
                <a:schemeClr val="dk1"/>
              </a:buClr>
              <a:buSzPts val="2520"/>
              <a:buFont typeface="Helvetica Neue"/>
              <a:buNone/>
              <a:defRPr/>
            </a:lvl1pPr>
            <a:lvl2pPr lvl="1" algn="ctr">
              <a:lnSpc>
                <a:spcPct val="100000"/>
              </a:lnSpc>
              <a:spcBef>
                <a:spcPts val="360"/>
              </a:spcBef>
              <a:spcAft>
                <a:spcPts val="0"/>
              </a:spcAft>
              <a:buClr>
                <a:schemeClr val="dk1"/>
              </a:buClr>
              <a:buSzPts val="1800"/>
              <a:buFont typeface="Helvetica Neue"/>
              <a:buNone/>
              <a:defRPr/>
            </a:lvl2pPr>
            <a:lvl3pPr lvl="2" algn="ctr">
              <a:lnSpc>
                <a:spcPct val="100000"/>
              </a:lnSpc>
              <a:spcBef>
                <a:spcPts val="360"/>
              </a:spcBef>
              <a:spcAft>
                <a:spcPts val="0"/>
              </a:spcAft>
              <a:buClr>
                <a:schemeClr val="dk1"/>
              </a:buClr>
              <a:buSzPts val="1530"/>
              <a:buNone/>
              <a:defRPr/>
            </a:lvl3pPr>
            <a:lvl4pPr lvl="3" algn="ctr">
              <a:lnSpc>
                <a:spcPct val="100000"/>
              </a:lnSpc>
              <a:spcBef>
                <a:spcPts val="360"/>
              </a:spcBef>
              <a:spcAft>
                <a:spcPts val="0"/>
              </a:spcAft>
              <a:buClr>
                <a:schemeClr val="dk1"/>
              </a:buClr>
              <a:buSzPts val="1800"/>
              <a:buFont typeface="Helvetica Neue"/>
              <a:buNone/>
              <a:defRPr/>
            </a:lvl4pPr>
            <a:lvl5pPr lvl="4" algn="ctr">
              <a:lnSpc>
                <a:spcPct val="100000"/>
              </a:lnSpc>
              <a:spcBef>
                <a:spcPts val="240"/>
              </a:spcBef>
              <a:spcAft>
                <a:spcPts val="0"/>
              </a:spcAft>
              <a:buClr>
                <a:schemeClr val="dk1"/>
              </a:buClr>
              <a:buSzPts val="1200"/>
              <a:buFont typeface="Helvetica Neue"/>
              <a:buNone/>
              <a:defRPr/>
            </a:lvl5pPr>
            <a:lvl6pPr lvl="5" algn="ctr">
              <a:lnSpc>
                <a:spcPct val="100000"/>
              </a:lnSpc>
              <a:spcBef>
                <a:spcPts val="240"/>
              </a:spcBef>
              <a:spcAft>
                <a:spcPts val="0"/>
              </a:spcAft>
              <a:buClr>
                <a:schemeClr val="dk1"/>
              </a:buClr>
              <a:buSzPts val="1200"/>
              <a:buFont typeface="Helvetica Neue"/>
              <a:buNone/>
              <a:defRPr/>
            </a:lvl6pPr>
            <a:lvl7pPr lvl="6" algn="ctr">
              <a:lnSpc>
                <a:spcPct val="100000"/>
              </a:lnSpc>
              <a:spcBef>
                <a:spcPts val="240"/>
              </a:spcBef>
              <a:spcAft>
                <a:spcPts val="0"/>
              </a:spcAft>
              <a:buClr>
                <a:schemeClr val="dk1"/>
              </a:buClr>
              <a:buSzPts val="1200"/>
              <a:buFont typeface="Helvetica Neue"/>
              <a:buNone/>
              <a:defRPr/>
            </a:lvl7pPr>
            <a:lvl8pPr lvl="7" algn="ctr">
              <a:lnSpc>
                <a:spcPct val="100000"/>
              </a:lnSpc>
              <a:spcBef>
                <a:spcPts val="240"/>
              </a:spcBef>
              <a:spcAft>
                <a:spcPts val="0"/>
              </a:spcAft>
              <a:buClr>
                <a:schemeClr val="dk1"/>
              </a:buClr>
              <a:buSzPts val="1200"/>
              <a:buFont typeface="Helvetica Neue"/>
              <a:buNone/>
              <a:defRPr/>
            </a:lvl8pPr>
            <a:lvl9pPr lvl="8" algn="ctr">
              <a:lnSpc>
                <a:spcPct val="100000"/>
              </a:lnSpc>
              <a:spcBef>
                <a:spcPts val="240"/>
              </a:spcBef>
              <a:spcAft>
                <a:spcPts val="0"/>
              </a:spcAft>
              <a:buClr>
                <a:schemeClr val="dk1"/>
              </a:buClr>
              <a:buSzPts val="1200"/>
              <a:buFont typeface="Helvetica Neue"/>
              <a:buNone/>
              <a:defRPr/>
            </a:lvl9pPr>
          </a:lstStyle>
          <a:p>
            <a:endParaRPr/>
          </a:p>
        </p:txBody>
      </p:sp>
      <p:sp>
        <p:nvSpPr>
          <p:cNvPr id="16" name="Google Shape;16;p40"/>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1"/>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41"/>
          <p:cNvSpPr txBox="1">
            <a:spLocks noGrp="1"/>
          </p:cNvSpPr>
          <p:nvPr>
            <p:ph type="body" idx="1"/>
          </p:nvPr>
        </p:nvSpPr>
        <p:spPr>
          <a:xfrm>
            <a:off x="429650" y="980875"/>
            <a:ext cx="7647600" cy="3825300"/>
          </a:xfrm>
          <a:prstGeom prst="rect">
            <a:avLst/>
          </a:prstGeom>
          <a:noFill/>
          <a:ln>
            <a:noFill/>
          </a:ln>
        </p:spPr>
        <p:txBody>
          <a:bodyPr spcFirstLastPara="1" wrap="square" lIns="91425" tIns="45700" rIns="91425" bIns="45700" anchor="t" anchorCtr="0">
            <a:noAutofit/>
          </a:bodyPr>
          <a:lstStyle>
            <a:lvl1pPr marL="457200" lvl="0" indent="-388620" algn="l">
              <a:lnSpc>
                <a:spcPct val="100000"/>
              </a:lnSpc>
              <a:spcBef>
                <a:spcPts val="900"/>
              </a:spcBef>
              <a:spcAft>
                <a:spcPts val="0"/>
              </a:spcAft>
              <a:buClr>
                <a:schemeClr val="dk1"/>
              </a:buClr>
              <a:buSzPts val="252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25755" algn="l">
              <a:lnSpc>
                <a:spcPct val="100000"/>
              </a:lnSpc>
              <a:spcBef>
                <a:spcPts val="360"/>
              </a:spcBef>
              <a:spcAft>
                <a:spcPts val="0"/>
              </a:spcAft>
              <a:buClr>
                <a:schemeClr val="dk1"/>
              </a:buClr>
              <a:buSzPts val="153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42"/>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2" name="Google Shape;22;p42"/>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3"/>
          <p:cNvSpPr txBox="1">
            <a:spLocks noGrp="1"/>
          </p:cNvSpPr>
          <p:nvPr>
            <p:ph type="title"/>
          </p:nvPr>
        </p:nvSpPr>
        <p:spPr>
          <a:xfrm>
            <a:off x="722313" y="3305175"/>
            <a:ext cx="7772400" cy="10215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3"/>
          <p:cNvSpPr txBox="1">
            <a:spLocks noGrp="1"/>
          </p:cNvSpPr>
          <p:nvPr>
            <p:ph type="body" idx="1"/>
          </p:nvPr>
        </p:nvSpPr>
        <p:spPr>
          <a:xfrm>
            <a:off x="722313" y="2180035"/>
            <a:ext cx="7772400" cy="1125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Clr>
                <a:schemeClr val="dk1"/>
              </a:buClr>
              <a:buSzPts val="2800"/>
              <a:buFont typeface="Helvetica Neue"/>
              <a:buNone/>
              <a:defRPr sz="2000"/>
            </a:lvl1pPr>
            <a:lvl2pPr marL="914400" lvl="1" indent="-228600" algn="l">
              <a:lnSpc>
                <a:spcPct val="100000"/>
              </a:lnSpc>
              <a:spcBef>
                <a:spcPts val="360"/>
              </a:spcBef>
              <a:spcAft>
                <a:spcPts val="0"/>
              </a:spcAft>
              <a:buClr>
                <a:schemeClr val="dk1"/>
              </a:buClr>
              <a:buSzPts val="1800"/>
              <a:buFont typeface="Helvetica Neue"/>
              <a:buNone/>
              <a:defRPr sz="1800"/>
            </a:lvl2pPr>
            <a:lvl3pPr marL="1371600" lvl="2" indent="-228600" algn="l">
              <a:lnSpc>
                <a:spcPct val="100000"/>
              </a:lnSpc>
              <a:spcBef>
                <a:spcPts val="320"/>
              </a:spcBef>
              <a:spcAft>
                <a:spcPts val="0"/>
              </a:spcAft>
              <a:buClr>
                <a:schemeClr val="dk1"/>
              </a:buClr>
              <a:buSzPts val="1360"/>
              <a:buNone/>
              <a:defRPr sz="1600"/>
            </a:lvl3pPr>
            <a:lvl4pPr marL="1828800" lvl="3" indent="-228600" algn="l">
              <a:lnSpc>
                <a:spcPct val="100000"/>
              </a:lnSpc>
              <a:spcBef>
                <a:spcPts val="280"/>
              </a:spcBef>
              <a:spcAft>
                <a:spcPts val="0"/>
              </a:spcAft>
              <a:buClr>
                <a:schemeClr val="dk1"/>
              </a:buClr>
              <a:buSzPts val="1400"/>
              <a:buFont typeface="Helvetica Neue"/>
              <a:buNone/>
              <a:defRPr sz="1400"/>
            </a:lvl4pPr>
            <a:lvl5pPr marL="2286000" lvl="4" indent="-228600" algn="l">
              <a:lnSpc>
                <a:spcPct val="100000"/>
              </a:lnSpc>
              <a:spcBef>
                <a:spcPts val="280"/>
              </a:spcBef>
              <a:spcAft>
                <a:spcPts val="0"/>
              </a:spcAft>
              <a:buClr>
                <a:schemeClr val="dk1"/>
              </a:buClr>
              <a:buSzPts val="1400"/>
              <a:buFont typeface="Helvetica Neue"/>
              <a:buNone/>
              <a:defRPr sz="1400"/>
            </a:lvl5pPr>
            <a:lvl6pPr marL="2743200" lvl="5" indent="-228600" algn="l">
              <a:lnSpc>
                <a:spcPct val="100000"/>
              </a:lnSpc>
              <a:spcBef>
                <a:spcPts val="280"/>
              </a:spcBef>
              <a:spcAft>
                <a:spcPts val="0"/>
              </a:spcAft>
              <a:buClr>
                <a:schemeClr val="dk1"/>
              </a:buClr>
              <a:buSzPts val="1400"/>
              <a:buFont typeface="Helvetica Neue"/>
              <a:buNone/>
              <a:defRPr sz="1400"/>
            </a:lvl6pPr>
            <a:lvl7pPr marL="3200400" lvl="6" indent="-228600" algn="l">
              <a:lnSpc>
                <a:spcPct val="100000"/>
              </a:lnSpc>
              <a:spcBef>
                <a:spcPts val="280"/>
              </a:spcBef>
              <a:spcAft>
                <a:spcPts val="0"/>
              </a:spcAft>
              <a:buClr>
                <a:schemeClr val="dk1"/>
              </a:buClr>
              <a:buSzPts val="1400"/>
              <a:buFont typeface="Helvetica Neue"/>
              <a:buNone/>
              <a:defRPr sz="1400"/>
            </a:lvl7pPr>
            <a:lvl8pPr marL="3657600" lvl="7" indent="-228600" algn="l">
              <a:lnSpc>
                <a:spcPct val="100000"/>
              </a:lnSpc>
              <a:spcBef>
                <a:spcPts val="280"/>
              </a:spcBef>
              <a:spcAft>
                <a:spcPts val="0"/>
              </a:spcAft>
              <a:buClr>
                <a:schemeClr val="dk1"/>
              </a:buClr>
              <a:buSzPts val="1400"/>
              <a:buFont typeface="Helvetica Neue"/>
              <a:buNone/>
              <a:defRPr sz="1400"/>
            </a:lvl8pPr>
            <a:lvl9pPr marL="4114800" lvl="8" indent="-228600" algn="l">
              <a:lnSpc>
                <a:spcPct val="100000"/>
              </a:lnSpc>
              <a:spcBef>
                <a:spcPts val="280"/>
              </a:spcBef>
              <a:spcAft>
                <a:spcPts val="0"/>
              </a:spcAft>
              <a:buClr>
                <a:schemeClr val="dk1"/>
              </a:buClr>
              <a:buSzPts val="1400"/>
              <a:buFont typeface="Helvetica Neue"/>
              <a:buNone/>
              <a:defRPr sz="1400"/>
            </a:lvl9pPr>
          </a:lstStyle>
          <a:p>
            <a:endParaRPr/>
          </a:p>
        </p:txBody>
      </p:sp>
      <p:sp>
        <p:nvSpPr>
          <p:cNvPr id="26" name="Google Shape;26;p43"/>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 name="Google Shape;29;p44"/>
          <p:cNvSpPr txBox="1">
            <a:spLocks noGrp="1"/>
          </p:cNvSpPr>
          <p:nvPr>
            <p:ph type="body" idx="1"/>
          </p:nvPr>
        </p:nvSpPr>
        <p:spPr>
          <a:xfrm>
            <a:off x="1047750" y="1293019"/>
            <a:ext cx="3438600" cy="3086100"/>
          </a:xfrm>
          <a:prstGeom prst="rect">
            <a:avLst/>
          </a:prstGeom>
          <a:noFill/>
          <a:ln>
            <a:noFill/>
          </a:ln>
        </p:spPr>
        <p:txBody>
          <a:bodyPr spcFirstLastPara="1" wrap="square" lIns="91425" tIns="45700" rIns="91425" bIns="45700" anchor="t" anchorCtr="0">
            <a:noAutofit/>
          </a:bodyPr>
          <a:lstStyle>
            <a:lvl1pPr marL="457200" lvl="0" indent="-477519" algn="l">
              <a:lnSpc>
                <a:spcPct val="100000"/>
              </a:lnSpc>
              <a:spcBef>
                <a:spcPts val="1400"/>
              </a:spcBef>
              <a:spcAft>
                <a:spcPts val="0"/>
              </a:spcAft>
              <a:buClr>
                <a:schemeClr val="dk1"/>
              </a:buClr>
              <a:buSzPts val="3920"/>
              <a:buFont typeface="Helvetica Neue"/>
              <a:buChar char="•"/>
              <a:defRPr sz="2800"/>
            </a:lvl1pPr>
            <a:lvl2pPr marL="914400" lvl="1" indent="-381000" algn="l">
              <a:lnSpc>
                <a:spcPct val="100000"/>
              </a:lnSpc>
              <a:spcBef>
                <a:spcPts val="480"/>
              </a:spcBef>
              <a:spcAft>
                <a:spcPts val="0"/>
              </a:spcAft>
              <a:buClr>
                <a:schemeClr val="dk1"/>
              </a:buClr>
              <a:buSzPts val="2400"/>
              <a:buFont typeface="Helvetica Neue"/>
              <a:buChar char="–"/>
              <a:defRPr sz="2400"/>
            </a:lvl2pPr>
            <a:lvl3pPr marL="1371600" lvl="2" indent="-336550" algn="l">
              <a:lnSpc>
                <a:spcPct val="100000"/>
              </a:lnSpc>
              <a:spcBef>
                <a:spcPts val="400"/>
              </a:spcBef>
              <a:spcAft>
                <a:spcPts val="0"/>
              </a:spcAft>
              <a:buClr>
                <a:schemeClr val="dk1"/>
              </a:buClr>
              <a:buSzPts val="1700"/>
              <a:buChar char="●"/>
              <a:defRPr sz="2000"/>
            </a:lvl3pPr>
            <a:lvl4pPr marL="1828800" lvl="3" indent="-342900" algn="l">
              <a:lnSpc>
                <a:spcPct val="100000"/>
              </a:lnSpc>
              <a:spcBef>
                <a:spcPts val="360"/>
              </a:spcBef>
              <a:spcAft>
                <a:spcPts val="0"/>
              </a:spcAft>
              <a:buClr>
                <a:schemeClr val="dk1"/>
              </a:buClr>
              <a:buSzPts val="1800"/>
              <a:buFont typeface="Helvetica Neue"/>
              <a:buChar char="–"/>
              <a:defRPr sz="1800"/>
            </a:lvl4pPr>
            <a:lvl5pPr marL="2286000" lvl="4" indent="-342900" algn="l">
              <a:lnSpc>
                <a:spcPct val="100000"/>
              </a:lnSpc>
              <a:spcBef>
                <a:spcPts val="360"/>
              </a:spcBef>
              <a:spcAft>
                <a:spcPts val="0"/>
              </a:spcAft>
              <a:buClr>
                <a:schemeClr val="dk1"/>
              </a:buClr>
              <a:buSzPts val="1800"/>
              <a:buFont typeface="Helvetica Neue"/>
              <a:buChar char="»"/>
              <a:defRPr sz="1800"/>
            </a:lvl5pPr>
            <a:lvl6pPr marL="2743200" lvl="5" indent="-342900" algn="l">
              <a:lnSpc>
                <a:spcPct val="100000"/>
              </a:lnSpc>
              <a:spcBef>
                <a:spcPts val="360"/>
              </a:spcBef>
              <a:spcAft>
                <a:spcPts val="0"/>
              </a:spcAft>
              <a:buClr>
                <a:schemeClr val="dk1"/>
              </a:buClr>
              <a:buSzPts val="1800"/>
              <a:buFont typeface="Helvetica Neue"/>
              <a:buChar char="»"/>
              <a:defRPr sz="1800"/>
            </a:lvl6pPr>
            <a:lvl7pPr marL="3200400" lvl="6" indent="-342900" algn="l">
              <a:lnSpc>
                <a:spcPct val="100000"/>
              </a:lnSpc>
              <a:spcBef>
                <a:spcPts val="360"/>
              </a:spcBef>
              <a:spcAft>
                <a:spcPts val="0"/>
              </a:spcAft>
              <a:buClr>
                <a:schemeClr val="dk1"/>
              </a:buClr>
              <a:buSzPts val="1800"/>
              <a:buFont typeface="Helvetica Neue"/>
              <a:buChar char="»"/>
              <a:defRPr sz="1800"/>
            </a:lvl7pPr>
            <a:lvl8pPr marL="3657600" lvl="7" indent="-342900" algn="l">
              <a:lnSpc>
                <a:spcPct val="100000"/>
              </a:lnSpc>
              <a:spcBef>
                <a:spcPts val="360"/>
              </a:spcBef>
              <a:spcAft>
                <a:spcPts val="0"/>
              </a:spcAft>
              <a:buClr>
                <a:schemeClr val="dk1"/>
              </a:buClr>
              <a:buSzPts val="1800"/>
              <a:buFont typeface="Helvetica Neue"/>
              <a:buChar char="»"/>
              <a:defRPr sz="1800"/>
            </a:lvl8pPr>
            <a:lvl9pPr marL="4114800" lvl="8" indent="-342900" algn="l">
              <a:lnSpc>
                <a:spcPct val="100000"/>
              </a:lnSpc>
              <a:spcBef>
                <a:spcPts val="360"/>
              </a:spcBef>
              <a:spcAft>
                <a:spcPts val="0"/>
              </a:spcAft>
              <a:buClr>
                <a:schemeClr val="dk1"/>
              </a:buClr>
              <a:buSzPts val="1800"/>
              <a:buFont typeface="Helvetica Neue"/>
              <a:buChar char="»"/>
              <a:defRPr sz="1800"/>
            </a:lvl9pPr>
          </a:lstStyle>
          <a:p>
            <a:endParaRPr/>
          </a:p>
        </p:txBody>
      </p:sp>
      <p:sp>
        <p:nvSpPr>
          <p:cNvPr id="30" name="Google Shape;30;p44"/>
          <p:cNvSpPr txBox="1">
            <a:spLocks noGrp="1"/>
          </p:cNvSpPr>
          <p:nvPr>
            <p:ph type="body" idx="2"/>
          </p:nvPr>
        </p:nvSpPr>
        <p:spPr>
          <a:xfrm>
            <a:off x="4638675" y="1293019"/>
            <a:ext cx="3438600" cy="3086100"/>
          </a:xfrm>
          <a:prstGeom prst="rect">
            <a:avLst/>
          </a:prstGeom>
          <a:noFill/>
          <a:ln>
            <a:noFill/>
          </a:ln>
        </p:spPr>
        <p:txBody>
          <a:bodyPr spcFirstLastPara="1" wrap="square" lIns="91425" tIns="45700" rIns="91425" bIns="45700" anchor="t" anchorCtr="0">
            <a:noAutofit/>
          </a:bodyPr>
          <a:lstStyle>
            <a:lvl1pPr marL="457200" lvl="0" indent="-477519" algn="l">
              <a:lnSpc>
                <a:spcPct val="100000"/>
              </a:lnSpc>
              <a:spcBef>
                <a:spcPts val="1400"/>
              </a:spcBef>
              <a:spcAft>
                <a:spcPts val="0"/>
              </a:spcAft>
              <a:buClr>
                <a:schemeClr val="dk1"/>
              </a:buClr>
              <a:buSzPts val="3920"/>
              <a:buFont typeface="Helvetica Neue"/>
              <a:buChar char="•"/>
              <a:defRPr sz="2800"/>
            </a:lvl1pPr>
            <a:lvl2pPr marL="914400" lvl="1" indent="-381000" algn="l">
              <a:lnSpc>
                <a:spcPct val="100000"/>
              </a:lnSpc>
              <a:spcBef>
                <a:spcPts val="480"/>
              </a:spcBef>
              <a:spcAft>
                <a:spcPts val="0"/>
              </a:spcAft>
              <a:buClr>
                <a:schemeClr val="dk1"/>
              </a:buClr>
              <a:buSzPts val="2400"/>
              <a:buFont typeface="Helvetica Neue"/>
              <a:buChar char="–"/>
              <a:defRPr sz="2400"/>
            </a:lvl2pPr>
            <a:lvl3pPr marL="1371600" lvl="2" indent="-336550" algn="l">
              <a:lnSpc>
                <a:spcPct val="100000"/>
              </a:lnSpc>
              <a:spcBef>
                <a:spcPts val="400"/>
              </a:spcBef>
              <a:spcAft>
                <a:spcPts val="0"/>
              </a:spcAft>
              <a:buClr>
                <a:schemeClr val="dk1"/>
              </a:buClr>
              <a:buSzPts val="1700"/>
              <a:buChar char="●"/>
              <a:defRPr sz="2000"/>
            </a:lvl3pPr>
            <a:lvl4pPr marL="1828800" lvl="3" indent="-342900" algn="l">
              <a:lnSpc>
                <a:spcPct val="100000"/>
              </a:lnSpc>
              <a:spcBef>
                <a:spcPts val="360"/>
              </a:spcBef>
              <a:spcAft>
                <a:spcPts val="0"/>
              </a:spcAft>
              <a:buClr>
                <a:schemeClr val="dk1"/>
              </a:buClr>
              <a:buSzPts val="1800"/>
              <a:buFont typeface="Helvetica Neue"/>
              <a:buChar char="–"/>
              <a:defRPr sz="1800"/>
            </a:lvl4pPr>
            <a:lvl5pPr marL="2286000" lvl="4" indent="-342900" algn="l">
              <a:lnSpc>
                <a:spcPct val="100000"/>
              </a:lnSpc>
              <a:spcBef>
                <a:spcPts val="360"/>
              </a:spcBef>
              <a:spcAft>
                <a:spcPts val="0"/>
              </a:spcAft>
              <a:buClr>
                <a:schemeClr val="dk1"/>
              </a:buClr>
              <a:buSzPts val="1800"/>
              <a:buFont typeface="Helvetica Neue"/>
              <a:buChar char="»"/>
              <a:defRPr sz="1800"/>
            </a:lvl5pPr>
            <a:lvl6pPr marL="2743200" lvl="5" indent="-342900" algn="l">
              <a:lnSpc>
                <a:spcPct val="100000"/>
              </a:lnSpc>
              <a:spcBef>
                <a:spcPts val="360"/>
              </a:spcBef>
              <a:spcAft>
                <a:spcPts val="0"/>
              </a:spcAft>
              <a:buClr>
                <a:schemeClr val="dk1"/>
              </a:buClr>
              <a:buSzPts val="1800"/>
              <a:buFont typeface="Helvetica Neue"/>
              <a:buChar char="»"/>
              <a:defRPr sz="1800"/>
            </a:lvl6pPr>
            <a:lvl7pPr marL="3200400" lvl="6" indent="-342900" algn="l">
              <a:lnSpc>
                <a:spcPct val="100000"/>
              </a:lnSpc>
              <a:spcBef>
                <a:spcPts val="360"/>
              </a:spcBef>
              <a:spcAft>
                <a:spcPts val="0"/>
              </a:spcAft>
              <a:buClr>
                <a:schemeClr val="dk1"/>
              </a:buClr>
              <a:buSzPts val="1800"/>
              <a:buFont typeface="Helvetica Neue"/>
              <a:buChar char="»"/>
              <a:defRPr sz="1800"/>
            </a:lvl7pPr>
            <a:lvl8pPr marL="3657600" lvl="7" indent="-342900" algn="l">
              <a:lnSpc>
                <a:spcPct val="100000"/>
              </a:lnSpc>
              <a:spcBef>
                <a:spcPts val="360"/>
              </a:spcBef>
              <a:spcAft>
                <a:spcPts val="0"/>
              </a:spcAft>
              <a:buClr>
                <a:schemeClr val="dk1"/>
              </a:buClr>
              <a:buSzPts val="1800"/>
              <a:buFont typeface="Helvetica Neue"/>
              <a:buChar char="»"/>
              <a:defRPr sz="1800"/>
            </a:lvl8pPr>
            <a:lvl9pPr marL="4114800" lvl="8" indent="-342900" algn="l">
              <a:lnSpc>
                <a:spcPct val="100000"/>
              </a:lnSpc>
              <a:spcBef>
                <a:spcPts val="360"/>
              </a:spcBef>
              <a:spcAft>
                <a:spcPts val="0"/>
              </a:spcAft>
              <a:buClr>
                <a:schemeClr val="dk1"/>
              </a:buClr>
              <a:buSzPts val="1800"/>
              <a:buFont typeface="Helvetica Neue"/>
              <a:buChar char="»"/>
              <a:defRPr sz="1800"/>
            </a:lvl9pPr>
          </a:lstStyle>
          <a:p>
            <a:endParaRPr/>
          </a:p>
        </p:txBody>
      </p:sp>
      <p:sp>
        <p:nvSpPr>
          <p:cNvPr id="31" name="Google Shape;31;p44"/>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4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45"/>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200"/>
              </a:spcBef>
              <a:spcAft>
                <a:spcPts val="0"/>
              </a:spcAft>
              <a:buClr>
                <a:schemeClr val="dk1"/>
              </a:buClr>
              <a:buSzPts val="3360"/>
              <a:buFont typeface="Helvetica Neue"/>
              <a:buNone/>
              <a:defRPr sz="2400" b="1"/>
            </a:lvl1pPr>
            <a:lvl2pPr marL="914400" lvl="1" indent="-228600" algn="l">
              <a:lnSpc>
                <a:spcPct val="100000"/>
              </a:lnSpc>
              <a:spcBef>
                <a:spcPts val="400"/>
              </a:spcBef>
              <a:spcAft>
                <a:spcPts val="0"/>
              </a:spcAft>
              <a:buClr>
                <a:schemeClr val="dk1"/>
              </a:buClr>
              <a:buSzPts val="2000"/>
              <a:buFont typeface="Helvetica Neue"/>
              <a:buNone/>
              <a:defRPr sz="2000" b="1"/>
            </a:lvl2pPr>
            <a:lvl3pPr marL="1371600" lvl="2" indent="-228600" algn="l">
              <a:lnSpc>
                <a:spcPct val="100000"/>
              </a:lnSpc>
              <a:spcBef>
                <a:spcPts val="360"/>
              </a:spcBef>
              <a:spcAft>
                <a:spcPts val="0"/>
              </a:spcAft>
              <a:buClr>
                <a:schemeClr val="dk1"/>
              </a:buClr>
              <a:buSzPts val="1530"/>
              <a:buNone/>
              <a:defRPr sz="1800" b="1"/>
            </a:lvl3pPr>
            <a:lvl4pPr marL="1828800" lvl="3" indent="-228600" algn="l">
              <a:lnSpc>
                <a:spcPct val="100000"/>
              </a:lnSpc>
              <a:spcBef>
                <a:spcPts val="320"/>
              </a:spcBef>
              <a:spcAft>
                <a:spcPts val="0"/>
              </a:spcAft>
              <a:buClr>
                <a:schemeClr val="dk1"/>
              </a:buClr>
              <a:buSzPts val="1600"/>
              <a:buFont typeface="Helvetica Neue"/>
              <a:buNone/>
              <a:defRPr sz="1600" b="1"/>
            </a:lvl4pPr>
            <a:lvl5pPr marL="2286000" lvl="4" indent="-228600" algn="l">
              <a:lnSpc>
                <a:spcPct val="100000"/>
              </a:lnSpc>
              <a:spcBef>
                <a:spcPts val="320"/>
              </a:spcBef>
              <a:spcAft>
                <a:spcPts val="0"/>
              </a:spcAft>
              <a:buClr>
                <a:schemeClr val="dk1"/>
              </a:buClr>
              <a:buSzPts val="1600"/>
              <a:buFont typeface="Helvetica Neue"/>
              <a:buNone/>
              <a:defRPr sz="1600" b="1"/>
            </a:lvl5pPr>
            <a:lvl6pPr marL="2743200" lvl="5" indent="-228600" algn="l">
              <a:lnSpc>
                <a:spcPct val="100000"/>
              </a:lnSpc>
              <a:spcBef>
                <a:spcPts val="320"/>
              </a:spcBef>
              <a:spcAft>
                <a:spcPts val="0"/>
              </a:spcAft>
              <a:buClr>
                <a:schemeClr val="dk1"/>
              </a:buClr>
              <a:buSzPts val="1600"/>
              <a:buFont typeface="Helvetica Neue"/>
              <a:buNone/>
              <a:defRPr sz="1600" b="1"/>
            </a:lvl6pPr>
            <a:lvl7pPr marL="3200400" lvl="6" indent="-228600" algn="l">
              <a:lnSpc>
                <a:spcPct val="100000"/>
              </a:lnSpc>
              <a:spcBef>
                <a:spcPts val="320"/>
              </a:spcBef>
              <a:spcAft>
                <a:spcPts val="0"/>
              </a:spcAft>
              <a:buClr>
                <a:schemeClr val="dk1"/>
              </a:buClr>
              <a:buSzPts val="1600"/>
              <a:buFont typeface="Helvetica Neue"/>
              <a:buNone/>
              <a:defRPr sz="1600" b="1"/>
            </a:lvl7pPr>
            <a:lvl8pPr marL="3657600" lvl="7" indent="-228600" algn="l">
              <a:lnSpc>
                <a:spcPct val="100000"/>
              </a:lnSpc>
              <a:spcBef>
                <a:spcPts val="320"/>
              </a:spcBef>
              <a:spcAft>
                <a:spcPts val="0"/>
              </a:spcAft>
              <a:buClr>
                <a:schemeClr val="dk1"/>
              </a:buClr>
              <a:buSzPts val="1600"/>
              <a:buFont typeface="Helvetica Neue"/>
              <a:buNone/>
              <a:defRPr sz="1600" b="1"/>
            </a:lvl8pPr>
            <a:lvl9pPr marL="4114800" lvl="8" indent="-228600" algn="l">
              <a:lnSpc>
                <a:spcPct val="100000"/>
              </a:lnSpc>
              <a:spcBef>
                <a:spcPts val="320"/>
              </a:spcBef>
              <a:spcAft>
                <a:spcPts val="0"/>
              </a:spcAft>
              <a:buClr>
                <a:schemeClr val="dk1"/>
              </a:buClr>
              <a:buSzPts val="1600"/>
              <a:buFont typeface="Helvetica Neue"/>
              <a:buNone/>
              <a:defRPr sz="1600" b="1"/>
            </a:lvl9pPr>
          </a:lstStyle>
          <a:p>
            <a:endParaRPr/>
          </a:p>
        </p:txBody>
      </p:sp>
      <p:sp>
        <p:nvSpPr>
          <p:cNvPr id="35" name="Google Shape;35;p45"/>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441960" algn="l">
              <a:lnSpc>
                <a:spcPct val="100000"/>
              </a:lnSpc>
              <a:spcBef>
                <a:spcPts val="1200"/>
              </a:spcBef>
              <a:spcAft>
                <a:spcPts val="0"/>
              </a:spcAft>
              <a:buClr>
                <a:schemeClr val="dk1"/>
              </a:buClr>
              <a:buSzPts val="3360"/>
              <a:buFont typeface="Helvetica Neue"/>
              <a:buChar char="•"/>
              <a:defRPr sz="2400"/>
            </a:lvl1pPr>
            <a:lvl2pPr marL="914400" lvl="1" indent="-355600" algn="l">
              <a:lnSpc>
                <a:spcPct val="100000"/>
              </a:lnSpc>
              <a:spcBef>
                <a:spcPts val="400"/>
              </a:spcBef>
              <a:spcAft>
                <a:spcPts val="0"/>
              </a:spcAft>
              <a:buClr>
                <a:schemeClr val="dk1"/>
              </a:buClr>
              <a:buSzPts val="2000"/>
              <a:buFont typeface="Helvetica Neue"/>
              <a:buChar char="–"/>
              <a:defRPr sz="2000"/>
            </a:lvl2pPr>
            <a:lvl3pPr marL="1371600" lvl="2" indent="-325755" algn="l">
              <a:lnSpc>
                <a:spcPct val="100000"/>
              </a:lnSpc>
              <a:spcBef>
                <a:spcPts val="360"/>
              </a:spcBef>
              <a:spcAft>
                <a:spcPts val="0"/>
              </a:spcAft>
              <a:buClr>
                <a:schemeClr val="dk1"/>
              </a:buClr>
              <a:buSzPts val="1530"/>
              <a:buChar char="●"/>
              <a:defRPr sz="1800"/>
            </a:lvl3pPr>
            <a:lvl4pPr marL="1828800" lvl="3" indent="-330200" algn="l">
              <a:lnSpc>
                <a:spcPct val="100000"/>
              </a:lnSpc>
              <a:spcBef>
                <a:spcPts val="320"/>
              </a:spcBef>
              <a:spcAft>
                <a:spcPts val="0"/>
              </a:spcAft>
              <a:buClr>
                <a:schemeClr val="dk1"/>
              </a:buClr>
              <a:buSzPts val="1600"/>
              <a:buFont typeface="Helvetica Neue"/>
              <a:buChar char="–"/>
              <a:defRPr sz="1600"/>
            </a:lvl4pPr>
            <a:lvl5pPr marL="2286000" lvl="4" indent="-330200" algn="l">
              <a:lnSpc>
                <a:spcPct val="100000"/>
              </a:lnSpc>
              <a:spcBef>
                <a:spcPts val="320"/>
              </a:spcBef>
              <a:spcAft>
                <a:spcPts val="0"/>
              </a:spcAft>
              <a:buClr>
                <a:schemeClr val="dk1"/>
              </a:buClr>
              <a:buSzPts val="1600"/>
              <a:buFont typeface="Helvetica Neue"/>
              <a:buChar char="»"/>
              <a:defRPr sz="1600"/>
            </a:lvl5pPr>
            <a:lvl6pPr marL="2743200" lvl="5" indent="-330200" algn="l">
              <a:lnSpc>
                <a:spcPct val="100000"/>
              </a:lnSpc>
              <a:spcBef>
                <a:spcPts val="320"/>
              </a:spcBef>
              <a:spcAft>
                <a:spcPts val="0"/>
              </a:spcAft>
              <a:buClr>
                <a:schemeClr val="dk1"/>
              </a:buClr>
              <a:buSzPts val="1600"/>
              <a:buFont typeface="Helvetica Neue"/>
              <a:buChar char="»"/>
              <a:defRPr sz="1600"/>
            </a:lvl6pPr>
            <a:lvl7pPr marL="3200400" lvl="6" indent="-330200" algn="l">
              <a:lnSpc>
                <a:spcPct val="100000"/>
              </a:lnSpc>
              <a:spcBef>
                <a:spcPts val="320"/>
              </a:spcBef>
              <a:spcAft>
                <a:spcPts val="0"/>
              </a:spcAft>
              <a:buClr>
                <a:schemeClr val="dk1"/>
              </a:buClr>
              <a:buSzPts val="1600"/>
              <a:buFont typeface="Helvetica Neue"/>
              <a:buChar char="»"/>
              <a:defRPr sz="1600"/>
            </a:lvl7pPr>
            <a:lvl8pPr marL="3657600" lvl="7" indent="-330200" algn="l">
              <a:lnSpc>
                <a:spcPct val="100000"/>
              </a:lnSpc>
              <a:spcBef>
                <a:spcPts val="320"/>
              </a:spcBef>
              <a:spcAft>
                <a:spcPts val="0"/>
              </a:spcAft>
              <a:buClr>
                <a:schemeClr val="dk1"/>
              </a:buClr>
              <a:buSzPts val="1600"/>
              <a:buFont typeface="Helvetica Neue"/>
              <a:buChar char="»"/>
              <a:defRPr sz="1600"/>
            </a:lvl8pPr>
            <a:lvl9pPr marL="4114800" lvl="8" indent="-330200" algn="l">
              <a:lnSpc>
                <a:spcPct val="100000"/>
              </a:lnSpc>
              <a:spcBef>
                <a:spcPts val="320"/>
              </a:spcBef>
              <a:spcAft>
                <a:spcPts val="0"/>
              </a:spcAft>
              <a:buClr>
                <a:schemeClr val="dk1"/>
              </a:buClr>
              <a:buSzPts val="1600"/>
              <a:buFont typeface="Helvetica Neue"/>
              <a:buChar char="»"/>
              <a:defRPr sz="1600"/>
            </a:lvl9pPr>
          </a:lstStyle>
          <a:p>
            <a:endParaRPr/>
          </a:p>
        </p:txBody>
      </p:sp>
      <p:sp>
        <p:nvSpPr>
          <p:cNvPr id="36" name="Google Shape;36;p45"/>
          <p:cNvSpPr txBox="1">
            <a:spLocks noGrp="1"/>
          </p:cNvSpPr>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200"/>
              </a:spcBef>
              <a:spcAft>
                <a:spcPts val="0"/>
              </a:spcAft>
              <a:buClr>
                <a:schemeClr val="dk1"/>
              </a:buClr>
              <a:buSzPts val="3360"/>
              <a:buFont typeface="Helvetica Neue"/>
              <a:buNone/>
              <a:defRPr sz="2400" b="1"/>
            </a:lvl1pPr>
            <a:lvl2pPr marL="914400" lvl="1" indent="-228600" algn="l">
              <a:lnSpc>
                <a:spcPct val="100000"/>
              </a:lnSpc>
              <a:spcBef>
                <a:spcPts val="400"/>
              </a:spcBef>
              <a:spcAft>
                <a:spcPts val="0"/>
              </a:spcAft>
              <a:buClr>
                <a:schemeClr val="dk1"/>
              </a:buClr>
              <a:buSzPts val="2000"/>
              <a:buFont typeface="Helvetica Neue"/>
              <a:buNone/>
              <a:defRPr sz="2000" b="1"/>
            </a:lvl2pPr>
            <a:lvl3pPr marL="1371600" lvl="2" indent="-228600" algn="l">
              <a:lnSpc>
                <a:spcPct val="100000"/>
              </a:lnSpc>
              <a:spcBef>
                <a:spcPts val="360"/>
              </a:spcBef>
              <a:spcAft>
                <a:spcPts val="0"/>
              </a:spcAft>
              <a:buClr>
                <a:schemeClr val="dk1"/>
              </a:buClr>
              <a:buSzPts val="1530"/>
              <a:buNone/>
              <a:defRPr sz="1800" b="1"/>
            </a:lvl3pPr>
            <a:lvl4pPr marL="1828800" lvl="3" indent="-228600" algn="l">
              <a:lnSpc>
                <a:spcPct val="100000"/>
              </a:lnSpc>
              <a:spcBef>
                <a:spcPts val="320"/>
              </a:spcBef>
              <a:spcAft>
                <a:spcPts val="0"/>
              </a:spcAft>
              <a:buClr>
                <a:schemeClr val="dk1"/>
              </a:buClr>
              <a:buSzPts val="1600"/>
              <a:buFont typeface="Helvetica Neue"/>
              <a:buNone/>
              <a:defRPr sz="1600" b="1"/>
            </a:lvl4pPr>
            <a:lvl5pPr marL="2286000" lvl="4" indent="-228600" algn="l">
              <a:lnSpc>
                <a:spcPct val="100000"/>
              </a:lnSpc>
              <a:spcBef>
                <a:spcPts val="320"/>
              </a:spcBef>
              <a:spcAft>
                <a:spcPts val="0"/>
              </a:spcAft>
              <a:buClr>
                <a:schemeClr val="dk1"/>
              </a:buClr>
              <a:buSzPts val="1600"/>
              <a:buFont typeface="Helvetica Neue"/>
              <a:buNone/>
              <a:defRPr sz="1600" b="1"/>
            </a:lvl5pPr>
            <a:lvl6pPr marL="2743200" lvl="5" indent="-228600" algn="l">
              <a:lnSpc>
                <a:spcPct val="100000"/>
              </a:lnSpc>
              <a:spcBef>
                <a:spcPts val="320"/>
              </a:spcBef>
              <a:spcAft>
                <a:spcPts val="0"/>
              </a:spcAft>
              <a:buClr>
                <a:schemeClr val="dk1"/>
              </a:buClr>
              <a:buSzPts val="1600"/>
              <a:buFont typeface="Helvetica Neue"/>
              <a:buNone/>
              <a:defRPr sz="1600" b="1"/>
            </a:lvl6pPr>
            <a:lvl7pPr marL="3200400" lvl="6" indent="-228600" algn="l">
              <a:lnSpc>
                <a:spcPct val="100000"/>
              </a:lnSpc>
              <a:spcBef>
                <a:spcPts val="320"/>
              </a:spcBef>
              <a:spcAft>
                <a:spcPts val="0"/>
              </a:spcAft>
              <a:buClr>
                <a:schemeClr val="dk1"/>
              </a:buClr>
              <a:buSzPts val="1600"/>
              <a:buFont typeface="Helvetica Neue"/>
              <a:buNone/>
              <a:defRPr sz="1600" b="1"/>
            </a:lvl7pPr>
            <a:lvl8pPr marL="3657600" lvl="7" indent="-228600" algn="l">
              <a:lnSpc>
                <a:spcPct val="100000"/>
              </a:lnSpc>
              <a:spcBef>
                <a:spcPts val="320"/>
              </a:spcBef>
              <a:spcAft>
                <a:spcPts val="0"/>
              </a:spcAft>
              <a:buClr>
                <a:schemeClr val="dk1"/>
              </a:buClr>
              <a:buSzPts val="1600"/>
              <a:buFont typeface="Helvetica Neue"/>
              <a:buNone/>
              <a:defRPr sz="1600" b="1"/>
            </a:lvl8pPr>
            <a:lvl9pPr marL="4114800" lvl="8" indent="-228600" algn="l">
              <a:lnSpc>
                <a:spcPct val="100000"/>
              </a:lnSpc>
              <a:spcBef>
                <a:spcPts val="320"/>
              </a:spcBef>
              <a:spcAft>
                <a:spcPts val="0"/>
              </a:spcAft>
              <a:buClr>
                <a:schemeClr val="dk1"/>
              </a:buClr>
              <a:buSzPts val="1600"/>
              <a:buFont typeface="Helvetica Neue"/>
              <a:buNone/>
              <a:defRPr sz="1600" b="1"/>
            </a:lvl9pPr>
          </a:lstStyle>
          <a:p>
            <a:endParaRPr/>
          </a:p>
        </p:txBody>
      </p:sp>
      <p:sp>
        <p:nvSpPr>
          <p:cNvPr id="37" name="Google Shape;37;p45"/>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441960" algn="l">
              <a:lnSpc>
                <a:spcPct val="100000"/>
              </a:lnSpc>
              <a:spcBef>
                <a:spcPts val="1200"/>
              </a:spcBef>
              <a:spcAft>
                <a:spcPts val="0"/>
              </a:spcAft>
              <a:buClr>
                <a:schemeClr val="dk1"/>
              </a:buClr>
              <a:buSzPts val="3360"/>
              <a:buFont typeface="Helvetica Neue"/>
              <a:buChar char="•"/>
              <a:defRPr sz="2400"/>
            </a:lvl1pPr>
            <a:lvl2pPr marL="914400" lvl="1" indent="-355600" algn="l">
              <a:lnSpc>
                <a:spcPct val="100000"/>
              </a:lnSpc>
              <a:spcBef>
                <a:spcPts val="400"/>
              </a:spcBef>
              <a:spcAft>
                <a:spcPts val="0"/>
              </a:spcAft>
              <a:buClr>
                <a:schemeClr val="dk1"/>
              </a:buClr>
              <a:buSzPts val="2000"/>
              <a:buFont typeface="Helvetica Neue"/>
              <a:buChar char="–"/>
              <a:defRPr sz="2000"/>
            </a:lvl2pPr>
            <a:lvl3pPr marL="1371600" lvl="2" indent="-325755" algn="l">
              <a:lnSpc>
                <a:spcPct val="100000"/>
              </a:lnSpc>
              <a:spcBef>
                <a:spcPts val="360"/>
              </a:spcBef>
              <a:spcAft>
                <a:spcPts val="0"/>
              </a:spcAft>
              <a:buClr>
                <a:schemeClr val="dk1"/>
              </a:buClr>
              <a:buSzPts val="1530"/>
              <a:buChar char="●"/>
              <a:defRPr sz="1800"/>
            </a:lvl3pPr>
            <a:lvl4pPr marL="1828800" lvl="3" indent="-330200" algn="l">
              <a:lnSpc>
                <a:spcPct val="100000"/>
              </a:lnSpc>
              <a:spcBef>
                <a:spcPts val="320"/>
              </a:spcBef>
              <a:spcAft>
                <a:spcPts val="0"/>
              </a:spcAft>
              <a:buClr>
                <a:schemeClr val="dk1"/>
              </a:buClr>
              <a:buSzPts val="1600"/>
              <a:buFont typeface="Helvetica Neue"/>
              <a:buChar char="–"/>
              <a:defRPr sz="1600"/>
            </a:lvl4pPr>
            <a:lvl5pPr marL="2286000" lvl="4" indent="-330200" algn="l">
              <a:lnSpc>
                <a:spcPct val="100000"/>
              </a:lnSpc>
              <a:spcBef>
                <a:spcPts val="320"/>
              </a:spcBef>
              <a:spcAft>
                <a:spcPts val="0"/>
              </a:spcAft>
              <a:buClr>
                <a:schemeClr val="dk1"/>
              </a:buClr>
              <a:buSzPts val="1600"/>
              <a:buFont typeface="Helvetica Neue"/>
              <a:buChar char="»"/>
              <a:defRPr sz="1600"/>
            </a:lvl5pPr>
            <a:lvl6pPr marL="2743200" lvl="5" indent="-330200" algn="l">
              <a:lnSpc>
                <a:spcPct val="100000"/>
              </a:lnSpc>
              <a:spcBef>
                <a:spcPts val="320"/>
              </a:spcBef>
              <a:spcAft>
                <a:spcPts val="0"/>
              </a:spcAft>
              <a:buClr>
                <a:schemeClr val="dk1"/>
              </a:buClr>
              <a:buSzPts val="1600"/>
              <a:buFont typeface="Helvetica Neue"/>
              <a:buChar char="»"/>
              <a:defRPr sz="1600"/>
            </a:lvl6pPr>
            <a:lvl7pPr marL="3200400" lvl="6" indent="-330200" algn="l">
              <a:lnSpc>
                <a:spcPct val="100000"/>
              </a:lnSpc>
              <a:spcBef>
                <a:spcPts val="320"/>
              </a:spcBef>
              <a:spcAft>
                <a:spcPts val="0"/>
              </a:spcAft>
              <a:buClr>
                <a:schemeClr val="dk1"/>
              </a:buClr>
              <a:buSzPts val="1600"/>
              <a:buFont typeface="Helvetica Neue"/>
              <a:buChar char="»"/>
              <a:defRPr sz="1600"/>
            </a:lvl7pPr>
            <a:lvl8pPr marL="3657600" lvl="7" indent="-330200" algn="l">
              <a:lnSpc>
                <a:spcPct val="100000"/>
              </a:lnSpc>
              <a:spcBef>
                <a:spcPts val="320"/>
              </a:spcBef>
              <a:spcAft>
                <a:spcPts val="0"/>
              </a:spcAft>
              <a:buClr>
                <a:schemeClr val="dk1"/>
              </a:buClr>
              <a:buSzPts val="1600"/>
              <a:buFont typeface="Helvetica Neue"/>
              <a:buChar char="»"/>
              <a:defRPr sz="1600"/>
            </a:lvl8pPr>
            <a:lvl9pPr marL="4114800" lvl="8" indent="-330200" algn="l">
              <a:lnSpc>
                <a:spcPct val="100000"/>
              </a:lnSpc>
              <a:spcBef>
                <a:spcPts val="320"/>
              </a:spcBef>
              <a:spcAft>
                <a:spcPts val="0"/>
              </a:spcAft>
              <a:buClr>
                <a:schemeClr val="dk1"/>
              </a:buClr>
              <a:buSzPts val="1600"/>
              <a:buFont typeface="Helvetica Neue"/>
              <a:buChar char="»"/>
              <a:defRPr sz="1600"/>
            </a:lvl9pPr>
          </a:lstStyle>
          <a:p>
            <a:endParaRPr/>
          </a:p>
        </p:txBody>
      </p:sp>
      <p:sp>
        <p:nvSpPr>
          <p:cNvPr id="38" name="Google Shape;38;p45"/>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46"/>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1"/>
        <p:cNvGrpSpPr/>
        <p:nvPr/>
      </p:nvGrpSpPr>
      <p:grpSpPr>
        <a:xfrm>
          <a:off x="0" y="0"/>
          <a:ext cx="0" cy="0"/>
          <a:chOff x="0" y="0"/>
          <a:chExt cx="0" cy="0"/>
        </a:xfrm>
      </p:grpSpPr>
      <p:sp>
        <p:nvSpPr>
          <p:cNvPr id="42" name="Google Shape;42;p47"/>
          <p:cNvSpPr txBox="1">
            <a:spLocks noGrp="1"/>
          </p:cNvSpPr>
          <p:nvPr>
            <p:ph type="title"/>
          </p:nvPr>
        </p:nvSpPr>
        <p:spPr>
          <a:xfrm>
            <a:off x="457200" y="204788"/>
            <a:ext cx="3008400" cy="8715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47"/>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513080" algn="l">
              <a:lnSpc>
                <a:spcPct val="100000"/>
              </a:lnSpc>
              <a:spcBef>
                <a:spcPts val="1600"/>
              </a:spcBef>
              <a:spcAft>
                <a:spcPts val="0"/>
              </a:spcAft>
              <a:buClr>
                <a:schemeClr val="dk1"/>
              </a:buClr>
              <a:buSzPts val="4480"/>
              <a:buFont typeface="Helvetica Neue"/>
              <a:buChar char="•"/>
              <a:defRPr sz="3200"/>
            </a:lvl1pPr>
            <a:lvl2pPr marL="914400" lvl="1" indent="-406400" algn="l">
              <a:lnSpc>
                <a:spcPct val="100000"/>
              </a:lnSpc>
              <a:spcBef>
                <a:spcPts val="560"/>
              </a:spcBef>
              <a:spcAft>
                <a:spcPts val="0"/>
              </a:spcAft>
              <a:buClr>
                <a:schemeClr val="dk1"/>
              </a:buClr>
              <a:buSzPts val="2800"/>
              <a:buFont typeface="Helvetica Neue"/>
              <a:buChar char="–"/>
              <a:defRPr sz="2800"/>
            </a:lvl2pPr>
            <a:lvl3pPr marL="1371600" lvl="2" indent="-358139" algn="l">
              <a:lnSpc>
                <a:spcPct val="100000"/>
              </a:lnSpc>
              <a:spcBef>
                <a:spcPts val="480"/>
              </a:spcBef>
              <a:spcAft>
                <a:spcPts val="0"/>
              </a:spcAft>
              <a:buClr>
                <a:schemeClr val="dk1"/>
              </a:buClr>
              <a:buSzPts val="2040"/>
              <a:buChar char="●"/>
              <a:defRPr sz="2400"/>
            </a:lvl3pPr>
            <a:lvl4pPr marL="1828800" lvl="3" indent="-355600" algn="l">
              <a:lnSpc>
                <a:spcPct val="100000"/>
              </a:lnSpc>
              <a:spcBef>
                <a:spcPts val="400"/>
              </a:spcBef>
              <a:spcAft>
                <a:spcPts val="0"/>
              </a:spcAft>
              <a:buClr>
                <a:schemeClr val="dk1"/>
              </a:buClr>
              <a:buSzPts val="2000"/>
              <a:buFont typeface="Helvetica Neue"/>
              <a:buChar char="–"/>
              <a:defRPr sz="2000"/>
            </a:lvl4pPr>
            <a:lvl5pPr marL="2286000" lvl="4" indent="-355600" algn="l">
              <a:lnSpc>
                <a:spcPct val="100000"/>
              </a:lnSpc>
              <a:spcBef>
                <a:spcPts val="400"/>
              </a:spcBef>
              <a:spcAft>
                <a:spcPts val="0"/>
              </a:spcAft>
              <a:buClr>
                <a:schemeClr val="dk1"/>
              </a:buClr>
              <a:buSzPts val="2000"/>
              <a:buFont typeface="Helvetica Neue"/>
              <a:buChar char="»"/>
              <a:defRPr sz="2000"/>
            </a:lvl5pPr>
            <a:lvl6pPr marL="2743200" lvl="5" indent="-355600" algn="l">
              <a:lnSpc>
                <a:spcPct val="100000"/>
              </a:lnSpc>
              <a:spcBef>
                <a:spcPts val="400"/>
              </a:spcBef>
              <a:spcAft>
                <a:spcPts val="0"/>
              </a:spcAft>
              <a:buClr>
                <a:schemeClr val="dk1"/>
              </a:buClr>
              <a:buSzPts val="2000"/>
              <a:buFont typeface="Helvetica Neue"/>
              <a:buChar char="»"/>
              <a:defRPr sz="2000"/>
            </a:lvl6pPr>
            <a:lvl7pPr marL="3200400" lvl="6" indent="-355600" algn="l">
              <a:lnSpc>
                <a:spcPct val="100000"/>
              </a:lnSpc>
              <a:spcBef>
                <a:spcPts val="400"/>
              </a:spcBef>
              <a:spcAft>
                <a:spcPts val="0"/>
              </a:spcAft>
              <a:buClr>
                <a:schemeClr val="dk1"/>
              </a:buClr>
              <a:buSzPts val="2000"/>
              <a:buFont typeface="Helvetica Neue"/>
              <a:buChar char="»"/>
              <a:defRPr sz="2000"/>
            </a:lvl7pPr>
            <a:lvl8pPr marL="3657600" lvl="7" indent="-355600" algn="l">
              <a:lnSpc>
                <a:spcPct val="100000"/>
              </a:lnSpc>
              <a:spcBef>
                <a:spcPts val="400"/>
              </a:spcBef>
              <a:spcAft>
                <a:spcPts val="0"/>
              </a:spcAft>
              <a:buClr>
                <a:schemeClr val="dk1"/>
              </a:buClr>
              <a:buSzPts val="2000"/>
              <a:buFont typeface="Helvetica Neue"/>
              <a:buChar char="»"/>
              <a:defRPr sz="2000"/>
            </a:lvl8pPr>
            <a:lvl9pPr marL="4114800" lvl="8" indent="-355600" algn="l">
              <a:lnSpc>
                <a:spcPct val="100000"/>
              </a:lnSpc>
              <a:spcBef>
                <a:spcPts val="400"/>
              </a:spcBef>
              <a:spcAft>
                <a:spcPts val="0"/>
              </a:spcAft>
              <a:buClr>
                <a:schemeClr val="dk1"/>
              </a:buClr>
              <a:buSzPts val="2000"/>
              <a:buFont typeface="Helvetica Neue"/>
              <a:buChar char="»"/>
              <a:defRPr sz="2000"/>
            </a:lvl9pPr>
          </a:lstStyle>
          <a:p>
            <a:endParaRPr/>
          </a:p>
        </p:txBody>
      </p:sp>
      <p:sp>
        <p:nvSpPr>
          <p:cNvPr id="44" name="Google Shape;44;p47"/>
          <p:cNvSpPr txBox="1">
            <a:spLocks noGrp="1"/>
          </p:cNvSpPr>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700"/>
              </a:spcBef>
              <a:spcAft>
                <a:spcPts val="0"/>
              </a:spcAft>
              <a:buClr>
                <a:schemeClr val="dk1"/>
              </a:buClr>
              <a:buSzPts val="1960"/>
              <a:buFont typeface="Helvetica Neue"/>
              <a:buNone/>
              <a:defRPr sz="1400"/>
            </a:lvl1pPr>
            <a:lvl2pPr marL="914400" lvl="1" indent="-228600" algn="l">
              <a:lnSpc>
                <a:spcPct val="100000"/>
              </a:lnSpc>
              <a:spcBef>
                <a:spcPts val="240"/>
              </a:spcBef>
              <a:spcAft>
                <a:spcPts val="0"/>
              </a:spcAft>
              <a:buClr>
                <a:schemeClr val="dk1"/>
              </a:buClr>
              <a:buSzPts val="1200"/>
              <a:buFont typeface="Helvetica Neue"/>
              <a:buNone/>
              <a:defRPr sz="1200"/>
            </a:lvl2pPr>
            <a:lvl3pPr marL="1371600" lvl="2" indent="-228600" algn="l">
              <a:lnSpc>
                <a:spcPct val="100000"/>
              </a:lnSpc>
              <a:spcBef>
                <a:spcPts val="200"/>
              </a:spcBef>
              <a:spcAft>
                <a:spcPts val="0"/>
              </a:spcAft>
              <a:buClr>
                <a:schemeClr val="dk1"/>
              </a:buClr>
              <a:buSzPts val="850"/>
              <a:buNone/>
              <a:defRPr sz="1000"/>
            </a:lvl3pPr>
            <a:lvl4pPr marL="1828800" lvl="3" indent="-228600" algn="l">
              <a:lnSpc>
                <a:spcPct val="100000"/>
              </a:lnSpc>
              <a:spcBef>
                <a:spcPts val="180"/>
              </a:spcBef>
              <a:spcAft>
                <a:spcPts val="0"/>
              </a:spcAft>
              <a:buClr>
                <a:schemeClr val="dk1"/>
              </a:buClr>
              <a:buSzPts val="900"/>
              <a:buFont typeface="Helvetica Neue"/>
              <a:buNone/>
              <a:defRPr sz="900"/>
            </a:lvl4pPr>
            <a:lvl5pPr marL="2286000" lvl="4" indent="-228600" algn="l">
              <a:lnSpc>
                <a:spcPct val="100000"/>
              </a:lnSpc>
              <a:spcBef>
                <a:spcPts val="180"/>
              </a:spcBef>
              <a:spcAft>
                <a:spcPts val="0"/>
              </a:spcAft>
              <a:buClr>
                <a:schemeClr val="dk1"/>
              </a:buClr>
              <a:buSzPts val="900"/>
              <a:buFont typeface="Helvetica Neue"/>
              <a:buNone/>
              <a:defRPr sz="900"/>
            </a:lvl5pPr>
            <a:lvl6pPr marL="2743200" lvl="5" indent="-228600" algn="l">
              <a:lnSpc>
                <a:spcPct val="100000"/>
              </a:lnSpc>
              <a:spcBef>
                <a:spcPts val="180"/>
              </a:spcBef>
              <a:spcAft>
                <a:spcPts val="0"/>
              </a:spcAft>
              <a:buClr>
                <a:schemeClr val="dk1"/>
              </a:buClr>
              <a:buSzPts val="900"/>
              <a:buFont typeface="Helvetica Neue"/>
              <a:buNone/>
              <a:defRPr sz="900"/>
            </a:lvl6pPr>
            <a:lvl7pPr marL="3200400" lvl="6" indent="-228600" algn="l">
              <a:lnSpc>
                <a:spcPct val="100000"/>
              </a:lnSpc>
              <a:spcBef>
                <a:spcPts val="180"/>
              </a:spcBef>
              <a:spcAft>
                <a:spcPts val="0"/>
              </a:spcAft>
              <a:buClr>
                <a:schemeClr val="dk1"/>
              </a:buClr>
              <a:buSzPts val="900"/>
              <a:buFont typeface="Helvetica Neue"/>
              <a:buNone/>
              <a:defRPr sz="900"/>
            </a:lvl7pPr>
            <a:lvl8pPr marL="3657600" lvl="7" indent="-228600" algn="l">
              <a:lnSpc>
                <a:spcPct val="100000"/>
              </a:lnSpc>
              <a:spcBef>
                <a:spcPts val="180"/>
              </a:spcBef>
              <a:spcAft>
                <a:spcPts val="0"/>
              </a:spcAft>
              <a:buClr>
                <a:schemeClr val="dk1"/>
              </a:buClr>
              <a:buSzPts val="900"/>
              <a:buFont typeface="Helvetica Neue"/>
              <a:buNone/>
              <a:defRPr sz="900"/>
            </a:lvl8pPr>
            <a:lvl9pPr marL="4114800" lvl="8" indent="-228600" algn="l">
              <a:lnSpc>
                <a:spcPct val="100000"/>
              </a:lnSpc>
              <a:spcBef>
                <a:spcPts val="180"/>
              </a:spcBef>
              <a:spcAft>
                <a:spcPts val="0"/>
              </a:spcAft>
              <a:buClr>
                <a:schemeClr val="dk1"/>
              </a:buClr>
              <a:buSzPts val="900"/>
              <a:buFont typeface="Helvetica Neue"/>
              <a:buNone/>
              <a:defRPr sz="900"/>
            </a:lvl9pPr>
          </a:lstStyle>
          <a:p>
            <a:endParaRPr/>
          </a:p>
        </p:txBody>
      </p:sp>
      <p:sp>
        <p:nvSpPr>
          <p:cNvPr id="45" name="Google Shape;45;p47"/>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48"/>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48"/>
          <p:cNvSpPr>
            <a:spLocks noGrp="1"/>
          </p:cNvSpPr>
          <p:nvPr>
            <p:ph type="pic" idx="2"/>
          </p:nvPr>
        </p:nvSpPr>
        <p:spPr>
          <a:xfrm>
            <a:off x="1792288" y="459581"/>
            <a:ext cx="5486400" cy="3086100"/>
          </a:xfrm>
          <a:prstGeom prst="rect">
            <a:avLst/>
          </a:prstGeom>
          <a:noFill/>
          <a:ln>
            <a:noFill/>
          </a:ln>
        </p:spPr>
      </p:sp>
      <p:sp>
        <p:nvSpPr>
          <p:cNvPr id="49" name="Google Shape;49;p48"/>
          <p:cNvSpPr txBox="1">
            <a:spLocks noGrp="1"/>
          </p:cNvSpPr>
          <p:nvPr>
            <p:ph type="body" idx="1"/>
          </p:nvPr>
        </p:nvSpPr>
        <p:spPr>
          <a:xfrm>
            <a:off x="1792288" y="4025504"/>
            <a:ext cx="5486400" cy="603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700"/>
              </a:spcBef>
              <a:spcAft>
                <a:spcPts val="0"/>
              </a:spcAft>
              <a:buClr>
                <a:schemeClr val="dk1"/>
              </a:buClr>
              <a:buSzPts val="1960"/>
              <a:buFont typeface="Helvetica Neue"/>
              <a:buNone/>
              <a:defRPr sz="1400"/>
            </a:lvl1pPr>
            <a:lvl2pPr marL="914400" lvl="1" indent="-228600" algn="l">
              <a:lnSpc>
                <a:spcPct val="100000"/>
              </a:lnSpc>
              <a:spcBef>
                <a:spcPts val="240"/>
              </a:spcBef>
              <a:spcAft>
                <a:spcPts val="0"/>
              </a:spcAft>
              <a:buClr>
                <a:schemeClr val="dk1"/>
              </a:buClr>
              <a:buSzPts val="1200"/>
              <a:buFont typeface="Helvetica Neue"/>
              <a:buNone/>
              <a:defRPr sz="1200"/>
            </a:lvl2pPr>
            <a:lvl3pPr marL="1371600" lvl="2" indent="-228600" algn="l">
              <a:lnSpc>
                <a:spcPct val="100000"/>
              </a:lnSpc>
              <a:spcBef>
                <a:spcPts val="200"/>
              </a:spcBef>
              <a:spcAft>
                <a:spcPts val="0"/>
              </a:spcAft>
              <a:buClr>
                <a:schemeClr val="dk1"/>
              </a:buClr>
              <a:buSzPts val="850"/>
              <a:buNone/>
              <a:defRPr sz="1000"/>
            </a:lvl3pPr>
            <a:lvl4pPr marL="1828800" lvl="3" indent="-228600" algn="l">
              <a:lnSpc>
                <a:spcPct val="100000"/>
              </a:lnSpc>
              <a:spcBef>
                <a:spcPts val="180"/>
              </a:spcBef>
              <a:spcAft>
                <a:spcPts val="0"/>
              </a:spcAft>
              <a:buClr>
                <a:schemeClr val="dk1"/>
              </a:buClr>
              <a:buSzPts val="900"/>
              <a:buFont typeface="Helvetica Neue"/>
              <a:buNone/>
              <a:defRPr sz="900"/>
            </a:lvl4pPr>
            <a:lvl5pPr marL="2286000" lvl="4" indent="-228600" algn="l">
              <a:lnSpc>
                <a:spcPct val="100000"/>
              </a:lnSpc>
              <a:spcBef>
                <a:spcPts val="180"/>
              </a:spcBef>
              <a:spcAft>
                <a:spcPts val="0"/>
              </a:spcAft>
              <a:buClr>
                <a:schemeClr val="dk1"/>
              </a:buClr>
              <a:buSzPts val="900"/>
              <a:buFont typeface="Helvetica Neue"/>
              <a:buNone/>
              <a:defRPr sz="900"/>
            </a:lvl5pPr>
            <a:lvl6pPr marL="2743200" lvl="5" indent="-228600" algn="l">
              <a:lnSpc>
                <a:spcPct val="100000"/>
              </a:lnSpc>
              <a:spcBef>
                <a:spcPts val="180"/>
              </a:spcBef>
              <a:spcAft>
                <a:spcPts val="0"/>
              </a:spcAft>
              <a:buClr>
                <a:schemeClr val="dk1"/>
              </a:buClr>
              <a:buSzPts val="900"/>
              <a:buFont typeface="Helvetica Neue"/>
              <a:buNone/>
              <a:defRPr sz="900"/>
            </a:lvl6pPr>
            <a:lvl7pPr marL="3200400" lvl="6" indent="-228600" algn="l">
              <a:lnSpc>
                <a:spcPct val="100000"/>
              </a:lnSpc>
              <a:spcBef>
                <a:spcPts val="180"/>
              </a:spcBef>
              <a:spcAft>
                <a:spcPts val="0"/>
              </a:spcAft>
              <a:buClr>
                <a:schemeClr val="dk1"/>
              </a:buClr>
              <a:buSzPts val="900"/>
              <a:buFont typeface="Helvetica Neue"/>
              <a:buNone/>
              <a:defRPr sz="900"/>
            </a:lvl7pPr>
            <a:lvl8pPr marL="3657600" lvl="7" indent="-228600" algn="l">
              <a:lnSpc>
                <a:spcPct val="100000"/>
              </a:lnSpc>
              <a:spcBef>
                <a:spcPts val="180"/>
              </a:spcBef>
              <a:spcAft>
                <a:spcPts val="0"/>
              </a:spcAft>
              <a:buClr>
                <a:schemeClr val="dk1"/>
              </a:buClr>
              <a:buSzPts val="900"/>
              <a:buFont typeface="Helvetica Neue"/>
              <a:buNone/>
              <a:defRPr sz="900"/>
            </a:lvl8pPr>
            <a:lvl9pPr marL="4114800" lvl="8" indent="-228600" algn="l">
              <a:lnSpc>
                <a:spcPct val="100000"/>
              </a:lnSpc>
              <a:spcBef>
                <a:spcPts val="180"/>
              </a:spcBef>
              <a:spcAft>
                <a:spcPts val="0"/>
              </a:spcAft>
              <a:buClr>
                <a:schemeClr val="dk1"/>
              </a:buClr>
              <a:buSzPts val="900"/>
              <a:buFont typeface="Helvetica Neue"/>
              <a:buNone/>
              <a:defRPr sz="900"/>
            </a:lvl9pPr>
          </a:lstStyle>
          <a:p>
            <a:endParaRPr/>
          </a:p>
        </p:txBody>
      </p:sp>
      <p:sp>
        <p:nvSpPr>
          <p:cNvPr id="50" name="Google Shape;50;p48"/>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1"/>
        <p:cNvGrpSpPr/>
        <p:nvPr/>
      </p:nvGrpSpPr>
      <p:grpSpPr>
        <a:xfrm>
          <a:off x="0" y="0"/>
          <a:ext cx="0" cy="0"/>
          <a:chOff x="0" y="0"/>
          <a:chExt cx="0" cy="0"/>
        </a:xfrm>
      </p:grpSpPr>
      <p:sp>
        <p:nvSpPr>
          <p:cNvPr id="52" name="Google Shape;52;p49"/>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3" name="Google Shape;53;p49"/>
          <p:cNvSpPr txBox="1">
            <a:spLocks noGrp="1"/>
          </p:cNvSpPr>
          <p:nvPr>
            <p:ph type="body" idx="1"/>
          </p:nvPr>
        </p:nvSpPr>
        <p:spPr>
          <a:xfrm rot="5400000">
            <a:off x="3019500" y="-678581"/>
            <a:ext cx="3086100" cy="7029300"/>
          </a:xfrm>
          <a:prstGeom prst="rect">
            <a:avLst/>
          </a:prstGeom>
          <a:noFill/>
          <a:ln>
            <a:noFill/>
          </a:ln>
        </p:spPr>
        <p:txBody>
          <a:bodyPr spcFirstLastPara="1" wrap="square" lIns="91425" tIns="45700" rIns="91425" bIns="45700" anchor="t" anchorCtr="0">
            <a:noAutofit/>
          </a:bodyPr>
          <a:lstStyle>
            <a:lvl1pPr marL="457200" lvl="0" indent="-388620" algn="l">
              <a:lnSpc>
                <a:spcPct val="100000"/>
              </a:lnSpc>
              <a:spcBef>
                <a:spcPts val="900"/>
              </a:spcBef>
              <a:spcAft>
                <a:spcPts val="0"/>
              </a:spcAft>
              <a:buClr>
                <a:schemeClr val="dk1"/>
              </a:buClr>
              <a:buSzPts val="252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25755" algn="l">
              <a:lnSpc>
                <a:spcPct val="100000"/>
              </a:lnSpc>
              <a:spcBef>
                <a:spcPts val="360"/>
              </a:spcBef>
              <a:spcAft>
                <a:spcPts val="0"/>
              </a:spcAft>
              <a:buClr>
                <a:schemeClr val="dk1"/>
              </a:buClr>
              <a:buSzPts val="153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4" name="Google Shape;54;p49"/>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50"/>
          <p:cNvSpPr txBox="1">
            <a:spLocks noGrp="1"/>
          </p:cNvSpPr>
          <p:nvPr>
            <p:ph type="title"/>
          </p:nvPr>
        </p:nvSpPr>
        <p:spPr>
          <a:xfrm rot="5400000">
            <a:off x="5194650" y="1496625"/>
            <a:ext cx="4007700" cy="17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50"/>
          <p:cNvSpPr txBox="1">
            <a:spLocks noGrp="1"/>
          </p:cNvSpPr>
          <p:nvPr>
            <p:ph type="body" idx="1"/>
          </p:nvPr>
        </p:nvSpPr>
        <p:spPr>
          <a:xfrm rot="5400000">
            <a:off x="1603688" y="-184575"/>
            <a:ext cx="4007700" cy="5119800"/>
          </a:xfrm>
          <a:prstGeom prst="rect">
            <a:avLst/>
          </a:prstGeom>
          <a:noFill/>
          <a:ln>
            <a:noFill/>
          </a:ln>
        </p:spPr>
        <p:txBody>
          <a:bodyPr spcFirstLastPara="1" wrap="square" lIns="91425" tIns="45700" rIns="91425" bIns="45700" anchor="t" anchorCtr="0">
            <a:noAutofit/>
          </a:bodyPr>
          <a:lstStyle>
            <a:lvl1pPr marL="457200" lvl="0" indent="-388620" algn="l">
              <a:lnSpc>
                <a:spcPct val="100000"/>
              </a:lnSpc>
              <a:spcBef>
                <a:spcPts val="900"/>
              </a:spcBef>
              <a:spcAft>
                <a:spcPts val="0"/>
              </a:spcAft>
              <a:buClr>
                <a:schemeClr val="dk1"/>
              </a:buClr>
              <a:buSzPts val="252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25755" algn="l">
              <a:lnSpc>
                <a:spcPct val="100000"/>
              </a:lnSpc>
              <a:spcBef>
                <a:spcPts val="360"/>
              </a:spcBef>
              <a:spcAft>
                <a:spcPts val="0"/>
              </a:spcAft>
              <a:buClr>
                <a:schemeClr val="dk1"/>
              </a:buClr>
              <a:buSzPts val="153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8" name="Google Shape;58;p50"/>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7"/>
        <p:cNvGrpSpPr/>
        <p:nvPr/>
      </p:nvGrpSpPr>
      <p:grpSpPr>
        <a:xfrm>
          <a:off x="0" y="0"/>
          <a:ext cx="0" cy="0"/>
          <a:chOff x="0" y="0"/>
          <a:chExt cx="0" cy="0"/>
        </a:xfrm>
      </p:grpSpPr>
      <p:sp>
        <p:nvSpPr>
          <p:cNvPr id="68" name="Google Shape;68;g2f467944736_1_8"/>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g2f467944736_1_8"/>
          <p:cNvSpPr txBox="1">
            <a:spLocks noGrp="1"/>
          </p:cNvSpPr>
          <p:nvPr>
            <p:ph type="body" idx="1"/>
          </p:nvPr>
        </p:nvSpPr>
        <p:spPr>
          <a:xfrm>
            <a:off x="1047750" y="1293019"/>
            <a:ext cx="7029450" cy="3086100"/>
          </a:xfrm>
          <a:prstGeom prst="rect">
            <a:avLst/>
          </a:prstGeom>
          <a:noFill/>
          <a:ln>
            <a:noFill/>
          </a:ln>
        </p:spPr>
        <p:txBody>
          <a:bodyPr spcFirstLastPara="1" wrap="square" lIns="91425" tIns="45700" rIns="91425" bIns="45700" anchor="t" anchorCtr="0">
            <a:noAutofit/>
          </a:bodyPr>
          <a:lstStyle>
            <a:lvl1pPr marL="457200" lvl="0" indent="-388620" algn="l">
              <a:spcBef>
                <a:spcPts val="900"/>
              </a:spcBef>
              <a:spcAft>
                <a:spcPts val="0"/>
              </a:spcAft>
              <a:buClr>
                <a:schemeClr val="dk1"/>
              </a:buClr>
              <a:buSzPts val="2520"/>
              <a:buChar char="•"/>
              <a:defRPr/>
            </a:lvl1pPr>
            <a:lvl2pPr marL="914400" lvl="1" indent="-342900" algn="l">
              <a:spcBef>
                <a:spcPts val="360"/>
              </a:spcBef>
              <a:spcAft>
                <a:spcPts val="0"/>
              </a:spcAft>
              <a:buClr>
                <a:schemeClr val="dk1"/>
              </a:buClr>
              <a:buSzPts val="1800"/>
              <a:buChar char="–"/>
              <a:defRPr/>
            </a:lvl2pPr>
            <a:lvl3pPr marL="1371600" lvl="2" indent="-325755" algn="l">
              <a:spcBef>
                <a:spcPts val="360"/>
              </a:spcBef>
              <a:spcAft>
                <a:spcPts val="0"/>
              </a:spcAft>
              <a:buClr>
                <a:schemeClr val="dk1"/>
              </a:buClr>
              <a:buSzPts val="153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 name="Google Shape;70;g2f467944736_1_8"/>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5"/>
        <p:cNvGrpSpPr/>
        <p:nvPr/>
      </p:nvGrpSpPr>
      <p:grpSpPr>
        <a:xfrm>
          <a:off x="0" y="0"/>
          <a:ext cx="0" cy="0"/>
          <a:chOff x="0" y="0"/>
          <a:chExt cx="0" cy="0"/>
        </a:xfrm>
      </p:grpSpPr>
      <p:sp>
        <p:nvSpPr>
          <p:cNvPr id="76" name="Google Shape;76;g2f467944736_1_16"/>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 name="Google Shape;77;g2f467944736_1_16"/>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Clr>
                <a:schemeClr val="dk1"/>
              </a:buClr>
              <a:buSzPts val="2800"/>
              <a:buFont typeface="Helvetica Neue"/>
              <a:buNone/>
              <a:defRPr sz="2000"/>
            </a:lvl1pPr>
            <a:lvl2pPr marL="914400" lvl="1" indent="-228600" algn="l">
              <a:spcBef>
                <a:spcPts val="360"/>
              </a:spcBef>
              <a:spcAft>
                <a:spcPts val="0"/>
              </a:spcAft>
              <a:buClr>
                <a:schemeClr val="dk1"/>
              </a:buClr>
              <a:buSzPts val="1800"/>
              <a:buFont typeface="Helvetica Neue"/>
              <a:buNone/>
              <a:defRPr sz="1800"/>
            </a:lvl2pPr>
            <a:lvl3pPr marL="1371600" lvl="2" indent="-228600" algn="l">
              <a:spcBef>
                <a:spcPts val="320"/>
              </a:spcBef>
              <a:spcAft>
                <a:spcPts val="0"/>
              </a:spcAft>
              <a:buClr>
                <a:schemeClr val="dk1"/>
              </a:buClr>
              <a:buSzPts val="1360"/>
              <a:buNone/>
              <a:defRPr sz="1600"/>
            </a:lvl3pPr>
            <a:lvl4pPr marL="1828800" lvl="3" indent="-228600" algn="l">
              <a:spcBef>
                <a:spcPts val="280"/>
              </a:spcBef>
              <a:spcAft>
                <a:spcPts val="0"/>
              </a:spcAft>
              <a:buClr>
                <a:schemeClr val="dk1"/>
              </a:buClr>
              <a:buSzPts val="1400"/>
              <a:buFont typeface="Helvetica Neue"/>
              <a:buNone/>
              <a:defRPr sz="1400"/>
            </a:lvl4pPr>
            <a:lvl5pPr marL="2286000" lvl="4" indent="-228600" algn="l">
              <a:spcBef>
                <a:spcPts val="280"/>
              </a:spcBef>
              <a:spcAft>
                <a:spcPts val="0"/>
              </a:spcAft>
              <a:buClr>
                <a:schemeClr val="dk1"/>
              </a:buClr>
              <a:buSzPts val="1400"/>
              <a:buFont typeface="Helvetica Neue"/>
              <a:buNone/>
              <a:defRPr sz="1400"/>
            </a:lvl5pPr>
            <a:lvl6pPr marL="2743200" lvl="5" indent="-228600" algn="l">
              <a:spcBef>
                <a:spcPts val="280"/>
              </a:spcBef>
              <a:spcAft>
                <a:spcPts val="0"/>
              </a:spcAft>
              <a:buClr>
                <a:schemeClr val="dk1"/>
              </a:buClr>
              <a:buSzPts val="1400"/>
              <a:buFont typeface="Helvetica Neue"/>
              <a:buNone/>
              <a:defRPr sz="1400"/>
            </a:lvl6pPr>
            <a:lvl7pPr marL="3200400" lvl="6" indent="-228600" algn="l">
              <a:spcBef>
                <a:spcPts val="280"/>
              </a:spcBef>
              <a:spcAft>
                <a:spcPts val="0"/>
              </a:spcAft>
              <a:buClr>
                <a:schemeClr val="dk1"/>
              </a:buClr>
              <a:buSzPts val="1400"/>
              <a:buFont typeface="Helvetica Neue"/>
              <a:buNone/>
              <a:defRPr sz="1400"/>
            </a:lvl7pPr>
            <a:lvl8pPr marL="3657600" lvl="7" indent="-228600" algn="l">
              <a:spcBef>
                <a:spcPts val="280"/>
              </a:spcBef>
              <a:spcAft>
                <a:spcPts val="0"/>
              </a:spcAft>
              <a:buClr>
                <a:schemeClr val="dk1"/>
              </a:buClr>
              <a:buSzPts val="1400"/>
              <a:buFont typeface="Helvetica Neue"/>
              <a:buNone/>
              <a:defRPr sz="1400"/>
            </a:lvl8pPr>
            <a:lvl9pPr marL="4114800" lvl="8" indent="-228600" algn="l">
              <a:spcBef>
                <a:spcPts val="280"/>
              </a:spcBef>
              <a:spcAft>
                <a:spcPts val="0"/>
              </a:spcAft>
              <a:buClr>
                <a:schemeClr val="dk1"/>
              </a:buClr>
              <a:buSzPts val="1400"/>
              <a:buFont typeface="Helvetica Neue"/>
              <a:buNone/>
              <a:defRPr sz="1400"/>
            </a:lvl9pPr>
          </a:lstStyle>
          <a:p>
            <a:endParaRPr/>
          </a:p>
        </p:txBody>
      </p:sp>
      <p:sp>
        <p:nvSpPr>
          <p:cNvPr id="78" name="Google Shape;78;g2f467944736_1_16"/>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9"/>
        <p:cNvGrpSpPr/>
        <p:nvPr/>
      </p:nvGrpSpPr>
      <p:grpSpPr>
        <a:xfrm>
          <a:off x="0" y="0"/>
          <a:ext cx="0" cy="0"/>
          <a:chOff x="0" y="0"/>
          <a:chExt cx="0" cy="0"/>
        </a:xfrm>
      </p:grpSpPr>
      <p:sp>
        <p:nvSpPr>
          <p:cNvPr id="80" name="Google Shape;80;g2f467944736_1_20"/>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g2f467944736_1_20"/>
          <p:cNvSpPr txBox="1">
            <a:spLocks noGrp="1"/>
          </p:cNvSpPr>
          <p:nvPr>
            <p:ph type="body" idx="1"/>
          </p:nvPr>
        </p:nvSpPr>
        <p:spPr>
          <a:xfrm>
            <a:off x="1047750" y="1293019"/>
            <a:ext cx="3438525" cy="3086100"/>
          </a:xfrm>
          <a:prstGeom prst="rect">
            <a:avLst/>
          </a:prstGeom>
          <a:noFill/>
          <a:ln>
            <a:noFill/>
          </a:ln>
        </p:spPr>
        <p:txBody>
          <a:bodyPr spcFirstLastPara="1" wrap="square" lIns="91425" tIns="45700" rIns="91425" bIns="45700" anchor="t" anchorCtr="0">
            <a:noAutofit/>
          </a:bodyPr>
          <a:lstStyle>
            <a:lvl1pPr marL="457200" lvl="0" indent="-477519" algn="l">
              <a:spcBef>
                <a:spcPts val="1400"/>
              </a:spcBef>
              <a:spcAft>
                <a:spcPts val="0"/>
              </a:spcAft>
              <a:buClr>
                <a:schemeClr val="dk1"/>
              </a:buClr>
              <a:buSzPts val="3920"/>
              <a:buFont typeface="Helvetica Neue"/>
              <a:buChar char="•"/>
              <a:defRPr sz="2800"/>
            </a:lvl1pPr>
            <a:lvl2pPr marL="914400" lvl="1" indent="-381000" algn="l">
              <a:spcBef>
                <a:spcPts val="480"/>
              </a:spcBef>
              <a:spcAft>
                <a:spcPts val="0"/>
              </a:spcAft>
              <a:buClr>
                <a:schemeClr val="dk1"/>
              </a:buClr>
              <a:buSzPts val="2400"/>
              <a:buFont typeface="Helvetica Neue"/>
              <a:buChar char="–"/>
              <a:defRPr sz="2400"/>
            </a:lvl2pPr>
            <a:lvl3pPr marL="1371600" lvl="2" indent="-336550" algn="l">
              <a:spcBef>
                <a:spcPts val="400"/>
              </a:spcBef>
              <a:spcAft>
                <a:spcPts val="0"/>
              </a:spcAft>
              <a:buClr>
                <a:schemeClr val="dk1"/>
              </a:buClr>
              <a:buSzPts val="1700"/>
              <a:buChar char="●"/>
              <a:defRPr sz="2000"/>
            </a:lvl3pPr>
            <a:lvl4pPr marL="1828800" lvl="3" indent="-342900" algn="l">
              <a:spcBef>
                <a:spcPts val="360"/>
              </a:spcBef>
              <a:spcAft>
                <a:spcPts val="0"/>
              </a:spcAft>
              <a:buClr>
                <a:schemeClr val="dk1"/>
              </a:buClr>
              <a:buSzPts val="1800"/>
              <a:buFont typeface="Helvetica Neue"/>
              <a:buChar char="–"/>
              <a:defRPr sz="1800"/>
            </a:lvl4pPr>
            <a:lvl5pPr marL="2286000" lvl="4" indent="-342900" algn="l">
              <a:spcBef>
                <a:spcPts val="360"/>
              </a:spcBef>
              <a:spcAft>
                <a:spcPts val="0"/>
              </a:spcAft>
              <a:buClr>
                <a:schemeClr val="dk1"/>
              </a:buClr>
              <a:buSzPts val="1800"/>
              <a:buFont typeface="Helvetica Neue"/>
              <a:buChar char="»"/>
              <a:defRPr sz="1800"/>
            </a:lvl5pPr>
            <a:lvl6pPr marL="2743200" lvl="5" indent="-342900" algn="l">
              <a:spcBef>
                <a:spcPts val="360"/>
              </a:spcBef>
              <a:spcAft>
                <a:spcPts val="0"/>
              </a:spcAft>
              <a:buClr>
                <a:schemeClr val="dk1"/>
              </a:buClr>
              <a:buSzPts val="1800"/>
              <a:buFont typeface="Helvetica Neue"/>
              <a:buChar char="»"/>
              <a:defRPr sz="1800"/>
            </a:lvl6pPr>
            <a:lvl7pPr marL="3200400" lvl="6" indent="-342900" algn="l">
              <a:spcBef>
                <a:spcPts val="360"/>
              </a:spcBef>
              <a:spcAft>
                <a:spcPts val="0"/>
              </a:spcAft>
              <a:buClr>
                <a:schemeClr val="dk1"/>
              </a:buClr>
              <a:buSzPts val="1800"/>
              <a:buFont typeface="Helvetica Neue"/>
              <a:buChar char="»"/>
              <a:defRPr sz="1800"/>
            </a:lvl7pPr>
            <a:lvl8pPr marL="3657600" lvl="7" indent="-342900" algn="l">
              <a:spcBef>
                <a:spcPts val="360"/>
              </a:spcBef>
              <a:spcAft>
                <a:spcPts val="0"/>
              </a:spcAft>
              <a:buClr>
                <a:schemeClr val="dk1"/>
              </a:buClr>
              <a:buSzPts val="1800"/>
              <a:buFont typeface="Helvetica Neue"/>
              <a:buChar char="»"/>
              <a:defRPr sz="1800"/>
            </a:lvl8pPr>
            <a:lvl9pPr marL="4114800" lvl="8" indent="-342900" algn="l">
              <a:spcBef>
                <a:spcPts val="360"/>
              </a:spcBef>
              <a:spcAft>
                <a:spcPts val="0"/>
              </a:spcAft>
              <a:buClr>
                <a:schemeClr val="dk1"/>
              </a:buClr>
              <a:buSzPts val="1800"/>
              <a:buFont typeface="Helvetica Neue"/>
              <a:buChar char="»"/>
              <a:defRPr sz="1800"/>
            </a:lvl9pPr>
          </a:lstStyle>
          <a:p>
            <a:endParaRPr/>
          </a:p>
        </p:txBody>
      </p:sp>
      <p:sp>
        <p:nvSpPr>
          <p:cNvPr id="82" name="Google Shape;82;g2f467944736_1_20"/>
          <p:cNvSpPr txBox="1">
            <a:spLocks noGrp="1"/>
          </p:cNvSpPr>
          <p:nvPr>
            <p:ph type="body" idx="2"/>
          </p:nvPr>
        </p:nvSpPr>
        <p:spPr>
          <a:xfrm>
            <a:off x="4638675" y="1293019"/>
            <a:ext cx="3438525" cy="3086100"/>
          </a:xfrm>
          <a:prstGeom prst="rect">
            <a:avLst/>
          </a:prstGeom>
          <a:noFill/>
          <a:ln>
            <a:noFill/>
          </a:ln>
        </p:spPr>
        <p:txBody>
          <a:bodyPr spcFirstLastPara="1" wrap="square" lIns="91425" tIns="45700" rIns="91425" bIns="45700" anchor="t" anchorCtr="0">
            <a:noAutofit/>
          </a:bodyPr>
          <a:lstStyle>
            <a:lvl1pPr marL="457200" lvl="0" indent="-477519" algn="l">
              <a:spcBef>
                <a:spcPts val="1400"/>
              </a:spcBef>
              <a:spcAft>
                <a:spcPts val="0"/>
              </a:spcAft>
              <a:buClr>
                <a:schemeClr val="dk1"/>
              </a:buClr>
              <a:buSzPts val="3920"/>
              <a:buFont typeface="Helvetica Neue"/>
              <a:buChar char="•"/>
              <a:defRPr sz="2800"/>
            </a:lvl1pPr>
            <a:lvl2pPr marL="914400" lvl="1" indent="-381000" algn="l">
              <a:spcBef>
                <a:spcPts val="480"/>
              </a:spcBef>
              <a:spcAft>
                <a:spcPts val="0"/>
              </a:spcAft>
              <a:buClr>
                <a:schemeClr val="dk1"/>
              </a:buClr>
              <a:buSzPts val="2400"/>
              <a:buFont typeface="Helvetica Neue"/>
              <a:buChar char="–"/>
              <a:defRPr sz="2400"/>
            </a:lvl2pPr>
            <a:lvl3pPr marL="1371600" lvl="2" indent="-336550" algn="l">
              <a:spcBef>
                <a:spcPts val="400"/>
              </a:spcBef>
              <a:spcAft>
                <a:spcPts val="0"/>
              </a:spcAft>
              <a:buClr>
                <a:schemeClr val="dk1"/>
              </a:buClr>
              <a:buSzPts val="1700"/>
              <a:buChar char="●"/>
              <a:defRPr sz="2000"/>
            </a:lvl3pPr>
            <a:lvl4pPr marL="1828800" lvl="3" indent="-342900" algn="l">
              <a:spcBef>
                <a:spcPts val="360"/>
              </a:spcBef>
              <a:spcAft>
                <a:spcPts val="0"/>
              </a:spcAft>
              <a:buClr>
                <a:schemeClr val="dk1"/>
              </a:buClr>
              <a:buSzPts val="1800"/>
              <a:buFont typeface="Helvetica Neue"/>
              <a:buChar char="–"/>
              <a:defRPr sz="1800"/>
            </a:lvl4pPr>
            <a:lvl5pPr marL="2286000" lvl="4" indent="-342900" algn="l">
              <a:spcBef>
                <a:spcPts val="360"/>
              </a:spcBef>
              <a:spcAft>
                <a:spcPts val="0"/>
              </a:spcAft>
              <a:buClr>
                <a:schemeClr val="dk1"/>
              </a:buClr>
              <a:buSzPts val="1800"/>
              <a:buFont typeface="Helvetica Neue"/>
              <a:buChar char="»"/>
              <a:defRPr sz="1800"/>
            </a:lvl5pPr>
            <a:lvl6pPr marL="2743200" lvl="5" indent="-342900" algn="l">
              <a:spcBef>
                <a:spcPts val="360"/>
              </a:spcBef>
              <a:spcAft>
                <a:spcPts val="0"/>
              </a:spcAft>
              <a:buClr>
                <a:schemeClr val="dk1"/>
              </a:buClr>
              <a:buSzPts val="1800"/>
              <a:buFont typeface="Helvetica Neue"/>
              <a:buChar char="»"/>
              <a:defRPr sz="1800"/>
            </a:lvl6pPr>
            <a:lvl7pPr marL="3200400" lvl="6" indent="-342900" algn="l">
              <a:spcBef>
                <a:spcPts val="360"/>
              </a:spcBef>
              <a:spcAft>
                <a:spcPts val="0"/>
              </a:spcAft>
              <a:buClr>
                <a:schemeClr val="dk1"/>
              </a:buClr>
              <a:buSzPts val="1800"/>
              <a:buFont typeface="Helvetica Neue"/>
              <a:buChar char="»"/>
              <a:defRPr sz="1800"/>
            </a:lvl7pPr>
            <a:lvl8pPr marL="3657600" lvl="7" indent="-342900" algn="l">
              <a:spcBef>
                <a:spcPts val="360"/>
              </a:spcBef>
              <a:spcAft>
                <a:spcPts val="0"/>
              </a:spcAft>
              <a:buClr>
                <a:schemeClr val="dk1"/>
              </a:buClr>
              <a:buSzPts val="1800"/>
              <a:buFont typeface="Helvetica Neue"/>
              <a:buChar char="»"/>
              <a:defRPr sz="1800"/>
            </a:lvl8pPr>
            <a:lvl9pPr marL="4114800" lvl="8" indent="-342900" algn="l">
              <a:spcBef>
                <a:spcPts val="360"/>
              </a:spcBef>
              <a:spcAft>
                <a:spcPts val="0"/>
              </a:spcAft>
              <a:buClr>
                <a:schemeClr val="dk1"/>
              </a:buClr>
              <a:buSzPts val="1800"/>
              <a:buFont typeface="Helvetica Neue"/>
              <a:buChar char="»"/>
              <a:defRPr sz="1800"/>
            </a:lvl9pPr>
          </a:lstStyle>
          <a:p>
            <a:endParaRPr/>
          </a:p>
        </p:txBody>
      </p:sp>
      <p:sp>
        <p:nvSpPr>
          <p:cNvPr id="83" name="Google Shape;83;g2f467944736_1_20"/>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4"/>
        <p:cNvGrpSpPr/>
        <p:nvPr/>
      </p:nvGrpSpPr>
      <p:grpSpPr>
        <a:xfrm>
          <a:off x="0" y="0"/>
          <a:ext cx="0" cy="0"/>
          <a:chOff x="0" y="0"/>
          <a:chExt cx="0" cy="0"/>
        </a:xfrm>
      </p:grpSpPr>
      <p:sp>
        <p:nvSpPr>
          <p:cNvPr id="85" name="Google Shape;85;g2f467944736_1_25"/>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 name="Google Shape;86;g2f467944736_1_25"/>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spcBef>
                <a:spcPts val="1200"/>
              </a:spcBef>
              <a:spcAft>
                <a:spcPts val="0"/>
              </a:spcAft>
              <a:buClr>
                <a:schemeClr val="dk1"/>
              </a:buClr>
              <a:buSzPts val="3360"/>
              <a:buFont typeface="Helvetica Neue"/>
              <a:buNone/>
              <a:defRPr sz="2400" b="1"/>
            </a:lvl1pPr>
            <a:lvl2pPr marL="914400" lvl="1" indent="-228600" algn="l">
              <a:spcBef>
                <a:spcPts val="400"/>
              </a:spcBef>
              <a:spcAft>
                <a:spcPts val="0"/>
              </a:spcAft>
              <a:buClr>
                <a:schemeClr val="dk1"/>
              </a:buClr>
              <a:buSzPts val="2000"/>
              <a:buFont typeface="Helvetica Neue"/>
              <a:buNone/>
              <a:defRPr sz="2000" b="1"/>
            </a:lvl2pPr>
            <a:lvl3pPr marL="1371600" lvl="2" indent="-228600" algn="l">
              <a:spcBef>
                <a:spcPts val="360"/>
              </a:spcBef>
              <a:spcAft>
                <a:spcPts val="0"/>
              </a:spcAft>
              <a:buClr>
                <a:schemeClr val="dk1"/>
              </a:buClr>
              <a:buSzPts val="1530"/>
              <a:buNone/>
              <a:defRPr sz="1800" b="1"/>
            </a:lvl3pPr>
            <a:lvl4pPr marL="1828800" lvl="3" indent="-228600" algn="l">
              <a:spcBef>
                <a:spcPts val="320"/>
              </a:spcBef>
              <a:spcAft>
                <a:spcPts val="0"/>
              </a:spcAft>
              <a:buClr>
                <a:schemeClr val="dk1"/>
              </a:buClr>
              <a:buSzPts val="1600"/>
              <a:buFont typeface="Helvetica Neue"/>
              <a:buNone/>
              <a:defRPr sz="1600" b="1"/>
            </a:lvl4pPr>
            <a:lvl5pPr marL="2286000" lvl="4" indent="-228600" algn="l">
              <a:spcBef>
                <a:spcPts val="320"/>
              </a:spcBef>
              <a:spcAft>
                <a:spcPts val="0"/>
              </a:spcAft>
              <a:buClr>
                <a:schemeClr val="dk1"/>
              </a:buClr>
              <a:buSzPts val="1600"/>
              <a:buFont typeface="Helvetica Neue"/>
              <a:buNone/>
              <a:defRPr sz="1600" b="1"/>
            </a:lvl5pPr>
            <a:lvl6pPr marL="2743200" lvl="5" indent="-228600" algn="l">
              <a:spcBef>
                <a:spcPts val="320"/>
              </a:spcBef>
              <a:spcAft>
                <a:spcPts val="0"/>
              </a:spcAft>
              <a:buClr>
                <a:schemeClr val="dk1"/>
              </a:buClr>
              <a:buSzPts val="1600"/>
              <a:buFont typeface="Helvetica Neue"/>
              <a:buNone/>
              <a:defRPr sz="1600" b="1"/>
            </a:lvl6pPr>
            <a:lvl7pPr marL="3200400" lvl="6" indent="-228600" algn="l">
              <a:spcBef>
                <a:spcPts val="320"/>
              </a:spcBef>
              <a:spcAft>
                <a:spcPts val="0"/>
              </a:spcAft>
              <a:buClr>
                <a:schemeClr val="dk1"/>
              </a:buClr>
              <a:buSzPts val="1600"/>
              <a:buFont typeface="Helvetica Neue"/>
              <a:buNone/>
              <a:defRPr sz="1600" b="1"/>
            </a:lvl7pPr>
            <a:lvl8pPr marL="3657600" lvl="7" indent="-228600" algn="l">
              <a:spcBef>
                <a:spcPts val="320"/>
              </a:spcBef>
              <a:spcAft>
                <a:spcPts val="0"/>
              </a:spcAft>
              <a:buClr>
                <a:schemeClr val="dk1"/>
              </a:buClr>
              <a:buSzPts val="1600"/>
              <a:buFont typeface="Helvetica Neue"/>
              <a:buNone/>
              <a:defRPr sz="1600" b="1"/>
            </a:lvl8pPr>
            <a:lvl9pPr marL="4114800" lvl="8" indent="-228600" algn="l">
              <a:spcBef>
                <a:spcPts val="320"/>
              </a:spcBef>
              <a:spcAft>
                <a:spcPts val="0"/>
              </a:spcAft>
              <a:buClr>
                <a:schemeClr val="dk1"/>
              </a:buClr>
              <a:buSzPts val="1600"/>
              <a:buFont typeface="Helvetica Neue"/>
              <a:buNone/>
              <a:defRPr sz="1600" b="1"/>
            </a:lvl9pPr>
          </a:lstStyle>
          <a:p>
            <a:endParaRPr/>
          </a:p>
        </p:txBody>
      </p:sp>
      <p:sp>
        <p:nvSpPr>
          <p:cNvPr id="87" name="Google Shape;87;g2f467944736_1_25"/>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441960" algn="l">
              <a:spcBef>
                <a:spcPts val="1200"/>
              </a:spcBef>
              <a:spcAft>
                <a:spcPts val="0"/>
              </a:spcAft>
              <a:buClr>
                <a:schemeClr val="dk1"/>
              </a:buClr>
              <a:buSzPts val="3360"/>
              <a:buFont typeface="Helvetica Neue"/>
              <a:buChar char="•"/>
              <a:defRPr sz="2400"/>
            </a:lvl1pPr>
            <a:lvl2pPr marL="914400" lvl="1" indent="-355600" algn="l">
              <a:spcBef>
                <a:spcPts val="400"/>
              </a:spcBef>
              <a:spcAft>
                <a:spcPts val="0"/>
              </a:spcAft>
              <a:buClr>
                <a:schemeClr val="dk1"/>
              </a:buClr>
              <a:buSzPts val="2000"/>
              <a:buFont typeface="Helvetica Neue"/>
              <a:buChar char="–"/>
              <a:defRPr sz="2000"/>
            </a:lvl2pPr>
            <a:lvl3pPr marL="1371600" lvl="2" indent="-325755" algn="l">
              <a:spcBef>
                <a:spcPts val="360"/>
              </a:spcBef>
              <a:spcAft>
                <a:spcPts val="0"/>
              </a:spcAft>
              <a:buClr>
                <a:schemeClr val="dk1"/>
              </a:buClr>
              <a:buSzPts val="1530"/>
              <a:buChar char="●"/>
              <a:defRPr sz="1800"/>
            </a:lvl3pPr>
            <a:lvl4pPr marL="1828800" lvl="3" indent="-330200" algn="l">
              <a:spcBef>
                <a:spcPts val="320"/>
              </a:spcBef>
              <a:spcAft>
                <a:spcPts val="0"/>
              </a:spcAft>
              <a:buClr>
                <a:schemeClr val="dk1"/>
              </a:buClr>
              <a:buSzPts val="1600"/>
              <a:buFont typeface="Helvetica Neue"/>
              <a:buChar char="–"/>
              <a:defRPr sz="1600"/>
            </a:lvl4pPr>
            <a:lvl5pPr marL="2286000" lvl="4" indent="-330200" algn="l">
              <a:spcBef>
                <a:spcPts val="320"/>
              </a:spcBef>
              <a:spcAft>
                <a:spcPts val="0"/>
              </a:spcAft>
              <a:buClr>
                <a:schemeClr val="dk1"/>
              </a:buClr>
              <a:buSzPts val="1600"/>
              <a:buFont typeface="Helvetica Neue"/>
              <a:buChar char="»"/>
              <a:defRPr sz="1600"/>
            </a:lvl5pPr>
            <a:lvl6pPr marL="2743200" lvl="5" indent="-330200" algn="l">
              <a:spcBef>
                <a:spcPts val="320"/>
              </a:spcBef>
              <a:spcAft>
                <a:spcPts val="0"/>
              </a:spcAft>
              <a:buClr>
                <a:schemeClr val="dk1"/>
              </a:buClr>
              <a:buSzPts val="1600"/>
              <a:buFont typeface="Helvetica Neue"/>
              <a:buChar char="»"/>
              <a:defRPr sz="1600"/>
            </a:lvl6pPr>
            <a:lvl7pPr marL="3200400" lvl="6" indent="-330200" algn="l">
              <a:spcBef>
                <a:spcPts val="320"/>
              </a:spcBef>
              <a:spcAft>
                <a:spcPts val="0"/>
              </a:spcAft>
              <a:buClr>
                <a:schemeClr val="dk1"/>
              </a:buClr>
              <a:buSzPts val="1600"/>
              <a:buFont typeface="Helvetica Neue"/>
              <a:buChar char="»"/>
              <a:defRPr sz="1600"/>
            </a:lvl7pPr>
            <a:lvl8pPr marL="3657600" lvl="7" indent="-330200" algn="l">
              <a:spcBef>
                <a:spcPts val="320"/>
              </a:spcBef>
              <a:spcAft>
                <a:spcPts val="0"/>
              </a:spcAft>
              <a:buClr>
                <a:schemeClr val="dk1"/>
              </a:buClr>
              <a:buSzPts val="1600"/>
              <a:buFont typeface="Helvetica Neue"/>
              <a:buChar char="»"/>
              <a:defRPr sz="1600"/>
            </a:lvl8pPr>
            <a:lvl9pPr marL="4114800" lvl="8" indent="-330200" algn="l">
              <a:spcBef>
                <a:spcPts val="320"/>
              </a:spcBef>
              <a:spcAft>
                <a:spcPts val="0"/>
              </a:spcAft>
              <a:buClr>
                <a:schemeClr val="dk1"/>
              </a:buClr>
              <a:buSzPts val="1600"/>
              <a:buFont typeface="Helvetica Neue"/>
              <a:buChar char="»"/>
              <a:defRPr sz="1600"/>
            </a:lvl9pPr>
          </a:lstStyle>
          <a:p>
            <a:endParaRPr/>
          </a:p>
        </p:txBody>
      </p:sp>
      <p:sp>
        <p:nvSpPr>
          <p:cNvPr id="88" name="Google Shape;88;g2f467944736_1_25"/>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spcBef>
                <a:spcPts val="1200"/>
              </a:spcBef>
              <a:spcAft>
                <a:spcPts val="0"/>
              </a:spcAft>
              <a:buClr>
                <a:schemeClr val="dk1"/>
              </a:buClr>
              <a:buSzPts val="3360"/>
              <a:buFont typeface="Helvetica Neue"/>
              <a:buNone/>
              <a:defRPr sz="2400" b="1"/>
            </a:lvl1pPr>
            <a:lvl2pPr marL="914400" lvl="1" indent="-228600" algn="l">
              <a:spcBef>
                <a:spcPts val="400"/>
              </a:spcBef>
              <a:spcAft>
                <a:spcPts val="0"/>
              </a:spcAft>
              <a:buClr>
                <a:schemeClr val="dk1"/>
              </a:buClr>
              <a:buSzPts val="2000"/>
              <a:buFont typeface="Helvetica Neue"/>
              <a:buNone/>
              <a:defRPr sz="2000" b="1"/>
            </a:lvl2pPr>
            <a:lvl3pPr marL="1371600" lvl="2" indent="-228600" algn="l">
              <a:spcBef>
                <a:spcPts val="360"/>
              </a:spcBef>
              <a:spcAft>
                <a:spcPts val="0"/>
              </a:spcAft>
              <a:buClr>
                <a:schemeClr val="dk1"/>
              </a:buClr>
              <a:buSzPts val="1530"/>
              <a:buNone/>
              <a:defRPr sz="1800" b="1"/>
            </a:lvl3pPr>
            <a:lvl4pPr marL="1828800" lvl="3" indent="-228600" algn="l">
              <a:spcBef>
                <a:spcPts val="320"/>
              </a:spcBef>
              <a:spcAft>
                <a:spcPts val="0"/>
              </a:spcAft>
              <a:buClr>
                <a:schemeClr val="dk1"/>
              </a:buClr>
              <a:buSzPts val="1600"/>
              <a:buFont typeface="Helvetica Neue"/>
              <a:buNone/>
              <a:defRPr sz="1600" b="1"/>
            </a:lvl4pPr>
            <a:lvl5pPr marL="2286000" lvl="4" indent="-228600" algn="l">
              <a:spcBef>
                <a:spcPts val="320"/>
              </a:spcBef>
              <a:spcAft>
                <a:spcPts val="0"/>
              </a:spcAft>
              <a:buClr>
                <a:schemeClr val="dk1"/>
              </a:buClr>
              <a:buSzPts val="1600"/>
              <a:buFont typeface="Helvetica Neue"/>
              <a:buNone/>
              <a:defRPr sz="1600" b="1"/>
            </a:lvl5pPr>
            <a:lvl6pPr marL="2743200" lvl="5" indent="-228600" algn="l">
              <a:spcBef>
                <a:spcPts val="320"/>
              </a:spcBef>
              <a:spcAft>
                <a:spcPts val="0"/>
              </a:spcAft>
              <a:buClr>
                <a:schemeClr val="dk1"/>
              </a:buClr>
              <a:buSzPts val="1600"/>
              <a:buFont typeface="Helvetica Neue"/>
              <a:buNone/>
              <a:defRPr sz="1600" b="1"/>
            </a:lvl6pPr>
            <a:lvl7pPr marL="3200400" lvl="6" indent="-228600" algn="l">
              <a:spcBef>
                <a:spcPts val="320"/>
              </a:spcBef>
              <a:spcAft>
                <a:spcPts val="0"/>
              </a:spcAft>
              <a:buClr>
                <a:schemeClr val="dk1"/>
              </a:buClr>
              <a:buSzPts val="1600"/>
              <a:buFont typeface="Helvetica Neue"/>
              <a:buNone/>
              <a:defRPr sz="1600" b="1"/>
            </a:lvl7pPr>
            <a:lvl8pPr marL="3657600" lvl="7" indent="-228600" algn="l">
              <a:spcBef>
                <a:spcPts val="320"/>
              </a:spcBef>
              <a:spcAft>
                <a:spcPts val="0"/>
              </a:spcAft>
              <a:buClr>
                <a:schemeClr val="dk1"/>
              </a:buClr>
              <a:buSzPts val="1600"/>
              <a:buFont typeface="Helvetica Neue"/>
              <a:buNone/>
              <a:defRPr sz="1600" b="1"/>
            </a:lvl8pPr>
            <a:lvl9pPr marL="4114800" lvl="8" indent="-228600" algn="l">
              <a:spcBef>
                <a:spcPts val="320"/>
              </a:spcBef>
              <a:spcAft>
                <a:spcPts val="0"/>
              </a:spcAft>
              <a:buClr>
                <a:schemeClr val="dk1"/>
              </a:buClr>
              <a:buSzPts val="1600"/>
              <a:buFont typeface="Helvetica Neue"/>
              <a:buNone/>
              <a:defRPr sz="1600" b="1"/>
            </a:lvl9pPr>
          </a:lstStyle>
          <a:p>
            <a:endParaRPr/>
          </a:p>
        </p:txBody>
      </p:sp>
      <p:sp>
        <p:nvSpPr>
          <p:cNvPr id="89" name="Google Shape;89;g2f467944736_1_25"/>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lvl="0" indent="-441960" algn="l">
              <a:spcBef>
                <a:spcPts val="1200"/>
              </a:spcBef>
              <a:spcAft>
                <a:spcPts val="0"/>
              </a:spcAft>
              <a:buClr>
                <a:schemeClr val="dk1"/>
              </a:buClr>
              <a:buSzPts val="3360"/>
              <a:buFont typeface="Helvetica Neue"/>
              <a:buChar char="•"/>
              <a:defRPr sz="2400"/>
            </a:lvl1pPr>
            <a:lvl2pPr marL="914400" lvl="1" indent="-355600" algn="l">
              <a:spcBef>
                <a:spcPts val="400"/>
              </a:spcBef>
              <a:spcAft>
                <a:spcPts val="0"/>
              </a:spcAft>
              <a:buClr>
                <a:schemeClr val="dk1"/>
              </a:buClr>
              <a:buSzPts val="2000"/>
              <a:buFont typeface="Helvetica Neue"/>
              <a:buChar char="–"/>
              <a:defRPr sz="2000"/>
            </a:lvl2pPr>
            <a:lvl3pPr marL="1371600" lvl="2" indent="-325755" algn="l">
              <a:spcBef>
                <a:spcPts val="360"/>
              </a:spcBef>
              <a:spcAft>
                <a:spcPts val="0"/>
              </a:spcAft>
              <a:buClr>
                <a:schemeClr val="dk1"/>
              </a:buClr>
              <a:buSzPts val="1530"/>
              <a:buChar char="●"/>
              <a:defRPr sz="1800"/>
            </a:lvl3pPr>
            <a:lvl4pPr marL="1828800" lvl="3" indent="-330200" algn="l">
              <a:spcBef>
                <a:spcPts val="320"/>
              </a:spcBef>
              <a:spcAft>
                <a:spcPts val="0"/>
              </a:spcAft>
              <a:buClr>
                <a:schemeClr val="dk1"/>
              </a:buClr>
              <a:buSzPts val="1600"/>
              <a:buFont typeface="Helvetica Neue"/>
              <a:buChar char="–"/>
              <a:defRPr sz="1600"/>
            </a:lvl4pPr>
            <a:lvl5pPr marL="2286000" lvl="4" indent="-330200" algn="l">
              <a:spcBef>
                <a:spcPts val="320"/>
              </a:spcBef>
              <a:spcAft>
                <a:spcPts val="0"/>
              </a:spcAft>
              <a:buClr>
                <a:schemeClr val="dk1"/>
              </a:buClr>
              <a:buSzPts val="1600"/>
              <a:buFont typeface="Helvetica Neue"/>
              <a:buChar char="»"/>
              <a:defRPr sz="1600"/>
            </a:lvl5pPr>
            <a:lvl6pPr marL="2743200" lvl="5" indent="-330200" algn="l">
              <a:spcBef>
                <a:spcPts val="320"/>
              </a:spcBef>
              <a:spcAft>
                <a:spcPts val="0"/>
              </a:spcAft>
              <a:buClr>
                <a:schemeClr val="dk1"/>
              </a:buClr>
              <a:buSzPts val="1600"/>
              <a:buFont typeface="Helvetica Neue"/>
              <a:buChar char="»"/>
              <a:defRPr sz="1600"/>
            </a:lvl6pPr>
            <a:lvl7pPr marL="3200400" lvl="6" indent="-330200" algn="l">
              <a:spcBef>
                <a:spcPts val="320"/>
              </a:spcBef>
              <a:spcAft>
                <a:spcPts val="0"/>
              </a:spcAft>
              <a:buClr>
                <a:schemeClr val="dk1"/>
              </a:buClr>
              <a:buSzPts val="1600"/>
              <a:buFont typeface="Helvetica Neue"/>
              <a:buChar char="»"/>
              <a:defRPr sz="1600"/>
            </a:lvl7pPr>
            <a:lvl8pPr marL="3657600" lvl="7" indent="-330200" algn="l">
              <a:spcBef>
                <a:spcPts val="320"/>
              </a:spcBef>
              <a:spcAft>
                <a:spcPts val="0"/>
              </a:spcAft>
              <a:buClr>
                <a:schemeClr val="dk1"/>
              </a:buClr>
              <a:buSzPts val="1600"/>
              <a:buFont typeface="Helvetica Neue"/>
              <a:buChar char="»"/>
              <a:defRPr sz="1600"/>
            </a:lvl8pPr>
            <a:lvl9pPr marL="4114800" lvl="8" indent="-330200" algn="l">
              <a:spcBef>
                <a:spcPts val="320"/>
              </a:spcBef>
              <a:spcAft>
                <a:spcPts val="0"/>
              </a:spcAft>
              <a:buClr>
                <a:schemeClr val="dk1"/>
              </a:buClr>
              <a:buSzPts val="1600"/>
              <a:buFont typeface="Helvetica Neue"/>
              <a:buChar char="»"/>
              <a:defRPr sz="1600"/>
            </a:lvl9pPr>
          </a:lstStyle>
          <a:p>
            <a:endParaRPr/>
          </a:p>
        </p:txBody>
      </p:sp>
      <p:sp>
        <p:nvSpPr>
          <p:cNvPr id="90" name="Google Shape;90;g2f467944736_1_25"/>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sp>
        <p:nvSpPr>
          <p:cNvPr id="92" name="Google Shape;92;g2f467944736_1_32"/>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3" name="Google Shape;93;g2f467944736_1_32"/>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4"/>
        <p:cNvGrpSpPr/>
        <p:nvPr/>
      </p:nvGrpSpPr>
      <p:grpSpPr>
        <a:xfrm>
          <a:off x="0" y="0"/>
          <a:ext cx="0" cy="0"/>
          <a:chOff x="0" y="0"/>
          <a:chExt cx="0" cy="0"/>
        </a:xfrm>
      </p:grpSpPr>
      <p:sp>
        <p:nvSpPr>
          <p:cNvPr id="95" name="Google Shape;95;g2f467944736_1_35"/>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6"/>
        <p:cNvGrpSpPr/>
        <p:nvPr/>
      </p:nvGrpSpPr>
      <p:grpSpPr>
        <a:xfrm>
          <a:off x="0" y="0"/>
          <a:ext cx="0" cy="0"/>
          <a:chOff x="0" y="0"/>
          <a:chExt cx="0" cy="0"/>
        </a:xfrm>
      </p:grpSpPr>
      <p:sp>
        <p:nvSpPr>
          <p:cNvPr id="97" name="Google Shape;97;g2f467944736_1_37"/>
          <p:cNvSpPr txBox="1">
            <a:spLocks noGrp="1"/>
          </p:cNvSpPr>
          <p:nvPr>
            <p:ph type="title"/>
          </p:nvPr>
        </p:nvSpPr>
        <p:spPr>
          <a:xfrm>
            <a:off x="457200" y="204788"/>
            <a:ext cx="3008313" cy="8715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8" name="Google Shape;98;g2f467944736_1_37"/>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513080" algn="l">
              <a:spcBef>
                <a:spcPts val="1600"/>
              </a:spcBef>
              <a:spcAft>
                <a:spcPts val="0"/>
              </a:spcAft>
              <a:buClr>
                <a:schemeClr val="dk1"/>
              </a:buClr>
              <a:buSzPts val="4480"/>
              <a:buFont typeface="Helvetica Neue"/>
              <a:buChar char="•"/>
              <a:defRPr sz="3200"/>
            </a:lvl1pPr>
            <a:lvl2pPr marL="914400" lvl="1" indent="-406400" algn="l">
              <a:spcBef>
                <a:spcPts val="560"/>
              </a:spcBef>
              <a:spcAft>
                <a:spcPts val="0"/>
              </a:spcAft>
              <a:buClr>
                <a:schemeClr val="dk1"/>
              </a:buClr>
              <a:buSzPts val="2800"/>
              <a:buFont typeface="Helvetica Neue"/>
              <a:buChar char="–"/>
              <a:defRPr sz="2800"/>
            </a:lvl2pPr>
            <a:lvl3pPr marL="1371600" lvl="2" indent="-358139" algn="l">
              <a:spcBef>
                <a:spcPts val="480"/>
              </a:spcBef>
              <a:spcAft>
                <a:spcPts val="0"/>
              </a:spcAft>
              <a:buClr>
                <a:schemeClr val="dk1"/>
              </a:buClr>
              <a:buSzPts val="2040"/>
              <a:buChar char="●"/>
              <a:defRPr sz="2400"/>
            </a:lvl3pPr>
            <a:lvl4pPr marL="1828800" lvl="3" indent="-355600" algn="l">
              <a:spcBef>
                <a:spcPts val="400"/>
              </a:spcBef>
              <a:spcAft>
                <a:spcPts val="0"/>
              </a:spcAft>
              <a:buClr>
                <a:schemeClr val="dk1"/>
              </a:buClr>
              <a:buSzPts val="2000"/>
              <a:buFont typeface="Helvetica Neue"/>
              <a:buChar char="–"/>
              <a:defRPr sz="2000"/>
            </a:lvl4pPr>
            <a:lvl5pPr marL="2286000" lvl="4" indent="-355600" algn="l">
              <a:spcBef>
                <a:spcPts val="400"/>
              </a:spcBef>
              <a:spcAft>
                <a:spcPts val="0"/>
              </a:spcAft>
              <a:buClr>
                <a:schemeClr val="dk1"/>
              </a:buClr>
              <a:buSzPts val="2000"/>
              <a:buFont typeface="Helvetica Neue"/>
              <a:buChar char="»"/>
              <a:defRPr sz="2000"/>
            </a:lvl5pPr>
            <a:lvl6pPr marL="2743200" lvl="5" indent="-355600" algn="l">
              <a:spcBef>
                <a:spcPts val="400"/>
              </a:spcBef>
              <a:spcAft>
                <a:spcPts val="0"/>
              </a:spcAft>
              <a:buClr>
                <a:schemeClr val="dk1"/>
              </a:buClr>
              <a:buSzPts val="2000"/>
              <a:buFont typeface="Helvetica Neue"/>
              <a:buChar char="»"/>
              <a:defRPr sz="2000"/>
            </a:lvl6pPr>
            <a:lvl7pPr marL="3200400" lvl="6" indent="-355600" algn="l">
              <a:spcBef>
                <a:spcPts val="400"/>
              </a:spcBef>
              <a:spcAft>
                <a:spcPts val="0"/>
              </a:spcAft>
              <a:buClr>
                <a:schemeClr val="dk1"/>
              </a:buClr>
              <a:buSzPts val="2000"/>
              <a:buFont typeface="Helvetica Neue"/>
              <a:buChar char="»"/>
              <a:defRPr sz="2000"/>
            </a:lvl7pPr>
            <a:lvl8pPr marL="3657600" lvl="7" indent="-355600" algn="l">
              <a:spcBef>
                <a:spcPts val="400"/>
              </a:spcBef>
              <a:spcAft>
                <a:spcPts val="0"/>
              </a:spcAft>
              <a:buClr>
                <a:schemeClr val="dk1"/>
              </a:buClr>
              <a:buSzPts val="2000"/>
              <a:buFont typeface="Helvetica Neue"/>
              <a:buChar char="»"/>
              <a:defRPr sz="2000"/>
            </a:lvl8pPr>
            <a:lvl9pPr marL="4114800" lvl="8" indent="-355600" algn="l">
              <a:spcBef>
                <a:spcPts val="400"/>
              </a:spcBef>
              <a:spcAft>
                <a:spcPts val="0"/>
              </a:spcAft>
              <a:buClr>
                <a:schemeClr val="dk1"/>
              </a:buClr>
              <a:buSzPts val="2000"/>
              <a:buFont typeface="Helvetica Neue"/>
              <a:buChar char="»"/>
              <a:defRPr sz="2000"/>
            </a:lvl9pPr>
          </a:lstStyle>
          <a:p>
            <a:endParaRPr/>
          </a:p>
        </p:txBody>
      </p:sp>
      <p:sp>
        <p:nvSpPr>
          <p:cNvPr id="99" name="Google Shape;99;g2f467944736_1_37"/>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lvl="0" indent="-228600" algn="l">
              <a:spcBef>
                <a:spcPts val="700"/>
              </a:spcBef>
              <a:spcAft>
                <a:spcPts val="0"/>
              </a:spcAft>
              <a:buClr>
                <a:schemeClr val="dk1"/>
              </a:buClr>
              <a:buSzPts val="1960"/>
              <a:buFont typeface="Helvetica Neue"/>
              <a:buNone/>
              <a:defRPr sz="1400"/>
            </a:lvl1pPr>
            <a:lvl2pPr marL="914400" lvl="1" indent="-228600" algn="l">
              <a:spcBef>
                <a:spcPts val="240"/>
              </a:spcBef>
              <a:spcAft>
                <a:spcPts val="0"/>
              </a:spcAft>
              <a:buClr>
                <a:schemeClr val="dk1"/>
              </a:buClr>
              <a:buSzPts val="1200"/>
              <a:buFont typeface="Helvetica Neue"/>
              <a:buNone/>
              <a:defRPr sz="1200"/>
            </a:lvl2pPr>
            <a:lvl3pPr marL="1371600" lvl="2" indent="-228600" algn="l">
              <a:spcBef>
                <a:spcPts val="200"/>
              </a:spcBef>
              <a:spcAft>
                <a:spcPts val="0"/>
              </a:spcAft>
              <a:buClr>
                <a:schemeClr val="dk1"/>
              </a:buClr>
              <a:buSzPts val="850"/>
              <a:buNone/>
              <a:defRPr sz="1000"/>
            </a:lvl3pPr>
            <a:lvl4pPr marL="1828800" lvl="3" indent="-228600" algn="l">
              <a:spcBef>
                <a:spcPts val="180"/>
              </a:spcBef>
              <a:spcAft>
                <a:spcPts val="0"/>
              </a:spcAft>
              <a:buClr>
                <a:schemeClr val="dk1"/>
              </a:buClr>
              <a:buSzPts val="900"/>
              <a:buFont typeface="Helvetica Neue"/>
              <a:buNone/>
              <a:defRPr sz="900"/>
            </a:lvl4pPr>
            <a:lvl5pPr marL="2286000" lvl="4" indent="-228600" algn="l">
              <a:spcBef>
                <a:spcPts val="180"/>
              </a:spcBef>
              <a:spcAft>
                <a:spcPts val="0"/>
              </a:spcAft>
              <a:buClr>
                <a:schemeClr val="dk1"/>
              </a:buClr>
              <a:buSzPts val="900"/>
              <a:buFont typeface="Helvetica Neue"/>
              <a:buNone/>
              <a:defRPr sz="900"/>
            </a:lvl5pPr>
            <a:lvl6pPr marL="2743200" lvl="5" indent="-228600" algn="l">
              <a:spcBef>
                <a:spcPts val="180"/>
              </a:spcBef>
              <a:spcAft>
                <a:spcPts val="0"/>
              </a:spcAft>
              <a:buClr>
                <a:schemeClr val="dk1"/>
              </a:buClr>
              <a:buSzPts val="900"/>
              <a:buFont typeface="Helvetica Neue"/>
              <a:buNone/>
              <a:defRPr sz="900"/>
            </a:lvl6pPr>
            <a:lvl7pPr marL="3200400" lvl="6" indent="-228600" algn="l">
              <a:spcBef>
                <a:spcPts val="180"/>
              </a:spcBef>
              <a:spcAft>
                <a:spcPts val="0"/>
              </a:spcAft>
              <a:buClr>
                <a:schemeClr val="dk1"/>
              </a:buClr>
              <a:buSzPts val="900"/>
              <a:buFont typeface="Helvetica Neue"/>
              <a:buNone/>
              <a:defRPr sz="900"/>
            </a:lvl7pPr>
            <a:lvl8pPr marL="3657600" lvl="7" indent="-228600" algn="l">
              <a:spcBef>
                <a:spcPts val="180"/>
              </a:spcBef>
              <a:spcAft>
                <a:spcPts val="0"/>
              </a:spcAft>
              <a:buClr>
                <a:schemeClr val="dk1"/>
              </a:buClr>
              <a:buSzPts val="900"/>
              <a:buFont typeface="Helvetica Neue"/>
              <a:buNone/>
              <a:defRPr sz="900"/>
            </a:lvl8pPr>
            <a:lvl9pPr marL="4114800" lvl="8" indent="-228600" algn="l">
              <a:spcBef>
                <a:spcPts val="180"/>
              </a:spcBef>
              <a:spcAft>
                <a:spcPts val="0"/>
              </a:spcAft>
              <a:buClr>
                <a:schemeClr val="dk1"/>
              </a:buClr>
              <a:buSzPts val="900"/>
              <a:buFont typeface="Helvetica Neue"/>
              <a:buNone/>
              <a:defRPr sz="900"/>
            </a:lvl9pPr>
          </a:lstStyle>
          <a:p>
            <a:endParaRPr/>
          </a:p>
        </p:txBody>
      </p:sp>
      <p:sp>
        <p:nvSpPr>
          <p:cNvPr id="100" name="Google Shape;100;g2f467944736_1_37"/>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1"/>
        <p:cNvGrpSpPr/>
        <p:nvPr/>
      </p:nvGrpSpPr>
      <p:grpSpPr>
        <a:xfrm>
          <a:off x="0" y="0"/>
          <a:ext cx="0" cy="0"/>
          <a:chOff x="0" y="0"/>
          <a:chExt cx="0" cy="0"/>
        </a:xfrm>
      </p:grpSpPr>
      <p:sp>
        <p:nvSpPr>
          <p:cNvPr id="102" name="Google Shape;102;g2f467944736_1_42"/>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3" name="Google Shape;103;g2f467944736_1_42"/>
          <p:cNvSpPr>
            <a:spLocks noGrp="1"/>
          </p:cNvSpPr>
          <p:nvPr>
            <p:ph type="pic" idx="2"/>
          </p:nvPr>
        </p:nvSpPr>
        <p:spPr>
          <a:xfrm>
            <a:off x="1792288" y="459581"/>
            <a:ext cx="5486400" cy="3086100"/>
          </a:xfrm>
          <a:prstGeom prst="rect">
            <a:avLst/>
          </a:prstGeom>
          <a:noFill/>
          <a:ln>
            <a:noFill/>
          </a:ln>
        </p:spPr>
      </p:sp>
      <p:sp>
        <p:nvSpPr>
          <p:cNvPr id="104" name="Google Shape;104;g2f467944736_1_42"/>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spcBef>
                <a:spcPts val="700"/>
              </a:spcBef>
              <a:spcAft>
                <a:spcPts val="0"/>
              </a:spcAft>
              <a:buClr>
                <a:schemeClr val="dk1"/>
              </a:buClr>
              <a:buSzPts val="1960"/>
              <a:buFont typeface="Helvetica Neue"/>
              <a:buNone/>
              <a:defRPr sz="1400"/>
            </a:lvl1pPr>
            <a:lvl2pPr marL="914400" lvl="1" indent="-228600" algn="l">
              <a:spcBef>
                <a:spcPts val="240"/>
              </a:spcBef>
              <a:spcAft>
                <a:spcPts val="0"/>
              </a:spcAft>
              <a:buClr>
                <a:schemeClr val="dk1"/>
              </a:buClr>
              <a:buSzPts val="1200"/>
              <a:buFont typeface="Helvetica Neue"/>
              <a:buNone/>
              <a:defRPr sz="1200"/>
            </a:lvl2pPr>
            <a:lvl3pPr marL="1371600" lvl="2" indent="-228600" algn="l">
              <a:spcBef>
                <a:spcPts val="200"/>
              </a:spcBef>
              <a:spcAft>
                <a:spcPts val="0"/>
              </a:spcAft>
              <a:buClr>
                <a:schemeClr val="dk1"/>
              </a:buClr>
              <a:buSzPts val="850"/>
              <a:buNone/>
              <a:defRPr sz="1000"/>
            </a:lvl3pPr>
            <a:lvl4pPr marL="1828800" lvl="3" indent="-228600" algn="l">
              <a:spcBef>
                <a:spcPts val="180"/>
              </a:spcBef>
              <a:spcAft>
                <a:spcPts val="0"/>
              </a:spcAft>
              <a:buClr>
                <a:schemeClr val="dk1"/>
              </a:buClr>
              <a:buSzPts val="900"/>
              <a:buFont typeface="Helvetica Neue"/>
              <a:buNone/>
              <a:defRPr sz="900"/>
            </a:lvl4pPr>
            <a:lvl5pPr marL="2286000" lvl="4" indent="-228600" algn="l">
              <a:spcBef>
                <a:spcPts val="180"/>
              </a:spcBef>
              <a:spcAft>
                <a:spcPts val="0"/>
              </a:spcAft>
              <a:buClr>
                <a:schemeClr val="dk1"/>
              </a:buClr>
              <a:buSzPts val="900"/>
              <a:buFont typeface="Helvetica Neue"/>
              <a:buNone/>
              <a:defRPr sz="900"/>
            </a:lvl5pPr>
            <a:lvl6pPr marL="2743200" lvl="5" indent="-228600" algn="l">
              <a:spcBef>
                <a:spcPts val="180"/>
              </a:spcBef>
              <a:spcAft>
                <a:spcPts val="0"/>
              </a:spcAft>
              <a:buClr>
                <a:schemeClr val="dk1"/>
              </a:buClr>
              <a:buSzPts val="900"/>
              <a:buFont typeface="Helvetica Neue"/>
              <a:buNone/>
              <a:defRPr sz="900"/>
            </a:lvl6pPr>
            <a:lvl7pPr marL="3200400" lvl="6" indent="-228600" algn="l">
              <a:spcBef>
                <a:spcPts val="180"/>
              </a:spcBef>
              <a:spcAft>
                <a:spcPts val="0"/>
              </a:spcAft>
              <a:buClr>
                <a:schemeClr val="dk1"/>
              </a:buClr>
              <a:buSzPts val="900"/>
              <a:buFont typeface="Helvetica Neue"/>
              <a:buNone/>
              <a:defRPr sz="900"/>
            </a:lvl7pPr>
            <a:lvl8pPr marL="3657600" lvl="7" indent="-228600" algn="l">
              <a:spcBef>
                <a:spcPts val="180"/>
              </a:spcBef>
              <a:spcAft>
                <a:spcPts val="0"/>
              </a:spcAft>
              <a:buClr>
                <a:schemeClr val="dk1"/>
              </a:buClr>
              <a:buSzPts val="900"/>
              <a:buFont typeface="Helvetica Neue"/>
              <a:buNone/>
              <a:defRPr sz="900"/>
            </a:lvl8pPr>
            <a:lvl9pPr marL="4114800" lvl="8" indent="-228600" algn="l">
              <a:spcBef>
                <a:spcPts val="180"/>
              </a:spcBef>
              <a:spcAft>
                <a:spcPts val="0"/>
              </a:spcAft>
              <a:buClr>
                <a:schemeClr val="dk1"/>
              </a:buClr>
              <a:buSzPts val="900"/>
              <a:buFont typeface="Helvetica Neue"/>
              <a:buNone/>
              <a:defRPr sz="900"/>
            </a:lvl9pPr>
          </a:lstStyle>
          <a:p>
            <a:endParaRPr/>
          </a:p>
        </p:txBody>
      </p:sp>
      <p:sp>
        <p:nvSpPr>
          <p:cNvPr id="105" name="Google Shape;105;g2f467944736_1_42"/>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6"/>
        <p:cNvGrpSpPr/>
        <p:nvPr/>
      </p:nvGrpSpPr>
      <p:grpSpPr>
        <a:xfrm>
          <a:off x="0" y="0"/>
          <a:ext cx="0" cy="0"/>
          <a:chOff x="0" y="0"/>
          <a:chExt cx="0" cy="0"/>
        </a:xfrm>
      </p:grpSpPr>
      <p:sp>
        <p:nvSpPr>
          <p:cNvPr id="107" name="Google Shape;107;g2f467944736_1_47"/>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8" name="Google Shape;108;g2f467944736_1_47"/>
          <p:cNvSpPr txBox="1">
            <a:spLocks noGrp="1"/>
          </p:cNvSpPr>
          <p:nvPr>
            <p:ph type="body" idx="1"/>
          </p:nvPr>
        </p:nvSpPr>
        <p:spPr>
          <a:xfrm rot="5400000">
            <a:off x="3019425" y="-678656"/>
            <a:ext cx="3086100" cy="7029450"/>
          </a:xfrm>
          <a:prstGeom prst="rect">
            <a:avLst/>
          </a:prstGeom>
          <a:noFill/>
          <a:ln>
            <a:noFill/>
          </a:ln>
        </p:spPr>
        <p:txBody>
          <a:bodyPr spcFirstLastPara="1" wrap="square" lIns="91425" tIns="45700" rIns="91425" bIns="45700" anchor="t" anchorCtr="0">
            <a:noAutofit/>
          </a:bodyPr>
          <a:lstStyle>
            <a:lvl1pPr marL="457200" lvl="0" indent="-388620" algn="l">
              <a:spcBef>
                <a:spcPts val="900"/>
              </a:spcBef>
              <a:spcAft>
                <a:spcPts val="0"/>
              </a:spcAft>
              <a:buClr>
                <a:schemeClr val="dk1"/>
              </a:buClr>
              <a:buSzPts val="2520"/>
              <a:buChar char="•"/>
              <a:defRPr/>
            </a:lvl1pPr>
            <a:lvl2pPr marL="914400" lvl="1" indent="-342900" algn="l">
              <a:spcBef>
                <a:spcPts val="360"/>
              </a:spcBef>
              <a:spcAft>
                <a:spcPts val="0"/>
              </a:spcAft>
              <a:buClr>
                <a:schemeClr val="dk1"/>
              </a:buClr>
              <a:buSzPts val="1800"/>
              <a:buChar char="–"/>
              <a:defRPr/>
            </a:lvl2pPr>
            <a:lvl3pPr marL="1371600" lvl="2" indent="-325755" algn="l">
              <a:spcBef>
                <a:spcPts val="360"/>
              </a:spcBef>
              <a:spcAft>
                <a:spcPts val="0"/>
              </a:spcAft>
              <a:buClr>
                <a:schemeClr val="dk1"/>
              </a:buClr>
              <a:buSzPts val="153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g2f467944736_1_47"/>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0"/>
        <p:cNvGrpSpPr/>
        <p:nvPr/>
      </p:nvGrpSpPr>
      <p:grpSpPr>
        <a:xfrm>
          <a:off x="0" y="0"/>
          <a:ext cx="0" cy="0"/>
          <a:chOff x="0" y="0"/>
          <a:chExt cx="0" cy="0"/>
        </a:xfrm>
      </p:grpSpPr>
      <p:sp>
        <p:nvSpPr>
          <p:cNvPr id="111" name="Google Shape;111;g2f467944736_1_51"/>
          <p:cNvSpPr txBox="1">
            <a:spLocks noGrp="1"/>
          </p:cNvSpPr>
          <p:nvPr>
            <p:ph type="title"/>
          </p:nvPr>
        </p:nvSpPr>
        <p:spPr>
          <a:xfrm rot="5400000">
            <a:off x="5194697" y="1496616"/>
            <a:ext cx="4007644" cy="175736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2" name="Google Shape;112;g2f467944736_1_51"/>
          <p:cNvSpPr txBox="1">
            <a:spLocks noGrp="1"/>
          </p:cNvSpPr>
          <p:nvPr>
            <p:ph type="body" idx="1"/>
          </p:nvPr>
        </p:nvSpPr>
        <p:spPr>
          <a:xfrm rot="5400000">
            <a:off x="1603772" y="-184547"/>
            <a:ext cx="4007644" cy="5119688"/>
          </a:xfrm>
          <a:prstGeom prst="rect">
            <a:avLst/>
          </a:prstGeom>
          <a:noFill/>
          <a:ln>
            <a:noFill/>
          </a:ln>
        </p:spPr>
        <p:txBody>
          <a:bodyPr spcFirstLastPara="1" wrap="square" lIns="91425" tIns="45700" rIns="91425" bIns="45700" anchor="t" anchorCtr="0">
            <a:noAutofit/>
          </a:bodyPr>
          <a:lstStyle>
            <a:lvl1pPr marL="457200" lvl="0" indent="-388620" algn="l">
              <a:spcBef>
                <a:spcPts val="900"/>
              </a:spcBef>
              <a:spcAft>
                <a:spcPts val="0"/>
              </a:spcAft>
              <a:buClr>
                <a:schemeClr val="dk1"/>
              </a:buClr>
              <a:buSzPts val="2520"/>
              <a:buChar char="•"/>
              <a:defRPr/>
            </a:lvl1pPr>
            <a:lvl2pPr marL="914400" lvl="1" indent="-342900" algn="l">
              <a:spcBef>
                <a:spcPts val="360"/>
              </a:spcBef>
              <a:spcAft>
                <a:spcPts val="0"/>
              </a:spcAft>
              <a:buClr>
                <a:schemeClr val="dk1"/>
              </a:buClr>
              <a:buSzPts val="1800"/>
              <a:buChar char="–"/>
              <a:defRPr/>
            </a:lvl2pPr>
            <a:lvl3pPr marL="1371600" lvl="2" indent="-325755" algn="l">
              <a:spcBef>
                <a:spcPts val="360"/>
              </a:spcBef>
              <a:spcAft>
                <a:spcPts val="0"/>
              </a:spcAft>
              <a:buClr>
                <a:schemeClr val="dk1"/>
              </a:buClr>
              <a:buSzPts val="153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3" name="Google Shape;113;g2f467944736_1_51"/>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9"/>
          <p:cNvSpPr/>
          <p:nvPr/>
        </p:nvSpPr>
        <p:spPr>
          <a:xfrm>
            <a:off x="117475" y="84535"/>
            <a:ext cx="8909100" cy="4836300"/>
          </a:xfrm>
          <a:prstGeom prst="roundRect">
            <a:avLst>
              <a:gd name="adj" fmla="val 17278"/>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Helvetica Neue"/>
              <a:ea typeface="Helvetica Neue"/>
              <a:cs typeface="Helvetica Neue"/>
              <a:sym typeface="Helvetica Neue"/>
            </a:endParaRPr>
          </a:p>
        </p:txBody>
      </p:sp>
      <p:sp>
        <p:nvSpPr>
          <p:cNvPr id="7" name="Google Shape;7;p39"/>
          <p:cNvSpPr/>
          <p:nvPr/>
        </p:nvSpPr>
        <p:spPr>
          <a:xfrm>
            <a:off x="470175" y="257175"/>
            <a:ext cx="8236200" cy="514500"/>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dk1"/>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Helvetica Neue"/>
              <a:ea typeface="Helvetica Neue"/>
              <a:cs typeface="Helvetica Neue"/>
              <a:sym typeface="Helvetica Neue"/>
            </a:endParaRPr>
          </a:p>
        </p:txBody>
      </p:sp>
      <p:sp>
        <p:nvSpPr>
          <p:cNvPr id="8" name="Google Shape;8;p39"/>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400"/>
              <a:buFont typeface="Arial"/>
              <a:buNone/>
              <a:defRPr sz="3000" b="1" i="0" u="none" strike="noStrike" cap="none">
                <a:solidFill>
                  <a:schemeClr val="dk2"/>
                </a:solidFill>
                <a:latin typeface="Helvetica Neue"/>
                <a:ea typeface="Helvetica Neue"/>
                <a:cs typeface="Helvetica Neue"/>
                <a:sym typeface="Helvetica Neue"/>
              </a:defRPr>
            </a:lvl9pPr>
          </a:lstStyle>
          <a:p>
            <a:endParaRPr/>
          </a:p>
        </p:txBody>
      </p:sp>
      <p:sp>
        <p:nvSpPr>
          <p:cNvPr id="9" name="Google Shape;9;p39"/>
          <p:cNvSpPr txBox="1">
            <a:spLocks noGrp="1"/>
          </p:cNvSpPr>
          <p:nvPr>
            <p:ph type="body" idx="1"/>
          </p:nvPr>
        </p:nvSpPr>
        <p:spPr>
          <a:xfrm>
            <a:off x="429650" y="980875"/>
            <a:ext cx="7647600" cy="3825300"/>
          </a:xfrm>
          <a:prstGeom prst="rect">
            <a:avLst/>
          </a:prstGeom>
          <a:noFill/>
          <a:ln>
            <a:noFill/>
          </a:ln>
        </p:spPr>
        <p:txBody>
          <a:bodyPr spcFirstLastPara="1" wrap="square" lIns="91425" tIns="45700" rIns="91425" bIns="45700" anchor="t" anchorCtr="0">
            <a:noAutofit/>
          </a:bodyPr>
          <a:lstStyle>
            <a:lvl1pPr marL="457200" marR="0" lvl="0" indent="-420369" algn="l" rtl="0">
              <a:lnSpc>
                <a:spcPct val="100000"/>
              </a:lnSpc>
              <a:spcBef>
                <a:spcPts val="900"/>
              </a:spcBef>
              <a:spcAft>
                <a:spcPts val="0"/>
              </a:spcAft>
              <a:buClr>
                <a:schemeClr val="dk1"/>
              </a:buClr>
              <a:buSzPts val="3020"/>
              <a:buFont typeface="Helvetica Neue"/>
              <a:buChar char="•"/>
              <a:defRPr sz="2300" b="0" i="0" u="none" strike="noStrike" cap="none">
                <a:solidFill>
                  <a:schemeClr val="dk1"/>
                </a:solidFill>
                <a:latin typeface="Helvetica Neue"/>
                <a:ea typeface="Helvetica Neue"/>
                <a:cs typeface="Helvetica Neue"/>
                <a:sym typeface="Helvetica Neue"/>
              </a:defRPr>
            </a:lvl1pPr>
            <a:lvl2pPr marL="914400" marR="0" lvl="1" indent="-374650" algn="l" rtl="0">
              <a:lnSpc>
                <a:spcPct val="100000"/>
              </a:lnSpc>
              <a:spcBef>
                <a:spcPts val="360"/>
              </a:spcBef>
              <a:spcAft>
                <a:spcPts val="0"/>
              </a:spcAft>
              <a:buClr>
                <a:schemeClr val="dk1"/>
              </a:buClr>
              <a:buSzPts val="2300"/>
              <a:buFont typeface="Helvetica Neue"/>
              <a:buChar char="–"/>
              <a:defRPr sz="2300" b="0" i="0" u="none" strike="noStrike" cap="none">
                <a:solidFill>
                  <a:schemeClr val="dk1"/>
                </a:solidFill>
                <a:latin typeface="Helvetica Neue"/>
                <a:ea typeface="Helvetica Neue"/>
                <a:cs typeface="Helvetica Neue"/>
                <a:sym typeface="Helvetica Neue"/>
              </a:defRPr>
            </a:lvl2pPr>
            <a:lvl3pPr marL="1371600" marR="0" lvl="2" indent="-357505" algn="l" rtl="0">
              <a:lnSpc>
                <a:spcPct val="100000"/>
              </a:lnSpc>
              <a:spcBef>
                <a:spcPts val="360"/>
              </a:spcBef>
              <a:spcAft>
                <a:spcPts val="0"/>
              </a:spcAft>
              <a:buClr>
                <a:schemeClr val="dk1"/>
              </a:buClr>
              <a:buSzPts val="2030"/>
              <a:buFont typeface="Arial"/>
              <a:buChar char="●"/>
              <a:defRPr sz="2300" b="0" i="0" u="none" strike="noStrike" cap="none">
                <a:solidFill>
                  <a:schemeClr val="dk1"/>
                </a:solidFill>
                <a:latin typeface="Helvetica Neue"/>
                <a:ea typeface="Helvetica Neue"/>
                <a:cs typeface="Helvetica Neue"/>
                <a:sym typeface="Helvetica Neue"/>
              </a:defRPr>
            </a:lvl3pPr>
            <a:lvl4pPr marL="1828800" marR="0" lvl="3" indent="-374650" algn="l" rtl="0">
              <a:lnSpc>
                <a:spcPct val="100000"/>
              </a:lnSpc>
              <a:spcBef>
                <a:spcPts val="360"/>
              </a:spcBef>
              <a:spcAft>
                <a:spcPts val="0"/>
              </a:spcAft>
              <a:buClr>
                <a:schemeClr val="dk1"/>
              </a:buClr>
              <a:buSzPts val="2300"/>
              <a:buFont typeface="Helvetica Neue"/>
              <a:buChar char="–"/>
              <a:defRPr sz="2300" b="0" i="0" u="none" strike="noStrike" cap="none">
                <a:solidFill>
                  <a:schemeClr val="dk1"/>
                </a:solidFill>
                <a:latin typeface="Helvetica Neue"/>
                <a:ea typeface="Helvetica Neue"/>
                <a:cs typeface="Helvetica Neue"/>
                <a:sym typeface="Helvetica Neue"/>
              </a:defRPr>
            </a:lvl4pPr>
            <a:lvl5pPr marL="2286000" marR="0" lvl="4" indent="-336550" algn="l" rtl="0">
              <a:lnSpc>
                <a:spcPct val="100000"/>
              </a:lnSpc>
              <a:spcBef>
                <a:spcPts val="240"/>
              </a:spcBef>
              <a:spcAft>
                <a:spcPts val="0"/>
              </a:spcAft>
              <a:buClr>
                <a:schemeClr val="dk1"/>
              </a:buClr>
              <a:buSzPts val="1700"/>
              <a:buFont typeface="Helvetica Neue"/>
              <a:buChar char="»"/>
              <a:defRPr sz="1700" b="0" i="0" u="none" strike="noStrike" cap="none">
                <a:solidFill>
                  <a:schemeClr val="dk1"/>
                </a:solidFill>
                <a:latin typeface="Helvetica Neue"/>
                <a:ea typeface="Helvetica Neue"/>
                <a:cs typeface="Helvetica Neue"/>
                <a:sym typeface="Helvetica Neue"/>
              </a:defRPr>
            </a:lvl5pPr>
            <a:lvl6pPr marL="2743200" marR="0" lvl="5" indent="-336550" algn="l" rtl="0">
              <a:lnSpc>
                <a:spcPct val="100000"/>
              </a:lnSpc>
              <a:spcBef>
                <a:spcPts val="240"/>
              </a:spcBef>
              <a:spcAft>
                <a:spcPts val="0"/>
              </a:spcAft>
              <a:buClr>
                <a:schemeClr val="dk1"/>
              </a:buClr>
              <a:buSzPts val="1700"/>
              <a:buFont typeface="Helvetica Neue"/>
              <a:buChar char="»"/>
              <a:defRPr sz="1700" b="0" i="0" u="none" strike="noStrike" cap="none">
                <a:solidFill>
                  <a:schemeClr val="dk1"/>
                </a:solidFill>
                <a:latin typeface="Helvetica Neue"/>
                <a:ea typeface="Helvetica Neue"/>
                <a:cs typeface="Helvetica Neue"/>
                <a:sym typeface="Helvetica Neue"/>
              </a:defRPr>
            </a:lvl6pPr>
            <a:lvl7pPr marL="3200400" marR="0" lvl="6" indent="-336550" algn="l" rtl="0">
              <a:lnSpc>
                <a:spcPct val="100000"/>
              </a:lnSpc>
              <a:spcBef>
                <a:spcPts val="240"/>
              </a:spcBef>
              <a:spcAft>
                <a:spcPts val="0"/>
              </a:spcAft>
              <a:buClr>
                <a:schemeClr val="dk1"/>
              </a:buClr>
              <a:buSzPts val="1700"/>
              <a:buFont typeface="Helvetica Neue"/>
              <a:buChar char="»"/>
              <a:defRPr sz="1700" b="0" i="0" u="none" strike="noStrike" cap="none">
                <a:solidFill>
                  <a:schemeClr val="dk1"/>
                </a:solidFill>
                <a:latin typeface="Helvetica Neue"/>
                <a:ea typeface="Helvetica Neue"/>
                <a:cs typeface="Helvetica Neue"/>
                <a:sym typeface="Helvetica Neue"/>
              </a:defRPr>
            </a:lvl7pPr>
            <a:lvl8pPr marL="3657600" marR="0" lvl="7" indent="-336550" algn="l" rtl="0">
              <a:lnSpc>
                <a:spcPct val="100000"/>
              </a:lnSpc>
              <a:spcBef>
                <a:spcPts val="240"/>
              </a:spcBef>
              <a:spcAft>
                <a:spcPts val="0"/>
              </a:spcAft>
              <a:buClr>
                <a:schemeClr val="dk1"/>
              </a:buClr>
              <a:buSzPts val="1700"/>
              <a:buFont typeface="Helvetica Neue"/>
              <a:buChar char="»"/>
              <a:defRPr sz="1700" b="0" i="0" u="none" strike="noStrike" cap="none">
                <a:solidFill>
                  <a:schemeClr val="dk1"/>
                </a:solidFill>
                <a:latin typeface="Helvetica Neue"/>
                <a:ea typeface="Helvetica Neue"/>
                <a:cs typeface="Helvetica Neue"/>
                <a:sym typeface="Helvetica Neue"/>
              </a:defRPr>
            </a:lvl8pPr>
            <a:lvl9pPr marL="4114800" marR="0" lvl="8" indent="-336550" algn="l" rtl="0">
              <a:lnSpc>
                <a:spcPct val="100000"/>
              </a:lnSpc>
              <a:spcBef>
                <a:spcPts val="240"/>
              </a:spcBef>
              <a:spcAft>
                <a:spcPts val="0"/>
              </a:spcAft>
              <a:buClr>
                <a:schemeClr val="dk1"/>
              </a:buClr>
              <a:buSzPts val="1700"/>
              <a:buFont typeface="Helvetica Neue"/>
              <a:buChar char="»"/>
              <a:defRPr sz="1700" b="0" i="0" u="none" strike="noStrike" cap="none">
                <a:solidFill>
                  <a:schemeClr val="dk1"/>
                </a:solidFill>
                <a:latin typeface="Helvetica Neue"/>
                <a:ea typeface="Helvetica Neue"/>
                <a:cs typeface="Helvetica Neue"/>
                <a:sym typeface="Helvetica Neue"/>
              </a:defRPr>
            </a:lvl9pPr>
          </a:lstStyle>
          <a:p>
            <a:endParaRPr/>
          </a:p>
        </p:txBody>
      </p:sp>
      <p:sp>
        <p:nvSpPr>
          <p:cNvPr id="10" name="Google Shape;10;p39"/>
          <p:cNvSpPr/>
          <p:nvPr/>
        </p:nvSpPr>
        <p:spPr>
          <a:xfrm>
            <a:off x="6248400" y="4888428"/>
            <a:ext cx="2895600" cy="2226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000"/>
              <a:buFont typeface="Arial"/>
              <a:buNone/>
            </a:pPr>
            <a:r>
              <a:rPr lang="en-GB" sz="1000" b="0" i="0" u="none" strike="noStrike" cap="none">
                <a:solidFill>
                  <a:schemeClr val="dk1"/>
                </a:solidFill>
                <a:latin typeface="Helvetica Neue"/>
                <a:ea typeface="Helvetica Neue"/>
                <a:cs typeface="Helvetica Neue"/>
                <a:sym typeface="Helvetica Neue"/>
              </a:rPr>
              <a:t>Part 1 Introduction to Operating Systems</a:t>
            </a:r>
            <a:r>
              <a:rPr lang="en-GB" sz="14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
        <p:nvSpPr>
          <p:cNvPr id="11" name="Google Shape;11;p39"/>
          <p:cNvSpPr txBox="1"/>
          <p:nvPr/>
        </p:nvSpPr>
        <p:spPr>
          <a:xfrm>
            <a:off x="4033838" y="4806047"/>
            <a:ext cx="811200" cy="4617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chemeClr val="dk1"/>
                </a:solidFill>
                <a:latin typeface="Helvetica Neue"/>
                <a:ea typeface="Helvetica Neue"/>
                <a:cs typeface="Helvetica Neue"/>
                <a:sym typeface="Helvetica Neue"/>
              </a:rPr>
              <a:t>1.</a:t>
            </a:r>
            <a:fld id="{00000000-1234-1234-1234-123412341234}" type="slidenum">
              <a:rPr lang="en-GB" sz="2400" b="0" i="0" u="none" strike="noStrike" cap="none">
                <a:solidFill>
                  <a:schemeClr val="dk1"/>
                </a:solidFill>
                <a:latin typeface="Helvetica Neue"/>
                <a:ea typeface="Helvetica Neue"/>
                <a:cs typeface="Helvetica Neue"/>
                <a:sym typeface="Helvetica Neue"/>
              </a:rPr>
              <a:t>‹#›</a:t>
            </a:fld>
            <a:endParaRPr sz="2400" b="0" i="0" u="none" strike="noStrike" cap="none">
              <a:solidFill>
                <a:schemeClr val="dk1"/>
              </a:solidFill>
              <a:latin typeface="Helvetica Neue"/>
              <a:ea typeface="Helvetica Neue"/>
              <a:cs typeface="Helvetica Neue"/>
              <a:sym typeface="Helvetica Neue"/>
            </a:endParaRPr>
          </a:p>
        </p:txBody>
      </p:sp>
      <p:sp>
        <p:nvSpPr>
          <p:cNvPr id="12" name="Google Shape;12;p39"/>
          <p:cNvSpPr txBox="1"/>
          <p:nvPr/>
        </p:nvSpPr>
        <p:spPr>
          <a:xfrm>
            <a:off x="0" y="4890356"/>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en-GB" sz="1000" b="0" i="0" u="none" strike="noStrike" cap="none">
                <a:solidFill>
                  <a:schemeClr val="dk1"/>
                </a:solidFill>
                <a:latin typeface="Helvetica Neue"/>
                <a:ea typeface="Helvetica Neue"/>
                <a:cs typeface="Helvetica Neue"/>
                <a:sym typeface="Helvetica Neue"/>
              </a:rPr>
              <a:t>SC2005 Operating Systems</a:t>
            </a:r>
            <a:endParaRPr sz="10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g2f467944736_1_0"/>
          <p:cNvSpPr/>
          <p:nvPr/>
        </p:nvSpPr>
        <p:spPr>
          <a:xfrm>
            <a:off x="684213" y="257175"/>
            <a:ext cx="7831137" cy="514350"/>
          </a:xfrm>
          <a:prstGeom prst="rect">
            <a:avLst/>
          </a:prstGeom>
          <a:solidFill>
            <a:schemeClr val="lt1"/>
          </a:solidFill>
          <a:ln w="9525" cap="flat" cmpd="sng">
            <a:solidFill>
              <a:schemeClr val="dk1"/>
            </a:solidFill>
            <a:prstDash val="solid"/>
            <a:miter lim="800000"/>
            <a:headEnd type="none" w="sm" len="sm"/>
            <a:tailEnd type="none" w="sm" len="sm"/>
          </a:ln>
          <a:effectLst>
            <a:outerShdw dist="107763" dir="2700000" algn="ctr" rotWithShape="0">
              <a:schemeClr val="dk1"/>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Helvetica Neue"/>
              <a:ea typeface="Helvetica Neue"/>
              <a:cs typeface="Helvetica Neue"/>
              <a:sym typeface="Helvetica Neue"/>
            </a:endParaRPr>
          </a:p>
        </p:txBody>
      </p:sp>
      <p:sp>
        <p:nvSpPr>
          <p:cNvPr id="61" name="Google Shape;61;g2f467944736_1_0"/>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1pPr>
            <a:lvl2pPr marR="0" lvl="1"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2pPr>
            <a:lvl3pPr marR="0" lvl="2"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3pPr>
            <a:lvl4pPr marR="0" lvl="3"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4pPr>
            <a:lvl5pPr marR="0" lvl="4"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5pPr>
            <a:lvl6pPr marR="0" lvl="5"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6pPr>
            <a:lvl7pPr marR="0" lvl="6"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7pPr>
            <a:lvl8pPr marR="0" lvl="7"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8pPr>
            <a:lvl9pPr marR="0" lvl="8" algn="ctr" rtl="0">
              <a:spcBef>
                <a:spcPts val="0"/>
              </a:spcBef>
              <a:spcAft>
                <a:spcPts val="0"/>
              </a:spcAft>
              <a:buSzPts val="1400"/>
              <a:buNone/>
              <a:defRPr sz="3000" b="1" i="0" u="none" strike="noStrike" cap="none">
                <a:solidFill>
                  <a:schemeClr val="dk2"/>
                </a:solidFill>
                <a:latin typeface="Helvetica Neue"/>
                <a:ea typeface="Helvetica Neue"/>
                <a:cs typeface="Helvetica Neue"/>
                <a:sym typeface="Helvetica Neue"/>
              </a:defRPr>
            </a:lvl9pPr>
          </a:lstStyle>
          <a:p>
            <a:endParaRPr/>
          </a:p>
        </p:txBody>
      </p:sp>
      <p:sp>
        <p:nvSpPr>
          <p:cNvPr id="62" name="Google Shape;62;g2f467944736_1_0"/>
          <p:cNvSpPr txBox="1">
            <a:spLocks noGrp="1"/>
          </p:cNvSpPr>
          <p:nvPr>
            <p:ph type="body" idx="1"/>
          </p:nvPr>
        </p:nvSpPr>
        <p:spPr>
          <a:xfrm>
            <a:off x="1047750" y="1293019"/>
            <a:ext cx="7029450" cy="3086100"/>
          </a:xfrm>
          <a:prstGeom prst="rect">
            <a:avLst/>
          </a:prstGeom>
          <a:noFill/>
          <a:ln>
            <a:noFill/>
          </a:ln>
        </p:spPr>
        <p:txBody>
          <a:bodyPr spcFirstLastPara="1" wrap="square" lIns="91425" tIns="45700" rIns="91425" bIns="45700" anchor="t" anchorCtr="0">
            <a:noAutofit/>
          </a:bodyPr>
          <a:lstStyle>
            <a:lvl1pPr marL="457200" marR="0" lvl="0" indent="-388620" algn="l" rtl="0">
              <a:spcBef>
                <a:spcPts val="900"/>
              </a:spcBef>
              <a:spcAft>
                <a:spcPts val="0"/>
              </a:spcAft>
              <a:buClr>
                <a:schemeClr val="dk1"/>
              </a:buClr>
              <a:buSzPts val="2520"/>
              <a:buFont typeface="Helvetica Neue"/>
              <a:buChar char="•"/>
              <a:defRPr sz="1800" b="0" i="0" u="none" strike="noStrike" cap="none">
                <a:solidFill>
                  <a:schemeClr val="dk1"/>
                </a:solidFill>
                <a:latin typeface="Helvetica Neue"/>
                <a:ea typeface="Helvetica Neue"/>
                <a:cs typeface="Helvetica Neue"/>
                <a:sym typeface="Helvetica Neue"/>
              </a:defRPr>
            </a:lvl1pPr>
            <a:lvl2pPr marL="914400" marR="0" lvl="1" indent="-342900" algn="l" rtl="0">
              <a:spcBef>
                <a:spcPts val="360"/>
              </a:spcBef>
              <a:spcAft>
                <a:spcPts val="0"/>
              </a:spcAft>
              <a:buClr>
                <a:schemeClr val="dk1"/>
              </a:buClr>
              <a:buSzPts val="1800"/>
              <a:buFont typeface="Helvetica Neue"/>
              <a:buChar char="–"/>
              <a:defRPr sz="1800" b="0" i="0" u="none" strike="noStrike" cap="none">
                <a:solidFill>
                  <a:schemeClr val="dk1"/>
                </a:solidFill>
                <a:latin typeface="Helvetica Neue"/>
                <a:ea typeface="Helvetica Neue"/>
                <a:cs typeface="Helvetica Neue"/>
                <a:sym typeface="Helvetica Neue"/>
              </a:defRPr>
            </a:lvl2pPr>
            <a:lvl3pPr marL="1371600" marR="0" lvl="2" indent="-325755" algn="l" rtl="0">
              <a:spcBef>
                <a:spcPts val="360"/>
              </a:spcBef>
              <a:spcAft>
                <a:spcPts val="0"/>
              </a:spcAft>
              <a:buClr>
                <a:schemeClr val="dk1"/>
              </a:buClr>
              <a:buSzPts val="1530"/>
              <a:buFont typeface="Arial"/>
              <a:buChar char="●"/>
              <a:defRPr sz="1800" b="0" i="0" u="none" strike="noStrike" cap="none">
                <a:solidFill>
                  <a:schemeClr val="dk1"/>
                </a:solidFill>
                <a:latin typeface="Helvetica Neue"/>
                <a:ea typeface="Helvetica Neue"/>
                <a:cs typeface="Helvetica Neue"/>
                <a:sym typeface="Helvetica Neue"/>
              </a:defRPr>
            </a:lvl3pPr>
            <a:lvl4pPr marL="1828800" marR="0" lvl="3" indent="-342900" algn="l" rtl="0">
              <a:spcBef>
                <a:spcPts val="360"/>
              </a:spcBef>
              <a:spcAft>
                <a:spcPts val="0"/>
              </a:spcAft>
              <a:buClr>
                <a:schemeClr val="dk1"/>
              </a:buClr>
              <a:buSzPts val="1800"/>
              <a:buFont typeface="Helvetica Neue"/>
              <a:buChar char="–"/>
              <a:defRPr sz="1800" b="0" i="0" u="none" strike="noStrike" cap="none">
                <a:solidFill>
                  <a:schemeClr val="dk1"/>
                </a:solidFill>
                <a:latin typeface="Helvetica Neue"/>
                <a:ea typeface="Helvetica Neue"/>
                <a:cs typeface="Helvetica Neue"/>
                <a:sym typeface="Helvetica Neue"/>
              </a:defRPr>
            </a:lvl4pPr>
            <a:lvl5pPr marL="2286000" marR="0" lvl="4" indent="-304800" algn="l" rtl="0">
              <a:spcBef>
                <a:spcPts val="240"/>
              </a:spcBef>
              <a:spcAft>
                <a:spcPts val="0"/>
              </a:spcAft>
              <a:buClr>
                <a:schemeClr val="dk1"/>
              </a:buClr>
              <a:buSzPts val="1200"/>
              <a:buFont typeface="Helvetica Neue"/>
              <a:buChar char="»"/>
              <a:defRPr sz="1200" b="0" i="0" u="none" strike="noStrike" cap="none">
                <a:solidFill>
                  <a:schemeClr val="dk1"/>
                </a:solidFill>
                <a:latin typeface="Helvetica Neue"/>
                <a:ea typeface="Helvetica Neue"/>
                <a:cs typeface="Helvetica Neue"/>
                <a:sym typeface="Helvetica Neue"/>
              </a:defRPr>
            </a:lvl5pPr>
            <a:lvl6pPr marL="2743200" marR="0" lvl="5" indent="-304800" algn="l" rtl="0">
              <a:spcBef>
                <a:spcPts val="240"/>
              </a:spcBef>
              <a:spcAft>
                <a:spcPts val="0"/>
              </a:spcAft>
              <a:buClr>
                <a:schemeClr val="dk1"/>
              </a:buClr>
              <a:buSzPts val="1200"/>
              <a:buFont typeface="Helvetica Neue"/>
              <a:buChar char="»"/>
              <a:defRPr sz="1200" b="0" i="0" u="none" strike="noStrike" cap="none">
                <a:solidFill>
                  <a:schemeClr val="dk1"/>
                </a:solidFill>
                <a:latin typeface="Helvetica Neue"/>
                <a:ea typeface="Helvetica Neue"/>
                <a:cs typeface="Helvetica Neue"/>
                <a:sym typeface="Helvetica Neue"/>
              </a:defRPr>
            </a:lvl6pPr>
            <a:lvl7pPr marL="3200400" marR="0" lvl="6" indent="-304800" algn="l" rtl="0">
              <a:spcBef>
                <a:spcPts val="240"/>
              </a:spcBef>
              <a:spcAft>
                <a:spcPts val="0"/>
              </a:spcAft>
              <a:buClr>
                <a:schemeClr val="dk1"/>
              </a:buClr>
              <a:buSzPts val="1200"/>
              <a:buFont typeface="Helvetica Neue"/>
              <a:buChar char="»"/>
              <a:defRPr sz="1200" b="0" i="0" u="none" strike="noStrike" cap="none">
                <a:solidFill>
                  <a:schemeClr val="dk1"/>
                </a:solidFill>
                <a:latin typeface="Helvetica Neue"/>
                <a:ea typeface="Helvetica Neue"/>
                <a:cs typeface="Helvetica Neue"/>
                <a:sym typeface="Helvetica Neue"/>
              </a:defRPr>
            </a:lvl7pPr>
            <a:lvl8pPr marL="3657600" marR="0" lvl="7" indent="-304800" algn="l" rtl="0">
              <a:spcBef>
                <a:spcPts val="240"/>
              </a:spcBef>
              <a:spcAft>
                <a:spcPts val="0"/>
              </a:spcAft>
              <a:buClr>
                <a:schemeClr val="dk1"/>
              </a:buClr>
              <a:buSzPts val="1200"/>
              <a:buFont typeface="Helvetica Neue"/>
              <a:buChar char="»"/>
              <a:defRPr sz="1200" b="0" i="0" u="none" strike="noStrike" cap="none">
                <a:solidFill>
                  <a:schemeClr val="dk1"/>
                </a:solidFill>
                <a:latin typeface="Helvetica Neue"/>
                <a:ea typeface="Helvetica Neue"/>
                <a:cs typeface="Helvetica Neue"/>
                <a:sym typeface="Helvetica Neue"/>
              </a:defRPr>
            </a:lvl8pPr>
            <a:lvl9pPr marL="4114800" marR="0" lvl="8" indent="-304800" algn="l" rtl="0">
              <a:spcBef>
                <a:spcPts val="240"/>
              </a:spcBef>
              <a:spcAft>
                <a:spcPts val="0"/>
              </a:spcAft>
              <a:buClr>
                <a:schemeClr val="dk1"/>
              </a:buClr>
              <a:buSzPts val="1200"/>
              <a:buFont typeface="Helvetica Neue"/>
              <a:buChar char="»"/>
              <a:defRPr sz="1200" b="0" i="0" u="none" strike="noStrike" cap="none">
                <a:solidFill>
                  <a:schemeClr val="dk1"/>
                </a:solidFill>
                <a:latin typeface="Helvetica Neue"/>
                <a:ea typeface="Helvetica Neue"/>
                <a:cs typeface="Helvetica Neue"/>
                <a:sym typeface="Helvetica Neue"/>
              </a:defRPr>
            </a:lvl9pPr>
          </a:lstStyle>
          <a:p>
            <a:endParaRPr/>
          </a:p>
        </p:txBody>
      </p:sp>
      <p:sp>
        <p:nvSpPr>
          <p:cNvPr id="63" name="Google Shape;63;g2f467944736_1_0"/>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64" name="Google Shape;64;g2f467944736_1_0"/>
          <p:cNvSpPr/>
          <p:nvPr/>
        </p:nvSpPr>
        <p:spPr>
          <a:xfrm>
            <a:off x="6248400" y="4920854"/>
            <a:ext cx="2895600" cy="222646"/>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GB" sz="1000" b="0" i="0" u="none" strike="noStrike" cap="none">
                <a:solidFill>
                  <a:schemeClr val="dk1"/>
                </a:solidFill>
                <a:latin typeface="Helvetica Neue"/>
                <a:ea typeface="Helvetica Neue"/>
                <a:cs typeface="Helvetica Neue"/>
                <a:sym typeface="Helvetica Neue"/>
              </a:rPr>
              <a:t>Part 6 RTOS and Virtualization</a:t>
            </a:r>
            <a:endParaRPr sz="1400" b="0" i="0" u="none" strike="noStrike" cap="none">
              <a:solidFill>
                <a:schemeClr val="dk1"/>
              </a:solidFill>
              <a:latin typeface="Times New Roman"/>
              <a:ea typeface="Times New Roman"/>
              <a:cs typeface="Times New Roman"/>
              <a:sym typeface="Times New Roman"/>
            </a:endParaRPr>
          </a:p>
        </p:txBody>
      </p:sp>
      <p:sp>
        <p:nvSpPr>
          <p:cNvPr id="65" name="Google Shape;65;g2f467944736_1_0"/>
          <p:cNvSpPr/>
          <p:nvPr/>
        </p:nvSpPr>
        <p:spPr>
          <a:xfrm>
            <a:off x="117475" y="84535"/>
            <a:ext cx="8909050" cy="4836319"/>
          </a:xfrm>
          <a:prstGeom prst="roundRect">
            <a:avLst>
              <a:gd name="adj" fmla="val 17278"/>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Helvetica Neue"/>
              <a:ea typeface="Helvetica Neue"/>
              <a:cs typeface="Helvetica Neue"/>
              <a:sym typeface="Helvetica Neue"/>
            </a:endParaRPr>
          </a:p>
        </p:txBody>
      </p:sp>
      <p:sp>
        <p:nvSpPr>
          <p:cNvPr id="66" name="Google Shape;66;g2f467944736_1_0"/>
          <p:cNvSpPr txBox="1"/>
          <p:nvPr/>
        </p:nvSpPr>
        <p:spPr>
          <a:xfrm>
            <a:off x="4033838" y="4830366"/>
            <a:ext cx="811212" cy="3429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GB" sz="2400" b="0" i="0" u="none" strike="noStrike" cap="none">
                <a:solidFill>
                  <a:schemeClr val="dk1"/>
                </a:solidFill>
                <a:latin typeface="Helvetica Neue"/>
                <a:ea typeface="Helvetica Neue"/>
                <a:cs typeface="Helvetica Neue"/>
                <a:sym typeface="Helvetica Neue"/>
              </a:rPr>
              <a:t>1.</a:t>
            </a:r>
            <a:fld id="{00000000-1234-1234-1234-123412341234}" type="slidenum">
              <a:rPr lang="en-GB" sz="2400" b="0" i="0" u="none" strike="noStrike" cap="none">
                <a:solidFill>
                  <a:schemeClr val="dk1"/>
                </a:solidFill>
                <a:latin typeface="Helvetica Neue"/>
                <a:ea typeface="Helvetica Neue"/>
                <a:cs typeface="Helvetica Neue"/>
                <a:sym typeface="Helvetica Neue"/>
              </a:rPr>
              <a:t>‹#›</a:t>
            </a:fld>
            <a:endParaRPr sz="2400" b="0" i="0" u="none" strike="noStrike" cap="none">
              <a:solidFill>
                <a:schemeClr val="dk1"/>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3200"/>
              <a:t>SC2005</a:t>
            </a:r>
            <a:br>
              <a:rPr lang="en-GB" sz="3200"/>
            </a:br>
            <a:r>
              <a:rPr lang="en-GB" sz="3200"/>
              <a:t>Operating Systems</a:t>
            </a:r>
            <a:endParaRPr/>
          </a:p>
        </p:txBody>
      </p:sp>
      <p:sp>
        <p:nvSpPr>
          <p:cNvPr id="120" name="Google Shape;120;p1"/>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920"/>
              <a:buFont typeface="Helvetica Neue"/>
              <a:buNone/>
            </a:pPr>
            <a:r>
              <a:rPr lang="en-US" sz="2800" dirty="0"/>
              <a:t>Arvind Easwaran</a:t>
            </a:r>
            <a:endParaRPr sz="2800" dirty="0"/>
          </a:p>
          <a:p>
            <a:pPr marL="0" lvl="0" indent="0" algn="ctr" rtl="0">
              <a:lnSpc>
                <a:spcPct val="100000"/>
              </a:lnSpc>
              <a:spcBef>
                <a:spcPts val="0"/>
              </a:spcBef>
              <a:spcAft>
                <a:spcPts val="0"/>
              </a:spcAft>
              <a:buClr>
                <a:schemeClr val="dk1"/>
              </a:buClr>
              <a:buSzPts val="3920"/>
              <a:buFont typeface="Helvetica Neue"/>
              <a:buNone/>
            </a:pPr>
            <a:r>
              <a:rPr lang="en-GB" sz="2800" dirty="0"/>
              <a:t>Cai </a:t>
            </a:r>
            <a:r>
              <a:rPr lang="en-GB" sz="2800" dirty="0" err="1"/>
              <a:t>Wentong</a:t>
            </a:r>
            <a:endParaRPr sz="2800" dirty="0"/>
          </a:p>
          <a:p>
            <a:pPr marL="0" lvl="0" indent="0" algn="ctr" rtl="0">
              <a:lnSpc>
                <a:spcPct val="100000"/>
              </a:lnSpc>
              <a:spcBef>
                <a:spcPts val="0"/>
              </a:spcBef>
              <a:spcAft>
                <a:spcPts val="0"/>
              </a:spcAft>
              <a:buClr>
                <a:schemeClr val="dk1"/>
              </a:buClr>
              <a:buSzPts val="3920"/>
              <a:buFont typeface="Helvetica Neue"/>
              <a:buNone/>
            </a:pPr>
            <a:r>
              <a:rPr lang="en-GB" sz="2800" dirty="0"/>
              <a:t>{</a:t>
            </a:r>
            <a:r>
              <a:rPr lang="en-GB" sz="2800" dirty="0" err="1"/>
              <a:t>arvinde</a:t>
            </a:r>
            <a:r>
              <a:rPr lang="en-GB" sz="2800" dirty="0"/>
              <a:t>, </a:t>
            </a:r>
            <a:r>
              <a:rPr lang="en-GB" sz="2800" dirty="0" err="1"/>
              <a:t>aswtcai</a:t>
            </a:r>
            <a:r>
              <a:rPr lang="en-GB" sz="2800" dirty="0"/>
              <a:t>}@</a:t>
            </a:r>
            <a:r>
              <a:rPr lang="en-GB" sz="2800" dirty="0" err="1"/>
              <a:t>ntu.edu.sg</a:t>
            </a:r>
            <a:endParaRPr sz="2800" dirty="0"/>
          </a:p>
        </p:txBody>
      </p:sp>
      <p:sp>
        <p:nvSpPr>
          <p:cNvPr id="121" name="Google Shape;121;p1"/>
          <p:cNvSpPr txBox="1"/>
          <p:nvPr/>
        </p:nvSpPr>
        <p:spPr>
          <a:xfrm>
            <a:off x="2302927" y="318279"/>
            <a:ext cx="4538145"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Helvetica Neue"/>
              <a:buNone/>
            </a:pPr>
            <a:r>
              <a:rPr lang="en-GB" sz="2400" b="0" i="0" u="none" strike="noStrike" cap="none" dirty="0">
                <a:solidFill>
                  <a:schemeClr val="dk1"/>
                </a:solidFill>
                <a:latin typeface="Helvetica Neue"/>
                <a:ea typeface="Helvetica Neue"/>
                <a:cs typeface="Helvetica Neue"/>
                <a:sym typeface="Helvetica Neue"/>
              </a:rPr>
              <a:t>2024/2025 Second Semester</a:t>
            </a:r>
            <a:endParaRPr sz="1400" b="0" i="0" u="none" strike="noStrike" cap="none" dirty="0">
              <a:solidFill>
                <a:srgbClr val="000000"/>
              </a:solidFill>
              <a:latin typeface="Arial"/>
              <a:ea typeface="Arial"/>
              <a:cs typeface="Arial"/>
              <a:sym typeface="Arial"/>
            </a:endParaRPr>
          </a:p>
        </p:txBody>
      </p:sp>
      <p:sp>
        <p:nvSpPr>
          <p:cNvPr id="122" name="Google Shape;122;p1"/>
          <p:cNvSpPr txBox="1"/>
          <p:nvPr/>
        </p:nvSpPr>
        <p:spPr>
          <a:xfrm>
            <a:off x="849925" y="4506075"/>
            <a:ext cx="7729800" cy="31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i="1">
                <a:solidFill>
                  <a:schemeClr val="dk1"/>
                </a:solidFill>
                <a:latin typeface="Helvetica Neue"/>
                <a:ea typeface="Helvetica Neue"/>
                <a:cs typeface="Helvetica Neue"/>
                <a:sym typeface="Helvetica Neue"/>
              </a:rPr>
              <a:t>This presentation adopts the slides by Prof. Edouard Bugnion (EPFL), the co-founder of VMware</a:t>
            </a:r>
            <a:endParaRPr sz="1100" i="1">
              <a:solidFill>
                <a:schemeClr val="dk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470175" y="371475"/>
            <a:ext cx="8236200" cy="3429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1E4E79"/>
              </a:buClr>
              <a:buSzPct val="100000"/>
              <a:buFont typeface="Book Antiqua"/>
              <a:buNone/>
            </a:pPr>
            <a:r>
              <a:rPr lang="en-GB" sz="2700">
                <a:solidFill>
                  <a:srgbClr val="333333"/>
                </a:solidFill>
                <a:latin typeface="Book Antiqua"/>
                <a:ea typeface="Book Antiqua"/>
                <a:cs typeface="Book Antiqua"/>
                <a:sym typeface="Book Antiqua"/>
              </a:rPr>
              <a:t>V</a:t>
            </a:r>
            <a:r>
              <a:rPr lang="en-GB" sz="2700" b="1">
                <a:solidFill>
                  <a:srgbClr val="333333"/>
                </a:solidFill>
                <a:latin typeface="Book Antiqua"/>
                <a:ea typeface="Book Antiqua"/>
                <a:cs typeface="Book Antiqua"/>
                <a:sym typeface="Book Antiqua"/>
              </a:rPr>
              <a:t>irtualization Landscape</a:t>
            </a:r>
            <a:endParaRPr>
              <a:solidFill>
                <a:srgbClr val="333333"/>
              </a:solidFill>
            </a:endParaRPr>
          </a:p>
        </p:txBody>
      </p:sp>
      <p:sp>
        <p:nvSpPr>
          <p:cNvPr id="129" name="Google Shape;129;p2"/>
          <p:cNvSpPr/>
          <p:nvPr/>
        </p:nvSpPr>
        <p:spPr>
          <a:xfrm>
            <a:off x="595997" y="1030725"/>
            <a:ext cx="3060000" cy="765600"/>
          </a:xfrm>
          <a:prstGeom prst="rect">
            <a:avLst/>
          </a:prstGeom>
          <a:solidFill>
            <a:srgbClr val="BCEBDE"/>
          </a:solidFill>
          <a:ln>
            <a:noFill/>
          </a:ln>
          <a:effectLst>
            <a:outerShdw blurRad="57150" dist="19050" dir="5400000" algn="ctr" rotWithShape="0">
              <a:srgbClr val="000000">
                <a:alpha val="60784"/>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2100" b="0" i="0" u="none" strike="noStrike" cap="none">
                <a:solidFill>
                  <a:srgbClr val="000000"/>
                </a:solidFill>
                <a:latin typeface="Calibri"/>
                <a:ea typeface="Calibri"/>
                <a:cs typeface="Calibri"/>
                <a:sym typeface="Calibri"/>
              </a:rPr>
              <a:t>CPU</a:t>
            </a:r>
            <a:endParaRPr sz="2100" b="1" i="0" u="none" strike="noStrike" cap="none">
              <a:solidFill>
                <a:schemeClr val="accent2"/>
              </a:solidFill>
              <a:latin typeface="Calibri"/>
              <a:ea typeface="Calibri"/>
              <a:cs typeface="Calibri"/>
              <a:sym typeface="Calibri"/>
            </a:endParaRPr>
          </a:p>
        </p:txBody>
      </p:sp>
      <p:grpSp>
        <p:nvGrpSpPr>
          <p:cNvPr id="130" name="Google Shape;130;p2"/>
          <p:cNvGrpSpPr/>
          <p:nvPr/>
        </p:nvGrpSpPr>
        <p:grpSpPr>
          <a:xfrm>
            <a:off x="5086552" y="969049"/>
            <a:ext cx="2547225" cy="889057"/>
            <a:chOff x="6782069" y="1338253"/>
            <a:chExt cx="3396300" cy="1185409"/>
          </a:xfrm>
        </p:grpSpPr>
        <p:sp>
          <p:nvSpPr>
            <p:cNvPr id="131" name="Google Shape;131;p2"/>
            <p:cNvSpPr/>
            <p:nvPr/>
          </p:nvSpPr>
          <p:spPr>
            <a:xfrm>
              <a:off x="6782069" y="1338253"/>
              <a:ext cx="3396300" cy="528000"/>
            </a:xfrm>
            <a:prstGeom prst="roundRect">
              <a:avLst>
                <a:gd name="adj" fmla="val 16667"/>
              </a:avLst>
            </a:prstGeom>
            <a:solidFill>
              <a:srgbClr val="EFEFEF"/>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Process abstraction and API</a:t>
              </a:r>
              <a:endParaRPr sz="1300" b="0" i="0" u="none" strike="noStrike" cap="none">
                <a:solidFill>
                  <a:srgbClr val="000000"/>
                </a:solidFill>
                <a:latin typeface="Calibri"/>
                <a:ea typeface="Calibri"/>
                <a:cs typeface="Calibri"/>
                <a:sym typeface="Calibri"/>
              </a:endParaRPr>
            </a:p>
          </p:txBody>
        </p:sp>
        <p:sp>
          <p:nvSpPr>
            <p:cNvPr id="132" name="Google Shape;132;p2"/>
            <p:cNvSpPr/>
            <p:nvPr/>
          </p:nvSpPr>
          <p:spPr>
            <a:xfrm>
              <a:off x="6782069" y="1995662"/>
              <a:ext cx="3396300" cy="528000"/>
            </a:xfrm>
            <a:prstGeom prst="roundRect">
              <a:avLst>
                <a:gd name="adj" fmla="val 16667"/>
              </a:avLst>
            </a:prstGeom>
            <a:solidFill>
              <a:srgbClr val="F3F3F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Scheduling</a:t>
              </a:r>
              <a:endParaRPr sz="1300" b="0" i="0" u="none" strike="noStrike" cap="none">
                <a:solidFill>
                  <a:srgbClr val="000000"/>
                </a:solidFill>
                <a:latin typeface="Calibri"/>
                <a:ea typeface="Calibri"/>
                <a:cs typeface="Calibri"/>
                <a:sym typeface="Calibri"/>
              </a:endParaRPr>
            </a:p>
          </p:txBody>
        </p:sp>
      </p:grpSp>
      <p:sp>
        <p:nvSpPr>
          <p:cNvPr id="133" name="Google Shape;133;p2"/>
          <p:cNvSpPr/>
          <p:nvPr/>
        </p:nvSpPr>
        <p:spPr>
          <a:xfrm>
            <a:off x="595997" y="3902625"/>
            <a:ext cx="3060000" cy="765600"/>
          </a:xfrm>
          <a:prstGeom prst="rect">
            <a:avLst/>
          </a:prstGeom>
          <a:solidFill>
            <a:srgbClr val="BCEBDE"/>
          </a:solidFill>
          <a:ln w="9525" cap="flat" cmpd="sng">
            <a:solidFill>
              <a:srgbClr val="000000"/>
            </a:solidFill>
            <a:prstDash val="dash"/>
            <a:round/>
            <a:headEnd type="none" w="sm" len="sm"/>
            <a:tailEnd type="none" w="sm" len="sm"/>
          </a:ln>
          <a:effectLst>
            <a:outerShdw blurRad="57150" dist="19050" dir="5400000" algn="ctr" rotWithShape="0">
              <a:srgbClr val="000000">
                <a:alpha val="60784"/>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2100" b="0" i="0" u="none" strike="noStrike" cap="none">
                <a:solidFill>
                  <a:srgbClr val="000000"/>
                </a:solidFill>
                <a:latin typeface="Calibri"/>
                <a:ea typeface="Calibri"/>
                <a:cs typeface="Calibri"/>
                <a:sym typeface="Calibri"/>
              </a:rPr>
              <a:t>Memory</a:t>
            </a:r>
            <a:endParaRPr sz="2100" b="1" i="0" u="none" strike="noStrike" cap="none">
              <a:solidFill>
                <a:schemeClr val="accent2"/>
              </a:solidFill>
              <a:latin typeface="Calibri"/>
              <a:ea typeface="Calibri"/>
              <a:cs typeface="Calibri"/>
              <a:sym typeface="Calibri"/>
            </a:endParaRPr>
          </a:p>
        </p:txBody>
      </p:sp>
      <p:grpSp>
        <p:nvGrpSpPr>
          <p:cNvPr id="134" name="Google Shape;134;p2"/>
          <p:cNvGrpSpPr/>
          <p:nvPr/>
        </p:nvGrpSpPr>
        <p:grpSpPr>
          <a:xfrm>
            <a:off x="5086552" y="3849046"/>
            <a:ext cx="2547225" cy="872831"/>
            <a:chOff x="6782069" y="3404828"/>
            <a:chExt cx="3396300" cy="1163775"/>
          </a:xfrm>
        </p:grpSpPr>
        <p:sp>
          <p:nvSpPr>
            <p:cNvPr id="135" name="Google Shape;135;p2"/>
            <p:cNvSpPr/>
            <p:nvPr/>
          </p:nvSpPr>
          <p:spPr>
            <a:xfrm>
              <a:off x="6782069" y="3404828"/>
              <a:ext cx="3396300" cy="528000"/>
            </a:xfrm>
            <a:prstGeom prst="roundRect">
              <a:avLst>
                <a:gd name="adj" fmla="val 16667"/>
              </a:avLst>
            </a:prstGeom>
            <a:solidFill>
              <a:srgbClr val="F3F3F3"/>
            </a:solidFill>
            <a:ln w="9525" cap="flat" cmpd="sng">
              <a:solidFill>
                <a:srgbClr val="434343"/>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i="0" u="none" strike="noStrike" cap="none">
                  <a:solidFill>
                    <a:schemeClr val="dk1"/>
                  </a:solidFill>
                  <a:latin typeface="Calibri"/>
                  <a:ea typeface="Calibri"/>
                  <a:cs typeface="Calibri"/>
                  <a:sym typeface="Calibri"/>
                </a:rPr>
                <a:t>Virtual</a:t>
              </a:r>
              <a:r>
                <a:rPr lang="en-GB" sz="1300" b="0" i="0" u="none" strike="noStrike" cap="none">
                  <a:solidFill>
                    <a:srgbClr val="333333"/>
                  </a:solidFill>
                  <a:latin typeface="Calibri"/>
                  <a:ea typeface="Calibri"/>
                  <a:cs typeface="Calibri"/>
                  <a:sym typeface="Calibri"/>
                </a:rPr>
                <a:t> memory </a:t>
              </a:r>
              <a:endParaRPr sz="1300" b="0" i="0" u="none" strike="noStrike" cap="none">
                <a:solidFill>
                  <a:srgbClr val="333333"/>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333333"/>
                  </a:solidFill>
                  <a:latin typeface="Calibri"/>
                  <a:ea typeface="Calibri"/>
                  <a:cs typeface="Calibri"/>
                  <a:sym typeface="Calibri"/>
                </a:rPr>
                <a:t>(</a:t>
              </a:r>
              <a:r>
                <a:rPr lang="en-GB" sz="1300">
                  <a:solidFill>
                    <a:srgbClr val="333333"/>
                  </a:solidFill>
                  <a:latin typeface="Calibri"/>
                  <a:ea typeface="Calibri"/>
                  <a:cs typeface="Calibri"/>
                  <a:sym typeface="Calibri"/>
                </a:rPr>
                <a:t>after recess week)</a:t>
              </a:r>
              <a:endParaRPr sz="1300" b="0" i="0" u="none" strike="noStrike" cap="none">
                <a:solidFill>
                  <a:srgbClr val="333333"/>
                </a:solidFill>
                <a:latin typeface="Calibri"/>
                <a:ea typeface="Calibri"/>
                <a:cs typeface="Calibri"/>
                <a:sym typeface="Calibri"/>
              </a:endParaRPr>
            </a:p>
          </p:txBody>
        </p:sp>
        <p:sp>
          <p:nvSpPr>
            <p:cNvPr id="136" name="Google Shape;136;p2"/>
            <p:cNvSpPr/>
            <p:nvPr/>
          </p:nvSpPr>
          <p:spPr>
            <a:xfrm>
              <a:off x="6782069" y="4040603"/>
              <a:ext cx="3396300" cy="528000"/>
            </a:xfrm>
            <a:prstGeom prst="roundRect">
              <a:avLst>
                <a:gd name="adj" fmla="val 16667"/>
              </a:avLst>
            </a:prstGeom>
            <a:solidFill>
              <a:srgbClr val="F3F3F3"/>
            </a:solidFill>
            <a:ln w="9525" cap="flat" cmpd="sng">
              <a:solidFill>
                <a:srgbClr val="434343"/>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Segmentation and paging</a:t>
              </a:r>
              <a:endParaRPr sz="1300" b="0" i="0" u="none" strike="noStrike" cap="none">
                <a:solidFill>
                  <a:srgbClr val="000000"/>
                </a:solidFill>
                <a:latin typeface="Calibri"/>
                <a:ea typeface="Calibri"/>
                <a:cs typeface="Calibri"/>
                <a:sym typeface="Calibri"/>
              </a:endParaRPr>
            </a:p>
            <a:p>
              <a:pPr marL="0" lvl="0" indent="0" algn="ctr" rtl="0">
                <a:spcBef>
                  <a:spcPts val="0"/>
                </a:spcBef>
                <a:spcAft>
                  <a:spcPts val="0"/>
                </a:spcAft>
                <a:buClr>
                  <a:schemeClr val="dk1"/>
                </a:buClr>
                <a:buSzPts val="1300"/>
                <a:buFont typeface="Arial"/>
                <a:buNone/>
              </a:pPr>
              <a:r>
                <a:rPr lang="en-GB" sz="1300">
                  <a:solidFill>
                    <a:srgbClr val="333333"/>
                  </a:solidFill>
                  <a:latin typeface="Calibri"/>
                  <a:ea typeface="Calibri"/>
                  <a:cs typeface="Calibri"/>
                  <a:sym typeface="Calibri"/>
                </a:rPr>
                <a:t>(after recess week)</a:t>
              </a:r>
              <a:endParaRPr sz="1300">
                <a:latin typeface="Calibri"/>
                <a:ea typeface="Calibri"/>
                <a:cs typeface="Calibri"/>
                <a:sym typeface="Calibri"/>
              </a:endParaRPr>
            </a:p>
          </p:txBody>
        </p:sp>
      </p:grpSp>
      <p:sp>
        <p:nvSpPr>
          <p:cNvPr id="137" name="Google Shape;137;p2"/>
          <p:cNvSpPr/>
          <p:nvPr/>
        </p:nvSpPr>
        <p:spPr>
          <a:xfrm>
            <a:off x="595997" y="2964748"/>
            <a:ext cx="3060000" cy="765600"/>
          </a:xfrm>
          <a:prstGeom prst="rect">
            <a:avLst/>
          </a:prstGeom>
          <a:solidFill>
            <a:srgbClr val="BCEBDE"/>
          </a:solidFill>
          <a:ln w="9525" cap="flat" cmpd="sng">
            <a:solidFill>
              <a:srgbClr val="000000"/>
            </a:solidFill>
            <a:prstDash val="dash"/>
            <a:round/>
            <a:headEnd type="none" w="sm" len="sm"/>
            <a:tailEnd type="none" w="sm" len="sm"/>
          </a:ln>
          <a:effectLst>
            <a:outerShdw blurRad="57150" dist="19050" dir="5400000" algn="ctr" rotWithShape="0">
              <a:srgbClr val="000000">
                <a:alpha val="60784"/>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2100" b="0" i="0" u="none" strike="noStrike" cap="none">
                <a:solidFill>
                  <a:srgbClr val="000000"/>
                </a:solidFill>
                <a:latin typeface="Calibri"/>
                <a:ea typeface="Calibri"/>
                <a:cs typeface="Calibri"/>
                <a:sym typeface="Calibri"/>
              </a:rPr>
              <a:t>Persistence</a:t>
            </a:r>
            <a:endParaRPr sz="2100" b="0" i="0" u="none" strike="noStrike" cap="none">
              <a:solidFill>
                <a:srgbClr val="000000"/>
              </a:solidFill>
              <a:latin typeface="Calibri"/>
              <a:ea typeface="Calibri"/>
              <a:cs typeface="Calibri"/>
              <a:sym typeface="Calibri"/>
            </a:endParaRPr>
          </a:p>
        </p:txBody>
      </p:sp>
      <p:grpSp>
        <p:nvGrpSpPr>
          <p:cNvPr id="138" name="Google Shape;138;p2"/>
          <p:cNvGrpSpPr/>
          <p:nvPr/>
        </p:nvGrpSpPr>
        <p:grpSpPr>
          <a:xfrm>
            <a:off x="5086552" y="2914107"/>
            <a:ext cx="2547225" cy="872831"/>
            <a:chOff x="6782069" y="4928828"/>
            <a:chExt cx="3396300" cy="1163775"/>
          </a:xfrm>
        </p:grpSpPr>
        <p:sp>
          <p:nvSpPr>
            <p:cNvPr id="139" name="Google Shape;139;p2"/>
            <p:cNvSpPr/>
            <p:nvPr/>
          </p:nvSpPr>
          <p:spPr>
            <a:xfrm>
              <a:off x="6782069" y="4928828"/>
              <a:ext cx="3396300" cy="528000"/>
            </a:xfrm>
            <a:prstGeom prst="roundRect">
              <a:avLst>
                <a:gd name="adj" fmla="val 16667"/>
              </a:avLst>
            </a:prstGeom>
            <a:solidFill>
              <a:srgbClr val="F3F3F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IO devices</a:t>
              </a:r>
              <a:endParaRPr sz="1300" b="0" i="0" u="none" strike="noStrike" cap="none">
                <a:solidFill>
                  <a:srgbClr val="000000"/>
                </a:solidFill>
                <a:latin typeface="Calibri"/>
                <a:ea typeface="Calibri"/>
                <a:cs typeface="Calibri"/>
                <a:sym typeface="Calibri"/>
              </a:endParaRPr>
            </a:p>
          </p:txBody>
        </p:sp>
        <p:sp>
          <p:nvSpPr>
            <p:cNvPr id="140" name="Google Shape;140;p2"/>
            <p:cNvSpPr/>
            <p:nvPr/>
          </p:nvSpPr>
          <p:spPr>
            <a:xfrm>
              <a:off x="6782069" y="5564603"/>
              <a:ext cx="3396300" cy="528000"/>
            </a:xfrm>
            <a:prstGeom prst="roundRect">
              <a:avLst>
                <a:gd name="adj" fmla="val 16667"/>
              </a:avLst>
            </a:prstGeom>
            <a:solidFill>
              <a:srgbClr val="F3F3F3"/>
            </a:solidFill>
            <a:ln w="9525" cap="flat" cmpd="sng">
              <a:solidFill>
                <a:srgbClr val="434343"/>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File systems </a:t>
              </a:r>
              <a:br>
                <a:rPr lang="en-GB" sz="1300" b="0" i="0" u="none" strike="noStrike" cap="none">
                  <a:solidFill>
                    <a:srgbClr val="000000"/>
                  </a:solidFill>
                  <a:latin typeface="Calibri"/>
                  <a:ea typeface="Calibri"/>
                  <a:cs typeface="Calibri"/>
                  <a:sym typeface="Calibri"/>
                </a:rPr>
              </a:br>
              <a:r>
                <a:rPr lang="en-GB" sz="1300">
                  <a:solidFill>
                    <a:srgbClr val="333333"/>
                  </a:solidFill>
                  <a:latin typeface="Calibri"/>
                  <a:ea typeface="Calibri"/>
                  <a:cs typeface="Calibri"/>
                  <a:sym typeface="Calibri"/>
                </a:rPr>
                <a:t>(after recess week)</a:t>
              </a:r>
              <a:endParaRPr sz="1300" b="0" i="0" u="none" strike="noStrike" cap="none">
                <a:solidFill>
                  <a:srgbClr val="000000"/>
                </a:solidFill>
                <a:latin typeface="Calibri"/>
                <a:ea typeface="Calibri"/>
                <a:cs typeface="Calibri"/>
                <a:sym typeface="Calibri"/>
              </a:endParaRPr>
            </a:p>
          </p:txBody>
        </p:sp>
      </p:grpSp>
      <p:sp>
        <p:nvSpPr>
          <p:cNvPr id="141" name="Google Shape;141;p2"/>
          <p:cNvSpPr/>
          <p:nvPr/>
        </p:nvSpPr>
        <p:spPr>
          <a:xfrm>
            <a:off x="3743224" y="1219850"/>
            <a:ext cx="1143600" cy="387300"/>
          </a:xfrm>
          <a:prstGeom prst="roundRect">
            <a:avLst>
              <a:gd name="adj" fmla="val 16667"/>
            </a:avLst>
          </a:prstGeom>
          <a:solidFill>
            <a:srgbClr val="9FC5E8"/>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chemeClr val="dk1"/>
                </a:solidFill>
                <a:latin typeface="Book Antiqua"/>
                <a:ea typeface="Book Antiqua"/>
                <a:cs typeface="Book Antiqua"/>
                <a:sym typeface="Book Antiqua"/>
              </a:rPr>
              <a:t>Infinite</a:t>
            </a:r>
            <a:endParaRPr sz="1100" b="1" i="0" u="none" strike="noStrike" cap="none">
              <a:solidFill>
                <a:schemeClr val="dk1"/>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chemeClr val="dk1"/>
                </a:solidFill>
                <a:latin typeface="Book Antiqua"/>
                <a:ea typeface="Book Antiqua"/>
                <a:cs typeface="Book Antiqua"/>
                <a:sym typeface="Book Antiqua"/>
              </a:rPr>
              <a:t>processor</a:t>
            </a:r>
            <a:endParaRPr sz="1100" b="1" i="0" u="none" strike="noStrike" cap="none">
              <a:solidFill>
                <a:schemeClr val="dk1"/>
              </a:solidFill>
              <a:latin typeface="Book Antiqua"/>
              <a:ea typeface="Book Antiqua"/>
              <a:cs typeface="Book Antiqua"/>
              <a:sym typeface="Book Antiqua"/>
            </a:endParaRPr>
          </a:p>
        </p:txBody>
      </p:sp>
      <p:sp>
        <p:nvSpPr>
          <p:cNvPr id="142" name="Google Shape;142;p2"/>
          <p:cNvSpPr/>
          <p:nvPr/>
        </p:nvSpPr>
        <p:spPr>
          <a:xfrm>
            <a:off x="3779315" y="4091748"/>
            <a:ext cx="1071600" cy="387300"/>
          </a:xfrm>
          <a:prstGeom prst="roundRect">
            <a:avLst>
              <a:gd name="adj" fmla="val 16667"/>
            </a:avLst>
          </a:prstGeom>
          <a:solidFill>
            <a:srgbClr val="CC4125"/>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chemeClr val="dk1"/>
                </a:solidFill>
                <a:latin typeface="Book Antiqua"/>
                <a:ea typeface="Book Antiqua"/>
                <a:cs typeface="Book Antiqua"/>
                <a:sym typeface="Book Antiqua"/>
              </a:rPr>
              <a:t>Infinite</a:t>
            </a:r>
            <a:endParaRPr sz="1200" b="1" i="0" u="none" strike="noStrike" cap="none">
              <a:solidFill>
                <a:schemeClr val="dk1"/>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chemeClr val="dk1"/>
                </a:solidFill>
                <a:latin typeface="Book Antiqua"/>
                <a:ea typeface="Book Antiqua"/>
                <a:cs typeface="Book Antiqua"/>
                <a:sym typeface="Book Antiqua"/>
              </a:rPr>
              <a:t>memory</a:t>
            </a:r>
            <a:endParaRPr sz="1200" b="1" i="0" u="none" strike="noStrike" cap="none">
              <a:solidFill>
                <a:schemeClr val="dk1"/>
              </a:solidFill>
              <a:latin typeface="Book Antiqua"/>
              <a:ea typeface="Book Antiqua"/>
              <a:cs typeface="Book Antiqua"/>
              <a:sym typeface="Book Antiqua"/>
            </a:endParaRPr>
          </a:p>
        </p:txBody>
      </p:sp>
      <p:sp>
        <p:nvSpPr>
          <p:cNvPr id="143" name="Google Shape;143;p2"/>
          <p:cNvSpPr/>
          <p:nvPr/>
        </p:nvSpPr>
        <p:spPr>
          <a:xfrm>
            <a:off x="3743224" y="3153850"/>
            <a:ext cx="1143600" cy="387300"/>
          </a:xfrm>
          <a:prstGeom prst="roundRect">
            <a:avLst>
              <a:gd name="adj" fmla="val 16667"/>
            </a:avLst>
          </a:prstGeom>
          <a:solidFill>
            <a:srgbClr val="93C47D"/>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100" b="1" i="0" u="none" strike="noStrike" cap="none">
                <a:solidFill>
                  <a:schemeClr val="dk1"/>
                </a:solidFill>
                <a:latin typeface="Book Antiqua"/>
                <a:ea typeface="Book Antiqua"/>
                <a:cs typeface="Book Antiqua"/>
                <a:sym typeface="Book Antiqua"/>
              </a:rPr>
              <a:t>Storage manager</a:t>
            </a:r>
            <a:endParaRPr sz="1100" b="1" i="0" u="none" strike="noStrike" cap="none">
              <a:solidFill>
                <a:schemeClr val="dk1"/>
              </a:solidFill>
              <a:latin typeface="Book Antiqua"/>
              <a:ea typeface="Book Antiqua"/>
              <a:cs typeface="Book Antiqua"/>
              <a:sym typeface="Book Antiqua"/>
            </a:endParaRPr>
          </a:p>
        </p:txBody>
      </p:sp>
      <p:sp>
        <p:nvSpPr>
          <p:cNvPr id="144" name="Google Shape;144;p2"/>
          <p:cNvSpPr/>
          <p:nvPr/>
        </p:nvSpPr>
        <p:spPr>
          <a:xfrm>
            <a:off x="595997" y="2013432"/>
            <a:ext cx="3060000" cy="765600"/>
          </a:xfrm>
          <a:prstGeom prst="rect">
            <a:avLst/>
          </a:prstGeom>
          <a:solidFill>
            <a:srgbClr val="BCEBDE"/>
          </a:solidFill>
          <a:ln>
            <a:noFill/>
          </a:ln>
          <a:effectLst>
            <a:outerShdw blurRad="57150" dist="19050" dir="5400000" algn="ctr" rotWithShape="0">
              <a:srgbClr val="000000">
                <a:alpha val="60784"/>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2100" b="0" i="0" u="none" strike="noStrike" cap="none">
                <a:solidFill>
                  <a:srgbClr val="000000"/>
                </a:solidFill>
                <a:latin typeface="Calibri"/>
                <a:ea typeface="Calibri"/>
                <a:cs typeface="Calibri"/>
                <a:sym typeface="Calibri"/>
              </a:rPr>
              <a:t>Concurrency</a:t>
            </a:r>
            <a:endParaRPr sz="2100" b="0" i="0" u="none" strike="noStrike" cap="none">
              <a:solidFill>
                <a:srgbClr val="000000"/>
              </a:solidFill>
              <a:latin typeface="Calibri"/>
              <a:ea typeface="Calibri"/>
              <a:cs typeface="Calibri"/>
              <a:sym typeface="Calibri"/>
            </a:endParaRPr>
          </a:p>
        </p:txBody>
      </p:sp>
      <p:grpSp>
        <p:nvGrpSpPr>
          <p:cNvPr id="145" name="Google Shape;145;p2"/>
          <p:cNvGrpSpPr/>
          <p:nvPr/>
        </p:nvGrpSpPr>
        <p:grpSpPr>
          <a:xfrm>
            <a:off x="5086552" y="1959850"/>
            <a:ext cx="2547225" cy="872831"/>
            <a:chOff x="6782069" y="3404828"/>
            <a:chExt cx="3396300" cy="1163775"/>
          </a:xfrm>
        </p:grpSpPr>
        <p:sp>
          <p:nvSpPr>
            <p:cNvPr id="146" name="Google Shape;146;p2"/>
            <p:cNvSpPr/>
            <p:nvPr/>
          </p:nvSpPr>
          <p:spPr>
            <a:xfrm>
              <a:off x="6782069" y="3404828"/>
              <a:ext cx="3396300" cy="528000"/>
            </a:xfrm>
            <a:prstGeom prst="roundRect">
              <a:avLst>
                <a:gd name="adj" fmla="val 16667"/>
              </a:avLst>
            </a:prstGeom>
            <a:solidFill>
              <a:srgbClr val="F3F3F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chemeClr val="dk1"/>
                  </a:solidFill>
                  <a:latin typeface="Calibri"/>
                  <a:ea typeface="Calibri"/>
                  <a:cs typeface="Calibri"/>
                  <a:sym typeface="Calibri"/>
                </a:rPr>
                <a:t>Basic concurrency primitives</a:t>
              </a:r>
              <a:endParaRPr sz="1300" b="0" i="0" u="none" strike="noStrike" cap="none">
                <a:solidFill>
                  <a:schemeClr val="dk1"/>
                </a:solidFill>
                <a:latin typeface="Calibri"/>
                <a:ea typeface="Calibri"/>
                <a:cs typeface="Calibri"/>
                <a:sym typeface="Calibri"/>
              </a:endParaRPr>
            </a:p>
          </p:txBody>
        </p:sp>
        <p:sp>
          <p:nvSpPr>
            <p:cNvPr id="147" name="Google Shape;147;p2"/>
            <p:cNvSpPr/>
            <p:nvPr/>
          </p:nvSpPr>
          <p:spPr>
            <a:xfrm>
              <a:off x="6782069" y="4040603"/>
              <a:ext cx="3396300" cy="528000"/>
            </a:xfrm>
            <a:prstGeom prst="roundRect">
              <a:avLst>
                <a:gd name="adj" fmla="val 16667"/>
              </a:avLst>
            </a:prstGeom>
            <a:solidFill>
              <a:srgbClr val="F3F3F3"/>
            </a:solidFill>
            <a:ln w="952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000000"/>
                  </a:solidFill>
                  <a:latin typeface="Calibri"/>
                  <a:ea typeface="Calibri"/>
                  <a:cs typeface="Calibri"/>
                  <a:sym typeface="Calibri"/>
                </a:rPr>
                <a:t>Correct concurrent programming</a:t>
              </a:r>
              <a:endParaRPr sz="1300" b="0" i="0" u="none" strike="noStrike" cap="none">
                <a:solidFill>
                  <a:srgbClr val="000000"/>
                </a:solidFill>
                <a:latin typeface="Calibri"/>
                <a:ea typeface="Calibri"/>
                <a:cs typeface="Calibri"/>
                <a:sym typeface="Calibri"/>
              </a:endParaRPr>
            </a:p>
          </p:txBody>
        </p:sp>
      </p:grpSp>
      <p:sp>
        <p:nvSpPr>
          <p:cNvPr id="148" name="Google Shape;148;p2"/>
          <p:cNvSpPr/>
          <p:nvPr/>
        </p:nvSpPr>
        <p:spPr>
          <a:xfrm>
            <a:off x="3779315" y="2202538"/>
            <a:ext cx="1071600" cy="387300"/>
          </a:xfrm>
          <a:prstGeom prst="roundRect">
            <a:avLst>
              <a:gd name="adj" fmla="val 16667"/>
            </a:avLst>
          </a:prstGeom>
          <a:solidFill>
            <a:srgbClr val="F6B26B"/>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chemeClr val="dk1"/>
                </a:solidFill>
                <a:latin typeface="Book Antiqua"/>
                <a:ea typeface="Book Antiqua"/>
                <a:cs typeface="Book Antiqua"/>
                <a:sym typeface="Book Antiqua"/>
              </a:rPr>
              <a:t>Multi-core</a:t>
            </a:r>
            <a:endParaRPr sz="1200" b="1" i="0" u="none" strike="noStrike" cap="none">
              <a:solidFill>
                <a:schemeClr val="dk1"/>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200"/>
              <a:buFont typeface="Arial"/>
              <a:buNone/>
            </a:pPr>
            <a:r>
              <a:rPr lang="en-GB" sz="1200" b="1" i="0" u="none" strike="noStrike" cap="none">
                <a:solidFill>
                  <a:schemeClr val="dk1"/>
                </a:solidFill>
                <a:latin typeface="Book Antiqua"/>
                <a:ea typeface="Book Antiqua"/>
                <a:cs typeface="Book Antiqua"/>
                <a:sym typeface="Book Antiqua"/>
              </a:rPr>
              <a:t>processor</a:t>
            </a:r>
            <a:endParaRPr sz="1200" b="1" i="0" u="none" strike="noStrike" cap="none">
              <a:solidFill>
                <a:schemeClr val="dk1"/>
              </a:solidFill>
              <a:latin typeface="Book Antiqua"/>
              <a:ea typeface="Book Antiqua"/>
              <a:cs typeface="Book Antiqua"/>
              <a:sym typeface="Book Antiqu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
          <p:cNvSpPr txBox="1">
            <a:spLocks noGrp="1"/>
          </p:cNvSpPr>
          <p:nvPr>
            <p:ph type="title"/>
          </p:nvPr>
        </p:nvSpPr>
        <p:spPr>
          <a:xfrm>
            <a:off x="470175" y="371475"/>
            <a:ext cx="8236200" cy="3429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1E4E79"/>
              </a:buClr>
              <a:buSzPct val="100000"/>
              <a:buFont typeface="Book Antiqua"/>
              <a:buNone/>
            </a:pPr>
            <a:r>
              <a:rPr lang="en-GB" sz="2700" b="1">
                <a:solidFill>
                  <a:srgbClr val="1E4E79"/>
                </a:solidFill>
                <a:latin typeface="Book Antiqua"/>
                <a:ea typeface="Book Antiqua"/>
                <a:cs typeface="Book Antiqua"/>
                <a:sym typeface="Book Antiqua"/>
              </a:rPr>
              <a:t>Outline</a:t>
            </a:r>
            <a:endParaRPr/>
          </a:p>
        </p:txBody>
      </p:sp>
      <p:sp>
        <p:nvSpPr>
          <p:cNvPr id="155" name="Google Shape;155;p3"/>
          <p:cNvSpPr txBox="1">
            <a:spLocks noGrp="1"/>
          </p:cNvSpPr>
          <p:nvPr>
            <p:ph type="body" idx="1"/>
          </p:nvPr>
        </p:nvSpPr>
        <p:spPr>
          <a:xfrm>
            <a:off x="429650" y="980875"/>
            <a:ext cx="7647600" cy="3825300"/>
          </a:xfrm>
          <a:prstGeom prst="rect">
            <a:avLst/>
          </a:prstGeom>
          <a:noFill/>
          <a:ln>
            <a:noFill/>
          </a:ln>
        </p:spPr>
        <p:txBody>
          <a:bodyPr spcFirstLastPara="1" wrap="square" lIns="68575" tIns="34275" rIns="68575" bIns="34275" anchor="t" anchorCtr="0">
            <a:normAutofit fontScale="85000" lnSpcReduction="20000"/>
          </a:bodyPr>
          <a:lstStyle/>
          <a:p>
            <a:pPr marL="0" lvl="0" indent="0" algn="l" rtl="0">
              <a:lnSpc>
                <a:spcPct val="150000"/>
              </a:lnSpc>
              <a:spcBef>
                <a:spcPts val="0"/>
              </a:spcBef>
              <a:spcAft>
                <a:spcPts val="0"/>
              </a:spcAft>
              <a:buSzPct val="141374"/>
              <a:buNone/>
            </a:pPr>
            <a:r>
              <a:rPr lang="en-GB" b="1"/>
              <a:t>Virtualization fundamentals</a:t>
            </a:r>
            <a:endParaRPr b="1"/>
          </a:p>
          <a:p>
            <a:pPr marL="342900" lvl="0" indent="-301151" algn="l" rtl="0">
              <a:lnSpc>
                <a:spcPct val="150000"/>
              </a:lnSpc>
              <a:spcBef>
                <a:spcPts val="0"/>
              </a:spcBef>
              <a:spcAft>
                <a:spcPts val="0"/>
              </a:spcAft>
              <a:buSzPct val="109564"/>
              <a:buChar char="●"/>
            </a:pPr>
            <a:r>
              <a:rPr lang="en-GB"/>
              <a:t>Definition</a:t>
            </a:r>
            <a:endParaRPr/>
          </a:p>
          <a:p>
            <a:pPr marL="342900" lvl="0" indent="-301151" algn="l" rtl="0">
              <a:lnSpc>
                <a:spcPct val="150000"/>
              </a:lnSpc>
              <a:spcBef>
                <a:spcPts val="0"/>
              </a:spcBef>
              <a:spcAft>
                <a:spcPts val="0"/>
              </a:spcAft>
              <a:buSzPct val="109564"/>
              <a:buChar char="●"/>
            </a:pPr>
            <a:r>
              <a:rPr lang="en-GB"/>
              <a:t>Multiplexing</a:t>
            </a:r>
            <a:endParaRPr/>
          </a:p>
          <a:p>
            <a:pPr marL="342900" lvl="0" indent="-301151" algn="l" rtl="0">
              <a:lnSpc>
                <a:spcPct val="150000"/>
              </a:lnSpc>
              <a:spcBef>
                <a:spcPts val="0"/>
              </a:spcBef>
              <a:spcAft>
                <a:spcPts val="0"/>
              </a:spcAft>
              <a:buSzPct val="109564"/>
              <a:buChar char="●"/>
            </a:pPr>
            <a:r>
              <a:rPr lang="en-GB"/>
              <a:t>Aggregation</a:t>
            </a:r>
            <a:endParaRPr/>
          </a:p>
          <a:p>
            <a:pPr marL="342900" lvl="0" indent="-301151" algn="l" rtl="0">
              <a:lnSpc>
                <a:spcPct val="150000"/>
              </a:lnSpc>
              <a:spcBef>
                <a:spcPts val="0"/>
              </a:spcBef>
              <a:spcAft>
                <a:spcPts val="0"/>
              </a:spcAft>
              <a:buSzPct val="109564"/>
              <a:buChar char="●"/>
            </a:pPr>
            <a:r>
              <a:rPr lang="en-GB"/>
              <a:t>Emulation</a:t>
            </a:r>
            <a:endParaRPr/>
          </a:p>
          <a:p>
            <a:pPr marL="0" lvl="0" indent="0" algn="l" rtl="0">
              <a:lnSpc>
                <a:spcPct val="150000"/>
              </a:lnSpc>
              <a:spcBef>
                <a:spcPts val="0"/>
              </a:spcBef>
              <a:spcAft>
                <a:spcPts val="0"/>
              </a:spcAft>
              <a:buSzPct val="141374"/>
              <a:buNone/>
            </a:pPr>
            <a:r>
              <a:rPr lang="en-GB" b="1"/>
              <a:t>Virtual machines (VMs)</a:t>
            </a:r>
            <a:endParaRPr b="1"/>
          </a:p>
          <a:p>
            <a:pPr marL="342900" lvl="0" indent="-301151" algn="l" rtl="0">
              <a:lnSpc>
                <a:spcPct val="150000"/>
              </a:lnSpc>
              <a:spcBef>
                <a:spcPts val="0"/>
              </a:spcBef>
              <a:spcAft>
                <a:spcPts val="0"/>
              </a:spcAft>
              <a:buSzPct val="109564"/>
              <a:buChar char="●"/>
            </a:pPr>
            <a:r>
              <a:rPr lang="en-GB"/>
              <a:t>Definition &amp; history (Popek &amp; Goldberg)</a:t>
            </a:r>
            <a:endParaRPr/>
          </a:p>
          <a:p>
            <a:pPr marL="342900" lvl="0" indent="-301151" algn="l" rtl="0">
              <a:lnSpc>
                <a:spcPct val="150000"/>
              </a:lnSpc>
              <a:spcBef>
                <a:spcPts val="0"/>
              </a:spcBef>
              <a:spcAft>
                <a:spcPts val="0"/>
              </a:spcAft>
              <a:buSzPct val="109564"/>
              <a:buChar char="●"/>
            </a:pPr>
            <a:r>
              <a:rPr lang="en-GB"/>
              <a:t>VMM Construction</a:t>
            </a:r>
            <a:endParaRPr/>
          </a:p>
          <a:p>
            <a:pPr marL="685800" lvl="1" indent="-262279" algn="l" rtl="0">
              <a:lnSpc>
                <a:spcPct val="150000"/>
              </a:lnSpc>
              <a:spcBef>
                <a:spcPts val="0"/>
              </a:spcBef>
              <a:spcAft>
                <a:spcPts val="0"/>
              </a:spcAft>
              <a:buSzPct val="99998"/>
              <a:buChar char="○"/>
            </a:pPr>
            <a:r>
              <a:rPr lang="en-GB"/>
              <a:t>Virtual CPU</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4"/>
          <p:cNvSpPr txBox="1">
            <a:spLocks noGrp="1"/>
          </p:cNvSpPr>
          <p:nvPr>
            <p:ph type="ctrTitle"/>
          </p:nvPr>
        </p:nvSpPr>
        <p:spPr>
          <a:xfrm>
            <a:off x="1473588" y="1967213"/>
            <a:ext cx="6196800" cy="1375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1E4E79"/>
              </a:buClr>
              <a:buSzPts val="3800"/>
              <a:buFont typeface="Book Antiqua"/>
              <a:buNone/>
            </a:pPr>
            <a:r>
              <a:rPr lang="en-GB" sz="4100" b="1">
                <a:solidFill>
                  <a:srgbClr val="1E4E79"/>
                </a:solidFill>
                <a:latin typeface="Book Antiqua"/>
                <a:ea typeface="Book Antiqua"/>
                <a:cs typeface="Book Antiqua"/>
                <a:sym typeface="Book Antiqua"/>
              </a:rPr>
              <a:t>Virtualization</a:t>
            </a:r>
            <a:br>
              <a:rPr lang="en-GB" sz="4100" b="1">
                <a:solidFill>
                  <a:srgbClr val="1E4E79"/>
                </a:solidFill>
                <a:latin typeface="Book Antiqua"/>
                <a:ea typeface="Book Antiqua"/>
                <a:cs typeface="Book Antiqua"/>
                <a:sym typeface="Book Antiqua"/>
              </a:rPr>
            </a:br>
            <a:r>
              <a:rPr lang="en-GB" sz="4100" b="1">
                <a:solidFill>
                  <a:srgbClr val="1E4E79"/>
                </a:solidFill>
                <a:latin typeface="Book Antiqua"/>
                <a:ea typeface="Book Antiqua"/>
                <a:cs typeface="Book Antiqua"/>
                <a:sym typeface="Book Antiqua"/>
              </a:rPr>
              <a:t>Fundamentals</a:t>
            </a:r>
            <a:endParaRPr sz="4100" b="1">
              <a:solidFill>
                <a:srgbClr val="1E4E79"/>
              </a:solidFill>
              <a:latin typeface="Book Antiqua"/>
              <a:ea typeface="Book Antiqua"/>
              <a:cs typeface="Book Antiqua"/>
              <a:sym typeface="Book Antiqu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body" idx="1"/>
          </p:nvPr>
        </p:nvSpPr>
        <p:spPr>
          <a:xfrm>
            <a:off x="429650" y="3421675"/>
            <a:ext cx="7647600" cy="1384500"/>
          </a:xfrm>
          <a:prstGeom prst="rect">
            <a:avLst/>
          </a:prstGeom>
          <a:noFill/>
          <a:ln>
            <a:noFill/>
          </a:ln>
        </p:spPr>
        <p:txBody>
          <a:bodyPr spcFirstLastPara="1" wrap="square" lIns="68575" tIns="34275" rIns="68575" bIns="34275" anchor="t" anchorCtr="0">
            <a:normAutofit/>
          </a:bodyPr>
          <a:lstStyle/>
          <a:p>
            <a:pPr marL="0" lvl="0" indent="0" algn="ctr" rtl="0">
              <a:lnSpc>
                <a:spcPct val="150000"/>
              </a:lnSpc>
              <a:spcBef>
                <a:spcPts val="0"/>
              </a:spcBef>
              <a:spcAft>
                <a:spcPts val="0"/>
              </a:spcAft>
              <a:buSzPts val="2520"/>
              <a:buNone/>
            </a:pPr>
            <a:r>
              <a:rPr lang="en-GB" sz="2100" dirty="0"/>
              <a:t>Virtualization applies indirection through </a:t>
            </a:r>
            <a:r>
              <a:rPr lang="en-GB" sz="2100" b="1" dirty="0">
                <a:solidFill>
                  <a:schemeClr val="accent2"/>
                </a:solidFill>
              </a:rPr>
              <a:t>layering</a:t>
            </a:r>
            <a:r>
              <a:rPr lang="en-GB" sz="2100" dirty="0"/>
              <a:t> when the layered abstraction is </a:t>
            </a:r>
            <a:r>
              <a:rPr lang="en-GB" sz="2100" b="1" dirty="0">
                <a:solidFill>
                  <a:schemeClr val="accent2"/>
                </a:solidFill>
              </a:rPr>
              <a:t>compatible</a:t>
            </a:r>
            <a:r>
              <a:rPr lang="en-GB" sz="2100" dirty="0"/>
              <a:t> with the layer it relies upon</a:t>
            </a:r>
            <a:endParaRPr sz="2100" dirty="0"/>
          </a:p>
        </p:txBody>
      </p:sp>
      <p:sp>
        <p:nvSpPr>
          <p:cNvPr id="168" name="Google Shape;168;p5"/>
          <p:cNvSpPr txBox="1">
            <a:spLocks noGrp="1"/>
          </p:cNvSpPr>
          <p:nvPr>
            <p:ph type="ftr" idx="11"/>
          </p:nvPr>
        </p:nvSpPr>
        <p:spPr>
          <a:xfrm>
            <a:off x="0" y="4896534"/>
            <a:ext cx="3654300" cy="22140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
        <p:nvSpPr>
          <p:cNvPr id="169" name="Google Shape;169;p5"/>
          <p:cNvSpPr txBox="1">
            <a:spLocks noGrp="1"/>
          </p:cNvSpPr>
          <p:nvPr>
            <p:ph type="title"/>
          </p:nvPr>
        </p:nvSpPr>
        <p:spPr>
          <a:xfrm>
            <a:off x="470175" y="371475"/>
            <a:ext cx="8236200" cy="3429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rgbClr val="1E4E79"/>
              </a:buClr>
              <a:buSzPct val="100000"/>
              <a:buFont typeface="Book Antiqua"/>
              <a:buNone/>
            </a:pPr>
            <a:r>
              <a:rPr lang="en-GB" sz="2700" b="1">
                <a:solidFill>
                  <a:srgbClr val="1E4E79"/>
                </a:solidFill>
                <a:latin typeface="Book Antiqua"/>
                <a:ea typeface="Book Antiqua"/>
                <a:cs typeface="Book Antiqua"/>
                <a:sym typeface="Book Antiqua"/>
              </a:rPr>
              <a:t>Principle of indirection</a:t>
            </a:r>
            <a:endParaRPr/>
          </a:p>
        </p:txBody>
      </p:sp>
      <p:pic>
        <p:nvPicPr>
          <p:cNvPr id="170" name="Google Shape;170;p5"/>
          <p:cNvPicPr preferRelativeResize="0"/>
          <p:nvPr/>
        </p:nvPicPr>
        <p:blipFill rotWithShape="1">
          <a:blip r:embed="rId3">
            <a:alphaModFix/>
          </a:blip>
          <a:srcRect/>
          <a:stretch/>
        </p:blipFill>
        <p:spPr>
          <a:xfrm>
            <a:off x="1596546" y="1155419"/>
            <a:ext cx="5892774" cy="1495525"/>
          </a:xfrm>
          <a:prstGeom prst="rect">
            <a:avLst/>
          </a:prstGeom>
          <a:noFill/>
          <a:ln>
            <a:noFill/>
          </a:ln>
        </p:spPr>
      </p:pic>
      <p:sp>
        <p:nvSpPr>
          <p:cNvPr id="171" name="Google Shape;171;p5"/>
          <p:cNvSpPr txBox="1"/>
          <p:nvPr/>
        </p:nvSpPr>
        <p:spPr>
          <a:xfrm>
            <a:off x="1833313" y="1271125"/>
            <a:ext cx="5269500" cy="17547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0" i="1" u="none" strike="noStrike" cap="none">
                <a:solidFill>
                  <a:schemeClr val="dk1"/>
                </a:solidFill>
                <a:latin typeface="Calibri"/>
                <a:ea typeface="Calibri"/>
                <a:cs typeface="Calibri"/>
                <a:sym typeface="Calibri"/>
              </a:rPr>
              <a:t>Any problem in computer science can be solved by adding a level of indirection.  But this usually creates another problem. </a:t>
            </a:r>
            <a:endParaRPr sz="2100" b="0" i="1" u="none" strike="noStrike" cap="none">
              <a:solidFill>
                <a:schemeClr val="dk1"/>
              </a:solidFill>
              <a:latin typeface="Calibri"/>
              <a:ea typeface="Calibri"/>
              <a:cs typeface="Calibri"/>
              <a:sym typeface="Calibri"/>
            </a:endParaRPr>
          </a:p>
          <a:p>
            <a:pPr marL="0" marR="0" lvl="0" indent="0" algn="r" rtl="0">
              <a:lnSpc>
                <a:spcPct val="100000"/>
              </a:lnSpc>
              <a:spcBef>
                <a:spcPts val="0"/>
              </a:spcBef>
              <a:spcAft>
                <a:spcPts val="0"/>
              </a:spcAft>
              <a:buClr>
                <a:srgbClr val="000000"/>
              </a:buClr>
              <a:buSzPts val="2100"/>
              <a:buFont typeface="Arial"/>
              <a:buNone/>
            </a:pPr>
            <a:br>
              <a:rPr lang="en-GB" sz="2100" b="0" i="1" u="none" strike="noStrike" cap="none">
                <a:solidFill>
                  <a:schemeClr val="dk1"/>
                </a:solidFill>
                <a:latin typeface="Calibri"/>
                <a:ea typeface="Calibri"/>
                <a:cs typeface="Calibri"/>
                <a:sym typeface="Calibri"/>
              </a:rPr>
            </a:br>
            <a:r>
              <a:rPr lang="en-GB" sz="2100" b="0" i="1" u="none" strike="noStrike" cap="none">
                <a:solidFill>
                  <a:schemeClr val="dk1"/>
                </a:solidFill>
                <a:latin typeface="Calibri"/>
                <a:ea typeface="Calibri"/>
                <a:cs typeface="Calibri"/>
                <a:sym typeface="Calibri"/>
              </a:rPr>
              <a:t>David Wheeler</a:t>
            </a:r>
            <a:endParaRPr sz="2100" b="0" i="1"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2f45cb77b8d_0_1"/>
          <p:cNvSpPr txBox="1">
            <a:spLocks noGrp="1"/>
          </p:cNvSpPr>
          <p:nvPr>
            <p:ph type="title"/>
          </p:nvPr>
        </p:nvSpPr>
        <p:spPr>
          <a:xfrm>
            <a:off x="470175" y="371475"/>
            <a:ext cx="8236200" cy="342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GB"/>
              <a:t>Why CPU virtualization?</a:t>
            </a:r>
            <a:endParaRPr/>
          </a:p>
        </p:txBody>
      </p:sp>
      <p:sp>
        <p:nvSpPr>
          <p:cNvPr id="194" name="Google Shape;194;g2f45cb77b8d_0_1"/>
          <p:cNvSpPr txBox="1">
            <a:spLocks noGrp="1"/>
          </p:cNvSpPr>
          <p:nvPr>
            <p:ph type="body" idx="1"/>
          </p:nvPr>
        </p:nvSpPr>
        <p:spPr>
          <a:xfrm>
            <a:off x="429650" y="980875"/>
            <a:ext cx="8538600" cy="3825300"/>
          </a:xfrm>
          <a:prstGeom prst="rect">
            <a:avLst/>
          </a:prstGeom>
        </p:spPr>
        <p:txBody>
          <a:bodyPr spcFirstLastPara="1" wrap="square" lIns="91425" tIns="45700" rIns="91425" bIns="45700" anchor="t" anchorCtr="0">
            <a:noAutofit/>
          </a:bodyPr>
          <a:lstStyle/>
          <a:p>
            <a:pPr marL="0" lvl="0" indent="0" algn="l" rtl="0">
              <a:spcBef>
                <a:spcPts val="900"/>
              </a:spcBef>
              <a:spcAft>
                <a:spcPts val="0"/>
              </a:spcAft>
              <a:buNone/>
            </a:pPr>
            <a:r>
              <a:rPr lang="en-GB" sz="2100"/>
              <a:t>Recall: OS processes share CPU cores</a:t>
            </a:r>
            <a:endParaRPr sz="2100"/>
          </a:p>
          <a:p>
            <a:pPr marL="457200" lvl="0" indent="-375920" algn="l" rtl="0">
              <a:spcBef>
                <a:spcPts val="900"/>
              </a:spcBef>
              <a:spcAft>
                <a:spcPts val="0"/>
              </a:spcAft>
              <a:buSzPts val="2320"/>
              <a:buChar char="•"/>
            </a:pPr>
            <a:r>
              <a:rPr lang="en-GB" sz="2100"/>
              <a:t>CPU core can be allocated to a process for a time slot</a:t>
            </a:r>
            <a:endParaRPr sz="2100"/>
          </a:p>
          <a:p>
            <a:pPr marL="0" lvl="0" indent="0" algn="l" rtl="0">
              <a:spcBef>
                <a:spcPts val="900"/>
              </a:spcBef>
              <a:spcAft>
                <a:spcPts val="0"/>
              </a:spcAft>
              <a:buNone/>
            </a:pPr>
            <a:endParaRPr sz="2100"/>
          </a:p>
          <a:p>
            <a:pPr marL="0" lvl="0" indent="0" algn="l" rtl="0">
              <a:spcBef>
                <a:spcPts val="900"/>
              </a:spcBef>
              <a:spcAft>
                <a:spcPts val="0"/>
              </a:spcAft>
              <a:buNone/>
            </a:pPr>
            <a:r>
              <a:rPr lang="en-GB" sz="2100"/>
              <a:t>Reasons for CPU cores virtualization</a:t>
            </a:r>
            <a:endParaRPr sz="2100"/>
          </a:p>
          <a:p>
            <a:pPr marL="457200" lvl="0" indent="-361950" algn="l" rtl="0">
              <a:spcBef>
                <a:spcPts val="900"/>
              </a:spcBef>
              <a:spcAft>
                <a:spcPts val="0"/>
              </a:spcAft>
              <a:buSzPts val="2100"/>
              <a:buChar char="•"/>
            </a:pPr>
            <a:r>
              <a:rPr lang="en-GB" sz="2100"/>
              <a:t>To share physical CPU resources among multiple VMs</a:t>
            </a:r>
            <a:endParaRPr sz="2100"/>
          </a:p>
          <a:p>
            <a:pPr marL="914400" lvl="1" indent="-361950" algn="l" rtl="0">
              <a:spcBef>
                <a:spcPts val="0"/>
              </a:spcBef>
              <a:spcAft>
                <a:spcPts val="0"/>
              </a:spcAft>
              <a:buSzPts val="2100"/>
              <a:buChar char="–"/>
            </a:pPr>
            <a:r>
              <a:rPr lang="en-GB" sz="2100"/>
              <a:t>Recall: Multiprogramming improves resource efficiency</a:t>
            </a:r>
            <a:endParaRPr sz="2100"/>
          </a:p>
          <a:p>
            <a:pPr marL="457200" lvl="0" indent="-361950" algn="l" rtl="0">
              <a:spcBef>
                <a:spcPts val="0"/>
              </a:spcBef>
              <a:spcAft>
                <a:spcPts val="0"/>
              </a:spcAft>
              <a:buSzPts val="2100"/>
              <a:buChar char="•"/>
            </a:pPr>
            <a:r>
              <a:rPr lang="en-GB" sz="2100"/>
              <a:t>Isolation of workloads for security and performance</a:t>
            </a:r>
            <a:endParaRPr sz="2100"/>
          </a:p>
          <a:p>
            <a:pPr marL="914400" lvl="1" indent="-361950" algn="l" rtl="0">
              <a:spcBef>
                <a:spcPts val="0"/>
              </a:spcBef>
              <a:spcAft>
                <a:spcPts val="0"/>
              </a:spcAft>
              <a:buSzPts val="2100"/>
              <a:buChar char="–"/>
            </a:pPr>
            <a:r>
              <a:rPr lang="en-GB" sz="2100"/>
              <a:t>Example: Cloud servers can run 10s-1000s customers’ jobs </a:t>
            </a:r>
            <a:endParaRPr sz="2100"/>
          </a:p>
          <a:p>
            <a:pPr marL="457200" lvl="0" indent="-361950" algn="l" rtl="0">
              <a:spcBef>
                <a:spcPts val="0"/>
              </a:spcBef>
              <a:spcAft>
                <a:spcPts val="0"/>
              </a:spcAft>
              <a:buSzPts val="2100"/>
              <a:buChar char="•"/>
            </a:pPr>
            <a:r>
              <a:rPr lang="en-GB" sz="2100"/>
              <a:t>Multiple operating systems to run on the same hardware.</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6"/>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Layered &amp; Compatible</a:t>
            </a:r>
            <a:endParaRPr/>
          </a:p>
        </p:txBody>
      </p:sp>
      <p:sp>
        <p:nvSpPr>
          <p:cNvPr id="178" name="Google Shape;178;p6"/>
          <p:cNvSpPr txBox="1">
            <a:spLocks noGrp="1"/>
          </p:cNvSpPr>
          <p:nvPr>
            <p:ph type="body" idx="1"/>
          </p:nvPr>
        </p:nvSpPr>
        <p:spPr>
          <a:xfrm>
            <a:off x="3853950" y="1238250"/>
            <a:ext cx="5048400" cy="3567900"/>
          </a:xfrm>
          <a:prstGeom prst="rect">
            <a:avLst/>
          </a:prstGeom>
          <a:noFill/>
          <a:ln>
            <a:noFill/>
          </a:ln>
        </p:spPr>
        <p:txBody>
          <a:bodyPr spcFirstLastPara="1" wrap="square" lIns="91425" tIns="45700" rIns="91425" bIns="45700" anchor="t" anchorCtr="0">
            <a:noAutofit/>
          </a:bodyPr>
          <a:lstStyle/>
          <a:p>
            <a:pPr marL="457200" lvl="0" indent="-363220" algn="l" rtl="0">
              <a:lnSpc>
                <a:spcPct val="100000"/>
              </a:lnSpc>
              <a:spcBef>
                <a:spcPts val="900"/>
              </a:spcBef>
              <a:spcAft>
                <a:spcPts val="0"/>
              </a:spcAft>
              <a:buSzPts val="2120"/>
              <a:buChar char="●"/>
            </a:pPr>
            <a:r>
              <a:rPr lang="en-GB" sz="1900" dirty="0"/>
              <a:t>Layer that exports a compatible abstraction of the layer that it relies on</a:t>
            </a:r>
            <a:endParaRPr sz="1900" dirty="0"/>
          </a:p>
          <a:p>
            <a:pPr marL="914400" lvl="1" indent="-317500" algn="l" rtl="0">
              <a:lnSpc>
                <a:spcPct val="100000"/>
              </a:lnSpc>
              <a:spcBef>
                <a:spcPts val="0"/>
              </a:spcBef>
              <a:spcAft>
                <a:spcPts val="0"/>
              </a:spcAft>
              <a:buSzPts val="1400"/>
              <a:buChar char="○"/>
            </a:pPr>
            <a:r>
              <a:rPr lang="en-GB" sz="1900" dirty="0"/>
              <a:t>Hiding the physical names from the abstraction to ensure isolation</a:t>
            </a:r>
            <a:endParaRPr sz="1900" dirty="0"/>
          </a:p>
          <a:p>
            <a:pPr marL="0" lvl="0" indent="0" algn="l" rtl="0">
              <a:lnSpc>
                <a:spcPct val="100000"/>
              </a:lnSpc>
              <a:spcBef>
                <a:spcPts val="900"/>
              </a:spcBef>
              <a:spcAft>
                <a:spcPts val="0"/>
              </a:spcAft>
              <a:buSzPts val="2520"/>
              <a:buNone/>
            </a:pPr>
            <a:endParaRPr sz="1900" dirty="0"/>
          </a:p>
          <a:p>
            <a:pPr marL="457200" lvl="0" indent="-363220" algn="l" rtl="0">
              <a:lnSpc>
                <a:spcPct val="100000"/>
              </a:lnSpc>
              <a:spcBef>
                <a:spcPts val="900"/>
              </a:spcBef>
              <a:spcAft>
                <a:spcPts val="0"/>
              </a:spcAft>
              <a:buSzPts val="2120"/>
              <a:buChar char="●"/>
            </a:pPr>
            <a:r>
              <a:rPr lang="en-GB" sz="1900" dirty="0"/>
              <a:t>Virtualization enforces </a:t>
            </a:r>
            <a:r>
              <a:rPr lang="en-GB" sz="1900" b="1" dirty="0">
                <a:solidFill>
                  <a:schemeClr val="accent2"/>
                </a:solidFill>
              </a:rPr>
              <a:t>modularity</a:t>
            </a:r>
            <a:endParaRPr sz="1900" b="1" dirty="0">
              <a:solidFill>
                <a:schemeClr val="accent2"/>
              </a:solidFill>
            </a:endParaRPr>
          </a:p>
          <a:p>
            <a:pPr marL="0" lvl="0" indent="0" algn="l" rtl="0">
              <a:lnSpc>
                <a:spcPct val="100000"/>
              </a:lnSpc>
              <a:spcBef>
                <a:spcPts val="900"/>
              </a:spcBef>
              <a:spcAft>
                <a:spcPts val="0"/>
              </a:spcAft>
              <a:buSzPts val="2520"/>
              <a:buNone/>
            </a:pPr>
            <a:endParaRPr sz="1900" dirty="0"/>
          </a:p>
          <a:p>
            <a:pPr marL="457200" lvl="0" indent="-363220" algn="l" rtl="0">
              <a:lnSpc>
                <a:spcPct val="100000"/>
              </a:lnSpc>
              <a:spcBef>
                <a:spcPts val="900"/>
              </a:spcBef>
              <a:spcAft>
                <a:spcPts val="0"/>
              </a:spcAft>
              <a:buSzPts val="2120"/>
              <a:buChar char="●"/>
            </a:pPr>
            <a:r>
              <a:rPr lang="en-GB" sz="1900" dirty="0"/>
              <a:t>Applies to different types of resources</a:t>
            </a:r>
            <a:endParaRPr sz="1900" dirty="0"/>
          </a:p>
          <a:p>
            <a:pPr marL="914400" lvl="1" indent="-317500" algn="l" rtl="0">
              <a:lnSpc>
                <a:spcPct val="100000"/>
              </a:lnSpc>
              <a:spcBef>
                <a:spcPts val="0"/>
              </a:spcBef>
              <a:spcAft>
                <a:spcPts val="0"/>
              </a:spcAft>
              <a:buSzPts val="1400"/>
              <a:buChar char="○"/>
            </a:pPr>
            <a:r>
              <a:rPr lang="en-GB" sz="1900" dirty="0"/>
              <a:t>Notably CPU, disks, memory</a:t>
            </a:r>
            <a:endParaRPr sz="1900" dirty="0"/>
          </a:p>
        </p:txBody>
      </p:sp>
      <p:sp>
        <p:nvSpPr>
          <p:cNvPr id="179" name="Google Shape;179;p6"/>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pic>
        <p:nvPicPr>
          <p:cNvPr id="180" name="Google Shape;180;p6"/>
          <p:cNvPicPr preferRelativeResize="0"/>
          <p:nvPr/>
        </p:nvPicPr>
        <p:blipFill rotWithShape="1">
          <a:blip r:embed="rId3">
            <a:alphaModFix/>
          </a:blip>
          <a:srcRect/>
          <a:stretch/>
        </p:blipFill>
        <p:spPr>
          <a:xfrm>
            <a:off x="677775" y="1564350"/>
            <a:ext cx="2609850" cy="255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3 main virtualization mechanisms</a:t>
            </a:r>
            <a:endParaRPr/>
          </a:p>
        </p:txBody>
      </p:sp>
      <p:sp>
        <p:nvSpPr>
          <p:cNvPr id="187" name="Google Shape;187;p7"/>
          <p:cNvSpPr txBox="1">
            <a:spLocks noGrp="1"/>
          </p:cNvSpPr>
          <p:nvPr>
            <p:ph type="body" idx="1"/>
          </p:nvPr>
        </p:nvSpPr>
        <p:spPr>
          <a:xfrm>
            <a:off x="429650" y="980875"/>
            <a:ext cx="8406600" cy="382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900"/>
              </a:spcBef>
              <a:spcAft>
                <a:spcPts val="0"/>
              </a:spcAft>
              <a:buSzPts val="2520"/>
              <a:buNone/>
            </a:pPr>
            <a:r>
              <a:rPr lang="en-GB" sz="2100"/>
              <a:t>Virtualization by </a:t>
            </a:r>
            <a:r>
              <a:rPr lang="en-GB" sz="2100" b="1">
                <a:solidFill>
                  <a:schemeClr val="accent2"/>
                </a:solidFill>
              </a:rPr>
              <a:t>multiplexing</a:t>
            </a:r>
            <a:endParaRPr sz="2100" b="1">
              <a:solidFill>
                <a:schemeClr val="accent2"/>
              </a:solidFill>
            </a:endParaRPr>
          </a:p>
          <a:p>
            <a:pPr marL="457200" lvl="0" indent="-375920" algn="l" rtl="0">
              <a:lnSpc>
                <a:spcPct val="100000"/>
              </a:lnSpc>
              <a:spcBef>
                <a:spcPts val="900"/>
              </a:spcBef>
              <a:spcAft>
                <a:spcPts val="0"/>
              </a:spcAft>
              <a:buSzPts val="2320"/>
              <a:buChar char="●"/>
            </a:pPr>
            <a:r>
              <a:rPr lang="en-GB" sz="2100"/>
              <a:t>Expose a single resource among multiple virtual entities</a:t>
            </a:r>
            <a:endParaRPr sz="2100"/>
          </a:p>
          <a:p>
            <a:pPr marL="457200" lvl="0" indent="-375920" algn="l" rtl="0">
              <a:lnSpc>
                <a:spcPct val="100000"/>
              </a:lnSpc>
              <a:spcBef>
                <a:spcPts val="0"/>
              </a:spcBef>
              <a:spcAft>
                <a:spcPts val="0"/>
              </a:spcAft>
              <a:buSzPts val="2320"/>
              <a:buChar char="●"/>
            </a:pPr>
            <a:r>
              <a:rPr lang="en-GB" sz="2100"/>
              <a:t>E.g., CPU, memory</a:t>
            </a:r>
            <a:endParaRPr sz="2100"/>
          </a:p>
          <a:p>
            <a:pPr marL="0" lvl="0" indent="0" algn="l" rtl="0">
              <a:lnSpc>
                <a:spcPct val="100000"/>
              </a:lnSpc>
              <a:spcBef>
                <a:spcPts val="900"/>
              </a:spcBef>
              <a:spcAft>
                <a:spcPts val="0"/>
              </a:spcAft>
              <a:buSzPts val="2520"/>
              <a:buNone/>
            </a:pPr>
            <a:r>
              <a:rPr lang="en-GB" sz="2100"/>
              <a:t>Virtualization by </a:t>
            </a:r>
            <a:r>
              <a:rPr lang="en-GB" sz="2100" b="1">
                <a:solidFill>
                  <a:schemeClr val="accent2"/>
                </a:solidFill>
              </a:rPr>
              <a:t>aggregation</a:t>
            </a:r>
            <a:endParaRPr sz="2100" b="1">
              <a:solidFill>
                <a:schemeClr val="accent2"/>
              </a:solidFill>
            </a:endParaRPr>
          </a:p>
          <a:p>
            <a:pPr marL="457200" lvl="0" indent="-375920" algn="l" rtl="0">
              <a:lnSpc>
                <a:spcPct val="100000"/>
              </a:lnSpc>
              <a:spcBef>
                <a:spcPts val="900"/>
              </a:spcBef>
              <a:spcAft>
                <a:spcPts val="0"/>
              </a:spcAft>
              <a:buSzPts val="2320"/>
              <a:buChar char="●"/>
            </a:pPr>
            <a:r>
              <a:rPr lang="en-GB" sz="2100"/>
              <a:t>Make multiple resources appear as one single virtual resource</a:t>
            </a:r>
            <a:endParaRPr sz="2100"/>
          </a:p>
          <a:p>
            <a:pPr marL="457200" lvl="0" indent="-375920" algn="l" rtl="0">
              <a:lnSpc>
                <a:spcPct val="100000"/>
              </a:lnSpc>
              <a:spcBef>
                <a:spcPts val="0"/>
              </a:spcBef>
              <a:spcAft>
                <a:spcPts val="0"/>
              </a:spcAft>
              <a:buSzPts val="2320"/>
              <a:buChar char="●"/>
            </a:pPr>
            <a:r>
              <a:rPr lang="en-GB" sz="2100"/>
              <a:t>E.g., disk volumes</a:t>
            </a:r>
            <a:endParaRPr sz="2100"/>
          </a:p>
          <a:p>
            <a:pPr marL="0" lvl="0" indent="0" algn="l" rtl="0">
              <a:lnSpc>
                <a:spcPct val="100000"/>
              </a:lnSpc>
              <a:spcBef>
                <a:spcPts val="900"/>
              </a:spcBef>
              <a:spcAft>
                <a:spcPts val="0"/>
              </a:spcAft>
              <a:buSzPts val="2520"/>
              <a:buNone/>
            </a:pPr>
            <a:r>
              <a:rPr lang="en-GB" sz="2100"/>
              <a:t>Virtualization by </a:t>
            </a:r>
            <a:r>
              <a:rPr lang="en-GB" sz="2100" b="1">
                <a:solidFill>
                  <a:schemeClr val="accent2"/>
                </a:solidFill>
              </a:rPr>
              <a:t>emulation</a:t>
            </a:r>
            <a:endParaRPr sz="2100" b="1">
              <a:solidFill>
                <a:schemeClr val="accent2"/>
              </a:solidFill>
            </a:endParaRPr>
          </a:p>
          <a:p>
            <a:pPr marL="457200" lvl="0" indent="-375920" algn="l" rtl="0">
              <a:lnSpc>
                <a:spcPct val="100000"/>
              </a:lnSpc>
              <a:spcBef>
                <a:spcPts val="900"/>
              </a:spcBef>
              <a:spcAft>
                <a:spcPts val="0"/>
              </a:spcAft>
              <a:buSzPts val="2320"/>
              <a:buChar char="●"/>
            </a:pPr>
            <a:r>
              <a:rPr lang="en-GB" sz="2100"/>
              <a:t>Make a physical resource appear as another physical resources</a:t>
            </a:r>
            <a:endParaRPr sz="2100"/>
          </a:p>
          <a:p>
            <a:pPr marL="457200" lvl="0" indent="-375920" algn="l" rtl="0">
              <a:lnSpc>
                <a:spcPct val="100000"/>
              </a:lnSpc>
              <a:spcBef>
                <a:spcPts val="0"/>
              </a:spcBef>
              <a:spcAft>
                <a:spcPts val="0"/>
              </a:spcAft>
              <a:buSzPts val="2320"/>
              <a:buChar char="●"/>
            </a:pPr>
            <a:r>
              <a:rPr lang="en-GB" sz="2100"/>
              <a:t>E.g., a serial port over a USB port, or over SSH</a:t>
            </a:r>
            <a:endParaRPr sz="2100"/>
          </a:p>
        </p:txBody>
      </p:sp>
      <p:sp>
        <p:nvSpPr>
          <p:cNvPr id="188" name="Google Shape;188;p7"/>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625B0-5FEF-6555-0DC1-80BC01A7D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F0EDD-69E3-A812-7217-05709CD46D6B}"/>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BBD30FDF-8FBD-0A31-71B4-9AF7653DA7DC}"/>
              </a:ext>
            </a:extLst>
          </p:cNvPr>
          <p:cNvSpPr>
            <a:spLocks noGrp="1"/>
          </p:cNvSpPr>
          <p:nvPr>
            <p:ph type="ftr" sz="quarter" idx="10"/>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7F6421B3-10AB-8B5B-9196-DCF84CC77540}"/>
                  </a:ext>
                </a:extLst>
              </p:cNvPr>
              <p:cNvGraphicFramePr>
                <a:graphicFrameLocks noGrp="1"/>
              </p:cNvGraphicFramePr>
              <p:nvPr/>
            </p:nvGraphicFramePr>
            <p:xfrm>
              <a:off x="310243" y="1084218"/>
              <a:ext cx="8515350" cy="349470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7F6421B3-10AB-8B5B-9196-DCF84CC77540}"/>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10243" y="1084218"/>
                <a:ext cx="8515350" cy="3494705"/>
              </a:xfrm>
              <a:prstGeom prst="rect">
                <a:avLst/>
              </a:prstGeom>
            </p:spPr>
          </p:pic>
        </mc:Fallback>
      </mc:AlternateContent>
      <p:sp>
        <p:nvSpPr>
          <p:cNvPr id="3" name="TextBox 2">
            <a:extLst>
              <a:ext uri="{FF2B5EF4-FFF2-40B4-BE49-F238E27FC236}">
                <a16:creationId xmlns:a16="http://schemas.microsoft.com/office/drawing/2014/main" id="{E5E3775C-9B68-5E7D-E06A-631FB5E5B392}"/>
              </a:ext>
            </a:extLst>
          </p:cNvPr>
          <p:cNvSpPr txBox="1"/>
          <p:nvPr/>
        </p:nvSpPr>
        <p:spPr>
          <a:xfrm>
            <a:off x="1292198" y="4578923"/>
            <a:ext cx="6559604" cy="369332"/>
          </a:xfrm>
          <a:prstGeom prst="rect">
            <a:avLst/>
          </a:prstGeom>
          <a:noFill/>
        </p:spPr>
        <p:txBody>
          <a:bodyPr wrap="square" rtlCol="0">
            <a:spAutoFit/>
          </a:bodyPr>
          <a:lstStyle/>
          <a:p>
            <a:pPr algn="ctr"/>
            <a:r>
              <a:rPr lang="en-US" sz="1800" dirty="0">
                <a:solidFill>
                  <a:srgbClr val="FF0000"/>
                </a:solidFill>
              </a:rPr>
              <a:t>Keep </a:t>
            </a:r>
            <a:r>
              <a:rPr lang="en-US" sz="1800" dirty="0" err="1">
                <a:solidFill>
                  <a:srgbClr val="FF0000"/>
                </a:solidFill>
              </a:rPr>
              <a:t>Wooclap</a:t>
            </a:r>
            <a:r>
              <a:rPr lang="en-US" sz="1800" dirty="0">
                <a:solidFill>
                  <a:srgbClr val="FF0000"/>
                </a:solidFill>
              </a:rPr>
              <a:t> open on your device before the lecture ends</a:t>
            </a:r>
          </a:p>
        </p:txBody>
      </p:sp>
    </p:spTree>
    <p:extLst>
      <p:ext uri="{BB962C8B-B14F-4D97-AF65-F5344CB8AC3E}">
        <p14:creationId xmlns:p14="http://schemas.microsoft.com/office/powerpoint/2010/main" val="3507538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2f45cb77b8d_0_6"/>
          <p:cNvSpPr txBox="1">
            <a:spLocks noGrp="1"/>
          </p:cNvSpPr>
          <p:nvPr>
            <p:ph type="title"/>
          </p:nvPr>
        </p:nvSpPr>
        <p:spPr>
          <a:xfrm>
            <a:off x="470175" y="371475"/>
            <a:ext cx="8236200" cy="342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GB" dirty="0"/>
              <a:t>Virtualization via Multiplexing</a:t>
            </a:r>
            <a:endParaRPr dirty="0"/>
          </a:p>
        </p:txBody>
      </p:sp>
      <p:sp>
        <p:nvSpPr>
          <p:cNvPr id="200" name="Google Shape;200;g2f45cb77b8d_0_6"/>
          <p:cNvSpPr txBox="1">
            <a:spLocks noGrp="1"/>
          </p:cNvSpPr>
          <p:nvPr>
            <p:ph type="body" idx="1"/>
          </p:nvPr>
        </p:nvSpPr>
        <p:spPr>
          <a:xfrm>
            <a:off x="359025" y="980875"/>
            <a:ext cx="8609100" cy="3825300"/>
          </a:xfrm>
          <a:prstGeom prst="rect">
            <a:avLst/>
          </a:prstGeom>
        </p:spPr>
        <p:txBody>
          <a:bodyPr spcFirstLastPara="1" wrap="square" lIns="91425" tIns="45700" rIns="91425" bIns="45700" anchor="t" anchorCtr="0">
            <a:normAutofit/>
          </a:bodyPr>
          <a:lstStyle/>
          <a:p>
            <a:pPr marL="0" lvl="0" indent="0" algn="l" rtl="0">
              <a:lnSpc>
                <a:spcPct val="80000"/>
              </a:lnSpc>
              <a:spcBef>
                <a:spcPts val="900"/>
              </a:spcBef>
              <a:spcAft>
                <a:spcPts val="0"/>
              </a:spcAft>
              <a:buSzPts val="1018"/>
              <a:buNone/>
            </a:pPr>
            <a:r>
              <a:rPr lang="en-GB" sz="1935" dirty="0"/>
              <a:t>Virtual CPU cores (vCPUs) and scheduling</a:t>
            </a:r>
            <a:endParaRPr sz="1935" dirty="0"/>
          </a:p>
          <a:p>
            <a:pPr marL="457200" lvl="0" indent="-364394" algn="l" rtl="0">
              <a:lnSpc>
                <a:spcPct val="80000"/>
              </a:lnSpc>
              <a:spcBef>
                <a:spcPts val="900"/>
              </a:spcBef>
              <a:spcAft>
                <a:spcPts val="0"/>
              </a:spcAft>
              <a:buSzPts val="2139"/>
              <a:buChar char="•"/>
            </a:pPr>
            <a:r>
              <a:rPr lang="en-GB" sz="1935" dirty="0"/>
              <a:t>Each physical CPU core can run any vCPU</a:t>
            </a:r>
            <a:endParaRPr sz="1935" dirty="0"/>
          </a:p>
          <a:p>
            <a:pPr marL="914400" lvl="1" indent="-322103" algn="l" rtl="0">
              <a:lnSpc>
                <a:spcPct val="80000"/>
              </a:lnSpc>
              <a:spcBef>
                <a:spcPts val="0"/>
              </a:spcBef>
              <a:spcAft>
                <a:spcPts val="0"/>
              </a:spcAft>
              <a:buSzPts val="1473"/>
              <a:buChar char="–"/>
            </a:pPr>
            <a:r>
              <a:rPr lang="en-GB" sz="1935" b="1" dirty="0">
                <a:solidFill>
                  <a:schemeClr val="accent2"/>
                </a:solidFill>
              </a:rPr>
              <a:t>Multiplexing</a:t>
            </a:r>
            <a:r>
              <a:rPr lang="en-GB" sz="1935" dirty="0"/>
              <a:t>: The </a:t>
            </a:r>
            <a:r>
              <a:rPr lang="en-GB" sz="1935" b="1" dirty="0">
                <a:solidFill>
                  <a:schemeClr val="accent2"/>
                </a:solidFill>
              </a:rPr>
              <a:t>host</a:t>
            </a:r>
            <a:r>
              <a:rPr lang="en-GB" sz="1935" dirty="0"/>
              <a:t> OS schedules vCPUs to runs on CPU cores</a:t>
            </a:r>
            <a:endParaRPr sz="1935" dirty="0"/>
          </a:p>
          <a:p>
            <a:pPr marL="914400" lvl="1" indent="-322103" algn="l" rtl="0">
              <a:lnSpc>
                <a:spcPct val="80000"/>
              </a:lnSpc>
              <a:spcBef>
                <a:spcPts val="0"/>
              </a:spcBef>
              <a:spcAft>
                <a:spcPts val="0"/>
              </a:spcAft>
              <a:buSzPts val="1473"/>
              <a:buChar char="–"/>
            </a:pPr>
            <a:r>
              <a:rPr lang="en-GB" sz="1935" dirty="0"/>
              <a:t>Example: Linux treats vCPUs as processes</a:t>
            </a:r>
            <a:endParaRPr sz="1935" dirty="0"/>
          </a:p>
          <a:p>
            <a:pPr marL="457200" lvl="0" indent="-364394" algn="l" rtl="0">
              <a:lnSpc>
                <a:spcPct val="80000"/>
              </a:lnSpc>
              <a:spcBef>
                <a:spcPts val="0"/>
              </a:spcBef>
              <a:spcAft>
                <a:spcPts val="0"/>
              </a:spcAft>
              <a:buSzPts val="2139"/>
              <a:buChar char="•"/>
            </a:pPr>
            <a:r>
              <a:rPr lang="en-GB" sz="1935" dirty="0"/>
              <a:t>Each virtual machine’s (VM) </a:t>
            </a:r>
            <a:r>
              <a:rPr lang="en-GB" sz="1935" b="1" dirty="0">
                <a:solidFill>
                  <a:schemeClr val="accent2"/>
                </a:solidFill>
              </a:rPr>
              <a:t>guest</a:t>
            </a:r>
            <a:r>
              <a:rPr lang="en-GB" sz="1935" dirty="0"/>
              <a:t> OS can schedule its processes on vCPUs</a:t>
            </a:r>
            <a:endParaRPr sz="1935" dirty="0"/>
          </a:p>
          <a:p>
            <a:pPr marL="914400" lvl="1" indent="-322103" algn="l" rtl="0">
              <a:lnSpc>
                <a:spcPct val="80000"/>
              </a:lnSpc>
              <a:spcBef>
                <a:spcPts val="0"/>
              </a:spcBef>
              <a:spcAft>
                <a:spcPts val="0"/>
              </a:spcAft>
              <a:buSzPts val="1473"/>
              <a:buChar char="–"/>
            </a:pPr>
            <a:r>
              <a:rPr lang="en-GB" sz="1935" dirty="0"/>
              <a:t>Similarly to a non-virtualized OS</a:t>
            </a:r>
            <a:endParaRPr sz="1935" dirty="0"/>
          </a:p>
          <a:p>
            <a:pPr marL="0" lvl="0" indent="0" algn="l" rtl="0">
              <a:lnSpc>
                <a:spcPct val="80000"/>
              </a:lnSpc>
              <a:spcBef>
                <a:spcPts val="900"/>
              </a:spcBef>
              <a:spcAft>
                <a:spcPts val="0"/>
              </a:spcAft>
              <a:buSzPts val="1018"/>
              <a:buNone/>
            </a:pPr>
            <a:endParaRPr sz="1935" dirty="0"/>
          </a:p>
          <a:p>
            <a:pPr marL="0" lvl="0" indent="0" algn="l" rtl="0">
              <a:lnSpc>
                <a:spcPct val="80000"/>
              </a:lnSpc>
              <a:spcBef>
                <a:spcPts val="900"/>
              </a:spcBef>
              <a:spcAft>
                <a:spcPts val="0"/>
              </a:spcAft>
              <a:buSzPts val="1018"/>
              <a:buNone/>
            </a:pPr>
            <a:r>
              <a:rPr lang="en-GB" sz="1935" dirty="0"/>
              <a:t>Example scenarios</a:t>
            </a:r>
            <a:endParaRPr sz="1935" dirty="0"/>
          </a:p>
          <a:p>
            <a:pPr marL="457200" lvl="0" indent="-351472" algn="l" rtl="0">
              <a:lnSpc>
                <a:spcPct val="80000"/>
              </a:lnSpc>
              <a:spcBef>
                <a:spcPts val="900"/>
              </a:spcBef>
              <a:spcAft>
                <a:spcPts val="0"/>
              </a:spcAft>
              <a:buSzPts val="1935"/>
              <a:buChar char="•"/>
            </a:pPr>
            <a:r>
              <a:rPr lang="en-GB" sz="1935" dirty="0"/>
              <a:t>4-core server can run 4 single-vCPU VMs</a:t>
            </a:r>
            <a:endParaRPr sz="1935" dirty="0"/>
          </a:p>
          <a:p>
            <a:pPr marL="457200" lvl="0" indent="-351472" algn="l" rtl="0">
              <a:lnSpc>
                <a:spcPct val="80000"/>
              </a:lnSpc>
              <a:spcBef>
                <a:spcPts val="0"/>
              </a:spcBef>
              <a:spcAft>
                <a:spcPts val="0"/>
              </a:spcAft>
              <a:buSzPts val="1935"/>
              <a:buChar char="•"/>
            </a:pPr>
            <a:r>
              <a:rPr lang="en-GB" sz="1935" dirty="0"/>
              <a:t>4-core server can run 8 2-vCPU VMs (CPU overcommitment)</a:t>
            </a:r>
            <a:endParaRPr sz="1935" dirty="0"/>
          </a:p>
          <a:p>
            <a:pPr marL="914400" lvl="1" indent="-351472" algn="l" rtl="0">
              <a:lnSpc>
                <a:spcPct val="80000"/>
              </a:lnSpc>
              <a:spcBef>
                <a:spcPts val="0"/>
              </a:spcBef>
              <a:spcAft>
                <a:spcPts val="0"/>
              </a:spcAft>
              <a:buSzPts val="1935"/>
              <a:buChar char="–"/>
            </a:pPr>
            <a:r>
              <a:rPr lang="en-GB" sz="1935" dirty="0"/>
              <a:t>Assumption: Not all VMs have running processes simultaneously</a:t>
            </a:r>
            <a:endParaRPr sz="19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ctrTitle"/>
          </p:nvPr>
        </p:nvSpPr>
        <p:spPr>
          <a:xfrm>
            <a:off x="1473588" y="1974538"/>
            <a:ext cx="6196800" cy="1375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1E4E79"/>
              </a:buClr>
              <a:buSzPts val="3800"/>
              <a:buFont typeface="Book Antiqua"/>
              <a:buNone/>
            </a:pPr>
            <a:r>
              <a:rPr lang="en-GB" sz="4100" b="1">
                <a:solidFill>
                  <a:srgbClr val="1E4E79"/>
                </a:solidFill>
                <a:latin typeface="Book Antiqua"/>
                <a:ea typeface="Book Antiqua"/>
                <a:cs typeface="Book Antiqua"/>
                <a:sym typeface="Book Antiqua"/>
              </a:rPr>
              <a:t>Aggregation:</a:t>
            </a:r>
            <a:br>
              <a:rPr lang="en-GB" sz="4100" b="1">
                <a:solidFill>
                  <a:srgbClr val="1E4E79"/>
                </a:solidFill>
                <a:latin typeface="Book Antiqua"/>
                <a:ea typeface="Book Antiqua"/>
                <a:cs typeface="Book Antiqua"/>
                <a:sym typeface="Book Antiqua"/>
              </a:rPr>
            </a:br>
            <a:r>
              <a:rPr lang="en-GB" sz="4100" b="1">
                <a:solidFill>
                  <a:srgbClr val="1E4E79"/>
                </a:solidFill>
                <a:latin typeface="Book Antiqua"/>
                <a:ea typeface="Book Antiqua"/>
                <a:cs typeface="Book Antiqua"/>
                <a:sym typeface="Book Antiqua"/>
              </a:rPr>
              <a:t>many appear as one</a:t>
            </a:r>
            <a:endParaRPr sz="4100" b="1">
              <a:solidFill>
                <a:srgbClr val="1E4E79"/>
              </a:solidFill>
              <a:latin typeface="Book Antiqua"/>
              <a:ea typeface="Book Antiqua"/>
              <a:cs typeface="Book Antiqua"/>
              <a:sym typeface="Book Antiqua"/>
            </a:endParaRPr>
          </a:p>
        </p:txBody>
      </p:sp>
      <p:sp>
        <p:nvSpPr>
          <p:cNvPr id="207" name="Google Shape;207;p12"/>
          <p:cNvSpPr txBox="1">
            <a:spLocks noGrp="1"/>
          </p:cNvSpPr>
          <p:nvPr>
            <p:ph type="ftr" idx="11"/>
          </p:nvPr>
        </p:nvSpPr>
        <p:spPr>
          <a:xfrm>
            <a:off x="0" y="4896534"/>
            <a:ext cx="3654300" cy="2214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GB"/>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Primary use: aggregating physical resources</a:t>
            </a:r>
            <a:endParaRPr/>
          </a:p>
        </p:txBody>
      </p:sp>
      <p:sp>
        <p:nvSpPr>
          <p:cNvPr id="214" name="Google Shape;214;p13"/>
          <p:cNvSpPr txBox="1">
            <a:spLocks noGrp="1"/>
          </p:cNvSpPr>
          <p:nvPr>
            <p:ph type="body" idx="1"/>
          </p:nvPr>
        </p:nvSpPr>
        <p:spPr>
          <a:xfrm>
            <a:off x="429650" y="980875"/>
            <a:ext cx="8325900" cy="37743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900"/>
              </a:spcBef>
              <a:spcAft>
                <a:spcPts val="0"/>
              </a:spcAft>
              <a:buSzPts val="2520"/>
              <a:buNone/>
            </a:pPr>
            <a:r>
              <a:rPr lang="en-GB" sz="1800" dirty="0"/>
              <a:t>Recall from Comp. Arch.: A computer has multiple MMs (memory modules)</a:t>
            </a:r>
            <a:endParaRPr sz="1800" dirty="0"/>
          </a:p>
          <a:p>
            <a:pPr marL="457200" lvl="0" indent="-356870" algn="l" rtl="0">
              <a:lnSpc>
                <a:spcPct val="80000"/>
              </a:lnSpc>
              <a:spcBef>
                <a:spcPts val="900"/>
              </a:spcBef>
              <a:spcAft>
                <a:spcPts val="0"/>
              </a:spcAft>
              <a:buSzPts val="2020"/>
              <a:buChar char="●"/>
            </a:pPr>
            <a:r>
              <a:rPr lang="en-GB" sz="1800" dirty="0"/>
              <a:t>The memory controller aggregates the physical memory into a single (typically contiguous) namespace</a:t>
            </a:r>
            <a:endParaRPr sz="1800" dirty="0"/>
          </a:p>
          <a:p>
            <a:pPr marL="0" lvl="0" indent="0" algn="l" rtl="0">
              <a:lnSpc>
                <a:spcPct val="80000"/>
              </a:lnSpc>
              <a:spcBef>
                <a:spcPts val="900"/>
              </a:spcBef>
              <a:spcAft>
                <a:spcPts val="0"/>
              </a:spcAft>
              <a:buSzPts val="2520"/>
              <a:buNone/>
            </a:pPr>
            <a:endParaRPr sz="1800" dirty="0"/>
          </a:p>
          <a:p>
            <a:pPr marL="0" lvl="0" indent="0" algn="l" rtl="0">
              <a:lnSpc>
                <a:spcPct val="80000"/>
              </a:lnSpc>
              <a:spcBef>
                <a:spcPts val="900"/>
              </a:spcBef>
              <a:spcAft>
                <a:spcPts val="0"/>
              </a:spcAft>
              <a:buSzPts val="2520"/>
              <a:buNone/>
            </a:pPr>
            <a:r>
              <a:rPr lang="en-GB" sz="1800" dirty="0"/>
              <a:t>A computer has many hard drives</a:t>
            </a:r>
            <a:endParaRPr sz="1800" dirty="0"/>
          </a:p>
          <a:p>
            <a:pPr marL="457200" lvl="0" indent="-356870" algn="l" rtl="0">
              <a:lnSpc>
                <a:spcPct val="80000"/>
              </a:lnSpc>
              <a:spcBef>
                <a:spcPts val="900"/>
              </a:spcBef>
              <a:spcAft>
                <a:spcPts val="0"/>
              </a:spcAft>
              <a:buSzPts val="2020"/>
              <a:buChar char="●"/>
            </a:pPr>
            <a:r>
              <a:rPr lang="en-GB" sz="1800" b="1" dirty="0">
                <a:solidFill>
                  <a:schemeClr val="accent2"/>
                </a:solidFill>
              </a:rPr>
              <a:t>RAID</a:t>
            </a:r>
            <a:r>
              <a:rPr lang="en-GB" sz="1800" dirty="0"/>
              <a:t> (Redundant Array of Inexpensive Disks) make them appear as a single volume</a:t>
            </a:r>
            <a:endParaRPr sz="1800" dirty="0"/>
          </a:p>
          <a:p>
            <a:pPr marL="914400" lvl="1" indent="-311150" algn="l" rtl="0">
              <a:lnSpc>
                <a:spcPct val="80000"/>
              </a:lnSpc>
              <a:spcBef>
                <a:spcPts val="0"/>
              </a:spcBef>
              <a:spcAft>
                <a:spcPts val="0"/>
              </a:spcAft>
              <a:buSzPts val="1300"/>
              <a:buChar char="○"/>
            </a:pPr>
            <a:r>
              <a:rPr lang="en-GB" sz="1800" dirty="0"/>
              <a:t>With additional features (see next slide)</a:t>
            </a:r>
            <a:endParaRPr sz="1800" dirty="0"/>
          </a:p>
          <a:p>
            <a:pPr marL="0" lvl="0" indent="0" algn="l" rtl="0">
              <a:lnSpc>
                <a:spcPct val="80000"/>
              </a:lnSpc>
              <a:spcBef>
                <a:spcPts val="900"/>
              </a:spcBef>
              <a:spcAft>
                <a:spcPts val="0"/>
              </a:spcAft>
              <a:buSzPts val="2520"/>
              <a:buNone/>
            </a:pPr>
            <a:r>
              <a:rPr lang="en-GB" sz="1800" dirty="0"/>
              <a:t>A network has multiple links connecting servers</a:t>
            </a:r>
            <a:endParaRPr sz="1800" dirty="0"/>
          </a:p>
          <a:p>
            <a:pPr marL="457200" lvl="0" indent="-356870" algn="l" rtl="0">
              <a:lnSpc>
                <a:spcPct val="80000"/>
              </a:lnSpc>
              <a:spcBef>
                <a:spcPts val="900"/>
              </a:spcBef>
              <a:spcAft>
                <a:spcPts val="0"/>
              </a:spcAft>
              <a:buSzPts val="2020"/>
              <a:buChar char="●"/>
            </a:pPr>
            <a:r>
              <a:rPr lang="en-GB" sz="1800" dirty="0"/>
              <a:t>Link aggregation and multipathing create a virtual link with more bandwidth</a:t>
            </a:r>
            <a:endParaRPr sz="1800" dirty="0"/>
          </a:p>
        </p:txBody>
      </p:sp>
      <p:sp>
        <p:nvSpPr>
          <p:cNvPr id="215" name="Google Shape;215;p13"/>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RAID: aggregating physical disks into volumes</a:t>
            </a:r>
            <a:endParaRPr/>
          </a:p>
        </p:txBody>
      </p:sp>
      <p:sp>
        <p:nvSpPr>
          <p:cNvPr id="222" name="Google Shape;222;p14"/>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900"/>
              <a:buFont typeface="Arial"/>
              <a:buNone/>
            </a:pPr>
            <a:fld id="{00000000-1234-1234-1234-123412341234}" type="slidenum">
              <a:rPr lang="en-GB"/>
              <a:t>13</a:t>
            </a:fld>
            <a:endParaRPr/>
          </a:p>
        </p:txBody>
      </p:sp>
      <p:pic>
        <p:nvPicPr>
          <p:cNvPr id="223" name="Google Shape;223;p14"/>
          <p:cNvPicPr preferRelativeResize="0"/>
          <p:nvPr/>
        </p:nvPicPr>
        <p:blipFill rotWithShape="1">
          <a:blip r:embed="rId3">
            <a:alphaModFix/>
          </a:blip>
          <a:srcRect/>
          <a:stretch/>
        </p:blipFill>
        <p:spPr>
          <a:xfrm>
            <a:off x="470175" y="1420450"/>
            <a:ext cx="7568926" cy="303670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5"/>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Layered &amp; Compatible : volume of sectors</a:t>
            </a:r>
            <a:endParaRPr/>
          </a:p>
        </p:txBody>
      </p:sp>
      <p:sp>
        <p:nvSpPr>
          <p:cNvPr id="230" name="Google Shape;230;p15"/>
          <p:cNvSpPr txBox="1">
            <a:spLocks noGrp="1"/>
          </p:cNvSpPr>
          <p:nvPr>
            <p:ph type="body" idx="1"/>
          </p:nvPr>
        </p:nvSpPr>
        <p:spPr>
          <a:xfrm>
            <a:off x="3821025" y="2029550"/>
            <a:ext cx="5066400" cy="2776500"/>
          </a:xfrm>
          <a:prstGeom prst="rect">
            <a:avLst/>
          </a:prstGeom>
          <a:noFill/>
          <a:ln>
            <a:noFill/>
          </a:ln>
        </p:spPr>
        <p:txBody>
          <a:bodyPr spcFirstLastPara="1" wrap="square" lIns="91425" tIns="45700" rIns="91425" bIns="45700" anchor="t" anchorCtr="0">
            <a:noAutofit/>
          </a:bodyPr>
          <a:lstStyle/>
          <a:p>
            <a:pPr marL="457200" lvl="0" indent="-388620" algn="l" rtl="0">
              <a:lnSpc>
                <a:spcPct val="100000"/>
              </a:lnSpc>
              <a:spcBef>
                <a:spcPts val="900"/>
              </a:spcBef>
              <a:spcAft>
                <a:spcPts val="0"/>
              </a:spcAft>
              <a:buSzPts val="2520"/>
              <a:buChar char="●"/>
            </a:pPr>
            <a:r>
              <a:rPr lang="en-GB" dirty="0"/>
              <a:t>Aggregate </a:t>
            </a:r>
            <a:r>
              <a:rPr lang="en-GB" b="1" dirty="0">
                <a:solidFill>
                  <a:schemeClr val="accent2"/>
                </a:solidFill>
              </a:rPr>
              <a:t>n</a:t>
            </a:r>
            <a:r>
              <a:rPr lang="en-GB" dirty="0"/>
              <a:t> disks into </a:t>
            </a:r>
            <a:r>
              <a:rPr lang="en-GB" b="1" dirty="0">
                <a:solidFill>
                  <a:schemeClr val="accent2"/>
                </a:solidFill>
              </a:rPr>
              <a:t>1</a:t>
            </a:r>
            <a:r>
              <a:rPr lang="en-GB" dirty="0"/>
              <a:t> volume</a:t>
            </a:r>
            <a:endParaRPr dirty="0"/>
          </a:p>
          <a:p>
            <a:pPr marL="457200" lvl="0" indent="0" algn="l" rtl="0">
              <a:lnSpc>
                <a:spcPct val="100000"/>
              </a:lnSpc>
              <a:spcBef>
                <a:spcPts val="900"/>
              </a:spcBef>
              <a:spcAft>
                <a:spcPts val="0"/>
              </a:spcAft>
              <a:buSzPts val="2520"/>
              <a:buNone/>
            </a:pPr>
            <a:endParaRPr dirty="0"/>
          </a:p>
          <a:p>
            <a:pPr marL="457200" lvl="0" indent="-388620" algn="l" rtl="0">
              <a:lnSpc>
                <a:spcPct val="100000"/>
              </a:lnSpc>
              <a:spcBef>
                <a:spcPts val="900"/>
              </a:spcBef>
              <a:spcAft>
                <a:spcPts val="0"/>
              </a:spcAft>
              <a:buSzPts val="2520"/>
              <a:buChar char="●"/>
            </a:pPr>
            <a:r>
              <a:rPr lang="en-GB" dirty="0"/>
              <a:t>P = disk with </a:t>
            </a:r>
            <a:r>
              <a:rPr lang="en-GB" b="1" dirty="0">
                <a:solidFill>
                  <a:schemeClr val="accent2"/>
                </a:solidFill>
              </a:rPr>
              <a:t>N</a:t>
            </a:r>
            <a:r>
              <a:rPr lang="en-GB" dirty="0"/>
              <a:t> sectors</a:t>
            </a:r>
            <a:endParaRPr dirty="0"/>
          </a:p>
          <a:p>
            <a:pPr marL="457200" lvl="0" indent="-388620" algn="l" rtl="0">
              <a:lnSpc>
                <a:spcPct val="100000"/>
              </a:lnSpc>
              <a:spcBef>
                <a:spcPts val="0"/>
              </a:spcBef>
              <a:spcAft>
                <a:spcPts val="0"/>
              </a:spcAft>
              <a:buSzPts val="2520"/>
              <a:buChar char="●"/>
            </a:pPr>
            <a:r>
              <a:rPr lang="en-GB" dirty="0"/>
              <a:t>V = disk with </a:t>
            </a:r>
            <a:r>
              <a:rPr lang="en-GB" b="1" dirty="0">
                <a:solidFill>
                  <a:schemeClr val="accent2"/>
                </a:solidFill>
              </a:rPr>
              <a:t>M</a:t>
            </a:r>
            <a:r>
              <a:rPr lang="en-GB" dirty="0"/>
              <a:t> sectors</a:t>
            </a:r>
            <a:endParaRPr dirty="0"/>
          </a:p>
        </p:txBody>
      </p:sp>
      <p:sp>
        <p:nvSpPr>
          <p:cNvPr id="231" name="Google Shape;231;p15"/>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pic>
        <p:nvPicPr>
          <p:cNvPr id="232" name="Google Shape;232;p15"/>
          <p:cNvPicPr preferRelativeResize="0"/>
          <p:nvPr/>
        </p:nvPicPr>
        <p:blipFill rotWithShape="1">
          <a:blip r:embed="rId3">
            <a:alphaModFix/>
          </a:blip>
          <a:srcRect/>
          <a:stretch/>
        </p:blipFill>
        <p:spPr>
          <a:xfrm>
            <a:off x="1211175" y="1564350"/>
            <a:ext cx="2609850" cy="2552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6"/>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RAID: aggregating physical disks into volumes</a:t>
            </a:r>
            <a:endParaRPr/>
          </a:p>
        </p:txBody>
      </p:sp>
      <p:sp>
        <p:nvSpPr>
          <p:cNvPr id="239" name="Google Shape;239;p16"/>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900"/>
              <a:buFont typeface="Arial"/>
              <a:buNone/>
            </a:pPr>
            <a:fld id="{00000000-1234-1234-1234-123412341234}" type="slidenum">
              <a:rPr lang="en-GB"/>
              <a:t>15</a:t>
            </a:fld>
            <a:endParaRPr/>
          </a:p>
        </p:txBody>
      </p:sp>
      <p:pic>
        <p:nvPicPr>
          <p:cNvPr id="240" name="Google Shape;240;p16"/>
          <p:cNvPicPr preferRelativeResize="0"/>
          <p:nvPr/>
        </p:nvPicPr>
        <p:blipFill rotWithShape="1">
          <a:blip r:embed="rId3">
            <a:alphaModFix/>
          </a:blip>
          <a:srcRect/>
          <a:stretch/>
        </p:blipFill>
        <p:spPr>
          <a:xfrm>
            <a:off x="152400" y="1420452"/>
            <a:ext cx="7886700" cy="3164196"/>
          </a:xfrm>
          <a:prstGeom prst="rect">
            <a:avLst/>
          </a:prstGeom>
          <a:noFill/>
          <a:ln>
            <a:noFill/>
          </a:ln>
        </p:spPr>
      </p:pic>
      <p:sp>
        <p:nvSpPr>
          <p:cNvPr id="241" name="Google Shape;241;p16"/>
          <p:cNvSpPr txBox="1"/>
          <p:nvPr/>
        </p:nvSpPr>
        <p:spPr>
          <a:xfrm>
            <a:off x="435650" y="4308800"/>
            <a:ext cx="13440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a:solidFill>
                  <a:schemeClr val="dk1"/>
                </a:solidFill>
                <a:latin typeface="Calibri"/>
                <a:ea typeface="Calibri"/>
                <a:cs typeface="Calibri"/>
                <a:sym typeface="Calibri"/>
              </a:rPr>
              <a:t>M = N * n</a:t>
            </a:r>
            <a:endParaRPr sz="2100" b="1" i="0" u="none" strike="noStrike" cap="none">
              <a:solidFill>
                <a:schemeClr val="dk1"/>
              </a:solidFill>
              <a:latin typeface="Calibri"/>
              <a:ea typeface="Calibri"/>
              <a:cs typeface="Calibri"/>
              <a:sym typeface="Calibri"/>
            </a:endParaRPr>
          </a:p>
        </p:txBody>
      </p:sp>
      <p:sp>
        <p:nvSpPr>
          <p:cNvPr id="242" name="Google Shape;242;p16"/>
          <p:cNvSpPr txBox="1"/>
          <p:nvPr/>
        </p:nvSpPr>
        <p:spPr>
          <a:xfrm>
            <a:off x="2697200" y="4308800"/>
            <a:ext cx="13440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a:solidFill>
                  <a:schemeClr val="dk1"/>
                </a:solidFill>
                <a:latin typeface="Calibri"/>
                <a:ea typeface="Calibri"/>
                <a:cs typeface="Calibri"/>
                <a:sym typeface="Calibri"/>
              </a:rPr>
              <a:t>M = N;n=2</a:t>
            </a:r>
            <a:endParaRPr sz="2100" b="1" i="0" u="none" strike="noStrike" cap="none">
              <a:solidFill>
                <a:schemeClr val="dk1"/>
              </a:solidFill>
              <a:latin typeface="Calibri"/>
              <a:ea typeface="Calibri"/>
              <a:cs typeface="Calibri"/>
              <a:sym typeface="Calibri"/>
            </a:endParaRPr>
          </a:p>
        </p:txBody>
      </p:sp>
      <p:sp>
        <p:nvSpPr>
          <p:cNvPr id="243" name="Google Shape;243;p16"/>
          <p:cNvSpPr txBox="1"/>
          <p:nvPr/>
        </p:nvSpPr>
        <p:spPr>
          <a:xfrm>
            <a:off x="4695125" y="4308800"/>
            <a:ext cx="3315600" cy="5079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dirty="0">
                <a:solidFill>
                  <a:schemeClr val="dk1"/>
                </a:solidFill>
                <a:latin typeface="Calibri"/>
                <a:ea typeface="Calibri"/>
                <a:cs typeface="Calibri"/>
                <a:sym typeface="Calibri"/>
              </a:rPr>
              <a:t>M = N * (n-1) ; n&gt;=3</a:t>
            </a:r>
            <a:endParaRPr sz="2100" b="1" i="0" u="none" strike="noStrike" cap="none" dirty="0">
              <a:solidFill>
                <a:schemeClr val="dk1"/>
              </a:solidFill>
              <a:latin typeface="Calibri"/>
              <a:ea typeface="Calibri"/>
              <a:cs typeface="Calibri"/>
              <a:sym typeface="Calibri"/>
            </a:endParaRPr>
          </a:p>
        </p:txBody>
      </p:sp>
      <p:sp>
        <p:nvSpPr>
          <p:cNvPr id="244" name="Google Shape;244;p16"/>
          <p:cNvSpPr txBox="1"/>
          <p:nvPr/>
        </p:nvSpPr>
        <p:spPr>
          <a:xfrm>
            <a:off x="330850" y="1059525"/>
            <a:ext cx="13440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a:solidFill>
                  <a:schemeClr val="accent2"/>
                </a:solidFill>
                <a:latin typeface="Calibri"/>
                <a:ea typeface="Calibri"/>
                <a:cs typeface="Calibri"/>
                <a:sym typeface="Calibri"/>
              </a:rPr>
              <a:t>Striping</a:t>
            </a:r>
            <a:endParaRPr sz="2100" b="1" i="0" u="none" strike="noStrike" cap="none">
              <a:solidFill>
                <a:schemeClr val="accent2"/>
              </a:solidFill>
              <a:latin typeface="Calibri"/>
              <a:ea typeface="Calibri"/>
              <a:cs typeface="Calibri"/>
              <a:sym typeface="Calibri"/>
            </a:endParaRPr>
          </a:p>
        </p:txBody>
      </p:sp>
      <p:sp>
        <p:nvSpPr>
          <p:cNvPr id="245" name="Google Shape;245;p16"/>
          <p:cNvSpPr txBox="1"/>
          <p:nvPr/>
        </p:nvSpPr>
        <p:spPr>
          <a:xfrm>
            <a:off x="2515275" y="1059525"/>
            <a:ext cx="13440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a:solidFill>
                  <a:schemeClr val="accent2"/>
                </a:solidFill>
                <a:latin typeface="Calibri"/>
                <a:ea typeface="Calibri"/>
                <a:cs typeface="Calibri"/>
                <a:sym typeface="Calibri"/>
              </a:rPr>
              <a:t>Mirroring</a:t>
            </a:r>
            <a:endParaRPr sz="2100" b="1" i="0" u="none" strike="noStrike" cap="none">
              <a:solidFill>
                <a:schemeClr val="accent2"/>
              </a:solidFill>
              <a:latin typeface="Calibri"/>
              <a:ea typeface="Calibri"/>
              <a:cs typeface="Calibri"/>
              <a:sym typeface="Calibri"/>
            </a:endParaRPr>
          </a:p>
        </p:txBody>
      </p:sp>
      <p:sp>
        <p:nvSpPr>
          <p:cNvPr id="246" name="Google Shape;246;p16"/>
          <p:cNvSpPr txBox="1"/>
          <p:nvPr/>
        </p:nvSpPr>
        <p:spPr>
          <a:xfrm>
            <a:off x="4699700" y="1089750"/>
            <a:ext cx="3272400" cy="507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GB" sz="2100" b="1" i="0" u="none" strike="noStrike" cap="none">
                <a:solidFill>
                  <a:schemeClr val="accent2"/>
                </a:solidFill>
                <a:latin typeface="Calibri"/>
                <a:ea typeface="Calibri"/>
                <a:cs typeface="Calibri"/>
                <a:sym typeface="Calibri"/>
              </a:rPr>
              <a:t>Distributed Parity encoding</a:t>
            </a:r>
            <a:endParaRPr sz="2100" b="1" i="0" u="none" strike="noStrike" cap="none">
              <a:solidFill>
                <a:schemeClr val="accent2"/>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So, which is better ? </a:t>
            </a:r>
            <a:endParaRPr/>
          </a:p>
        </p:txBody>
      </p:sp>
      <p:sp>
        <p:nvSpPr>
          <p:cNvPr id="253" name="Google Shape;253;p17"/>
          <p:cNvSpPr txBox="1">
            <a:spLocks noGrp="1"/>
          </p:cNvSpPr>
          <p:nvPr>
            <p:ph type="ftr" idx="11"/>
          </p:nvPr>
        </p:nvSpPr>
        <p:spPr>
          <a:xfrm>
            <a:off x="0" y="4896534"/>
            <a:ext cx="3654300" cy="221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900"/>
              <a:buFont typeface="Arial"/>
              <a:buNone/>
            </a:pPr>
            <a:fld id="{00000000-1234-1234-1234-123412341234}" type="slidenum">
              <a:rPr lang="en-GB"/>
              <a:t>16</a:t>
            </a:fld>
            <a:endParaRPr/>
          </a:p>
        </p:txBody>
      </p:sp>
      <p:pic>
        <p:nvPicPr>
          <p:cNvPr id="254" name="Google Shape;254;p17"/>
          <p:cNvPicPr preferRelativeResize="0"/>
          <p:nvPr/>
        </p:nvPicPr>
        <p:blipFill rotWithShape="1">
          <a:blip r:embed="rId3">
            <a:alphaModFix/>
          </a:blip>
          <a:srcRect/>
          <a:stretch/>
        </p:blipFill>
        <p:spPr>
          <a:xfrm>
            <a:off x="1483400" y="1426419"/>
            <a:ext cx="5457825" cy="2171700"/>
          </a:xfrm>
          <a:prstGeom prst="rect">
            <a:avLst/>
          </a:prstGeom>
          <a:noFill/>
          <a:ln>
            <a:noFill/>
          </a:ln>
        </p:spPr>
      </p:pic>
      <p:sp>
        <p:nvSpPr>
          <p:cNvPr id="255" name="Google Shape;255;p17"/>
          <p:cNvSpPr txBox="1"/>
          <p:nvPr/>
        </p:nvSpPr>
        <p:spPr>
          <a:xfrm>
            <a:off x="786375" y="4071050"/>
            <a:ext cx="73773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A: (hint:) there is nearly always a trade-off in computer systems. </a:t>
            </a:r>
            <a:endParaRPr sz="21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9"/>
          <p:cNvSpPr txBox="1">
            <a:spLocks noGrp="1"/>
          </p:cNvSpPr>
          <p:nvPr>
            <p:ph type="ctrTitle"/>
          </p:nvPr>
        </p:nvSpPr>
        <p:spPr>
          <a:xfrm>
            <a:off x="1473588" y="1937888"/>
            <a:ext cx="6196800" cy="13758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rgbClr val="1E4E79"/>
              </a:buClr>
              <a:buSzPts val="3800"/>
              <a:buFont typeface="Book Antiqua"/>
              <a:buNone/>
            </a:pPr>
            <a:r>
              <a:rPr lang="en-GB" sz="4100" b="1">
                <a:solidFill>
                  <a:srgbClr val="1E4E79"/>
                </a:solidFill>
                <a:latin typeface="Book Antiqua"/>
                <a:ea typeface="Book Antiqua"/>
                <a:cs typeface="Book Antiqua"/>
                <a:sym typeface="Book Antiqua"/>
              </a:rPr>
              <a:t>Emulation</a:t>
            </a:r>
            <a:endParaRPr sz="4100" b="1">
              <a:solidFill>
                <a:srgbClr val="1E4E79"/>
              </a:solidFill>
              <a:latin typeface="Book Antiqua"/>
              <a:ea typeface="Book Antiqua"/>
              <a:cs typeface="Book Antiqua"/>
              <a:sym typeface="Book Antiqua"/>
            </a:endParaRPr>
          </a:p>
        </p:txBody>
      </p:sp>
      <p:sp>
        <p:nvSpPr>
          <p:cNvPr id="262" name="Google Shape;262;p19"/>
          <p:cNvSpPr txBox="1">
            <a:spLocks noGrp="1"/>
          </p:cNvSpPr>
          <p:nvPr>
            <p:ph type="ftr" idx="11"/>
          </p:nvPr>
        </p:nvSpPr>
        <p:spPr>
          <a:xfrm>
            <a:off x="0" y="4896534"/>
            <a:ext cx="3654300" cy="2214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GB"/>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0"/>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Virtualization via </a:t>
            </a:r>
            <a:r>
              <a:rPr lang="en-GB" sz="2700" b="1">
                <a:solidFill>
                  <a:schemeClr val="accent2"/>
                </a:solidFill>
                <a:latin typeface="Book Antiqua"/>
                <a:ea typeface="Book Antiqua"/>
                <a:cs typeface="Book Antiqua"/>
                <a:sym typeface="Book Antiqua"/>
              </a:rPr>
              <a:t>emulation</a:t>
            </a:r>
            <a:endParaRPr b="1">
              <a:solidFill>
                <a:schemeClr val="accent2"/>
              </a:solidFill>
            </a:endParaRPr>
          </a:p>
        </p:txBody>
      </p:sp>
      <p:sp>
        <p:nvSpPr>
          <p:cNvPr id="269" name="Google Shape;269;p20"/>
          <p:cNvSpPr txBox="1">
            <a:spLocks noGrp="1"/>
          </p:cNvSpPr>
          <p:nvPr>
            <p:ph type="body" idx="1"/>
          </p:nvPr>
        </p:nvSpPr>
        <p:spPr>
          <a:xfrm>
            <a:off x="3758700" y="1611925"/>
            <a:ext cx="5260800" cy="3194400"/>
          </a:xfrm>
          <a:prstGeom prst="rect">
            <a:avLst/>
          </a:prstGeom>
          <a:noFill/>
          <a:ln>
            <a:noFill/>
          </a:ln>
        </p:spPr>
        <p:txBody>
          <a:bodyPr spcFirstLastPara="1" wrap="square" lIns="91425" tIns="45700" rIns="91425" bIns="45700" anchor="t" anchorCtr="0">
            <a:normAutofit/>
          </a:bodyPr>
          <a:lstStyle/>
          <a:p>
            <a:pPr marL="457200" lvl="0" indent="-363220" algn="l" rtl="0">
              <a:lnSpc>
                <a:spcPct val="90000"/>
              </a:lnSpc>
              <a:spcBef>
                <a:spcPts val="900"/>
              </a:spcBef>
              <a:spcAft>
                <a:spcPts val="0"/>
              </a:spcAft>
              <a:buSzPts val="2120"/>
              <a:buChar char="●"/>
            </a:pPr>
            <a:r>
              <a:rPr lang="en-GB" sz="1900"/>
              <a:t>Sometimes there is no physical X, or a different physical X in the same category</a:t>
            </a:r>
            <a:endParaRPr sz="1900"/>
          </a:p>
          <a:p>
            <a:pPr marL="914400" lvl="1" indent="-317500" algn="l" rtl="0">
              <a:lnSpc>
                <a:spcPct val="90000"/>
              </a:lnSpc>
              <a:spcBef>
                <a:spcPts val="0"/>
              </a:spcBef>
              <a:spcAft>
                <a:spcPts val="0"/>
              </a:spcAft>
              <a:buSzPts val="1400"/>
              <a:buChar char="○"/>
            </a:pPr>
            <a:r>
              <a:rPr lang="en-GB" sz="1900"/>
              <a:t>Category: CPU of a given architecture, block storage, Ethernet NIC, etc.</a:t>
            </a:r>
            <a:endParaRPr sz="1900"/>
          </a:p>
          <a:p>
            <a:pPr marL="0" lvl="0" indent="0" algn="l" rtl="0">
              <a:lnSpc>
                <a:spcPct val="90000"/>
              </a:lnSpc>
              <a:spcBef>
                <a:spcPts val="0"/>
              </a:spcBef>
              <a:spcAft>
                <a:spcPts val="0"/>
              </a:spcAft>
              <a:buNone/>
            </a:pPr>
            <a:endParaRPr sz="1900"/>
          </a:p>
          <a:p>
            <a:pPr marL="457200" lvl="0" indent="-363220" algn="l" rtl="0">
              <a:lnSpc>
                <a:spcPct val="90000"/>
              </a:lnSpc>
              <a:spcBef>
                <a:spcPts val="0"/>
              </a:spcBef>
              <a:spcAft>
                <a:spcPts val="0"/>
              </a:spcAft>
              <a:buSzPts val="2120"/>
              <a:buChar char="●"/>
            </a:pPr>
            <a:r>
              <a:rPr lang="en-GB" sz="1900"/>
              <a:t>Idea: </a:t>
            </a:r>
            <a:r>
              <a:rPr lang="en-GB" sz="1900" b="1">
                <a:solidFill>
                  <a:schemeClr val="accent2"/>
                </a:solidFill>
              </a:rPr>
              <a:t>use software</a:t>
            </a:r>
            <a:r>
              <a:rPr lang="en-GB" sz="1900"/>
              <a:t> to emulate a resource different from the underlying resource</a:t>
            </a:r>
            <a:endParaRPr sz="1900"/>
          </a:p>
          <a:p>
            <a:pPr marL="457200" lvl="0" indent="-363220" algn="l" rtl="0">
              <a:lnSpc>
                <a:spcPct val="90000"/>
              </a:lnSpc>
              <a:spcBef>
                <a:spcPts val="0"/>
              </a:spcBef>
              <a:spcAft>
                <a:spcPts val="0"/>
              </a:spcAft>
              <a:buSzPts val="2120"/>
              <a:buChar char="●"/>
            </a:pPr>
            <a:r>
              <a:rPr lang="en-GB" sz="1900" b="1">
                <a:solidFill>
                  <a:schemeClr val="accent2"/>
                </a:solidFill>
              </a:rPr>
              <a:t>Expose it within the OS</a:t>
            </a:r>
            <a:r>
              <a:rPr lang="en-GB" sz="1900"/>
              <a:t> as a virtual resource</a:t>
            </a:r>
            <a:endParaRPr sz="1900"/>
          </a:p>
        </p:txBody>
      </p:sp>
      <p:sp>
        <p:nvSpPr>
          <p:cNvPr id="270" name="Google Shape;270;p20"/>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pic>
        <p:nvPicPr>
          <p:cNvPr id="271" name="Google Shape;271;p20"/>
          <p:cNvPicPr preferRelativeResize="0"/>
          <p:nvPr/>
        </p:nvPicPr>
        <p:blipFill rotWithShape="1">
          <a:blip r:embed="rId3">
            <a:alphaModFix/>
          </a:blip>
          <a:srcRect/>
          <a:stretch/>
        </p:blipFill>
        <p:spPr>
          <a:xfrm>
            <a:off x="1211175" y="1564350"/>
            <a:ext cx="2609850" cy="2552700"/>
          </a:xfrm>
          <a:prstGeom prst="rect">
            <a:avLst/>
          </a:prstGeom>
          <a:noFill/>
          <a:ln>
            <a:noFill/>
          </a:ln>
        </p:spPr>
      </p:pic>
      <p:sp>
        <p:nvSpPr>
          <p:cNvPr id="272" name="Google Shape;272;p20"/>
          <p:cNvSpPr txBox="1"/>
          <p:nvPr/>
        </p:nvSpPr>
        <p:spPr>
          <a:xfrm>
            <a:off x="72525" y="2684650"/>
            <a:ext cx="3442500" cy="507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GB" sz="2100" b="1" i="0" u="none" strike="noStrike" cap="none">
                <a:solidFill>
                  <a:schemeClr val="accent2"/>
                </a:solidFill>
                <a:latin typeface="Calibri"/>
                <a:ea typeface="Calibri"/>
                <a:cs typeface="Calibri"/>
                <a:sym typeface="Calibri"/>
              </a:rPr>
              <a:t>Software</a:t>
            </a:r>
            <a:endParaRPr sz="2100" b="1" i="0" u="none" strike="noStrike" cap="none">
              <a:solidFill>
                <a:schemeClr val="accent2"/>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1"/>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Virtualization via emulation</a:t>
            </a:r>
            <a:endParaRPr/>
          </a:p>
        </p:txBody>
      </p:sp>
      <p:sp>
        <p:nvSpPr>
          <p:cNvPr id="279" name="Google Shape;279;p21"/>
          <p:cNvSpPr txBox="1">
            <a:spLocks noGrp="1"/>
          </p:cNvSpPr>
          <p:nvPr>
            <p:ph type="body" idx="1"/>
          </p:nvPr>
        </p:nvSpPr>
        <p:spPr>
          <a:xfrm>
            <a:off x="429650" y="980875"/>
            <a:ext cx="8560500" cy="3825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900"/>
              </a:spcBef>
              <a:spcAft>
                <a:spcPts val="0"/>
              </a:spcAft>
              <a:buSzPts val="2520"/>
              <a:buNone/>
            </a:pPr>
            <a:r>
              <a:rPr lang="en-GB" sz="2200" dirty="0"/>
              <a:t>Examples:</a:t>
            </a:r>
            <a:endParaRPr sz="2200" dirty="0"/>
          </a:p>
          <a:p>
            <a:pPr marL="457200" lvl="0" indent="-382270" algn="l" rtl="0">
              <a:lnSpc>
                <a:spcPct val="90000"/>
              </a:lnSpc>
              <a:spcBef>
                <a:spcPts val="900"/>
              </a:spcBef>
              <a:spcAft>
                <a:spcPts val="0"/>
              </a:spcAft>
              <a:buSzPts val="2420"/>
              <a:buChar char="●"/>
            </a:pPr>
            <a:r>
              <a:rPr lang="en-GB" sz="2200" dirty="0"/>
              <a:t>A </a:t>
            </a:r>
            <a:r>
              <a:rPr lang="en-GB" sz="2200" b="1" dirty="0">
                <a:solidFill>
                  <a:schemeClr val="accent2"/>
                </a:solidFill>
              </a:rPr>
              <a:t>RAM disk</a:t>
            </a:r>
            <a:r>
              <a:rPr lang="en-GB" sz="2200" dirty="0"/>
              <a:t>: P=DRAM, V=disk to mount a filesystem (/</a:t>
            </a:r>
            <a:r>
              <a:rPr lang="en-GB" sz="2200" dirty="0" err="1"/>
              <a:t>tmp</a:t>
            </a:r>
            <a:r>
              <a:rPr lang="en-GB" sz="2200" dirty="0"/>
              <a:t>)</a:t>
            </a:r>
            <a:endParaRPr sz="2200" dirty="0"/>
          </a:p>
          <a:p>
            <a:pPr marL="457200" lvl="0" indent="-382270" algn="l" rtl="0">
              <a:lnSpc>
                <a:spcPct val="90000"/>
              </a:lnSpc>
              <a:spcBef>
                <a:spcPts val="0"/>
              </a:spcBef>
              <a:spcAft>
                <a:spcPts val="0"/>
              </a:spcAft>
              <a:buSzPts val="2420"/>
              <a:buChar char="●"/>
            </a:pPr>
            <a:r>
              <a:rPr lang="en-GB" sz="2200" dirty="0"/>
              <a:t>A </a:t>
            </a:r>
            <a:r>
              <a:rPr lang="en-GB" sz="2200" b="1" dirty="0">
                <a:solidFill>
                  <a:schemeClr val="accent2"/>
                </a:solidFill>
              </a:rPr>
              <a:t>Java Virtual Machine</a:t>
            </a:r>
            <a:r>
              <a:rPr lang="en-GB" sz="2200" dirty="0"/>
              <a:t>: P=x86-64 or Arm CPU; V=Java byte code processor</a:t>
            </a:r>
            <a:endParaRPr sz="2200" dirty="0"/>
          </a:p>
          <a:p>
            <a:pPr marL="457200" lvl="0" indent="-382270" algn="l" rtl="0">
              <a:lnSpc>
                <a:spcPct val="90000"/>
              </a:lnSpc>
              <a:spcBef>
                <a:spcPts val="0"/>
              </a:spcBef>
              <a:spcAft>
                <a:spcPts val="0"/>
              </a:spcAft>
              <a:buSzPts val="2420"/>
              <a:buChar char="●"/>
            </a:pPr>
            <a:r>
              <a:rPr lang="en-GB" sz="2200" dirty="0"/>
              <a:t>Apple Rosetta - dynamic cross-architectural translation </a:t>
            </a:r>
            <a:endParaRPr sz="2200" dirty="0"/>
          </a:p>
          <a:p>
            <a:pPr marL="914400" lvl="1" indent="-336550" algn="l" rtl="0">
              <a:lnSpc>
                <a:spcPct val="90000"/>
              </a:lnSpc>
              <a:spcBef>
                <a:spcPts val="0"/>
              </a:spcBef>
              <a:spcAft>
                <a:spcPts val="0"/>
              </a:spcAft>
              <a:buSzPts val="1700"/>
              <a:buChar char="○"/>
            </a:pPr>
            <a:r>
              <a:rPr lang="en-GB" sz="2200" dirty="0"/>
              <a:t>P = x86-64 core; V = PowerPC processor (in 2006)</a:t>
            </a:r>
            <a:endParaRPr sz="2200" dirty="0"/>
          </a:p>
          <a:p>
            <a:pPr marL="914400" lvl="1" indent="-336550" algn="l" rtl="0">
              <a:lnSpc>
                <a:spcPct val="90000"/>
              </a:lnSpc>
              <a:spcBef>
                <a:spcPts val="0"/>
              </a:spcBef>
              <a:spcAft>
                <a:spcPts val="0"/>
              </a:spcAft>
              <a:buSzPts val="1700"/>
              <a:buChar char="○"/>
            </a:pPr>
            <a:r>
              <a:rPr lang="en-GB" sz="2200" dirty="0"/>
              <a:t>P = Arm v8; V = x86-64 processor (in 2020) </a:t>
            </a:r>
            <a:endParaRPr sz="2200" dirty="0"/>
          </a:p>
          <a:p>
            <a:pPr marL="457200" lvl="0" indent="-382270" algn="l" rtl="0">
              <a:lnSpc>
                <a:spcPct val="90000"/>
              </a:lnSpc>
              <a:spcBef>
                <a:spcPts val="0"/>
              </a:spcBef>
              <a:spcAft>
                <a:spcPts val="0"/>
              </a:spcAft>
              <a:buSzPts val="2420"/>
              <a:buChar char="●"/>
            </a:pPr>
            <a:r>
              <a:rPr lang="en-GB" sz="2200" dirty="0"/>
              <a:t>127.0.0.1 (localhost interface)</a:t>
            </a:r>
            <a:endParaRPr sz="2200" dirty="0"/>
          </a:p>
          <a:p>
            <a:pPr marL="914400" lvl="1" indent="-336550" algn="l" rtl="0">
              <a:lnSpc>
                <a:spcPct val="90000"/>
              </a:lnSpc>
              <a:spcBef>
                <a:spcPts val="0"/>
              </a:spcBef>
              <a:spcAft>
                <a:spcPts val="0"/>
              </a:spcAft>
              <a:buSzPts val="1700"/>
              <a:buChar char="○"/>
            </a:pPr>
            <a:r>
              <a:rPr lang="en-GB" sz="2200" dirty="0"/>
              <a:t>P = &lt;none&gt;; </a:t>
            </a:r>
            <a:br>
              <a:rPr lang="en-GB" sz="2200" dirty="0"/>
            </a:br>
            <a:r>
              <a:rPr lang="en-GB" sz="2200" dirty="0"/>
              <a:t>V = a virtual ethernet interface (to if-up IPv4 localhost)</a:t>
            </a:r>
            <a:endParaRPr sz="2200" dirty="0"/>
          </a:p>
        </p:txBody>
      </p:sp>
      <p:sp>
        <p:nvSpPr>
          <p:cNvPr id="280" name="Google Shape;280;p21"/>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9">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2"/>
          <p:cNvSpPr txBox="1">
            <a:spLocks noGrp="1"/>
          </p:cNvSpPr>
          <p:nvPr>
            <p:ph type="ctrTitle"/>
          </p:nvPr>
        </p:nvSpPr>
        <p:spPr>
          <a:xfrm>
            <a:off x="0" y="1247086"/>
            <a:ext cx="9144000" cy="13758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rgbClr val="1E4E79"/>
              </a:buClr>
              <a:buSzPts val="3800"/>
              <a:buFont typeface="Book Antiqua"/>
              <a:buNone/>
            </a:pPr>
            <a:endParaRPr sz="4100" b="1">
              <a:solidFill>
                <a:srgbClr val="1E4E79"/>
              </a:solidFill>
              <a:latin typeface="Book Antiqua"/>
              <a:ea typeface="Book Antiqua"/>
              <a:cs typeface="Book Antiqua"/>
              <a:sym typeface="Book Antiqua"/>
            </a:endParaRPr>
          </a:p>
          <a:p>
            <a:pPr marL="0" lvl="0" indent="0" algn="ctr" rtl="0">
              <a:lnSpc>
                <a:spcPct val="90000"/>
              </a:lnSpc>
              <a:spcBef>
                <a:spcPts val="0"/>
              </a:spcBef>
              <a:spcAft>
                <a:spcPts val="0"/>
              </a:spcAft>
              <a:buClr>
                <a:srgbClr val="1E4E79"/>
              </a:buClr>
              <a:buSzPts val="3800"/>
              <a:buFont typeface="Book Antiqua"/>
              <a:buNone/>
            </a:pPr>
            <a:r>
              <a:rPr lang="en-GB" sz="4100">
                <a:solidFill>
                  <a:srgbClr val="1E4E79"/>
                </a:solidFill>
                <a:latin typeface="Book Antiqua"/>
                <a:ea typeface="Book Antiqua"/>
                <a:cs typeface="Book Antiqua"/>
                <a:sym typeface="Book Antiqua"/>
              </a:rPr>
              <a:t>Putting it all together:</a:t>
            </a:r>
            <a:endParaRPr sz="4100">
              <a:solidFill>
                <a:srgbClr val="1E4E79"/>
              </a:solidFill>
              <a:latin typeface="Book Antiqua"/>
              <a:ea typeface="Book Antiqua"/>
              <a:cs typeface="Book Antiqua"/>
              <a:sym typeface="Book Antiqua"/>
            </a:endParaRPr>
          </a:p>
          <a:p>
            <a:pPr marL="0" lvl="0" indent="0" algn="ctr" rtl="0">
              <a:lnSpc>
                <a:spcPct val="90000"/>
              </a:lnSpc>
              <a:spcBef>
                <a:spcPts val="0"/>
              </a:spcBef>
              <a:spcAft>
                <a:spcPts val="0"/>
              </a:spcAft>
              <a:buClr>
                <a:srgbClr val="1E4E79"/>
              </a:buClr>
              <a:buSzPts val="3800"/>
              <a:buFont typeface="Book Antiqua"/>
              <a:buNone/>
            </a:pPr>
            <a:r>
              <a:rPr lang="en-GB" sz="4100" b="1">
                <a:solidFill>
                  <a:srgbClr val="1E4E79"/>
                </a:solidFill>
                <a:latin typeface="Book Antiqua"/>
                <a:ea typeface="Book Antiqua"/>
                <a:cs typeface="Book Antiqua"/>
                <a:sym typeface="Book Antiqua"/>
              </a:rPr>
              <a:t>Virtual </a:t>
            </a:r>
            <a:r>
              <a:rPr lang="en-GB" sz="4100">
                <a:solidFill>
                  <a:srgbClr val="1E4E79"/>
                </a:solidFill>
                <a:latin typeface="Book Antiqua"/>
                <a:ea typeface="Book Antiqua"/>
                <a:cs typeface="Book Antiqua"/>
                <a:sym typeface="Book Antiqua"/>
              </a:rPr>
              <a:t>M</a:t>
            </a:r>
            <a:r>
              <a:rPr lang="en-GB" sz="4100" b="1">
                <a:solidFill>
                  <a:srgbClr val="1E4E79"/>
                </a:solidFill>
                <a:latin typeface="Book Antiqua"/>
                <a:ea typeface="Book Antiqua"/>
                <a:cs typeface="Book Antiqua"/>
                <a:sym typeface="Book Antiqua"/>
              </a:rPr>
              <a:t>achines</a:t>
            </a:r>
            <a:endParaRPr sz="4100" b="1">
              <a:solidFill>
                <a:srgbClr val="1E4E79"/>
              </a:solidFill>
              <a:latin typeface="Book Antiqua"/>
              <a:ea typeface="Book Antiqua"/>
              <a:cs typeface="Book Antiqua"/>
              <a:sym typeface="Book Antiqua"/>
            </a:endParaRPr>
          </a:p>
        </p:txBody>
      </p:sp>
      <p:sp>
        <p:nvSpPr>
          <p:cNvPr id="287" name="Google Shape;287;p22"/>
          <p:cNvSpPr txBox="1">
            <a:spLocks noGrp="1"/>
          </p:cNvSpPr>
          <p:nvPr>
            <p:ph type="subTitle" idx="1"/>
          </p:nvPr>
        </p:nvSpPr>
        <p:spPr>
          <a:xfrm>
            <a:off x="1031981" y="2951063"/>
            <a:ext cx="7080000" cy="1063800"/>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rgbClr val="595959"/>
              </a:buClr>
              <a:buSzPts val="3400"/>
              <a:buNone/>
            </a:pPr>
            <a:endParaRPr sz="3400" b="1">
              <a:solidFill>
                <a:srgbClr val="595959"/>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 Machines</a:t>
            </a:r>
            <a:endParaRPr/>
          </a:p>
        </p:txBody>
      </p:sp>
      <p:sp>
        <p:nvSpPr>
          <p:cNvPr id="294" name="Google Shape;294;p23"/>
          <p:cNvSpPr txBox="1">
            <a:spLocks noGrp="1"/>
          </p:cNvSpPr>
          <p:nvPr>
            <p:ph type="body" idx="1"/>
          </p:nvPr>
        </p:nvSpPr>
        <p:spPr>
          <a:xfrm>
            <a:off x="429650" y="3819499"/>
            <a:ext cx="8502000" cy="9867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00000"/>
              </a:lnSpc>
              <a:spcBef>
                <a:spcPts val="900"/>
              </a:spcBef>
              <a:spcAft>
                <a:spcPts val="0"/>
              </a:spcAft>
              <a:buSzPct val="109565"/>
              <a:buNone/>
            </a:pPr>
            <a:r>
              <a:rPr lang="en-GB"/>
              <a:t>Apply virtualization principle to</a:t>
            </a:r>
            <a:r>
              <a:rPr lang="en-GB" b="1">
                <a:solidFill>
                  <a:schemeClr val="accent2"/>
                </a:solidFill>
              </a:rPr>
              <a:t> an entire computer system</a:t>
            </a:r>
            <a:endParaRPr b="1">
              <a:solidFill>
                <a:schemeClr val="accent2"/>
              </a:solidFill>
            </a:endParaRPr>
          </a:p>
          <a:p>
            <a:pPr marL="457200" lvl="0" indent="-364617" algn="l" rtl="0">
              <a:lnSpc>
                <a:spcPct val="100000"/>
              </a:lnSpc>
              <a:spcBef>
                <a:spcPts val="900"/>
              </a:spcBef>
              <a:spcAft>
                <a:spcPts val="0"/>
              </a:spcAft>
              <a:buSzPct val="109565"/>
              <a:buChar char="●"/>
            </a:pPr>
            <a:r>
              <a:rPr lang="en-GB"/>
              <a:t>P = computer system</a:t>
            </a:r>
            <a:endParaRPr/>
          </a:p>
          <a:p>
            <a:pPr marL="457200" lvl="0" indent="-364617" algn="l" rtl="0">
              <a:lnSpc>
                <a:spcPct val="100000"/>
              </a:lnSpc>
              <a:spcBef>
                <a:spcPts val="0"/>
              </a:spcBef>
              <a:spcAft>
                <a:spcPts val="0"/>
              </a:spcAft>
              <a:buSzPct val="109565"/>
              <a:buChar char="●"/>
            </a:pPr>
            <a:r>
              <a:rPr lang="en-GB"/>
              <a:t>V = computer system (== </a:t>
            </a:r>
            <a:r>
              <a:rPr lang="en-GB" b="1">
                <a:solidFill>
                  <a:schemeClr val="accent2"/>
                </a:solidFill>
              </a:rPr>
              <a:t>virtual machine</a:t>
            </a:r>
            <a:r>
              <a:rPr lang="en-GB"/>
              <a:t>)</a:t>
            </a:r>
            <a:endParaRPr/>
          </a:p>
        </p:txBody>
      </p:sp>
      <p:sp>
        <p:nvSpPr>
          <p:cNvPr id="295" name="Google Shape;295;p23"/>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pic>
        <p:nvPicPr>
          <p:cNvPr id="296" name="Google Shape;296;p23"/>
          <p:cNvPicPr preferRelativeResize="0"/>
          <p:nvPr/>
        </p:nvPicPr>
        <p:blipFill rotWithShape="1">
          <a:blip r:embed="rId3">
            <a:alphaModFix/>
          </a:blip>
          <a:srcRect/>
          <a:stretch/>
        </p:blipFill>
        <p:spPr>
          <a:xfrm>
            <a:off x="1815850" y="877300"/>
            <a:ext cx="5752726" cy="2779275"/>
          </a:xfrm>
          <a:prstGeom prst="rect">
            <a:avLst/>
          </a:prstGeom>
          <a:noFill/>
          <a:ln>
            <a:noFill/>
          </a:ln>
        </p:spPr>
      </p:pic>
      <p:sp>
        <p:nvSpPr>
          <p:cNvPr id="297" name="Google Shape;297;p23"/>
          <p:cNvSpPr/>
          <p:nvPr/>
        </p:nvSpPr>
        <p:spPr>
          <a:xfrm>
            <a:off x="5670300" y="3009725"/>
            <a:ext cx="420900" cy="1578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4"/>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Why virtual machines  ?</a:t>
            </a:r>
            <a:endParaRPr/>
          </a:p>
        </p:txBody>
      </p:sp>
      <p:sp>
        <p:nvSpPr>
          <p:cNvPr id="304" name="Google Shape;304;p24"/>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
        <p:nvSpPr>
          <p:cNvPr id="305" name="Google Shape;305;p24"/>
          <p:cNvSpPr txBox="1">
            <a:spLocks noGrp="1"/>
          </p:cNvSpPr>
          <p:nvPr>
            <p:ph type="body" idx="1"/>
          </p:nvPr>
        </p:nvSpPr>
        <p:spPr>
          <a:xfrm>
            <a:off x="429650" y="980875"/>
            <a:ext cx="7647600" cy="38253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900"/>
              </a:spcBef>
              <a:spcAft>
                <a:spcPts val="0"/>
              </a:spcAft>
              <a:buSzPct val="109565"/>
              <a:buNone/>
            </a:pPr>
            <a:r>
              <a:rPr lang="en-GB"/>
              <a:t>Very popular in the very early days of computing (60’s, 70’s) </a:t>
            </a:r>
            <a:endParaRPr/>
          </a:p>
          <a:p>
            <a:pPr marL="457200" lvl="0" indent="-376618" algn="l" rtl="0">
              <a:lnSpc>
                <a:spcPct val="100000"/>
              </a:lnSpc>
              <a:spcBef>
                <a:spcPts val="900"/>
              </a:spcBef>
              <a:spcAft>
                <a:spcPts val="0"/>
              </a:spcAft>
              <a:buSzPct val="109565"/>
              <a:buChar char="●"/>
            </a:pPr>
            <a:r>
              <a:rPr lang="en-GB"/>
              <a:t>Hardware was expensive</a:t>
            </a:r>
            <a:endParaRPr/>
          </a:p>
          <a:p>
            <a:pPr marL="457200" lvl="0" indent="-376618" algn="l" rtl="0">
              <a:lnSpc>
                <a:spcPct val="100000"/>
              </a:lnSpc>
              <a:spcBef>
                <a:spcPts val="0"/>
              </a:spcBef>
              <a:spcAft>
                <a:spcPts val="0"/>
              </a:spcAft>
              <a:buSzPct val="109565"/>
              <a:buChar char="●"/>
            </a:pPr>
            <a:r>
              <a:rPr lang="en-GB"/>
              <a:t>Operating systems were primitive (pre-MULTICS)</a:t>
            </a:r>
            <a:br>
              <a:rPr lang="en-GB"/>
            </a:br>
            <a:endParaRPr/>
          </a:p>
          <a:p>
            <a:pPr marL="0" lvl="0" indent="0" algn="l" rtl="0">
              <a:lnSpc>
                <a:spcPct val="100000"/>
              </a:lnSpc>
              <a:spcBef>
                <a:spcPts val="900"/>
              </a:spcBef>
              <a:spcAft>
                <a:spcPts val="0"/>
              </a:spcAft>
              <a:buSzPct val="109565"/>
              <a:buNone/>
            </a:pPr>
            <a:r>
              <a:rPr lang="en-GB"/>
              <a:t>Back in favor since 2000</a:t>
            </a:r>
            <a:endParaRPr/>
          </a:p>
          <a:p>
            <a:pPr marL="457200" lvl="0" indent="-376618" algn="l" rtl="0">
              <a:lnSpc>
                <a:spcPct val="100000"/>
              </a:lnSpc>
              <a:spcBef>
                <a:spcPts val="900"/>
              </a:spcBef>
              <a:spcAft>
                <a:spcPts val="0"/>
              </a:spcAft>
              <a:buSzPct val="109565"/>
              <a:buChar char="●"/>
            </a:pPr>
            <a:r>
              <a:rPr lang="en-GB"/>
              <a:t>To ensure compatibility with the OS of choice</a:t>
            </a:r>
            <a:endParaRPr/>
          </a:p>
          <a:p>
            <a:pPr marL="457200" lvl="0" indent="-376618" algn="l" rtl="0">
              <a:lnSpc>
                <a:spcPct val="100000"/>
              </a:lnSpc>
              <a:spcBef>
                <a:spcPts val="0"/>
              </a:spcBef>
              <a:spcAft>
                <a:spcPts val="0"/>
              </a:spcAft>
              <a:buSzPct val="109565"/>
              <a:buChar char="●"/>
            </a:pPr>
            <a:r>
              <a:rPr lang="en-GB"/>
              <a:t>To consolidate servers</a:t>
            </a:r>
            <a:endParaRPr/>
          </a:p>
          <a:p>
            <a:pPr marL="457200" lvl="0" indent="-376618" algn="l" rtl="0">
              <a:lnSpc>
                <a:spcPct val="100000"/>
              </a:lnSpc>
              <a:spcBef>
                <a:spcPts val="0"/>
              </a:spcBef>
              <a:spcAft>
                <a:spcPts val="0"/>
              </a:spcAft>
              <a:buSzPct val="109565"/>
              <a:buChar char="●"/>
            </a:pPr>
            <a:r>
              <a:rPr lang="en-GB"/>
              <a:t>As a foundation for multi-tenancy (different owners) </a:t>
            </a:r>
            <a:endParaRPr/>
          </a:p>
          <a:p>
            <a:pPr marL="457200" lvl="0" indent="-376618" algn="l" rtl="0">
              <a:lnSpc>
                <a:spcPct val="100000"/>
              </a:lnSpc>
              <a:spcBef>
                <a:spcPts val="0"/>
              </a:spcBef>
              <a:spcAft>
                <a:spcPts val="0"/>
              </a:spcAft>
              <a:buSzPct val="109565"/>
              <a:buChar char="●"/>
            </a:pPr>
            <a:r>
              <a:rPr lang="en-GB"/>
              <a:t>Because it is easy to provision a VM than a real machine</a:t>
            </a:r>
            <a:br>
              <a:rPr lang="en-GB"/>
            </a:br>
            <a:endParaRPr/>
          </a:p>
          <a:p>
            <a:pPr marL="457200" lvl="0" indent="-376618" algn="l" rtl="0">
              <a:lnSpc>
                <a:spcPct val="100000"/>
              </a:lnSpc>
              <a:spcBef>
                <a:spcPts val="0"/>
              </a:spcBef>
              <a:spcAft>
                <a:spcPts val="0"/>
              </a:spcAft>
              <a:buSzPct val="109565"/>
              <a:buChar char="●"/>
            </a:pPr>
            <a:r>
              <a:rPr lang="en-GB"/>
              <a:t>…. </a:t>
            </a:r>
            <a:r>
              <a:rPr lang="en-GB" b="1">
                <a:solidFill>
                  <a:schemeClr val="accent2"/>
                </a:solidFill>
              </a:rPr>
              <a:t>And therefore, as the foundation of the cloud</a:t>
            </a:r>
            <a:endParaRPr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5"/>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51851"/>
              <a:buNone/>
            </a:pPr>
            <a:r>
              <a:rPr lang="en-GB" sz="2700" b="1">
                <a:solidFill>
                  <a:srgbClr val="1E4E79"/>
                </a:solidFill>
                <a:latin typeface="Book Antiqua"/>
                <a:ea typeface="Book Antiqua"/>
                <a:cs typeface="Book Antiqua"/>
                <a:sym typeface="Book Antiqua"/>
              </a:rPr>
              <a:t>Virtual Machines - </a:t>
            </a:r>
            <a:r>
              <a:rPr lang="en-GB" sz="2700">
                <a:solidFill>
                  <a:srgbClr val="1E4E79"/>
                </a:solidFill>
                <a:latin typeface="Book Antiqua"/>
                <a:ea typeface="Book Antiqua"/>
                <a:cs typeface="Book Antiqua"/>
                <a:sym typeface="Book Antiqua"/>
              </a:rPr>
              <a:t>Def. by </a:t>
            </a:r>
            <a:r>
              <a:rPr lang="en-GB" sz="2700" b="1">
                <a:solidFill>
                  <a:srgbClr val="1E4E79"/>
                </a:solidFill>
                <a:latin typeface="Book Antiqua"/>
                <a:ea typeface="Book Antiqua"/>
                <a:cs typeface="Book Antiqua"/>
                <a:sym typeface="Book Antiqua"/>
              </a:rPr>
              <a:t>Popek and Goldberg [1974]</a:t>
            </a:r>
            <a:endParaRPr/>
          </a:p>
        </p:txBody>
      </p:sp>
      <p:sp>
        <p:nvSpPr>
          <p:cNvPr id="312" name="Google Shape;312;p25"/>
          <p:cNvSpPr txBox="1">
            <a:spLocks noGrp="1"/>
          </p:cNvSpPr>
          <p:nvPr>
            <p:ph type="body" idx="1"/>
          </p:nvPr>
        </p:nvSpPr>
        <p:spPr>
          <a:xfrm>
            <a:off x="4141525" y="980875"/>
            <a:ext cx="4299000" cy="6438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00000"/>
              </a:lnSpc>
              <a:spcBef>
                <a:spcPts val="900"/>
              </a:spcBef>
              <a:spcAft>
                <a:spcPts val="0"/>
              </a:spcAft>
              <a:buSzPct val="109565"/>
              <a:buNone/>
            </a:pPr>
            <a:r>
              <a:rPr lang="en-GB"/>
              <a:t>A virtual machine is an efficient, isolated duplicate of the real machine</a:t>
            </a:r>
            <a:endParaRPr/>
          </a:p>
        </p:txBody>
      </p:sp>
      <p:sp>
        <p:nvSpPr>
          <p:cNvPr id="313" name="Google Shape;313;p25"/>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pic>
        <p:nvPicPr>
          <p:cNvPr id="314" name="Google Shape;314;p25"/>
          <p:cNvPicPr preferRelativeResize="0"/>
          <p:nvPr/>
        </p:nvPicPr>
        <p:blipFill rotWithShape="1">
          <a:blip r:embed="rId3">
            <a:alphaModFix/>
          </a:blip>
          <a:srcRect/>
          <a:stretch/>
        </p:blipFill>
        <p:spPr>
          <a:xfrm>
            <a:off x="152400" y="1420454"/>
            <a:ext cx="3439800" cy="3175200"/>
          </a:xfrm>
          <a:prstGeom prst="rect">
            <a:avLst/>
          </a:prstGeom>
          <a:noFill/>
          <a:ln>
            <a:noFill/>
          </a:ln>
        </p:spPr>
      </p:pic>
      <p:sp>
        <p:nvSpPr>
          <p:cNvPr id="315" name="Google Shape;315;p25"/>
          <p:cNvSpPr/>
          <p:nvPr/>
        </p:nvSpPr>
        <p:spPr>
          <a:xfrm>
            <a:off x="1893125" y="1624775"/>
            <a:ext cx="1541700" cy="1541400"/>
          </a:xfrm>
          <a:prstGeom prst="roundRect">
            <a:avLst>
              <a:gd name="adj" fmla="val 16667"/>
            </a:avLst>
          </a:prstGeom>
          <a:noFill/>
          <a:ln w="762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cxnSp>
        <p:nvCxnSpPr>
          <p:cNvPr id="316" name="Google Shape;316;p25"/>
          <p:cNvCxnSpPr/>
          <p:nvPr/>
        </p:nvCxnSpPr>
        <p:spPr>
          <a:xfrm flipH="1">
            <a:off x="3487325" y="1504450"/>
            <a:ext cx="579000" cy="255600"/>
          </a:xfrm>
          <a:prstGeom prst="straightConnector1">
            <a:avLst/>
          </a:prstGeom>
          <a:noFill/>
          <a:ln w="28575" cap="flat" cmpd="sng">
            <a:solidFill>
              <a:schemeClr val="accent2"/>
            </a:solidFill>
            <a:prstDash val="solid"/>
            <a:round/>
            <a:headEnd type="none" w="sm" len="sm"/>
            <a:tailEnd type="triangle" w="med" len="med"/>
          </a:ln>
        </p:spPr>
      </p:cxnSp>
      <p:sp>
        <p:nvSpPr>
          <p:cNvPr id="317" name="Google Shape;317;p25"/>
          <p:cNvSpPr txBox="1">
            <a:spLocks noGrp="1"/>
          </p:cNvSpPr>
          <p:nvPr>
            <p:ph type="body" idx="1"/>
          </p:nvPr>
        </p:nvSpPr>
        <p:spPr>
          <a:xfrm>
            <a:off x="4158575" y="2946950"/>
            <a:ext cx="4756800" cy="12588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00000"/>
              </a:lnSpc>
              <a:spcBef>
                <a:spcPts val="900"/>
              </a:spcBef>
              <a:spcAft>
                <a:spcPts val="0"/>
              </a:spcAft>
              <a:buSzPct val="109565"/>
              <a:buNone/>
            </a:pPr>
            <a:r>
              <a:rPr lang="en-GB"/>
              <a:t>The virtual machine monitor (or hypervisor)</a:t>
            </a:r>
            <a:endParaRPr/>
          </a:p>
          <a:p>
            <a:pPr marL="457200" lvl="0" indent="-340614" algn="l" rtl="0">
              <a:lnSpc>
                <a:spcPct val="100000"/>
              </a:lnSpc>
              <a:spcBef>
                <a:spcPts val="900"/>
              </a:spcBef>
              <a:spcAft>
                <a:spcPts val="0"/>
              </a:spcAft>
              <a:buSzPct val="109565"/>
              <a:buChar char="●"/>
            </a:pPr>
            <a:r>
              <a:rPr lang="en-GB"/>
              <a:t>Is always in complete control of the system</a:t>
            </a:r>
            <a:endParaRPr/>
          </a:p>
          <a:p>
            <a:pPr marL="457200" lvl="0" indent="-340614" algn="l" rtl="0">
              <a:lnSpc>
                <a:spcPct val="100000"/>
              </a:lnSpc>
              <a:spcBef>
                <a:spcPts val="0"/>
              </a:spcBef>
              <a:spcAft>
                <a:spcPts val="0"/>
              </a:spcAft>
              <a:buSzPct val="109565"/>
              <a:buChar char="●"/>
            </a:pPr>
            <a:r>
              <a:rPr lang="en-GB"/>
              <a:t>Uses the hardware directly so that programs show at most a minor decrease in speed</a:t>
            </a:r>
            <a:endParaRPr/>
          </a:p>
        </p:txBody>
      </p:sp>
      <p:cxnSp>
        <p:nvCxnSpPr>
          <p:cNvPr id="318" name="Google Shape;318;p25"/>
          <p:cNvCxnSpPr/>
          <p:nvPr/>
        </p:nvCxnSpPr>
        <p:spPr>
          <a:xfrm flipH="1">
            <a:off x="3188425" y="3076075"/>
            <a:ext cx="953100" cy="345600"/>
          </a:xfrm>
          <a:prstGeom prst="straightConnector1">
            <a:avLst/>
          </a:prstGeom>
          <a:noFill/>
          <a:ln w="28575" cap="flat" cmpd="sng">
            <a:solidFill>
              <a:schemeClr val="accent2"/>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6"/>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 Machines - Terminology</a:t>
            </a:r>
            <a:endParaRPr/>
          </a:p>
        </p:txBody>
      </p:sp>
      <p:sp>
        <p:nvSpPr>
          <p:cNvPr id="325" name="Google Shape;325;p26"/>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
        <p:nvSpPr>
          <p:cNvPr id="326" name="Google Shape;326;p26"/>
          <p:cNvSpPr txBox="1">
            <a:spLocks noGrp="1"/>
          </p:cNvSpPr>
          <p:nvPr>
            <p:ph type="body" idx="1"/>
          </p:nvPr>
        </p:nvSpPr>
        <p:spPr>
          <a:xfrm>
            <a:off x="429650" y="980875"/>
            <a:ext cx="8494500" cy="3825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900"/>
              </a:spcBef>
              <a:spcAft>
                <a:spcPts val="0"/>
              </a:spcAft>
              <a:buSzPts val="2520"/>
              <a:buNone/>
            </a:pPr>
            <a:r>
              <a:rPr lang="en-GB"/>
              <a:t>Operating systems</a:t>
            </a:r>
            <a:endParaRPr/>
          </a:p>
          <a:p>
            <a:pPr marL="457200" lvl="0" indent="-388620" algn="l" rtl="0">
              <a:lnSpc>
                <a:spcPct val="100000"/>
              </a:lnSpc>
              <a:spcBef>
                <a:spcPts val="900"/>
              </a:spcBef>
              <a:spcAft>
                <a:spcPts val="0"/>
              </a:spcAft>
              <a:buSzPts val="2520"/>
              <a:buChar char="●"/>
            </a:pPr>
            <a:r>
              <a:rPr lang="en-GB" b="1">
                <a:solidFill>
                  <a:schemeClr val="accent2"/>
                </a:solidFill>
              </a:rPr>
              <a:t>Guest operating system</a:t>
            </a:r>
            <a:r>
              <a:rPr lang="en-GB"/>
              <a:t> : running inside a virtual machine</a:t>
            </a:r>
            <a:endParaRPr/>
          </a:p>
          <a:p>
            <a:pPr marL="457200" lvl="0" indent="-388620" algn="l" rtl="0">
              <a:lnSpc>
                <a:spcPct val="100000"/>
              </a:lnSpc>
              <a:spcBef>
                <a:spcPts val="0"/>
              </a:spcBef>
              <a:spcAft>
                <a:spcPts val="0"/>
              </a:spcAft>
              <a:buSzPts val="2520"/>
              <a:buChar char="●"/>
            </a:pPr>
            <a:r>
              <a:rPr lang="en-GB" b="1">
                <a:solidFill>
                  <a:schemeClr val="accent2"/>
                </a:solidFill>
              </a:rPr>
              <a:t>Host operating system</a:t>
            </a:r>
            <a:r>
              <a:rPr lang="en-GB"/>
              <a:t>: running directly on the hardware - combined with the VMM</a:t>
            </a:r>
            <a:endParaRPr/>
          </a:p>
          <a:p>
            <a:pPr marL="914400" lvl="1" indent="-342900" algn="l" rtl="0">
              <a:lnSpc>
                <a:spcPct val="100000"/>
              </a:lnSpc>
              <a:spcBef>
                <a:spcPts val="0"/>
              </a:spcBef>
              <a:spcAft>
                <a:spcPts val="0"/>
              </a:spcAft>
              <a:buSzPts val="1800"/>
              <a:buChar char="○"/>
            </a:pPr>
            <a:r>
              <a:rPr lang="en-GB"/>
              <a:t>E.g., Linux with KVM </a:t>
            </a:r>
            <a:endParaRPr/>
          </a:p>
          <a:p>
            <a:pPr marL="0" lvl="0" indent="0" algn="l" rtl="0">
              <a:lnSpc>
                <a:spcPct val="100000"/>
              </a:lnSpc>
              <a:spcBef>
                <a:spcPts val="900"/>
              </a:spcBef>
              <a:spcAft>
                <a:spcPts val="0"/>
              </a:spcAft>
              <a:buSzPts val="2520"/>
              <a:buNone/>
            </a:pPr>
            <a:r>
              <a:rPr lang="en-GB"/>
              <a:t>Memory</a:t>
            </a:r>
            <a:endParaRPr/>
          </a:p>
          <a:p>
            <a:pPr marL="457200" lvl="0" indent="-388620" algn="l" rtl="0">
              <a:lnSpc>
                <a:spcPct val="100000"/>
              </a:lnSpc>
              <a:spcBef>
                <a:spcPts val="900"/>
              </a:spcBef>
              <a:spcAft>
                <a:spcPts val="0"/>
              </a:spcAft>
              <a:buSzPts val="2520"/>
              <a:buChar char="●"/>
            </a:pPr>
            <a:r>
              <a:rPr lang="en-GB"/>
              <a:t>Virtual memory -- as commonly understood</a:t>
            </a:r>
            <a:endParaRPr/>
          </a:p>
          <a:p>
            <a:pPr marL="457200" lvl="0" indent="-388620" algn="l" rtl="0">
              <a:lnSpc>
                <a:spcPct val="100000"/>
              </a:lnSpc>
              <a:spcBef>
                <a:spcPts val="0"/>
              </a:spcBef>
              <a:spcAft>
                <a:spcPts val="0"/>
              </a:spcAft>
              <a:buSzPts val="2520"/>
              <a:buChar char="●"/>
            </a:pPr>
            <a:r>
              <a:rPr lang="en-GB" b="1">
                <a:solidFill>
                  <a:schemeClr val="accent2"/>
                </a:solidFill>
              </a:rPr>
              <a:t>Guest physical memory</a:t>
            </a:r>
            <a:r>
              <a:rPr lang="en-GB"/>
              <a:t> -- physical memory of the VM</a:t>
            </a:r>
            <a:endParaRPr/>
          </a:p>
          <a:p>
            <a:pPr marL="457200" lvl="0" indent="-388620" algn="l" rtl="0">
              <a:lnSpc>
                <a:spcPct val="100000"/>
              </a:lnSpc>
              <a:spcBef>
                <a:spcPts val="0"/>
              </a:spcBef>
              <a:spcAft>
                <a:spcPts val="0"/>
              </a:spcAft>
              <a:buSzPts val="2520"/>
              <a:buChar char="●"/>
            </a:pPr>
            <a:r>
              <a:rPr lang="en-GB" b="1">
                <a:solidFill>
                  <a:schemeClr val="accent2"/>
                </a:solidFill>
              </a:rPr>
              <a:t>Host physical memory </a:t>
            </a:r>
            <a:r>
              <a:rPr lang="en-GB"/>
              <a:t>-- (actual) physical memory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7B3BB-8D5F-DD85-F3DB-4371FB677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ACCBC-3961-9339-1EB1-C0A401A49291}"/>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E51E2915-FFE0-8E7D-EA59-1B219A868AD7}"/>
              </a:ext>
            </a:extLst>
          </p:cNvPr>
          <p:cNvSpPr>
            <a:spLocks noGrp="1"/>
          </p:cNvSpPr>
          <p:nvPr>
            <p:ph type="ftr" sz="quarter" idx="10"/>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7" name="Add-in 6">
                <a:extLst>
                  <a:ext uri="{FF2B5EF4-FFF2-40B4-BE49-F238E27FC236}">
                    <a16:creationId xmlns:a16="http://schemas.microsoft.com/office/drawing/2014/main" id="{9C699557-9396-6ADF-38E7-FF55F568F108}"/>
                  </a:ext>
                </a:extLst>
              </p:cNvPr>
              <p:cNvGraphicFramePr>
                <a:graphicFrameLocks noGrp="1"/>
              </p:cNvGraphicFramePr>
              <p:nvPr/>
            </p:nvGraphicFramePr>
            <p:xfrm>
              <a:off x="310243" y="1084218"/>
              <a:ext cx="8515350" cy="349470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7" name="Add-in 6">
                <a:extLst>
                  <a:ext uri="{FF2B5EF4-FFF2-40B4-BE49-F238E27FC236}">
                    <a16:creationId xmlns:a16="http://schemas.microsoft.com/office/drawing/2014/main" id="{9C699557-9396-6ADF-38E7-FF55F568F108}"/>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10243" y="1084218"/>
                <a:ext cx="8515350" cy="3494705"/>
              </a:xfrm>
              <a:prstGeom prst="rect">
                <a:avLst/>
              </a:prstGeom>
            </p:spPr>
          </p:pic>
        </mc:Fallback>
      </mc:AlternateContent>
      <p:sp>
        <p:nvSpPr>
          <p:cNvPr id="3" name="TextBox 2">
            <a:extLst>
              <a:ext uri="{FF2B5EF4-FFF2-40B4-BE49-F238E27FC236}">
                <a16:creationId xmlns:a16="http://schemas.microsoft.com/office/drawing/2014/main" id="{9BBB03EC-2890-55C2-27C5-1BFA6EB7C975}"/>
              </a:ext>
            </a:extLst>
          </p:cNvPr>
          <p:cNvSpPr txBox="1"/>
          <p:nvPr/>
        </p:nvSpPr>
        <p:spPr>
          <a:xfrm>
            <a:off x="1292198" y="4578923"/>
            <a:ext cx="6559604" cy="369332"/>
          </a:xfrm>
          <a:prstGeom prst="rect">
            <a:avLst/>
          </a:prstGeom>
          <a:noFill/>
        </p:spPr>
        <p:txBody>
          <a:bodyPr wrap="square" rtlCol="0">
            <a:spAutoFit/>
          </a:bodyPr>
          <a:lstStyle/>
          <a:p>
            <a:pPr algn="ctr"/>
            <a:r>
              <a:rPr lang="en-US" sz="1800" dirty="0">
                <a:solidFill>
                  <a:srgbClr val="FF0000"/>
                </a:solidFill>
              </a:rPr>
              <a:t>Keep </a:t>
            </a:r>
            <a:r>
              <a:rPr lang="en-US" sz="1800" dirty="0" err="1">
                <a:solidFill>
                  <a:srgbClr val="FF0000"/>
                </a:solidFill>
              </a:rPr>
              <a:t>Wooclap</a:t>
            </a:r>
            <a:r>
              <a:rPr lang="en-US" sz="1800" dirty="0">
                <a:solidFill>
                  <a:srgbClr val="FF0000"/>
                </a:solidFill>
              </a:rPr>
              <a:t> open on your device before the lecture ends</a:t>
            </a:r>
          </a:p>
        </p:txBody>
      </p:sp>
    </p:spTree>
    <p:extLst>
      <p:ext uri="{BB962C8B-B14F-4D97-AF65-F5344CB8AC3E}">
        <p14:creationId xmlns:p14="http://schemas.microsoft.com/office/powerpoint/2010/main" val="3575257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7"/>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Type 1 vs. Type 2</a:t>
            </a:r>
            <a:endParaRPr/>
          </a:p>
        </p:txBody>
      </p:sp>
      <p:sp>
        <p:nvSpPr>
          <p:cNvPr id="333" name="Google Shape;333;p27"/>
          <p:cNvSpPr txBox="1">
            <a:spLocks noGrp="1"/>
          </p:cNvSpPr>
          <p:nvPr>
            <p:ph type="body" idx="1"/>
          </p:nvPr>
        </p:nvSpPr>
        <p:spPr>
          <a:xfrm>
            <a:off x="429650" y="3783613"/>
            <a:ext cx="4047000" cy="9177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00000"/>
              </a:lnSpc>
              <a:spcBef>
                <a:spcPts val="900"/>
              </a:spcBef>
              <a:spcAft>
                <a:spcPts val="0"/>
              </a:spcAft>
              <a:buSzPct val="109565"/>
              <a:buNone/>
            </a:pPr>
            <a:r>
              <a:rPr lang="en-GB"/>
              <a:t>Type 1 </a:t>
            </a:r>
            <a:endParaRPr b="1">
              <a:solidFill>
                <a:schemeClr val="accent2"/>
              </a:solidFill>
            </a:endParaRPr>
          </a:p>
          <a:p>
            <a:pPr marL="457200" lvl="0" indent="-352615" algn="l" rtl="0">
              <a:lnSpc>
                <a:spcPct val="100000"/>
              </a:lnSpc>
              <a:spcBef>
                <a:spcPts val="900"/>
              </a:spcBef>
              <a:spcAft>
                <a:spcPts val="0"/>
              </a:spcAft>
              <a:buSzPct val="109565"/>
              <a:buChar char="●"/>
            </a:pPr>
            <a:r>
              <a:rPr lang="en-GB"/>
              <a:t>VMM is also the host OS</a:t>
            </a:r>
            <a:endParaRPr/>
          </a:p>
          <a:p>
            <a:pPr marL="457200" lvl="0" indent="-352615" algn="l" rtl="0">
              <a:lnSpc>
                <a:spcPct val="100000"/>
              </a:lnSpc>
              <a:spcBef>
                <a:spcPts val="0"/>
              </a:spcBef>
              <a:spcAft>
                <a:spcPts val="0"/>
              </a:spcAft>
              <a:buSzPct val="109565"/>
              <a:buChar char="●"/>
            </a:pPr>
            <a:r>
              <a:rPr lang="en-GB"/>
              <a:t>E.g., Xen, vSphere</a:t>
            </a:r>
            <a:endParaRPr/>
          </a:p>
        </p:txBody>
      </p:sp>
      <p:sp>
        <p:nvSpPr>
          <p:cNvPr id="334" name="Google Shape;334;p27"/>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pic>
        <p:nvPicPr>
          <p:cNvPr id="335" name="Google Shape;335;p27"/>
          <p:cNvPicPr preferRelativeResize="0"/>
          <p:nvPr/>
        </p:nvPicPr>
        <p:blipFill rotWithShape="1">
          <a:blip r:embed="rId3">
            <a:alphaModFix/>
          </a:blip>
          <a:srcRect/>
          <a:stretch/>
        </p:blipFill>
        <p:spPr>
          <a:xfrm>
            <a:off x="385500" y="1242037"/>
            <a:ext cx="2417500" cy="2346375"/>
          </a:xfrm>
          <a:prstGeom prst="rect">
            <a:avLst/>
          </a:prstGeom>
          <a:noFill/>
          <a:ln>
            <a:noFill/>
          </a:ln>
        </p:spPr>
      </p:pic>
      <p:pic>
        <p:nvPicPr>
          <p:cNvPr id="336" name="Google Shape;336;p27"/>
          <p:cNvPicPr preferRelativeResize="0"/>
          <p:nvPr/>
        </p:nvPicPr>
        <p:blipFill rotWithShape="1">
          <a:blip r:embed="rId4">
            <a:alphaModFix/>
          </a:blip>
          <a:srcRect/>
          <a:stretch/>
        </p:blipFill>
        <p:spPr>
          <a:xfrm>
            <a:off x="5369225" y="1268051"/>
            <a:ext cx="2206950" cy="2294354"/>
          </a:xfrm>
          <a:prstGeom prst="rect">
            <a:avLst/>
          </a:prstGeom>
          <a:noFill/>
          <a:ln>
            <a:noFill/>
          </a:ln>
        </p:spPr>
      </p:pic>
      <p:sp>
        <p:nvSpPr>
          <p:cNvPr id="337" name="Google Shape;337;p27"/>
          <p:cNvSpPr txBox="1">
            <a:spLocks noGrp="1"/>
          </p:cNvSpPr>
          <p:nvPr>
            <p:ph type="body" idx="1"/>
          </p:nvPr>
        </p:nvSpPr>
        <p:spPr>
          <a:xfrm>
            <a:off x="4623300" y="3698375"/>
            <a:ext cx="4322700" cy="10689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900"/>
              </a:spcBef>
              <a:spcAft>
                <a:spcPts val="0"/>
              </a:spcAft>
              <a:buSzPct val="109565"/>
              <a:buNone/>
            </a:pPr>
            <a:r>
              <a:rPr lang="en-GB" sz="1600" dirty="0"/>
              <a:t>Type 2</a:t>
            </a:r>
            <a:endParaRPr sz="1600" b="1" dirty="0">
              <a:solidFill>
                <a:schemeClr val="accent2"/>
              </a:solidFill>
            </a:endParaRPr>
          </a:p>
          <a:p>
            <a:pPr marL="457200" lvl="0" indent="-340614" algn="l" rtl="0">
              <a:lnSpc>
                <a:spcPct val="100000"/>
              </a:lnSpc>
              <a:spcBef>
                <a:spcPts val="900"/>
              </a:spcBef>
              <a:spcAft>
                <a:spcPts val="0"/>
              </a:spcAft>
              <a:buSzPct val="109565"/>
              <a:buChar char="●"/>
            </a:pPr>
            <a:r>
              <a:rPr lang="en-GB" sz="1600" dirty="0"/>
              <a:t>VMM optional extension to the host OS</a:t>
            </a:r>
            <a:endParaRPr sz="1600" dirty="0"/>
          </a:p>
          <a:p>
            <a:pPr marL="457200" lvl="0" indent="-340614" algn="l" rtl="0">
              <a:lnSpc>
                <a:spcPct val="100000"/>
              </a:lnSpc>
              <a:spcBef>
                <a:spcPts val="0"/>
              </a:spcBef>
              <a:spcAft>
                <a:spcPts val="0"/>
              </a:spcAft>
              <a:buSzPct val="109565"/>
              <a:buChar char="●"/>
            </a:pPr>
            <a:r>
              <a:rPr lang="en-GB" sz="1600" dirty="0"/>
              <a:t>E.g. KVM and Linux</a:t>
            </a:r>
            <a:endParaRPr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g2f45cb77b8d_0_13"/>
          <p:cNvSpPr txBox="1">
            <a:spLocks noGrp="1"/>
          </p:cNvSpPr>
          <p:nvPr>
            <p:ph type="title"/>
          </p:nvPr>
        </p:nvSpPr>
        <p:spPr>
          <a:xfrm>
            <a:off x="1162050" y="371475"/>
            <a:ext cx="6886500" cy="342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a:t>Virtualization Levels</a:t>
            </a:r>
            <a:endParaRPr/>
          </a:p>
        </p:txBody>
      </p:sp>
      <p:sp>
        <p:nvSpPr>
          <p:cNvPr id="344" name="Google Shape;344;g2f45cb77b8d_0_13"/>
          <p:cNvSpPr txBox="1">
            <a:spLocks noGrp="1"/>
          </p:cNvSpPr>
          <p:nvPr>
            <p:ph type="ftr" idx="11"/>
          </p:nvPr>
        </p:nvSpPr>
        <p:spPr>
          <a:xfrm>
            <a:off x="0" y="4920854"/>
            <a:ext cx="3654300" cy="221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Operating Systems</a:t>
            </a:r>
            <a:endParaRPr/>
          </a:p>
        </p:txBody>
      </p:sp>
      <p:sp>
        <p:nvSpPr>
          <p:cNvPr id="345" name="Google Shape;345;g2f45cb77b8d_0_13"/>
          <p:cNvSpPr txBox="1"/>
          <p:nvPr/>
        </p:nvSpPr>
        <p:spPr>
          <a:xfrm>
            <a:off x="463916" y="966788"/>
            <a:ext cx="8603100" cy="3436200"/>
          </a:xfrm>
          <a:prstGeom prst="rect">
            <a:avLst/>
          </a:prstGeom>
          <a:noFill/>
          <a:ln>
            <a:noFill/>
          </a:ln>
        </p:spPr>
        <p:txBody>
          <a:bodyPr spcFirstLastPara="1" wrap="square" lIns="91425" tIns="45700" rIns="91425" bIns="45700" anchor="t" anchorCtr="0">
            <a:normAutofit fontScale="77500" lnSpcReduction="20000"/>
          </a:bodyPr>
          <a:lstStyle/>
          <a:p>
            <a:pPr marL="514350" marR="0" lvl="0" indent="-439674" algn="l" rtl="0">
              <a:spcBef>
                <a:spcPts val="0"/>
              </a:spcBef>
              <a:spcAft>
                <a:spcPts val="0"/>
              </a:spcAft>
              <a:buClr>
                <a:schemeClr val="accent2"/>
              </a:buClr>
              <a:buSzPct val="140000"/>
              <a:buFont typeface="Helvetica Neue"/>
              <a:buAutoNum type="arabicPeriod"/>
            </a:pPr>
            <a:r>
              <a:rPr lang="en-GB" sz="2800">
                <a:solidFill>
                  <a:schemeClr val="accent2"/>
                </a:solidFill>
                <a:latin typeface="Helvetica Neue"/>
                <a:ea typeface="Helvetica Neue"/>
                <a:cs typeface="Helvetica Neue"/>
                <a:sym typeface="Helvetica Neue"/>
              </a:rPr>
              <a:t>Full virtualization</a:t>
            </a:r>
            <a:endParaRPr/>
          </a:p>
          <a:p>
            <a:pPr marL="742950" marR="0" lvl="1" indent="-240030" algn="l" rtl="0">
              <a:spcBef>
                <a:spcPts val="480"/>
              </a:spcBef>
              <a:spcAft>
                <a:spcPts val="0"/>
              </a:spcAft>
              <a:buClr>
                <a:schemeClr val="dk1"/>
              </a:buClr>
              <a:buSzPct val="100000"/>
              <a:buFont typeface="Helvetica Neue"/>
              <a:buChar char="–"/>
            </a:pPr>
            <a:r>
              <a:rPr lang="en-GB" sz="2400" b="0" i="0" u="none" strike="noStrike" cap="none">
                <a:solidFill>
                  <a:schemeClr val="dk1"/>
                </a:solidFill>
                <a:latin typeface="Helvetica Neue"/>
                <a:ea typeface="Helvetica Neue"/>
                <a:cs typeface="Helvetica Neue"/>
                <a:sym typeface="Helvetica Neue"/>
              </a:rPr>
              <a:t>Complete abstraction of the actual hardware</a:t>
            </a:r>
            <a:endParaRPr/>
          </a:p>
          <a:p>
            <a:pPr marL="742950" marR="0" lvl="1" indent="-240030" algn="l" rtl="0">
              <a:spcBef>
                <a:spcPts val="480"/>
              </a:spcBef>
              <a:spcAft>
                <a:spcPts val="0"/>
              </a:spcAft>
              <a:buClr>
                <a:schemeClr val="dk1"/>
              </a:buClr>
              <a:buSzPct val="100000"/>
              <a:buFont typeface="Helvetica Neue"/>
              <a:buChar char="–"/>
            </a:pPr>
            <a:r>
              <a:rPr lang="en-GB" sz="2400" b="0" i="0" u="none" strike="noStrike" cap="none">
                <a:solidFill>
                  <a:schemeClr val="dk1"/>
                </a:solidFill>
                <a:latin typeface="Helvetica Neue"/>
                <a:ea typeface="Helvetica Neue"/>
                <a:cs typeface="Helvetica Neue"/>
                <a:sym typeface="Helvetica Neue"/>
              </a:rPr>
              <a:t>Guest OS runs unmodified on the hypervisor</a:t>
            </a:r>
            <a:endParaRPr/>
          </a:p>
          <a:p>
            <a:pPr marL="1143000" marR="0" lvl="2" indent="-189738" algn="l" rtl="0">
              <a:spcBef>
                <a:spcPts val="480"/>
              </a:spcBef>
              <a:spcAft>
                <a:spcPts val="0"/>
              </a:spcAft>
              <a:buClr>
                <a:srgbClr val="FF0000"/>
              </a:buClr>
              <a:buSzPct val="85000"/>
              <a:buFont typeface="Arial"/>
              <a:buChar char="●"/>
            </a:pPr>
            <a:r>
              <a:rPr lang="en-GB" sz="2400" b="0" i="0" u="none" strike="noStrike" cap="none">
                <a:solidFill>
                  <a:srgbClr val="FF0000"/>
                </a:solidFill>
                <a:latin typeface="Helvetica Neue"/>
                <a:ea typeface="Helvetica Neue"/>
                <a:cs typeface="Helvetica Neue"/>
                <a:sym typeface="Helvetica Neue"/>
              </a:rPr>
              <a:t>It is unaware of the hypervisor’s existence</a:t>
            </a:r>
            <a:endParaRPr/>
          </a:p>
          <a:p>
            <a:pPr marL="742950" marR="0" lvl="1" indent="-240030" algn="l" rtl="0">
              <a:spcBef>
                <a:spcPts val="480"/>
              </a:spcBef>
              <a:spcAft>
                <a:spcPts val="0"/>
              </a:spcAft>
              <a:buClr>
                <a:schemeClr val="dk1"/>
              </a:buClr>
              <a:buSzPct val="100000"/>
              <a:buFont typeface="Helvetica Neue"/>
              <a:buChar char="–"/>
            </a:pPr>
            <a:r>
              <a:rPr lang="en-GB" sz="2400" b="0" i="0" u="none" strike="noStrike" cap="none">
                <a:solidFill>
                  <a:schemeClr val="dk1"/>
                </a:solidFill>
                <a:latin typeface="Helvetica Neue"/>
                <a:ea typeface="Helvetica Neue"/>
                <a:cs typeface="Helvetica Neue"/>
                <a:sym typeface="Helvetica Neue"/>
              </a:rPr>
              <a:t>Examples: VMware ESXi, Microsoft Virtual Server </a:t>
            </a:r>
            <a:endParaRPr sz="2400" b="0" i="0" u="none" strike="noStrike" cap="none">
              <a:solidFill>
                <a:srgbClr val="FF0000"/>
              </a:solidFill>
              <a:latin typeface="Helvetica Neue"/>
              <a:ea typeface="Helvetica Neue"/>
              <a:cs typeface="Helvetica Neue"/>
              <a:sym typeface="Helvetica Neue"/>
            </a:endParaRPr>
          </a:p>
          <a:p>
            <a:pPr marL="514350" marR="0" lvl="0" indent="-439674" algn="l" rtl="0">
              <a:spcBef>
                <a:spcPts val="1400"/>
              </a:spcBef>
              <a:spcAft>
                <a:spcPts val="0"/>
              </a:spcAft>
              <a:buClr>
                <a:schemeClr val="accent2"/>
              </a:buClr>
              <a:buSzPct val="140000"/>
              <a:buFont typeface="Helvetica Neue"/>
              <a:buAutoNum type="arabicPeriod"/>
            </a:pPr>
            <a:r>
              <a:rPr lang="en-GB" sz="2800">
                <a:solidFill>
                  <a:schemeClr val="accent2"/>
                </a:solidFill>
                <a:latin typeface="Helvetica Neue"/>
                <a:ea typeface="Helvetica Neue"/>
                <a:cs typeface="Helvetica Neue"/>
                <a:sym typeface="Helvetica Neue"/>
              </a:rPr>
              <a:t>Para-virtualization</a:t>
            </a:r>
            <a:endParaRPr/>
          </a:p>
          <a:p>
            <a:pPr marL="742950" marR="0" lvl="1" indent="-240030" algn="l" rtl="0">
              <a:spcBef>
                <a:spcPts val="480"/>
              </a:spcBef>
              <a:spcAft>
                <a:spcPts val="0"/>
              </a:spcAft>
              <a:buClr>
                <a:schemeClr val="dk1"/>
              </a:buClr>
              <a:buSzPct val="100000"/>
              <a:buFont typeface="Helvetica Neue"/>
              <a:buChar char="–"/>
            </a:pPr>
            <a:r>
              <a:rPr lang="en-GB" sz="2400" b="0" i="0" u="none" strike="noStrike" cap="none">
                <a:solidFill>
                  <a:schemeClr val="dk1"/>
                </a:solidFill>
                <a:latin typeface="Helvetica Neue"/>
                <a:ea typeface="Helvetica Neue"/>
                <a:cs typeface="Helvetica Neue"/>
                <a:sym typeface="Helvetica Neue"/>
              </a:rPr>
              <a:t>Unique software interface (API) between guest OS &amp; VM</a:t>
            </a:r>
            <a:endParaRPr/>
          </a:p>
          <a:p>
            <a:pPr marL="742950" marR="0" lvl="1" indent="-240030" algn="l" rtl="0">
              <a:spcBef>
                <a:spcPts val="480"/>
              </a:spcBef>
              <a:spcAft>
                <a:spcPts val="0"/>
              </a:spcAft>
              <a:buClr>
                <a:srgbClr val="FF0000"/>
              </a:buClr>
              <a:buSzPct val="100000"/>
              <a:buFont typeface="Helvetica Neue"/>
              <a:buChar char="–"/>
            </a:pPr>
            <a:r>
              <a:rPr lang="en-GB" sz="2400" b="0" i="0" u="none" strike="noStrike" cap="none">
                <a:solidFill>
                  <a:srgbClr val="FF0000"/>
                </a:solidFill>
                <a:latin typeface="Helvetica Neue"/>
                <a:ea typeface="Helvetica Neue"/>
                <a:cs typeface="Helvetica Neue"/>
                <a:sym typeface="Helvetica Neue"/>
              </a:rPr>
              <a:t>Guest OS needs to be modified to adapt to the new API</a:t>
            </a:r>
            <a:endParaRPr/>
          </a:p>
          <a:p>
            <a:pPr marL="742950" marR="0" lvl="1" indent="-240030" algn="l" rtl="0">
              <a:spcBef>
                <a:spcPts val="480"/>
              </a:spcBef>
              <a:spcAft>
                <a:spcPts val="0"/>
              </a:spcAft>
              <a:buClr>
                <a:schemeClr val="dk1"/>
              </a:buClr>
              <a:buSzPct val="100000"/>
              <a:buFont typeface="Helvetica Neue"/>
              <a:buChar char="–"/>
            </a:pPr>
            <a:r>
              <a:rPr lang="en-GB" sz="2400" b="1" i="0" u="none" strike="noStrike" cap="none">
                <a:solidFill>
                  <a:schemeClr val="dk1"/>
                </a:solidFill>
                <a:latin typeface="Helvetica Neue"/>
                <a:ea typeface="Helvetica Neue"/>
                <a:cs typeface="Helvetica Neue"/>
                <a:sym typeface="Helvetica Neue"/>
              </a:rPr>
              <a:t>Advantage:</a:t>
            </a:r>
            <a:r>
              <a:rPr lang="en-GB" sz="2400" b="0" i="0" u="none" strike="noStrike" cap="none">
                <a:solidFill>
                  <a:schemeClr val="dk1"/>
                </a:solidFill>
                <a:latin typeface="Helvetica Neue"/>
                <a:ea typeface="Helvetica Neue"/>
                <a:cs typeface="Helvetica Neue"/>
                <a:sym typeface="Helvetica Neue"/>
              </a:rPr>
              <a:t> VM does not virtualize hard-to-implement parts of the H/W instruction set, hence more efficient</a:t>
            </a:r>
            <a:endParaRPr/>
          </a:p>
          <a:p>
            <a:pPr marL="742950" marR="0" lvl="1" indent="-240030" algn="l" rtl="0">
              <a:spcBef>
                <a:spcPts val="480"/>
              </a:spcBef>
              <a:spcAft>
                <a:spcPts val="0"/>
              </a:spcAft>
              <a:buClr>
                <a:schemeClr val="dk1"/>
              </a:buClr>
              <a:buSzPct val="100000"/>
              <a:buFont typeface="Helvetica Neue"/>
              <a:buChar char="–"/>
            </a:pPr>
            <a:r>
              <a:rPr lang="en-GB" sz="2400" b="0" i="0" u="none" strike="noStrike" cap="none">
                <a:solidFill>
                  <a:schemeClr val="dk1"/>
                </a:solidFill>
                <a:latin typeface="Helvetica Neue"/>
                <a:ea typeface="Helvetica Neue"/>
                <a:cs typeface="Helvetica Neue"/>
                <a:sym typeface="Helvetica Neue"/>
              </a:rPr>
              <a:t>Examples: Xen, VMware, XtratuM</a:t>
            </a:r>
            <a:endParaRPr sz="2400" b="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86A5-068C-6849-90F6-5F2A2CED9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5437A-79A0-C7A7-1E7A-F5EEA874C38B}"/>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C6B28DD1-FFDB-6AD8-4DC2-E13BAD4DC520}"/>
              </a:ext>
            </a:extLst>
          </p:cNvPr>
          <p:cNvSpPr>
            <a:spLocks noGrp="1"/>
          </p:cNvSpPr>
          <p:nvPr>
            <p:ph type="ftr" sz="quarter" idx="10"/>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C6C9A165-BAAC-2562-2F9E-6D0C123E1C58}"/>
                  </a:ext>
                </a:extLst>
              </p:cNvPr>
              <p:cNvGraphicFramePr>
                <a:graphicFrameLocks noGrp="1"/>
              </p:cNvGraphicFramePr>
              <p:nvPr/>
            </p:nvGraphicFramePr>
            <p:xfrm>
              <a:off x="310243" y="1084218"/>
              <a:ext cx="8515350" cy="349470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C6C9A165-BAAC-2562-2F9E-6D0C123E1C58}"/>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10243" y="1084218"/>
                <a:ext cx="8515350" cy="3494705"/>
              </a:xfrm>
              <a:prstGeom prst="rect">
                <a:avLst/>
              </a:prstGeom>
            </p:spPr>
          </p:pic>
        </mc:Fallback>
      </mc:AlternateContent>
      <p:sp>
        <p:nvSpPr>
          <p:cNvPr id="3" name="TextBox 2">
            <a:extLst>
              <a:ext uri="{FF2B5EF4-FFF2-40B4-BE49-F238E27FC236}">
                <a16:creationId xmlns:a16="http://schemas.microsoft.com/office/drawing/2014/main" id="{1E710D0E-FB98-219E-AF43-73FD5F8288D4}"/>
              </a:ext>
            </a:extLst>
          </p:cNvPr>
          <p:cNvSpPr txBox="1"/>
          <p:nvPr/>
        </p:nvSpPr>
        <p:spPr>
          <a:xfrm>
            <a:off x="1292198" y="4578923"/>
            <a:ext cx="6559604" cy="369332"/>
          </a:xfrm>
          <a:prstGeom prst="rect">
            <a:avLst/>
          </a:prstGeom>
          <a:noFill/>
        </p:spPr>
        <p:txBody>
          <a:bodyPr wrap="square" rtlCol="0">
            <a:spAutoFit/>
          </a:bodyPr>
          <a:lstStyle/>
          <a:p>
            <a:pPr algn="ctr"/>
            <a:r>
              <a:rPr lang="en-US" sz="1800" dirty="0">
                <a:solidFill>
                  <a:srgbClr val="FF0000"/>
                </a:solidFill>
              </a:rPr>
              <a:t>Keep </a:t>
            </a:r>
            <a:r>
              <a:rPr lang="en-US" sz="1800" dirty="0" err="1">
                <a:solidFill>
                  <a:srgbClr val="FF0000"/>
                </a:solidFill>
              </a:rPr>
              <a:t>Wooclap</a:t>
            </a:r>
            <a:r>
              <a:rPr lang="en-US" sz="1800" dirty="0">
                <a:solidFill>
                  <a:srgbClr val="FF0000"/>
                </a:solidFill>
              </a:rPr>
              <a:t> open on your device before the lecture ends</a:t>
            </a:r>
          </a:p>
        </p:txBody>
      </p:sp>
    </p:spTree>
    <p:extLst>
      <p:ext uri="{BB962C8B-B14F-4D97-AF65-F5344CB8AC3E}">
        <p14:creationId xmlns:p14="http://schemas.microsoft.com/office/powerpoint/2010/main" val="3527016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D993-733B-FCED-0C90-109C75179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158EF-0417-7B45-7F53-48E278E26DE4}"/>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2034BEA9-1F92-88FC-B22B-7D157F303E52}"/>
              </a:ext>
            </a:extLst>
          </p:cNvPr>
          <p:cNvSpPr>
            <a:spLocks noGrp="1"/>
          </p:cNvSpPr>
          <p:nvPr>
            <p:ph type="ftr" sz="quarter" idx="10"/>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7" name="Add-in 6">
                <a:extLst>
                  <a:ext uri="{FF2B5EF4-FFF2-40B4-BE49-F238E27FC236}">
                    <a16:creationId xmlns:a16="http://schemas.microsoft.com/office/drawing/2014/main" id="{A6821075-A3CF-5C15-11B5-797A4339F5A3}"/>
                  </a:ext>
                </a:extLst>
              </p:cNvPr>
              <p:cNvGraphicFramePr>
                <a:graphicFrameLocks noGrp="1"/>
              </p:cNvGraphicFramePr>
              <p:nvPr/>
            </p:nvGraphicFramePr>
            <p:xfrm>
              <a:off x="310243" y="1084218"/>
              <a:ext cx="8515350" cy="349470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7" name="Add-in 6">
                <a:extLst>
                  <a:ext uri="{FF2B5EF4-FFF2-40B4-BE49-F238E27FC236}">
                    <a16:creationId xmlns:a16="http://schemas.microsoft.com/office/drawing/2014/main" id="{A6821075-A3CF-5C15-11B5-797A4339F5A3}"/>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10243" y="1084218"/>
                <a:ext cx="8515350" cy="3494705"/>
              </a:xfrm>
              <a:prstGeom prst="rect">
                <a:avLst/>
              </a:prstGeom>
            </p:spPr>
          </p:pic>
        </mc:Fallback>
      </mc:AlternateContent>
      <p:sp>
        <p:nvSpPr>
          <p:cNvPr id="3" name="TextBox 2">
            <a:extLst>
              <a:ext uri="{FF2B5EF4-FFF2-40B4-BE49-F238E27FC236}">
                <a16:creationId xmlns:a16="http://schemas.microsoft.com/office/drawing/2014/main" id="{DDC038FF-C9F0-B87C-2127-3F94C978BB88}"/>
              </a:ext>
            </a:extLst>
          </p:cNvPr>
          <p:cNvSpPr txBox="1"/>
          <p:nvPr/>
        </p:nvSpPr>
        <p:spPr>
          <a:xfrm>
            <a:off x="1292198" y="4578923"/>
            <a:ext cx="6559604" cy="369332"/>
          </a:xfrm>
          <a:prstGeom prst="rect">
            <a:avLst/>
          </a:prstGeom>
          <a:noFill/>
        </p:spPr>
        <p:txBody>
          <a:bodyPr wrap="square" rtlCol="0">
            <a:spAutoFit/>
          </a:bodyPr>
          <a:lstStyle/>
          <a:p>
            <a:pPr algn="ctr"/>
            <a:r>
              <a:rPr lang="en-US" sz="1800" dirty="0">
                <a:solidFill>
                  <a:srgbClr val="FF0000"/>
                </a:solidFill>
              </a:rPr>
              <a:t>Keep </a:t>
            </a:r>
            <a:r>
              <a:rPr lang="en-US" sz="1800" dirty="0" err="1">
                <a:solidFill>
                  <a:srgbClr val="FF0000"/>
                </a:solidFill>
              </a:rPr>
              <a:t>Wooclap</a:t>
            </a:r>
            <a:r>
              <a:rPr lang="en-US" sz="1800" dirty="0">
                <a:solidFill>
                  <a:srgbClr val="FF0000"/>
                </a:solidFill>
              </a:rPr>
              <a:t> open on your device before the lecture ends</a:t>
            </a:r>
          </a:p>
        </p:txBody>
      </p:sp>
    </p:spTree>
    <p:extLst>
      <p:ext uri="{BB962C8B-B14F-4D97-AF65-F5344CB8AC3E}">
        <p14:creationId xmlns:p14="http://schemas.microsoft.com/office/powerpoint/2010/main" val="3061746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9"/>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Constructing a VMM </a:t>
            </a:r>
            <a:endParaRPr/>
          </a:p>
        </p:txBody>
      </p:sp>
      <p:sp>
        <p:nvSpPr>
          <p:cNvPr id="352" name="Google Shape;352;p29"/>
          <p:cNvSpPr txBox="1">
            <a:spLocks noGrp="1"/>
          </p:cNvSpPr>
          <p:nvPr>
            <p:ph type="body" idx="1"/>
          </p:nvPr>
        </p:nvSpPr>
        <p:spPr>
          <a:xfrm>
            <a:off x="2899400" y="4238546"/>
            <a:ext cx="8464500" cy="615300"/>
          </a:xfrm>
          <a:prstGeom prst="rect">
            <a:avLst/>
          </a:prstGeom>
          <a:noFill/>
          <a:ln>
            <a:noFill/>
          </a:ln>
        </p:spPr>
        <p:txBody>
          <a:bodyPr spcFirstLastPara="1" wrap="square" lIns="91425" tIns="45700" rIns="91425" bIns="45700" anchor="t" anchorCtr="0">
            <a:normAutofit fontScale="70000" lnSpcReduction="20000"/>
          </a:bodyPr>
          <a:lstStyle/>
          <a:p>
            <a:pPr marL="457200" lvl="0" indent="-364617" algn="l" rtl="0">
              <a:lnSpc>
                <a:spcPct val="100000"/>
              </a:lnSpc>
              <a:spcBef>
                <a:spcPts val="900"/>
              </a:spcBef>
              <a:spcAft>
                <a:spcPts val="0"/>
              </a:spcAft>
              <a:buSzPct val="109565"/>
              <a:buChar char="●"/>
            </a:pPr>
            <a:r>
              <a:rPr lang="en-GB"/>
              <a:t>P = computer system</a:t>
            </a:r>
            <a:endParaRPr/>
          </a:p>
          <a:p>
            <a:pPr marL="457200" lvl="0" indent="-364617" algn="l" rtl="0">
              <a:lnSpc>
                <a:spcPct val="100000"/>
              </a:lnSpc>
              <a:spcBef>
                <a:spcPts val="0"/>
              </a:spcBef>
              <a:spcAft>
                <a:spcPts val="0"/>
              </a:spcAft>
              <a:buSzPct val="109565"/>
              <a:buChar char="●"/>
            </a:pPr>
            <a:r>
              <a:rPr lang="en-GB"/>
              <a:t>V = computer system (== </a:t>
            </a:r>
            <a:r>
              <a:rPr lang="en-GB" b="1">
                <a:solidFill>
                  <a:schemeClr val="accent2"/>
                </a:solidFill>
              </a:rPr>
              <a:t>virtual machine</a:t>
            </a:r>
            <a:r>
              <a:rPr lang="en-GB"/>
              <a:t>)</a:t>
            </a:r>
            <a:endParaRPr/>
          </a:p>
        </p:txBody>
      </p:sp>
      <p:sp>
        <p:nvSpPr>
          <p:cNvPr id="353" name="Google Shape;353;p29"/>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pic>
        <p:nvPicPr>
          <p:cNvPr id="354" name="Google Shape;354;p29"/>
          <p:cNvPicPr preferRelativeResize="0"/>
          <p:nvPr/>
        </p:nvPicPr>
        <p:blipFill rotWithShape="1">
          <a:blip r:embed="rId3">
            <a:alphaModFix/>
          </a:blip>
          <a:srcRect/>
          <a:stretch/>
        </p:blipFill>
        <p:spPr>
          <a:xfrm>
            <a:off x="2852100" y="984150"/>
            <a:ext cx="3439800" cy="3175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0"/>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VMM multiplex </a:t>
            </a:r>
            <a:r>
              <a:rPr lang="en-GB" sz="2700" b="1" u="sng">
                <a:solidFill>
                  <a:srgbClr val="1E4E79"/>
                </a:solidFill>
                <a:latin typeface="Book Antiqua"/>
                <a:ea typeface="Book Antiqua"/>
                <a:cs typeface="Book Antiqua"/>
                <a:sym typeface="Book Antiqua"/>
              </a:rPr>
              <a:t>and</a:t>
            </a:r>
            <a:r>
              <a:rPr lang="en-GB" sz="2700" b="1">
                <a:solidFill>
                  <a:srgbClr val="1E4E79"/>
                </a:solidFill>
                <a:latin typeface="Book Antiqua"/>
                <a:ea typeface="Book Antiqua"/>
                <a:cs typeface="Book Antiqua"/>
                <a:sym typeface="Book Antiqua"/>
              </a:rPr>
              <a:t> emulate</a:t>
            </a:r>
            <a:endParaRPr/>
          </a:p>
        </p:txBody>
      </p:sp>
      <p:sp>
        <p:nvSpPr>
          <p:cNvPr id="361" name="Google Shape;361;p30"/>
          <p:cNvSpPr txBox="1">
            <a:spLocks noGrp="1"/>
          </p:cNvSpPr>
          <p:nvPr>
            <p:ph type="body" idx="1"/>
          </p:nvPr>
        </p:nvSpPr>
        <p:spPr>
          <a:xfrm>
            <a:off x="429650" y="980875"/>
            <a:ext cx="8450700" cy="38253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900"/>
              </a:spcBef>
              <a:spcAft>
                <a:spcPts val="0"/>
              </a:spcAft>
              <a:buSzPts val="2331"/>
              <a:buNone/>
            </a:pPr>
            <a:r>
              <a:rPr lang="en-GB" sz="2027" b="1"/>
              <a:t>Multiplex</a:t>
            </a:r>
            <a:r>
              <a:rPr lang="en-GB" sz="2027"/>
              <a:t> CPU and memory, </a:t>
            </a:r>
            <a:r>
              <a:rPr lang="en-GB" sz="2027" b="1">
                <a:solidFill>
                  <a:schemeClr val="accent2"/>
                </a:solidFill>
              </a:rPr>
              <a:t>with hardware support</a:t>
            </a:r>
            <a:endParaRPr sz="2027" b="1">
              <a:solidFill>
                <a:schemeClr val="accent2"/>
              </a:solidFill>
            </a:endParaRPr>
          </a:p>
          <a:p>
            <a:pPr marL="457200" lvl="0" indent="-370268" algn="l" rtl="0">
              <a:lnSpc>
                <a:spcPct val="80000"/>
              </a:lnSpc>
              <a:spcBef>
                <a:spcPts val="900"/>
              </a:spcBef>
              <a:spcAft>
                <a:spcPts val="0"/>
              </a:spcAft>
              <a:buSzPts val="2231"/>
              <a:buChar char="●"/>
            </a:pPr>
            <a:r>
              <a:rPr lang="en-GB" sz="2027"/>
              <a:t>Each VM has its own virtual CPUs (=virtual core)</a:t>
            </a:r>
            <a:endParaRPr sz="2027"/>
          </a:p>
          <a:p>
            <a:pPr marL="914400" lvl="1" indent="-327977" algn="l" rtl="0">
              <a:lnSpc>
                <a:spcPct val="80000"/>
              </a:lnSpc>
              <a:spcBef>
                <a:spcPts val="0"/>
              </a:spcBef>
              <a:spcAft>
                <a:spcPts val="0"/>
              </a:spcAft>
              <a:buSzPts val="1565"/>
              <a:buChar char="○"/>
            </a:pPr>
            <a:r>
              <a:rPr lang="en-GB" sz="2027"/>
              <a:t>P=core; V=core</a:t>
            </a:r>
            <a:endParaRPr sz="2027"/>
          </a:p>
          <a:p>
            <a:pPr marL="914400" lvl="1" indent="-327977" algn="l" rtl="0">
              <a:lnSpc>
                <a:spcPct val="80000"/>
              </a:lnSpc>
              <a:spcBef>
                <a:spcPts val="0"/>
              </a:spcBef>
              <a:spcAft>
                <a:spcPts val="0"/>
              </a:spcAft>
              <a:buSzPts val="1565"/>
              <a:buChar char="○"/>
            </a:pPr>
            <a:r>
              <a:rPr lang="en-GB" sz="2027"/>
              <a:t>Requires </a:t>
            </a:r>
            <a:r>
              <a:rPr lang="en-GB" sz="2027" b="1">
                <a:solidFill>
                  <a:schemeClr val="accent2"/>
                </a:solidFill>
              </a:rPr>
              <a:t>system-level limited direct execution</a:t>
            </a:r>
            <a:endParaRPr sz="2027" b="1">
              <a:solidFill>
                <a:schemeClr val="accent2"/>
              </a:solidFill>
            </a:endParaRPr>
          </a:p>
          <a:p>
            <a:pPr marL="457200" lvl="0" indent="-370268" algn="l" rtl="0">
              <a:lnSpc>
                <a:spcPct val="80000"/>
              </a:lnSpc>
              <a:spcBef>
                <a:spcPts val="0"/>
              </a:spcBef>
              <a:spcAft>
                <a:spcPts val="0"/>
              </a:spcAft>
              <a:buSzPts val="2231"/>
              <a:buChar char="●"/>
            </a:pPr>
            <a:r>
              <a:rPr lang="en-GB" sz="2027"/>
              <a:t>Each VM has its own guest physical memory</a:t>
            </a:r>
            <a:endParaRPr sz="2027"/>
          </a:p>
          <a:p>
            <a:pPr marL="914400" lvl="1" indent="-327977" algn="l" rtl="0">
              <a:lnSpc>
                <a:spcPct val="80000"/>
              </a:lnSpc>
              <a:spcBef>
                <a:spcPts val="0"/>
              </a:spcBef>
              <a:spcAft>
                <a:spcPts val="0"/>
              </a:spcAft>
              <a:buSzPts val="1565"/>
              <a:buChar char="○"/>
            </a:pPr>
            <a:r>
              <a:rPr lang="en-GB" sz="2027"/>
              <a:t>P=physical memory; V=physical memory</a:t>
            </a:r>
            <a:endParaRPr sz="2027"/>
          </a:p>
          <a:p>
            <a:pPr marL="914400" lvl="1" indent="-327977" algn="l" rtl="0">
              <a:lnSpc>
                <a:spcPct val="80000"/>
              </a:lnSpc>
              <a:spcBef>
                <a:spcPts val="0"/>
              </a:spcBef>
              <a:spcAft>
                <a:spcPts val="0"/>
              </a:spcAft>
              <a:buSzPts val="1565"/>
              <a:buChar char="○"/>
            </a:pPr>
            <a:r>
              <a:rPr lang="en-GB" sz="2027"/>
              <a:t>Requires </a:t>
            </a:r>
            <a:r>
              <a:rPr lang="en-GB" sz="2027" b="1">
                <a:solidFill>
                  <a:schemeClr val="accent2"/>
                </a:solidFill>
              </a:rPr>
              <a:t>hardware support for virtual memory mechanisms</a:t>
            </a:r>
            <a:r>
              <a:rPr lang="en-GB" sz="2027"/>
              <a:t> </a:t>
            </a:r>
            <a:br>
              <a:rPr lang="en-GB" sz="2027"/>
            </a:br>
            <a:r>
              <a:rPr lang="en-GB" sz="2027"/>
              <a:t>(details after the recess week)</a:t>
            </a:r>
            <a:endParaRPr sz="2027"/>
          </a:p>
          <a:p>
            <a:pPr marL="0" lvl="0" indent="0" algn="l" rtl="0">
              <a:lnSpc>
                <a:spcPct val="80000"/>
              </a:lnSpc>
              <a:spcBef>
                <a:spcPts val="900"/>
              </a:spcBef>
              <a:spcAft>
                <a:spcPts val="0"/>
              </a:spcAft>
              <a:buSzPts val="2331"/>
              <a:buNone/>
            </a:pPr>
            <a:r>
              <a:rPr lang="en-GB" sz="2027" b="1"/>
              <a:t>Emulate</a:t>
            </a:r>
            <a:r>
              <a:rPr lang="en-GB" sz="2027"/>
              <a:t> I/O devices</a:t>
            </a:r>
            <a:endParaRPr sz="2027"/>
          </a:p>
          <a:p>
            <a:pPr marL="457200" lvl="0" indent="-370268" algn="l" rtl="0">
              <a:lnSpc>
                <a:spcPct val="80000"/>
              </a:lnSpc>
              <a:spcBef>
                <a:spcPts val="900"/>
              </a:spcBef>
              <a:spcAft>
                <a:spcPts val="0"/>
              </a:spcAft>
              <a:buSzPts val="2231"/>
              <a:buChar char="●"/>
            </a:pPr>
            <a:r>
              <a:rPr lang="en-GB" sz="2027"/>
              <a:t>Virtual disk, virtual keyboard, virtual screen, virtual NIC, virtual Ethernet switch, etc.</a:t>
            </a:r>
            <a:endParaRPr sz="2027"/>
          </a:p>
        </p:txBody>
      </p:sp>
      <p:sp>
        <p:nvSpPr>
          <p:cNvPr id="362" name="Google Shape;362;p30"/>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1">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1">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1">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dirty="0">
                <a:solidFill>
                  <a:srgbClr val="1E4E79"/>
                </a:solidFill>
                <a:latin typeface="Book Antiqua"/>
                <a:ea typeface="Book Antiqua"/>
                <a:cs typeface="Book Antiqua"/>
                <a:sym typeface="Book Antiqua"/>
              </a:rPr>
              <a:t>Bare-metal </a:t>
            </a:r>
            <a:r>
              <a:rPr lang="en-GB" sz="2700" dirty="0">
                <a:solidFill>
                  <a:srgbClr val="1E4E79"/>
                </a:solidFill>
                <a:latin typeface="Book Antiqua"/>
                <a:ea typeface="Book Antiqua"/>
                <a:cs typeface="Book Antiqua"/>
                <a:sym typeface="Book Antiqua"/>
              </a:rPr>
              <a:t>s</a:t>
            </a:r>
            <a:r>
              <a:rPr lang="en-GB" sz="2700" b="1" dirty="0">
                <a:solidFill>
                  <a:srgbClr val="1E4E79"/>
                </a:solidFill>
                <a:latin typeface="Book Antiqua"/>
                <a:ea typeface="Book Antiqua"/>
                <a:cs typeface="Book Antiqua"/>
                <a:sym typeface="Book Antiqua"/>
              </a:rPr>
              <a:t>ystem -- limited direct execution</a:t>
            </a:r>
            <a:endParaRPr dirty="0"/>
          </a:p>
        </p:txBody>
      </p:sp>
      <p:sp>
        <p:nvSpPr>
          <p:cNvPr id="369" name="Google Shape;369;p31"/>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32</a:t>
            </a:fld>
            <a:endParaRPr sz="1400" b="0" i="0" u="none" strike="noStrike" cap="none">
              <a:solidFill>
                <a:srgbClr val="000000"/>
              </a:solidFill>
              <a:latin typeface="Arial"/>
              <a:ea typeface="Arial"/>
              <a:cs typeface="Arial"/>
              <a:sym typeface="Arial"/>
            </a:endParaRPr>
          </a:p>
        </p:txBody>
      </p:sp>
      <p:pic>
        <p:nvPicPr>
          <p:cNvPr id="370" name="Google Shape;370;p31"/>
          <p:cNvPicPr preferRelativeResize="0"/>
          <p:nvPr/>
        </p:nvPicPr>
        <p:blipFill rotWithShape="1">
          <a:blip r:embed="rId3">
            <a:alphaModFix/>
          </a:blip>
          <a:srcRect/>
          <a:stretch/>
        </p:blipFill>
        <p:spPr>
          <a:xfrm>
            <a:off x="1979675" y="1153019"/>
            <a:ext cx="6153150" cy="1905000"/>
          </a:xfrm>
          <a:prstGeom prst="rect">
            <a:avLst/>
          </a:prstGeom>
          <a:noFill/>
          <a:ln>
            <a:noFill/>
          </a:ln>
        </p:spPr>
      </p:pic>
      <p:sp>
        <p:nvSpPr>
          <p:cNvPr id="371" name="Google Shape;371;p31"/>
          <p:cNvSpPr txBox="1"/>
          <p:nvPr/>
        </p:nvSpPr>
        <p:spPr>
          <a:xfrm>
            <a:off x="470175" y="3298575"/>
            <a:ext cx="7886700" cy="108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Key observations:</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Application executes unprivileged instructions directly on CPU</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Application make system calls to the OS (--&gt; kernel mode)</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Privileged instructions are restricted to OS (trap from user mode)</a:t>
            </a:r>
            <a:endParaRPr sz="2100" b="0" i="0" u="none" strike="noStrike" cap="none">
              <a:solidFill>
                <a:schemeClr val="dk1"/>
              </a:solidFill>
              <a:latin typeface="Calibri"/>
              <a:ea typeface="Calibri"/>
              <a:cs typeface="Calibri"/>
              <a:sym typeface="Calibri"/>
            </a:endParaRPr>
          </a:p>
        </p:txBody>
      </p:sp>
      <p:sp>
        <p:nvSpPr>
          <p:cNvPr id="2" name="Google Shape;427;g2f467944736_1_70">
            <a:extLst>
              <a:ext uri="{FF2B5EF4-FFF2-40B4-BE49-F238E27FC236}">
                <a16:creationId xmlns:a16="http://schemas.microsoft.com/office/drawing/2014/main" id="{C49841A1-90F1-ECE7-F33B-580F5186C466}"/>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2"/>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Adding a level of indirection</a:t>
            </a:r>
            <a:endParaRPr/>
          </a:p>
        </p:txBody>
      </p:sp>
      <p:sp>
        <p:nvSpPr>
          <p:cNvPr id="378" name="Google Shape;378;p32"/>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33</a:t>
            </a:fld>
            <a:endParaRPr sz="1400" b="0" i="0" u="none" strike="noStrike" cap="none">
              <a:solidFill>
                <a:srgbClr val="000000"/>
              </a:solidFill>
              <a:latin typeface="Arial"/>
              <a:ea typeface="Arial"/>
              <a:cs typeface="Arial"/>
              <a:sym typeface="Arial"/>
            </a:endParaRPr>
          </a:p>
        </p:txBody>
      </p:sp>
      <p:pic>
        <p:nvPicPr>
          <p:cNvPr id="379" name="Google Shape;379;p32"/>
          <p:cNvPicPr preferRelativeResize="0"/>
          <p:nvPr/>
        </p:nvPicPr>
        <p:blipFill rotWithShape="1">
          <a:blip r:embed="rId3">
            <a:alphaModFix/>
          </a:blip>
          <a:srcRect/>
          <a:stretch/>
        </p:blipFill>
        <p:spPr>
          <a:xfrm>
            <a:off x="2039850" y="1082069"/>
            <a:ext cx="6162675" cy="2819400"/>
          </a:xfrm>
          <a:prstGeom prst="rect">
            <a:avLst/>
          </a:prstGeom>
          <a:noFill/>
          <a:ln>
            <a:noFill/>
          </a:ln>
        </p:spPr>
      </p:pic>
      <p:sp>
        <p:nvSpPr>
          <p:cNvPr id="380" name="Google Shape;380;p32"/>
          <p:cNvSpPr txBox="1"/>
          <p:nvPr/>
        </p:nvSpPr>
        <p:spPr>
          <a:xfrm>
            <a:off x="315825" y="3728700"/>
            <a:ext cx="7886700" cy="1275600"/>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l" rtl="0">
              <a:lnSpc>
                <a:spcPct val="100000"/>
              </a:lnSpc>
              <a:spcBef>
                <a:spcPts val="0"/>
              </a:spcBef>
              <a:spcAft>
                <a:spcPts val="0"/>
              </a:spcAft>
              <a:buClr>
                <a:srgbClr val="000000"/>
              </a:buClr>
              <a:buSzPct val="100000"/>
              <a:buFont typeface="Arial"/>
              <a:buNone/>
            </a:pPr>
            <a:r>
              <a:rPr lang="en-GB" sz="2100" b="0" i="0" u="none" strike="noStrike" cap="none">
                <a:solidFill>
                  <a:schemeClr val="dk1"/>
                </a:solidFill>
                <a:latin typeface="Calibri"/>
                <a:ea typeface="Calibri"/>
                <a:cs typeface="Calibri"/>
                <a:sym typeface="Calibri"/>
              </a:rPr>
              <a:t>Key observations:</a:t>
            </a:r>
            <a:endParaRPr sz="2100" b="0" i="0" u="none" strike="noStrike" cap="none">
              <a:solidFill>
                <a:schemeClr val="dk1"/>
              </a:solidFill>
              <a:latin typeface="Calibri"/>
              <a:ea typeface="Calibri"/>
              <a:cs typeface="Calibri"/>
              <a:sym typeface="Calibri"/>
            </a:endParaRPr>
          </a:p>
          <a:p>
            <a:pPr marL="457200" marR="0" lvl="0" indent="-341947" algn="l" rtl="0">
              <a:lnSpc>
                <a:spcPct val="100000"/>
              </a:lnSpc>
              <a:spcBef>
                <a:spcPts val="0"/>
              </a:spcBef>
              <a:spcAft>
                <a:spcPts val="0"/>
              </a:spcAft>
              <a:buClr>
                <a:schemeClr val="dk1"/>
              </a:buClr>
              <a:buSzPct val="100000"/>
              <a:buFont typeface="Calibri"/>
              <a:buChar char="●"/>
            </a:pPr>
            <a:r>
              <a:rPr lang="en-GB" sz="2100" b="0" i="0" u="none" strike="noStrike" cap="none">
                <a:solidFill>
                  <a:schemeClr val="dk1"/>
                </a:solidFill>
                <a:latin typeface="Calibri"/>
                <a:ea typeface="Calibri"/>
                <a:cs typeface="Calibri"/>
                <a:sym typeface="Calibri"/>
              </a:rPr>
              <a:t>Virtual CPU == virtualize HW/SW interface (e.g. x86-64)</a:t>
            </a:r>
            <a:endParaRPr sz="2100" b="0" i="0" u="none" strike="noStrike" cap="none">
              <a:solidFill>
                <a:schemeClr val="dk1"/>
              </a:solidFill>
              <a:latin typeface="Calibri"/>
              <a:ea typeface="Calibri"/>
              <a:cs typeface="Calibri"/>
              <a:sym typeface="Calibri"/>
            </a:endParaRPr>
          </a:p>
          <a:p>
            <a:pPr marL="457200" marR="0" lvl="0" indent="-341947" algn="l" rtl="0">
              <a:lnSpc>
                <a:spcPct val="100000"/>
              </a:lnSpc>
              <a:spcBef>
                <a:spcPts val="0"/>
              </a:spcBef>
              <a:spcAft>
                <a:spcPts val="0"/>
              </a:spcAft>
              <a:buClr>
                <a:schemeClr val="dk1"/>
              </a:buClr>
              <a:buSzPct val="100000"/>
              <a:buFont typeface="Calibri"/>
              <a:buChar char="●"/>
            </a:pPr>
            <a:r>
              <a:rPr lang="en-GB" sz="2100" b="0" i="0" u="none" strike="noStrike" cap="none">
                <a:solidFill>
                  <a:schemeClr val="dk1"/>
                </a:solidFill>
                <a:latin typeface="Calibri"/>
                <a:ea typeface="Calibri"/>
                <a:cs typeface="Calibri"/>
                <a:sym typeface="Calibri"/>
              </a:rPr>
              <a:t>Standard virtualization trick -- expose the same abstraction </a:t>
            </a:r>
            <a:r>
              <a:rPr lang="en-GB" sz="2100" b="1" i="0" u="none" strike="noStrike" cap="none">
                <a:solidFill>
                  <a:schemeClr val="accent2"/>
                </a:solidFill>
                <a:latin typeface="Calibri"/>
                <a:ea typeface="Calibri"/>
                <a:cs typeface="Calibri"/>
                <a:sym typeface="Calibri"/>
              </a:rPr>
              <a:t>V</a:t>
            </a:r>
            <a:r>
              <a:rPr lang="en-GB" sz="2100" b="0" i="0" u="none" strike="noStrike" cap="none">
                <a:solidFill>
                  <a:schemeClr val="dk1"/>
                </a:solidFill>
                <a:latin typeface="Calibri"/>
                <a:ea typeface="Calibri"/>
                <a:cs typeface="Calibri"/>
                <a:sym typeface="Calibri"/>
              </a:rPr>
              <a:t> as the underlying resource </a:t>
            </a:r>
            <a:r>
              <a:rPr lang="en-GB" sz="2100" b="1" i="0" u="none" strike="noStrike" cap="none">
                <a:solidFill>
                  <a:schemeClr val="accent2"/>
                </a:solidFill>
                <a:latin typeface="Calibri"/>
                <a:ea typeface="Calibri"/>
                <a:cs typeface="Calibri"/>
                <a:sym typeface="Calibri"/>
              </a:rPr>
              <a:t>P</a:t>
            </a:r>
            <a:r>
              <a:rPr lang="en-GB" sz="2100" b="0" i="0" u="none" strike="noStrike" cap="none">
                <a:solidFill>
                  <a:schemeClr val="dk1"/>
                </a:solidFill>
                <a:latin typeface="Calibri"/>
                <a:ea typeface="Calibri"/>
                <a:cs typeface="Calibri"/>
                <a:sym typeface="Calibri"/>
              </a:rPr>
              <a:t> and everything else will still work </a:t>
            </a:r>
            <a:endParaRPr sz="2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endParaRPr sz="2100" b="0" i="0" u="none" strike="noStrike" cap="none">
              <a:solidFill>
                <a:schemeClr val="dk1"/>
              </a:solidFill>
              <a:latin typeface="Calibri"/>
              <a:ea typeface="Calibri"/>
              <a:cs typeface="Calibri"/>
              <a:sym typeface="Calibri"/>
            </a:endParaRPr>
          </a:p>
        </p:txBody>
      </p:sp>
      <p:sp>
        <p:nvSpPr>
          <p:cNvPr id="2" name="Google Shape;427;g2f467944736_1_70">
            <a:extLst>
              <a:ext uri="{FF2B5EF4-FFF2-40B4-BE49-F238E27FC236}">
                <a16:creationId xmlns:a16="http://schemas.microsoft.com/office/drawing/2014/main" id="{CB72ECA3-6341-1084-97A5-3D01D9117D7C}"/>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3"/>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System-level limited direct execution</a:t>
            </a:r>
            <a:endParaRPr/>
          </a:p>
        </p:txBody>
      </p:sp>
      <p:sp>
        <p:nvSpPr>
          <p:cNvPr id="387" name="Google Shape;387;p33"/>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34</a:t>
            </a:fld>
            <a:endParaRPr sz="1400" b="0" i="0" u="none" strike="noStrike" cap="none">
              <a:solidFill>
                <a:srgbClr val="000000"/>
              </a:solidFill>
              <a:latin typeface="Arial"/>
              <a:ea typeface="Arial"/>
              <a:cs typeface="Arial"/>
              <a:sym typeface="Arial"/>
            </a:endParaRPr>
          </a:p>
        </p:txBody>
      </p:sp>
      <p:pic>
        <p:nvPicPr>
          <p:cNvPr id="388" name="Google Shape;388;p33"/>
          <p:cNvPicPr preferRelativeResize="0"/>
          <p:nvPr/>
        </p:nvPicPr>
        <p:blipFill rotWithShape="1">
          <a:blip r:embed="rId3">
            <a:alphaModFix/>
          </a:blip>
          <a:srcRect/>
          <a:stretch/>
        </p:blipFill>
        <p:spPr>
          <a:xfrm>
            <a:off x="2393300" y="1089569"/>
            <a:ext cx="6362700" cy="2609850"/>
          </a:xfrm>
          <a:prstGeom prst="rect">
            <a:avLst/>
          </a:prstGeom>
          <a:noFill/>
          <a:ln>
            <a:noFill/>
          </a:ln>
        </p:spPr>
      </p:pic>
      <p:sp>
        <p:nvSpPr>
          <p:cNvPr id="389" name="Google Shape;389;p33"/>
          <p:cNvSpPr txBox="1"/>
          <p:nvPr/>
        </p:nvSpPr>
        <p:spPr>
          <a:xfrm>
            <a:off x="315825" y="3582175"/>
            <a:ext cx="8277300" cy="108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Essential for efficiency:</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Application and guest OS use the CPU directly </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Trap (some) privileged instructions issued by guest OS </a:t>
            </a:r>
            <a:endParaRPr sz="2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Calibri"/>
              <a:ea typeface="Calibri"/>
              <a:cs typeface="Calibri"/>
              <a:sym typeface="Calibri"/>
            </a:endParaRPr>
          </a:p>
        </p:txBody>
      </p:sp>
      <p:sp>
        <p:nvSpPr>
          <p:cNvPr id="2" name="Google Shape;427;g2f467944736_1_70">
            <a:extLst>
              <a:ext uri="{FF2B5EF4-FFF2-40B4-BE49-F238E27FC236}">
                <a16:creationId xmlns:a16="http://schemas.microsoft.com/office/drawing/2014/main" id="{A9ED6C8E-AC46-84F5-A68F-E130EBE07F8C}"/>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5"/>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 CPU -- recap </a:t>
            </a:r>
            <a:endParaRPr/>
          </a:p>
        </p:txBody>
      </p:sp>
      <p:sp>
        <p:nvSpPr>
          <p:cNvPr id="396" name="Google Shape;396;p35"/>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35</a:t>
            </a:fld>
            <a:endParaRPr sz="1400" b="0" i="0" u="none" strike="noStrike" cap="none">
              <a:solidFill>
                <a:srgbClr val="000000"/>
              </a:solidFill>
              <a:latin typeface="Arial"/>
              <a:ea typeface="Arial"/>
              <a:cs typeface="Arial"/>
              <a:sym typeface="Arial"/>
            </a:endParaRPr>
          </a:p>
        </p:txBody>
      </p:sp>
      <p:sp>
        <p:nvSpPr>
          <p:cNvPr id="397" name="Google Shape;397;p35"/>
          <p:cNvSpPr txBox="1">
            <a:spLocks noGrp="1"/>
          </p:cNvSpPr>
          <p:nvPr>
            <p:ph type="body" idx="1"/>
          </p:nvPr>
        </p:nvSpPr>
        <p:spPr>
          <a:xfrm>
            <a:off x="429650" y="980875"/>
            <a:ext cx="8575200" cy="38253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900"/>
              </a:spcBef>
              <a:spcAft>
                <a:spcPts val="0"/>
              </a:spcAft>
              <a:buSzPts val="2142"/>
              <a:buNone/>
            </a:pPr>
            <a:r>
              <a:rPr lang="en-GB" sz="1854"/>
              <a:t>Multiplexed in space and time -- </a:t>
            </a:r>
            <a:r>
              <a:rPr lang="en-GB" sz="1854" b="1">
                <a:solidFill>
                  <a:schemeClr val="accent2"/>
                </a:solidFill>
              </a:rPr>
              <a:t>very much like kernel threads</a:t>
            </a:r>
            <a:endParaRPr sz="1854" b="1">
              <a:solidFill>
                <a:schemeClr val="accent2"/>
              </a:solidFill>
            </a:endParaRPr>
          </a:p>
          <a:p>
            <a:pPr marL="457200" lvl="0" indent="-358267" algn="l" rtl="0">
              <a:lnSpc>
                <a:spcPct val="80000"/>
              </a:lnSpc>
              <a:spcBef>
                <a:spcPts val="900"/>
              </a:spcBef>
              <a:spcAft>
                <a:spcPts val="0"/>
              </a:spcAft>
              <a:buSzPts val="2042"/>
              <a:buChar char="●"/>
            </a:pPr>
            <a:r>
              <a:rPr lang="en-GB" sz="1854"/>
              <a:t>Space: VMM schedules vCPU from different VMs on different core</a:t>
            </a:r>
            <a:endParaRPr sz="1854"/>
          </a:p>
          <a:p>
            <a:pPr marL="457200" lvl="0" indent="-358267" algn="l" rtl="0">
              <a:lnSpc>
                <a:spcPct val="80000"/>
              </a:lnSpc>
              <a:spcBef>
                <a:spcPts val="0"/>
              </a:spcBef>
              <a:spcAft>
                <a:spcPts val="0"/>
              </a:spcAft>
              <a:buSzPts val="2042"/>
              <a:buChar char="●"/>
            </a:pPr>
            <a:r>
              <a:rPr lang="en-GB" sz="1854"/>
              <a:t>Time: VMM schedules multiple vCPUs on a limited set of physical cores</a:t>
            </a:r>
            <a:endParaRPr sz="1854"/>
          </a:p>
          <a:p>
            <a:pPr marL="0" lvl="0" indent="0" algn="l" rtl="0">
              <a:lnSpc>
                <a:spcPct val="80000"/>
              </a:lnSpc>
              <a:spcBef>
                <a:spcPts val="0"/>
              </a:spcBef>
              <a:spcAft>
                <a:spcPts val="0"/>
              </a:spcAft>
              <a:buNone/>
            </a:pPr>
            <a:endParaRPr sz="1854"/>
          </a:p>
          <a:p>
            <a:pPr marL="0" lvl="0" indent="0" algn="l" rtl="0">
              <a:lnSpc>
                <a:spcPct val="80000"/>
              </a:lnSpc>
              <a:spcBef>
                <a:spcPts val="900"/>
              </a:spcBef>
              <a:spcAft>
                <a:spcPts val="0"/>
              </a:spcAft>
              <a:buSzPts val="2142"/>
              <a:buNone/>
            </a:pPr>
            <a:r>
              <a:rPr lang="en-GB" sz="1854"/>
              <a:t>Isolation guaranteed via:</a:t>
            </a:r>
            <a:endParaRPr sz="1854"/>
          </a:p>
          <a:p>
            <a:pPr marL="457200" lvl="0" indent="-358267" algn="l" rtl="0">
              <a:lnSpc>
                <a:spcPct val="80000"/>
              </a:lnSpc>
              <a:spcBef>
                <a:spcPts val="900"/>
              </a:spcBef>
              <a:spcAft>
                <a:spcPts val="0"/>
              </a:spcAft>
              <a:buSzPts val="2042"/>
              <a:buChar char="●"/>
            </a:pPr>
            <a:r>
              <a:rPr lang="en-GB" sz="1854"/>
              <a:t>Non-root mode execution of the VM</a:t>
            </a:r>
            <a:endParaRPr sz="1854"/>
          </a:p>
          <a:p>
            <a:pPr marL="457200" lvl="0" indent="-358267" algn="l" rtl="0">
              <a:lnSpc>
                <a:spcPct val="80000"/>
              </a:lnSpc>
              <a:spcBef>
                <a:spcPts val="0"/>
              </a:spcBef>
              <a:spcAft>
                <a:spcPts val="0"/>
              </a:spcAft>
              <a:buSzPts val="2042"/>
              <a:buChar char="●"/>
            </a:pPr>
            <a:r>
              <a:rPr lang="en-GB" sz="1854"/>
              <a:t>Host OS / VMM is presumed to be correct (</a:t>
            </a:r>
            <a:r>
              <a:rPr lang="en-GB" sz="1854" b="1">
                <a:solidFill>
                  <a:schemeClr val="accent2"/>
                </a:solidFill>
              </a:rPr>
              <a:t>very much like the OS</a:t>
            </a:r>
            <a:r>
              <a:rPr lang="en-GB" sz="1854"/>
              <a:t>)</a:t>
            </a:r>
            <a:endParaRPr sz="1854"/>
          </a:p>
          <a:p>
            <a:pPr marL="0" lvl="0" indent="0" algn="l" rtl="0">
              <a:lnSpc>
                <a:spcPct val="80000"/>
              </a:lnSpc>
              <a:spcBef>
                <a:spcPts val="0"/>
              </a:spcBef>
              <a:spcAft>
                <a:spcPts val="0"/>
              </a:spcAft>
              <a:buNone/>
            </a:pPr>
            <a:endParaRPr sz="1854"/>
          </a:p>
          <a:p>
            <a:pPr marL="0" lvl="0" indent="0" algn="l" rtl="0">
              <a:lnSpc>
                <a:spcPct val="80000"/>
              </a:lnSpc>
              <a:spcBef>
                <a:spcPts val="900"/>
              </a:spcBef>
              <a:spcAft>
                <a:spcPts val="0"/>
              </a:spcAft>
              <a:buSzPts val="2142"/>
              <a:buNone/>
            </a:pPr>
            <a:r>
              <a:rPr lang="en-GB" sz="1854"/>
              <a:t>Basic mechanism : limited direct execution</a:t>
            </a:r>
            <a:endParaRPr sz="1854"/>
          </a:p>
          <a:p>
            <a:pPr marL="457200" lvl="0" indent="-358267" algn="l" rtl="0">
              <a:lnSpc>
                <a:spcPct val="80000"/>
              </a:lnSpc>
              <a:spcBef>
                <a:spcPts val="900"/>
              </a:spcBef>
              <a:spcAft>
                <a:spcPts val="0"/>
              </a:spcAft>
              <a:buSzPts val="2042"/>
              <a:buChar char="●"/>
            </a:pPr>
            <a:r>
              <a:rPr lang="en-GB" sz="1854"/>
              <a:t>Same idea as with protected operating system</a:t>
            </a:r>
            <a:endParaRPr sz="1854"/>
          </a:p>
          <a:p>
            <a:pPr marL="457200" lvl="0" indent="-358267" algn="l" rtl="0">
              <a:lnSpc>
                <a:spcPct val="80000"/>
              </a:lnSpc>
              <a:spcBef>
                <a:spcPts val="0"/>
              </a:spcBef>
              <a:spcAft>
                <a:spcPts val="0"/>
              </a:spcAft>
              <a:buSzPts val="2042"/>
              <a:buChar char="●"/>
            </a:pPr>
            <a:r>
              <a:rPr lang="en-GB" sz="1854" b="1">
                <a:solidFill>
                  <a:schemeClr val="accent2"/>
                </a:solidFill>
              </a:rPr>
              <a:t>Extended</a:t>
            </a:r>
            <a:r>
              <a:rPr lang="en-GB" sz="1854"/>
              <a:t> here </a:t>
            </a:r>
            <a:r>
              <a:rPr lang="en-GB" sz="1854" b="1">
                <a:solidFill>
                  <a:schemeClr val="accent2"/>
                </a:solidFill>
              </a:rPr>
              <a:t>from</a:t>
            </a:r>
            <a:r>
              <a:rPr lang="en-GB" sz="1854"/>
              <a:t> application-only </a:t>
            </a:r>
            <a:r>
              <a:rPr lang="en-GB" sz="1854" b="1">
                <a:solidFill>
                  <a:schemeClr val="accent2"/>
                </a:solidFill>
              </a:rPr>
              <a:t>to</a:t>
            </a:r>
            <a:r>
              <a:rPr lang="en-GB" sz="1854"/>
              <a:t> system-level</a:t>
            </a:r>
            <a:endParaRPr sz="1854"/>
          </a:p>
          <a:p>
            <a:pPr marL="0" lvl="0" indent="0" algn="l" rtl="0">
              <a:lnSpc>
                <a:spcPct val="80000"/>
              </a:lnSpc>
              <a:spcBef>
                <a:spcPts val="900"/>
              </a:spcBef>
              <a:spcAft>
                <a:spcPts val="0"/>
              </a:spcAft>
              <a:buSzPts val="2142"/>
              <a:buNone/>
            </a:pPr>
            <a:endParaRPr sz="1854"/>
          </a:p>
        </p:txBody>
      </p:sp>
      <p:sp>
        <p:nvSpPr>
          <p:cNvPr id="2" name="Google Shape;427;g2f467944736_1_70">
            <a:extLst>
              <a:ext uri="{FF2B5EF4-FFF2-40B4-BE49-F238E27FC236}">
                <a16:creationId xmlns:a16="http://schemas.microsoft.com/office/drawing/2014/main" id="{A5DEC245-46B0-B435-AFA9-8CB10378180B}"/>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9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6"/>
          <p:cNvSpPr txBox="1">
            <a:spLocks noGrp="1"/>
          </p:cNvSpPr>
          <p:nvPr>
            <p:ph type="title"/>
          </p:nvPr>
        </p:nvSpPr>
        <p:spPr>
          <a:xfrm>
            <a:off x="470175" y="371475"/>
            <a:ext cx="8236200" cy="342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GB" sz="2700" b="1">
                <a:solidFill>
                  <a:srgbClr val="1E4E79"/>
                </a:solidFill>
                <a:latin typeface="Book Antiqua"/>
                <a:ea typeface="Book Antiqua"/>
                <a:cs typeface="Book Antiqua"/>
                <a:sym typeface="Book Antiqua"/>
              </a:rPr>
              <a:t>Virtualizing physical memory</a:t>
            </a:r>
            <a:endParaRPr/>
          </a:p>
        </p:txBody>
      </p:sp>
      <p:sp>
        <p:nvSpPr>
          <p:cNvPr id="404" name="Google Shape;404;p36"/>
          <p:cNvSpPr txBox="1">
            <a:spLocks noGrp="1"/>
          </p:cNvSpPr>
          <p:nvPr>
            <p:ph type="ftr" idx="11"/>
          </p:nvPr>
        </p:nvSpPr>
        <p:spPr>
          <a:xfrm>
            <a:off x="0" y="4896534"/>
            <a:ext cx="3654300" cy="221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900"/>
              <a:buFont typeface="Arial"/>
              <a:buNone/>
            </a:pPr>
            <a:fld id="{00000000-1234-1234-1234-123412341234}" type="slidenum">
              <a:rPr lang="en-GB"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pic>
        <p:nvPicPr>
          <p:cNvPr id="405" name="Google Shape;405;p36"/>
          <p:cNvPicPr preferRelativeResize="0"/>
          <p:nvPr/>
        </p:nvPicPr>
        <p:blipFill rotWithShape="1">
          <a:blip r:embed="rId3">
            <a:alphaModFix/>
          </a:blip>
          <a:srcRect/>
          <a:stretch/>
        </p:blipFill>
        <p:spPr>
          <a:xfrm>
            <a:off x="4600575" y="1157276"/>
            <a:ext cx="4231550" cy="2347425"/>
          </a:xfrm>
          <a:prstGeom prst="rect">
            <a:avLst/>
          </a:prstGeom>
          <a:noFill/>
          <a:ln>
            <a:noFill/>
          </a:ln>
        </p:spPr>
      </p:pic>
      <p:sp>
        <p:nvSpPr>
          <p:cNvPr id="406" name="Google Shape;406;p36"/>
          <p:cNvSpPr txBox="1"/>
          <p:nvPr/>
        </p:nvSpPr>
        <p:spPr>
          <a:xfrm>
            <a:off x="2023975" y="1316425"/>
            <a:ext cx="2463600" cy="5079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Virtual address (VA)</a:t>
            </a:r>
            <a:endParaRPr sz="2100" b="0" i="0" u="none" strike="noStrike" cap="none">
              <a:solidFill>
                <a:schemeClr val="dk1"/>
              </a:solidFill>
              <a:latin typeface="Calibri"/>
              <a:ea typeface="Calibri"/>
              <a:cs typeface="Calibri"/>
              <a:sym typeface="Calibri"/>
            </a:endParaRPr>
          </a:p>
        </p:txBody>
      </p:sp>
      <p:sp>
        <p:nvSpPr>
          <p:cNvPr id="407" name="Google Shape;407;p36"/>
          <p:cNvSpPr txBox="1"/>
          <p:nvPr/>
        </p:nvSpPr>
        <p:spPr>
          <a:xfrm>
            <a:off x="1200900" y="2010250"/>
            <a:ext cx="3363900" cy="5079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Guest-physical address (GPA)</a:t>
            </a:r>
            <a:endParaRPr sz="2100" b="0" i="0" u="none" strike="noStrike" cap="none">
              <a:solidFill>
                <a:schemeClr val="dk1"/>
              </a:solidFill>
              <a:latin typeface="Calibri"/>
              <a:ea typeface="Calibri"/>
              <a:cs typeface="Calibri"/>
              <a:sym typeface="Calibri"/>
            </a:endParaRPr>
          </a:p>
        </p:txBody>
      </p:sp>
      <p:sp>
        <p:nvSpPr>
          <p:cNvPr id="408" name="Google Shape;408;p36"/>
          <p:cNvSpPr txBox="1"/>
          <p:nvPr/>
        </p:nvSpPr>
        <p:spPr>
          <a:xfrm>
            <a:off x="1271625" y="2824975"/>
            <a:ext cx="3293400" cy="5079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100"/>
              <a:buFont typeface="Arial"/>
              <a:buNone/>
            </a:pPr>
            <a:r>
              <a:rPr lang="en-GB" sz="2100" b="0" i="0" u="none" strike="noStrike" cap="none">
                <a:solidFill>
                  <a:schemeClr val="dk1"/>
                </a:solidFill>
                <a:latin typeface="Calibri"/>
                <a:ea typeface="Calibri"/>
                <a:cs typeface="Calibri"/>
                <a:sym typeface="Calibri"/>
              </a:rPr>
              <a:t>Host-physical address (HPA)</a:t>
            </a:r>
            <a:endParaRPr sz="2100" b="0" i="0" u="none" strike="noStrike" cap="none">
              <a:solidFill>
                <a:schemeClr val="dk1"/>
              </a:solidFill>
              <a:latin typeface="Calibri"/>
              <a:ea typeface="Calibri"/>
              <a:cs typeface="Calibri"/>
              <a:sym typeface="Calibri"/>
            </a:endParaRPr>
          </a:p>
        </p:txBody>
      </p:sp>
      <p:sp>
        <p:nvSpPr>
          <p:cNvPr id="409" name="Google Shape;409;p36"/>
          <p:cNvSpPr txBox="1"/>
          <p:nvPr/>
        </p:nvSpPr>
        <p:spPr>
          <a:xfrm>
            <a:off x="434275" y="3467075"/>
            <a:ext cx="7886700" cy="108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GB" sz="2100">
                <a:solidFill>
                  <a:schemeClr val="dk1"/>
                </a:solidFill>
                <a:latin typeface="Calibri"/>
                <a:ea typeface="Calibri"/>
                <a:cs typeface="Calibri"/>
                <a:sym typeface="Calibri"/>
              </a:rPr>
              <a:t>Memory address translation</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Processors use VA</a:t>
            </a:r>
            <a:endParaRPr sz="2100" b="0" i="0" u="none" strike="noStrike" cap="none">
              <a:solidFill>
                <a:schemeClr val="dk1"/>
              </a:solidFill>
              <a:latin typeface="Calibri"/>
              <a:ea typeface="Calibri"/>
              <a:cs typeface="Calibri"/>
              <a:sym typeface="Calibri"/>
            </a:endParaRPr>
          </a:p>
          <a:p>
            <a:pPr marL="457200" marR="0" lvl="0" indent="-361950" algn="l" rtl="0">
              <a:lnSpc>
                <a:spcPct val="100000"/>
              </a:lnSpc>
              <a:spcBef>
                <a:spcPts val="0"/>
              </a:spcBef>
              <a:spcAft>
                <a:spcPts val="0"/>
              </a:spcAft>
              <a:buClr>
                <a:schemeClr val="dk1"/>
              </a:buClr>
              <a:buSzPts val="2100"/>
              <a:buFont typeface="Calibri"/>
              <a:buChar char="●"/>
            </a:pPr>
            <a:r>
              <a:rPr lang="en-GB" sz="2100" b="0" i="0" u="none" strike="noStrike" cap="none">
                <a:solidFill>
                  <a:schemeClr val="dk1"/>
                </a:solidFill>
                <a:latin typeface="Calibri"/>
                <a:ea typeface="Calibri"/>
                <a:cs typeface="Calibri"/>
                <a:sym typeface="Calibri"/>
              </a:rPr>
              <a:t>TLB stores mapping between VA and HPA</a:t>
            </a:r>
            <a:endParaRPr sz="2100" b="0" i="0" u="none" strike="noStrike" cap="none">
              <a:solidFill>
                <a:schemeClr val="dk1"/>
              </a:solidFill>
              <a:latin typeface="Calibri"/>
              <a:ea typeface="Calibri"/>
              <a:cs typeface="Calibri"/>
              <a:sym typeface="Calibri"/>
            </a:endParaRPr>
          </a:p>
        </p:txBody>
      </p:sp>
      <p:sp>
        <p:nvSpPr>
          <p:cNvPr id="410" name="Google Shape;410;p36"/>
          <p:cNvSpPr txBox="1"/>
          <p:nvPr/>
        </p:nvSpPr>
        <p:spPr>
          <a:xfrm>
            <a:off x="5824900" y="4147050"/>
            <a:ext cx="3092100" cy="342900"/>
          </a:xfrm>
          <a:prstGeom prst="rect">
            <a:avLst/>
          </a:prstGeom>
          <a:noFill/>
          <a:ln>
            <a:noFill/>
          </a:ln>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GB" sz="2300" b="1">
                <a:solidFill>
                  <a:srgbClr val="FF0000"/>
                </a:solidFill>
                <a:latin typeface="Helvetica Neue"/>
                <a:ea typeface="Helvetica Neue"/>
                <a:cs typeface="Helvetica Neue"/>
                <a:sym typeface="Helvetica Neue"/>
              </a:rPr>
              <a:t>This slide is not examinable</a:t>
            </a:r>
            <a:endParaRPr sz="2300" b="1">
              <a:solidFill>
                <a:srgbClr val="FF0000"/>
              </a:solidFill>
              <a:latin typeface="Helvetica Neue"/>
              <a:ea typeface="Helvetica Neue"/>
              <a:cs typeface="Helvetica Neue"/>
              <a:sym typeface="Helvetica Neue"/>
            </a:endParaRPr>
          </a:p>
        </p:txBody>
      </p:sp>
      <p:sp>
        <p:nvSpPr>
          <p:cNvPr id="2" name="Google Shape;427;g2f467944736_1_70">
            <a:extLst>
              <a:ext uri="{FF2B5EF4-FFF2-40B4-BE49-F238E27FC236}">
                <a16:creationId xmlns:a16="http://schemas.microsoft.com/office/drawing/2014/main" id="{23994C1B-EADF-ABB1-45F0-75552666654B}"/>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80260-8D93-4202-CEB9-09CF88F31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52A69-D96D-699A-81E5-DC94EDF98584}"/>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E3B72F0B-437D-E35C-048F-14CA6DA319CC}"/>
              </a:ext>
            </a:extLst>
          </p:cNvPr>
          <p:cNvSpPr>
            <a:spLocks noGrp="1"/>
          </p:cNvSpPr>
          <p:nvPr>
            <p:ph type="ftr" sz="quarter" idx="10"/>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A8CB4DFE-5D81-C131-5A02-CB738041ADEF}"/>
                  </a:ext>
                </a:extLst>
              </p:cNvPr>
              <p:cNvGraphicFramePr>
                <a:graphicFrameLocks noGrp="1"/>
              </p:cNvGraphicFramePr>
              <p:nvPr/>
            </p:nvGraphicFramePr>
            <p:xfrm>
              <a:off x="310243" y="1084218"/>
              <a:ext cx="8515350" cy="349470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A8CB4DFE-5D81-C131-5A02-CB738041ADEF}"/>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10243" y="1084218"/>
                <a:ext cx="8515350" cy="3494705"/>
              </a:xfrm>
              <a:prstGeom prst="rect">
                <a:avLst/>
              </a:prstGeom>
            </p:spPr>
          </p:pic>
        </mc:Fallback>
      </mc:AlternateContent>
      <p:sp>
        <p:nvSpPr>
          <p:cNvPr id="3" name="TextBox 2">
            <a:extLst>
              <a:ext uri="{FF2B5EF4-FFF2-40B4-BE49-F238E27FC236}">
                <a16:creationId xmlns:a16="http://schemas.microsoft.com/office/drawing/2014/main" id="{77E5CBA0-441C-46AF-B870-18C8FB3D90FF}"/>
              </a:ext>
            </a:extLst>
          </p:cNvPr>
          <p:cNvSpPr txBox="1"/>
          <p:nvPr/>
        </p:nvSpPr>
        <p:spPr>
          <a:xfrm>
            <a:off x="1292198" y="4578923"/>
            <a:ext cx="6559604" cy="369332"/>
          </a:xfrm>
          <a:prstGeom prst="rect">
            <a:avLst/>
          </a:prstGeom>
          <a:noFill/>
        </p:spPr>
        <p:txBody>
          <a:bodyPr wrap="square" rtlCol="0">
            <a:spAutoFit/>
          </a:bodyPr>
          <a:lstStyle/>
          <a:p>
            <a:pPr algn="ctr"/>
            <a:r>
              <a:rPr lang="en-US" sz="1800" dirty="0">
                <a:solidFill>
                  <a:srgbClr val="FF0000"/>
                </a:solidFill>
              </a:rPr>
              <a:t>Keep </a:t>
            </a:r>
            <a:r>
              <a:rPr lang="en-US" sz="1800" dirty="0" err="1">
                <a:solidFill>
                  <a:srgbClr val="FF0000"/>
                </a:solidFill>
              </a:rPr>
              <a:t>Wooclap</a:t>
            </a:r>
            <a:r>
              <a:rPr lang="en-US" sz="1800" dirty="0">
                <a:solidFill>
                  <a:srgbClr val="FF0000"/>
                </a:solidFill>
              </a:rPr>
              <a:t> open on your device before the lecture ends</a:t>
            </a:r>
          </a:p>
        </p:txBody>
      </p:sp>
    </p:spTree>
    <p:extLst>
      <p:ext uri="{BB962C8B-B14F-4D97-AF65-F5344CB8AC3E}">
        <p14:creationId xmlns:p14="http://schemas.microsoft.com/office/powerpoint/2010/main" val="3194271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2f467944736_1_70"/>
          <p:cNvSpPr txBox="1">
            <a:spLocks noGrp="1"/>
          </p:cNvSpPr>
          <p:nvPr>
            <p:ph type="title"/>
          </p:nvPr>
        </p:nvSpPr>
        <p:spPr>
          <a:xfrm>
            <a:off x="1162050" y="371475"/>
            <a:ext cx="6886575" cy="342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GB" dirty="0">
                <a:solidFill>
                  <a:schemeClr val="accent2"/>
                </a:solidFill>
              </a:rPr>
              <a:t>Modern</a:t>
            </a:r>
            <a:r>
              <a:rPr lang="en-GB" dirty="0"/>
              <a:t> Virtualization Landscape</a:t>
            </a:r>
            <a:endParaRPr dirty="0"/>
          </a:p>
        </p:txBody>
      </p:sp>
      <p:sp>
        <p:nvSpPr>
          <p:cNvPr id="425" name="Google Shape;425;g2f467944736_1_70"/>
          <p:cNvSpPr txBox="1">
            <a:spLocks noGrp="1"/>
          </p:cNvSpPr>
          <p:nvPr>
            <p:ph type="ftr" idx="11"/>
          </p:nvPr>
        </p:nvSpPr>
        <p:spPr>
          <a:xfrm>
            <a:off x="0" y="4920854"/>
            <a:ext cx="3654425" cy="22145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Operating Systems</a:t>
            </a:r>
            <a:endParaRPr/>
          </a:p>
        </p:txBody>
      </p:sp>
      <p:pic>
        <p:nvPicPr>
          <p:cNvPr id="426" name="Google Shape;426;g2f467944736_1_70"/>
          <p:cNvPicPr preferRelativeResize="0"/>
          <p:nvPr/>
        </p:nvPicPr>
        <p:blipFill rotWithShape="1">
          <a:blip r:embed="rId3">
            <a:alphaModFix/>
          </a:blip>
          <a:srcRect/>
          <a:stretch/>
        </p:blipFill>
        <p:spPr>
          <a:xfrm>
            <a:off x="1143000" y="1358333"/>
            <a:ext cx="6858000" cy="2686050"/>
          </a:xfrm>
          <a:prstGeom prst="rect">
            <a:avLst/>
          </a:prstGeom>
          <a:noFill/>
          <a:ln>
            <a:noFill/>
          </a:ln>
        </p:spPr>
      </p:pic>
      <p:sp>
        <p:nvSpPr>
          <p:cNvPr id="427" name="Google Shape;427;g2f467944736_1_70"/>
          <p:cNvSpPr txBox="1"/>
          <p:nvPr/>
        </p:nvSpPr>
        <p:spPr>
          <a:xfrm>
            <a:off x="877887" y="4379119"/>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9218-B68B-AEFF-F8D5-E316FC52D9A9}"/>
              </a:ext>
            </a:extLst>
          </p:cNvPr>
          <p:cNvSpPr>
            <a:spLocks noGrp="1"/>
          </p:cNvSpPr>
          <p:nvPr>
            <p:ph type="title"/>
          </p:nvPr>
        </p:nvSpPr>
        <p:spPr/>
        <p:txBody>
          <a:bodyPr/>
          <a:lstStyle/>
          <a:p>
            <a:r>
              <a:rPr lang="en-GB" dirty="0">
                <a:solidFill>
                  <a:schemeClr val="accent2"/>
                </a:solidFill>
              </a:rPr>
              <a:t>Emerging</a:t>
            </a:r>
            <a:r>
              <a:rPr lang="en-GB" dirty="0"/>
              <a:t> Virtualization Landscape</a:t>
            </a:r>
            <a:endParaRPr lang="en-US" dirty="0"/>
          </a:p>
        </p:txBody>
      </p:sp>
      <p:sp>
        <p:nvSpPr>
          <p:cNvPr id="3" name="Text Placeholder 2">
            <a:extLst>
              <a:ext uri="{FF2B5EF4-FFF2-40B4-BE49-F238E27FC236}">
                <a16:creationId xmlns:a16="http://schemas.microsoft.com/office/drawing/2014/main" id="{587D6B74-4135-5F6A-88D5-A793DCAB3121}"/>
              </a:ext>
            </a:extLst>
          </p:cNvPr>
          <p:cNvSpPr>
            <a:spLocks noGrp="1"/>
          </p:cNvSpPr>
          <p:nvPr>
            <p:ph type="body" idx="1"/>
          </p:nvPr>
        </p:nvSpPr>
        <p:spPr>
          <a:xfrm>
            <a:off x="429649" y="980875"/>
            <a:ext cx="8276725" cy="3825300"/>
          </a:xfrm>
        </p:spPr>
        <p:txBody>
          <a:bodyPr/>
          <a:lstStyle/>
          <a:p>
            <a:pPr marL="68580" indent="0">
              <a:buNone/>
            </a:pPr>
            <a:r>
              <a:rPr lang="en-US" sz="2000" dirty="0"/>
              <a:t>Generative AI as a service is booming</a:t>
            </a:r>
          </a:p>
          <a:p>
            <a:r>
              <a:rPr lang="en-US" sz="2000" dirty="0"/>
              <a:t>Examples: ChatGPT, Perplexity, Anthropic, Gemini, …</a:t>
            </a:r>
          </a:p>
          <a:p>
            <a:r>
              <a:rPr lang="en-US" sz="2000" dirty="0"/>
              <a:t>Problem: Requires large GPUs clusters -&gt; costly &amp; power hungry</a:t>
            </a:r>
          </a:p>
          <a:p>
            <a:pPr marL="68580" indent="0">
              <a:buNone/>
            </a:pPr>
            <a:endParaRPr lang="en-US" sz="2000" dirty="0"/>
          </a:p>
          <a:p>
            <a:pPr marL="68580" indent="0">
              <a:buNone/>
            </a:pPr>
            <a:r>
              <a:rPr lang="en-US" sz="2000" dirty="0"/>
              <a:t>Virtualization is </a:t>
            </a:r>
            <a:r>
              <a:rPr lang="en-US" sz="2000" b="1" dirty="0">
                <a:solidFill>
                  <a:schemeClr val="accent2"/>
                </a:solidFill>
              </a:rPr>
              <a:t>essential</a:t>
            </a:r>
            <a:r>
              <a:rPr lang="en-US" sz="2000" dirty="0"/>
              <a:t> to make </a:t>
            </a:r>
            <a:r>
              <a:rPr lang="en-US" sz="2000" dirty="0" err="1"/>
              <a:t>GenAI</a:t>
            </a:r>
            <a:r>
              <a:rPr lang="en-US" sz="2000" dirty="0"/>
              <a:t> feasible at scale</a:t>
            </a:r>
          </a:p>
          <a:p>
            <a:r>
              <a:rPr lang="en-US" sz="2000" dirty="0"/>
              <a:t>Emulation: Virtual GPU vs. physical GPU</a:t>
            </a:r>
          </a:p>
          <a:p>
            <a:r>
              <a:rPr lang="en-US" sz="2000" dirty="0"/>
              <a:t>Multiplexing: GPU memory sharing by many AI models</a:t>
            </a:r>
          </a:p>
          <a:p>
            <a:r>
              <a:rPr lang="en-US" sz="2000" dirty="0"/>
              <a:t>Aggregation: Deploy a model on several GPUs at once</a:t>
            </a:r>
          </a:p>
        </p:txBody>
      </p:sp>
      <p:sp>
        <p:nvSpPr>
          <p:cNvPr id="4" name="Google Shape;427;g2f467944736_1_70">
            <a:extLst>
              <a:ext uri="{FF2B5EF4-FFF2-40B4-BE49-F238E27FC236}">
                <a16:creationId xmlns:a16="http://schemas.microsoft.com/office/drawing/2014/main" id="{DBB5BBAE-33B4-5A01-1662-797ACAE22412}"/>
              </a:ext>
            </a:extLst>
          </p:cNvPr>
          <p:cNvSpPr txBox="1"/>
          <p:nvPr/>
        </p:nvSpPr>
        <p:spPr>
          <a:xfrm>
            <a:off x="860825" y="4537471"/>
            <a:ext cx="74549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800"/>
              <a:buFont typeface="Comic Sans MS"/>
              <a:buNone/>
            </a:pPr>
            <a:r>
              <a:rPr lang="en-GB" sz="1800" u="sng" dirty="0">
                <a:solidFill>
                  <a:srgbClr val="FF0000"/>
                </a:solidFill>
                <a:latin typeface="Comic Sans MS"/>
                <a:ea typeface="Comic Sans MS"/>
                <a:cs typeface="Comic Sans MS"/>
                <a:sym typeface="Comic Sans MS"/>
              </a:rPr>
              <a:t>This slide is not examinable  </a:t>
            </a:r>
            <a:endParaRPr sz="1050" dirty="0"/>
          </a:p>
        </p:txBody>
      </p:sp>
    </p:spTree>
    <p:extLst>
      <p:ext uri="{BB962C8B-B14F-4D97-AF65-F5344CB8AC3E}">
        <p14:creationId xmlns:p14="http://schemas.microsoft.com/office/powerpoint/2010/main" val="52597040"/>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0885757dafc9de49676&quot;"/>
    <we:property name="PFKYKO:66f400885757dafc9de49676:SlideId" value="295"/>
  </we:properties>
  <we:bindings/>
  <we:snapshot xmlns:r="http://schemas.openxmlformats.org/officeDocument/2006/relationships"/>
</we:webextension>
</file>

<file path=ppt/webextensions/webextension2.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0885757dafc9de49666&quot;"/>
    <we:property name="PFKYKO:66f400885757dafc9de49666:SlideId" value="296"/>
  </we:properties>
  <we:bindings/>
  <we:snapshot xmlns:r="http://schemas.openxmlformats.org/officeDocument/2006/relationships"/>
</we:webextension>
</file>

<file path=ppt/webextensions/webextension3.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b030bf8bd6d8a004ec1&quot;"/>
    <we:property name="PFKYKO:66f40b030bf8bd6d8a004ec1:SlideId" value="298"/>
  </we:properties>
  <we:bindings/>
  <we:snapshot xmlns:r="http://schemas.openxmlformats.org/officeDocument/2006/relationships"/>
</we:webextension>
</file>

<file path=ppt/webextensions/webextension4.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b030bf8bd6d8a004ebb&quot;"/>
    <we:property name="PFKYKO:66f40b030bf8bd6d8a004ebb:SlideId" value="297"/>
  </we:properties>
  <we:bindings/>
  <we:snapshot xmlns:r="http://schemas.openxmlformats.org/officeDocument/2006/relationships"/>
</we:webextension>
</file>

<file path=ppt/webextensions/webextension5.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259ba023193769bdeee0&quot;"/>
    <we:property name="PFKYKO:66f4259ba023193769bdeee0:SlideId" value="299"/>
  </we:properties>
  <we:bindings/>
  <we:snapshot xmlns:r="http://schemas.openxmlformats.org/officeDocument/2006/relationships"/>
</we:webextension>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907</TotalTime>
  <Words>1866</Words>
  <Application>Microsoft Macintosh PowerPoint</Application>
  <PresentationFormat>On-screen Show (16:9)</PresentationFormat>
  <Paragraphs>319</Paragraphs>
  <Slides>39</Slides>
  <Notes>38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Helvetica Neue</vt:lpstr>
      <vt:lpstr>Times New Roman</vt:lpstr>
      <vt:lpstr>Calibri</vt:lpstr>
      <vt:lpstr>Book Antiqua</vt:lpstr>
      <vt:lpstr>Arial</vt:lpstr>
      <vt:lpstr>Comic Sans MS</vt:lpstr>
      <vt:lpstr>Blank Presentation</vt:lpstr>
      <vt:lpstr>Blank Presentation</vt:lpstr>
      <vt:lpstr>SC2005 Operating Systems</vt:lpstr>
      <vt:lpstr>Virtualization Landscape</vt:lpstr>
      <vt:lpstr>Outline</vt:lpstr>
      <vt:lpstr>Virtualization Fundamentals</vt:lpstr>
      <vt:lpstr>Principle of indirection</vt:lpstr>
      <vt:lpstr>Why CPU virtualization?</vt:lpstr>
      <vt:lpstr>Layered &amp; Compatible</vt:lpstr>
      <vt:lpstr>3 main virtualization mechanisms</vt:lpstr>
      <vt:lpstr>Check Your Understanding </vt:lpstr>
      <vt:lpstr>Virtualization via Multiplexing</vt:lpstr>
      <vt:lpstr>Aggregation: many appear as one</vt:lpstr>
      <vt:lpstr>Primary use: aggregating physical resources</vt:lpstr>
      <vt:lpstr>RAID: aggregating physical disks into volumes</vt:lpstr>
      <vt:lpstr>Layered &amp; Compatible : volume of sectors</vt:lpstr>
      <vt:lpstr>RAID: aggregating physical disks into volumes</vt:lpstr>
      <vt:lpstr>So, which is better ? </vt:lpstr>
      <vt:lpstr>Emulation</vt:lpstr>
      <vt:lpstr>Virtualization via emulation</vt:lpstr>
      <vt:lpstr>Virtualization via emulation</vt:lpstr>
      <vt:lpstr> Putting it all together: Virtual Machines</vt:lpstr>
      <vt:lpstr>Virtual Machines</vt:lpstr>
      <vt:lpstr>Why virtual machines  ?</vt:lpstr>
      <vt:lpstr>Virtual Machines - Def. by Popek and Goldberg [1974]</vt:lpstr>
      <vt:lpstr>Virtual Machines - Terminology</vt:lpstr>
      <vt:lpstr>Check Your Understanding </vt:lpstr>
      <vt:lpstr>Type 1 vs. Type 2</vt:lpstr>
      <vt:lpstr>Virtualization Levels</vt:lpstr>
      <vt:lpstr>Check Your Understanding </vt:lpstr>
      <vt:lpstr>Check Your Understanding </vt:lpstr>
      <vt:lpstr>Constructing a VMM </vt:lpstr>
      <vt:lpstr>VMM multiplex and emulate</vt:lpstr>
      <vt:lpstr>Bare-metal system -- limited direct execution</vt:lpstr>
      <vt:lpstr>Adding a level of indirection</vt:lpstr>
      <vt:lpstr>System-level limited direct execution</vt:lpstr>
      <vt:lpstr>Virtual CPU -- recap </vt:lpstr>
      <vt:lpstr>Virtualizing physical memory</vt:lpstr>
      <vt:lpstr>Check Your Understanding </vt:lpstr>
      <vt:lpstr>Modern Virtualization Landscape</vt:lpstr>
      <vt:lpstr>Emerging Virtualization Landscape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Arvind Easwaran</cp:lastModifiedBy>
  <cp:revision>6</cp:revision>
  <dcterms:modified xsi:type="dcterms:W3CDTF">2025-02-26T06:23:02Z</dcterms:modified>
</cp:coreProperties>
</file>