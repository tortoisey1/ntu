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5.xml" ContentType="application/vnd.openxmlformats-officedocument.presentationml.notesSlide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6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39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50" r:id="rId18"/>
    <p:sldId id="451" r:id="rId19"/>
    <p:sldId id="454" r:id="rId20"/>
    <p:sldId id="45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C7E4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F1C065-667C-4711-BDD7-D07BE29E43E2}" v="60" dt="2023-01-30T15:49:50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6720" autoAdjust="0"/>
  </p:normalViewPr>
  <p:slideViewPr>
    <p:cSldViewPr snapToGrid="0" snapToObjects="1">
      <p:cViewPr varScale="1">
        <p:scale>
          <a:sx n="98" d="100"/>
          <a:sy n="98" d="100"/>
        </p:scale>
        <p:origin x="10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OHN TAN ZHU EN#" userId="9c038d62-e560-4ab3-ba62-0b2d27497b2c" providerId="ADAL" clId="{94F1C065-667C-4711-BDD7-D07BE29E43E2}"/>
    <pc:docChg chg="undo custSel addSld delSld modSld sldOrd">
      <pc:chgData name="#JOHN TAN ZHU EN#" userId="9c038d62-e560-4ab3-ba62-0b2d27497b2c" providerId="ADAL" clId="{94F1C065-667C-4711-BDD7-D07BE29E43E2}" dt="2023-01-31T09:21:00.224" v="730" actId="20577"/>
      <pc:docMkLst>
        <pc:docMk/>
      </pc:docMkLst>
      <pc:sldChg chg="addSp delSp modSp mod">
        <pc:chgData name="#JOHN TAN ZHU EN#" userId="9c038d62-e560-4ab3-ba62-0b2d27497b2c" providerId="ADAL" clId="{94F1C065-667C-4711-BDD7-D07BE29E43E2}" dt="2023-01-31T09:21:00.224" v="730" actId="20577"/>
        <pc:sldMkLst>
          <pc:docMk/>
          <pc:sldMk cId="0" sldId="256"/>
        </pc:sldMkLst>
        <pc:spChg chg="del">
          <ac:chgData name="#JOHN TAN ZHU EN#" userId="9c038d62-e560-4ab3-ba62-0b2d27497b2c" providerId="ADAL" clId="{94F1C065-667C-4711-BDD7-D07BE29E43E2}" dt="2023-01-30T14:34:18.570" v="3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#JOHN TAN ZHU EN#" userId="9c038d62-e560-4ab3-ba62-0b2d27497b2c" providerId="ADAL" clId="{94F1C065-667C-4711-BDD7-D07BE29E43E2}" dt="2023-01-31T09:21:00.224" v="730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#JOHN TAN ZHU EN#" userId="9c038d62-e560-4ab3-ba62-0b2d27497b2c" providerId="ADAL" clId="{94F1C065-667C-4711-BDD7-D07BE29E43E2}" dt="2023-01-30T14:34:27.060" v="6" actId="478"/>
          <ac:spMkLst>
            <pc:docMk/>
            <pc:sldMk cId="0" sldId="256"/>
            <ac:spMk id="8" creationId="{CE88E141-62C4-B500-7CD9-6BE55C9E18EC}"/>
          </ac:spMkLst>
        </pc:spChg>
        <pc:spChg chg="add del mod">
          <ac:chgData name="#JOHN TAN ZHU EN#" userId="9c038d62-e560-4ab3-ba62-0b2d27497b2c" providerId="ADAL" clId="{94F1C065-667C-4711-BDD7-D07BE29E43E2}" dt="2023-01-30T14:35:22.599" v="21"/>
          <ac:spMkLst>
            <pc:docMk/>
            <pc:sldMk cId="0" sldId="256"/>
            <ac:spMk id="10" creationId="{4FBA64C1-77C6-9F8D-B84C-0BDB33169EA3}"/>
          </ac:spMkLst>
        </pc:spChg>
        <pc:spChg chg="add mod">
          <ac:chgData name="#JOHN TAN ZHU EN#" userId="9c038d62-e560-4ab3-ba62-0b2d27497b2c" providerId="ADAL" clId="{94F1C065-667C-4711-BDD7-D07BE29E43E2}" dt="2023-01-30T14:36:16.808" v="50" actId="1076"/>
          <ac:spMkLst>
            <pc:docMk/>
            <pc:sldMk cId="0" sldId="256"/>
            <ac:spMk id="11" creationId="{A465896E-2D61-FA0D-7925-8CDCE51EFB94}"/>
          </ac:spMkLst>
        </pc:spChg>
        <pc:picChg chg="del">
          <ac:chgData name="#JOHN TAN ZHU EN#" userId="9c038d62-e560-4ab3-ba62-0b2d27497b2c" providerId="ADAL" clId="{94F1C065-667C-4711-BDD7-D07BE29E43E2}" dt="2023-01-30T14:34:16.981" v="2" actId="478"/>
          <ac:picMkLst>
            <pc:docMk/>
            <pc:sldMk cId="0" sldId="256"/>
            <ac:picMk id="6" creationId="{00000000-0000-0000-0000-000000000000}"/>
          </ac:picMkLst>
        </pc:picChg>
        <pc:picChg chg="add mod">
          <ac:chgData name="#JOHN TAN ZHU EN#" userId="9c038d62-e560-4ab3-ba62-0b2d27497b2c" providerId="ADAL" clId="{94F1C065-667C-4711-BDD7-D07BE29E43E2}" dt="2023-01-30T14:35:28.964" v="22" actId="14100"/>
          <ac:picMkLst>
            <pc:docMk/>
            <pc:sldMk cId="0" sldId="256"/>
            <ac:picMk id="9" creationId="{7FCAB024-CF3D-481B-09F5-0DED8454C1E1}"/>
          </ac:picMkLst>
        </pc:picChg>
      </pc:sldChg>
      <pc:sldChg chg="modSp mod">
        <pc:chgData name="#JOHN TAN ZHU EN#" userId="9c038d62-e560-4ab3-ba62-0b2d27497b2c" providerId="ADAL" clId="{94F1C065-667C-4711-BDD7-D07BE29E43E2}" dt="2023-01-30T16:05:56.720" v="701" actId="20577"/>
        <pc:sldMkLst>
          <pc:docMk/>
          <pc:sldMk cId="723655709" sldId="395"/>
        </pc:sldMkLst>
        <pc:spChg chg="mod">
          <ac:chgData name="#JOHN TAN ZHU EN#" userId="9c038d62-e560-4ab3-ba62-0b2d27497b2c" providerId="ADAL" clId="{94F1C065-667C-4711-BDD7-D07BE29E43E2}" dt="2023-01-30T16:05:56.720" v="701" actId="20577"/>
          <ac:spMkLst>
            <pc:docMk/>
            <pc:sldMk cId="723655709" sldId="395"/>
            <ac:spMk id="5" creationId="{E81C5CDA-6A71-36AE-6A2B-089850349171}"/>
          </ac:spMkLst>
        </pc:spChg>
        <pc:spChg chg="mod">
          <ac:chgData name="#JOHN TAN ZHU EN#" userId="9c038d62-e560-4ab3-ba62-0b2d27497b2c" providerId="ADAL" clId="{94F1C065-667C-4711-BDD7-D07BE29E43E2}" dt="2023-01-30T14:36:57.189" v="75" actId="20577"/>
          <ac:spMkLst>
            <pc:docMk/>
            <pc:sldMk cId="723655709" sldId="395"/>
            <ac:spMk id="7" creationId="{75FEC82B-A3AB-51ED-9546-137D0417925C}"/>
          </ac:spMkLst>
        </pc:spChg>
      </pc:sldChg>
      <pc:sldChg chg="del">
        <pc:chgData name="#JOHN TAN ZHU EN#" userId="9c038d62-e560-4ab3-ba62-0b2d27497b2c" providerId="ADAL" clId="{94F1C065-667C-4711-BDD7-D07BE29E43E2}" dt="2023-01-30T15:50:51.327" v="652" actId="47"/>
        <pc:sldMkLst>
          <pc:docMk/>
          <pc:sldMk cId="4217733320" sldId="398"/>
        </pc:sldMkLst>
      </pc:sldChg>
      <pc:sldChg chg="del">
        <pc:chgData name="#JOHN TAN ZHU EN#" userId="9c038d62-e560-4ab3-ba62-0b2d27497b2c" providerId="ADAL" clId="{94F1C065-667C-4711-BDD7-D07BE29E43E2}" dt="2023-01-30T15:50:50.513" v="651" actId="47"/>
        <pc:sldMkLst>
          <pc:docMk/>
          <pc:sldMk cId="2907081463" sldId="402"/>
        </pc:sldMkLst>
      </pc:sldChg>
      <pc:sldChg chg="del">
        <pc:chgData name="#JOHN TAN ZHU EN#" userId="9c038d62-e560-4ab3-ba62-0b2d27497b2c" providerId="ADAL" clId="{94F1C065-667C-4711-BDD7-D07BE29E43E2}" dt="2023-01-30T15:50:52.882" v="656" actId="47"/>
        <pc:sldMkLst>
          <pc:docMk/>
          <pc:sldMk cId="1356559173" sldId="403"/>
        </pc:sldMkLst>
      </pc:sldChg>
      <pc:sldChg chg="del">
        <pc:chgData name="#JOHN TAN ZHU EN#" userId="9c038d62-e560-4ab3-ba62-0b2d27497b2c" providerId="ADAL" clId="{94F1C065-667C-4711-BDD7-D07BE29E43E2}" dt="2023-01-30T15:50:52.915" v="657" actId="47"/>
        <pc:sldMkLst>
          <pc:docMk/>
          <pc:sldMk cId="4182440111" sldId="404"/>
        </pc:sldMkLst>
      </pc:sldChg>
      <pc:sldChg chg="del">
        <pc:chgData name="#JOHN TAN ZHU EN#" userId="9c038d62-e560-4ab3-ba62-0b2d27497b2c" providerId="ADAL" clId="{94F1C065-667C-4711-BDD7-D07BE29E43E2}" dt="2023-01-30T15:50:52.319" v="654" actId="47"/>
        <pc:sldMkLst>
          <pc:docMk/>
          <pc:sldMk cId="1915719895" sldId="405"/>
        </pc:sldMkLst>
      </pc:sldChg>
      <pc:sldChg chg="del">
        <pc:chgData name="#JOHN TAN ZHU EN#" userId="9c038d62-e560-4ab3-ba62-0b2d27497b2c" providerId="ADAL" clId="{94F1C065-667C-4711-BDD7-D07BE29E43E2}" dt="2023-01-30T15:50:52.931" v="658" actId="47"/>
        <pc:sldMkLst>
          <pc:docMk/>
          <pc:sldMk cId="86440855" sldId="406"/>
        </pc:sldMkLst>
      </pc:sldChg>
      <pc:sldChg chg="del">
        <pc:chgData name="#JOHN TAN ZHU EN#" userId="9c038d62-e560-4ab3-ba62-0b2d27497b2c" providerId="ADAL" clId="{94F1C065-667C-4711-BDD7-D07BE29E43E2}" dt="2023-01-30T15:50:53.340" v="670" actId="47"/>
        <pc:sldMkLst>
          <pc:docMk/>
          <pc:sldMk cId="2848709632" sldId="407"/>
        </pc:sldMkLst>
      </pc:sldChg>
      <pc:sldChg chg="del">
        <pc:chgData name="#JOHN TAN ZHU EN#" userId="9c038d62-e560-4ab3-ba62-0b2d27497b2c" providerId="ADAL" clId="{94F1C065-667C-4711-BDD7-D07BE29E43E2}" dt="2023-01-30T15:50:52.973" v="659" actId="47"/>
        <pc:sldMkLst>
          <pc:docMk/>
          <pc:sldMk cId="2440716187" sldId="409"/>
        </pc:sldMkLst>
      </pc:sldChg>
      <pc:sldChg chg="del">
        <pc:chgData name="#JOHN TAN ZHU EN#" userId="9c038d62-e560-4ab3-ba62-0b2d27497b2c" providerId="ADAL" clId="{94F1C065-667C-4711-BDD7-D07BE29E43E2}" dt="2023-01-30T15:50:53" v="660" actId="47"/>
        <pc:sldMkLst>
          <pc:docMk/>
          <pc:sldMk cId="4127117882" sldId="410"/>
        </pc:sldMkLst>
      </pc:sldChg>
      <pc:sldChg chg="del">
        <pc:chgData name="#JOHN TAN ZHU EN#" userId="9c038d62-e560-4ab3-ba62-0b2d27497b2c" providerId="ADAL" clId="{94F1C065-667C-4711-BDD7-D07BE29E43E2}" dt="2023-01-30T15:50:53.026" v="661" actId="47"/>
        <pc:sldMkLst>
          <pc:docMk/>
          <pc:sldMk cId="3950068639" sldId="411"/>
        </pc:sldMkLst>
      </pc:sldChg>
      <pc:sldChg chg="del">
        <pc:chgData name="#JOHN TAN ZHU EN#" userId="9c038d62-e560-4ab3-ba62-0b2d27497b2c" providerId="ADAL" clId="{94F1C065-667C-4711-BDD7-D07BE29E43E2}" dt="2023-01-30T15:50:53.057" v="662" actId="47"/>
        <pc:sldMkLst>
          <pc:docMk/>
          <pc:sldMk cId="959074697" sldId="412"/>
        </pc:sldMkLst>
      </pc:sldChg>
      <pc:sldChg chg="del">
        <pc:chgData name="#JOHN TAN ZHU EN#" userId="9c038d62-e560-4ab3-ba62-0b2d27497b2c" providerId="ADAL" clId="{94F1C065-667C-4711-BDD7-D07BE29E43E2}" dt="2023-01-30T15:50:53.087" v="663" actId="47"/>
        <pc:sldMkLst>
          <pc:docMk/>
          <pc:sldMk cId="4023535343" sldId="413"/>
        </pc:sldMkLst>
      </pc:sldChg>
      <pc:sldChg chg="del">
        <pc:chgData name="#JOHN TAN ZHU EN#" userId="9c038d62-e560-4ab3-ba62-0b2d27497b2c" providerId="ADAL" clId="{94F1C065-667C-4711-BDD7-D07BE29E43E2}" dt="2023-01-30T15:50:53.184" v="666" actId="47"/>
        <pc:sldMkLst>
          <pc:docMk/>
          <pc:sldMk cId="3401492572" sldId="415"/>
        </pc:sldMkLst>
      </pc:sldChg>
      <pc:sldChg chg="del">
        <pc:chgData name="#JOHN TAN ZHU EN#" userId="9c038d62-e560-4ab3-ba62-0b2d27497b2c" providerId="ADAL" clId="{94F1C065-667C-4711-BDD7-D07BE29E43E2}" dt="2023-01-30T15:50:53.228" v="667" actId="47"/>
        <pc:sldMkLst>
          <pc:docMk/>
          <pc:sldMk cId="551647675" sldId="416"/>
        </pc:sldMkLst>
      </pc:sldChg>
      <pc:sldChg chg="del">
        <pc:chgData name="#JOHN TAN ZHU EN#" userId="9c038d62-e560-4ab3-ba62-0b2d27497b2c" providerId="ADAL" clId="{94F1C065-667C-4711-BDD7-D07BE29E43E2}" dt="2023-01-30T15:50:53.363" v="671" actId="47"/>
        <pc:sldMkLst>
          <pc:docMk/>
          <pc:sldMk cId="605092863" sldId="417"/>
        </pc:sldMkLst>
      </pc:sldChg>
      <pc:sldChg chg="del">
        <pc:chgData name="#JOHN TAN ZHU EN#" userId="9c038d62-e560-4ab3-ba62-0b2d27497b2c" providerId="ADAL" clId="{94F1C065-667C-4711-BDD7-D07BE29E43E2}" dt="2023-01-30T15:50:53.263" v="668" actId="47"/>
        <pc:sldMkLst>
          <pc:docMk/>
          <pc:sldMk cId="1446591207" sldId="418"/>
        </pc:sldMkLst>
      </pc:sldChg>
      <pc:sldChg chg="del">
        <pc:chgData name="#JOHN TAN ZHU EN#" userId="9c038d62-e560-4ab3-ba62-0b2d27497b2c" providerId="ADAL" clId="{94F1C065-667C-4711-BDD7-D07BE29E43E2}" dt="2023-01-30T15:50:53.484" v="675" actId="47"/>
        <pc:sldMkLst>
          <pc:docMk/>
          <pc:sldMk cId="3546362907" sldId="419"/>
        </pc:sldMkLst>
      </pc:sldChg>
      <pc:sldChg chg="del">
        <pc:chgData name="#JOHN TAN ZHU EN#" userId="9c038d62-e560-4ab3-ba62-0b2d27497b2c" providerId="ADAL" clId="{94F1C065-667C-4711-BDD7-D07BE29E43E2}" dt="2023-01-30T15:50:53.402" v="672" actId="47"/>
        <pc:sldMkLst>
          <pc:docMk/>
          <pc:sldMk cId="222082585" sldId="420"/>
        </pc:sldMkLst>
      </pc:sldChg>
      <pc:sldChg chg="del">
        <pc:chgData name="#JOHN TAN ZHU EN#" userId="9c038d62-e560-4ab3-ba62-0b2d27497b2c" providerId="ADAL" clId="{94F1C065-667C-4711-BDD7-D07BE29E43E2}" dt="2023-01-30T15:50:53.425" v="673" actId="47"/>
        <pc:sldMkLst>
          <pc:docMk/>
          <pc:sldMk cId="4052440763" sldId="421"/>
        </pc:sldMkLst>
      </pc:sldChg>
      <pc:sldChg chg="del">
        <pc:chgData name="#JOHN TAN ZHU EN#" userId="9c038d62-e560-4ab3-ba62-0b2d27497b2c" providerId="ADAL" clId="{94F1C065-667C-4711-BDD7-D07BE29E43E2}" dt="2023-01-30T15:50:53.451" v="674" actId="47"/>
        <pc:sldMkLst>
          <pc:docMk/>
          <pc:sldMk cId="2022824510" sldId="422"/>
        </pc:sldMkLst>
      </pc:sldChg>
      <pc:sldChg chg="del">
        <pc:chgData name="#JOHN TAN ZHU EN#" userId="9c038d62-e560-4ab3-ba62-0b2d27497b2c" providerId="ADAL" clId="{94F1C065-667C-4711-BDD7-D07BE29E43E2}" dt="2023-01-30T15:50:53.513" v="676" actId="47"/>
        <pc:sldMkLst>
          <pc:docMk/>
          <pc:sldMk cId="3954411684" sldId="423"/>
        </pc:sldMkLst>
      </pc:sldChg>
      <pc:sldChg chg="del">
        <pc:chgData name="#JOHN TAN ZHU EN#" userId="9c038d62-e560-4ab3-ba62-0b2d27497b2c" providerId="ADAL" clId="{94F1C065-667C-4711-BDD7-D07BE29E43E2}" dt="2023-01-30T15:50:52.837" v="655" actId="47"/>
        <pc:sldMkLst>
          <pc:docMk/>
          <pc:sldMk cId="4244365170" sldId="426"/>
        </pc:sldMkLst>
      </pc:sldChg>
      <pc:sldChg chg="del">
        <pc:chgData name="#JOHN TAN ZHU EN#" userId="9c038d62-e560-4ab3-ba62-0b2d27497b2c" providerId="ADAL" clId="{94F1C065-667C-4711-BDD7-D07BE29E43E2}" dt="2023-01-30T15:50:53.121" v="664" actId="47"/>
        <pc:sldMkLst>
          <pc:docMk/>
          <pc:sldMk cId="1328833230" sldId="428"/>
        </pc:sldMkLst>
      </pc:sldChg>
      <pc:sldChg chg="del">
        <pc:chgData name="#JOHN TAN ZHU EN#" userId="9c038d62-e560-4ab3-ba62-0b2d27497b2c" providerId="ADAL" clId="{94F1C065-667C-4711-BDD7-D07BE29E43E2}" dt="2023-01-30T15:50:53.156" v="665" actId="47"/>
        <pc:sldMkLst>
          <pc:docMk/>
          <pc:sldMk cId="938475400" sldId="429"/>
        </pc:sldMkLst>
      </pc:sldChg>
      <pc:sldChg chg="del">
        <pc:chgData name="#JOHN TAN ZHU EN#" userId="9c038d62-e560-4ab3-ba62-0b2d27497b2c" providerId="ADAL" clId="{94F1C065-667C-4711-BDD7-D07BE29E43E2}" dt="2023-01-30T15:50:51.773" v="653" actId="47"/>
        <pc:sldMkLst>
          <pc:docMk/>
          <pc:sldMk cId="3071776116" sldId="431"/>
        </pc:sldMkLst>
      </pc:sldChg>
      <pc:sldChg chg="del">
        <pc:chgData name="#JOHN TAN ZHU EN#" userId="9c038d62-e560-4ab3-ba62-0b2d27497b2c" providerId="ADAL" clId="{94F1C065-667C-4711-BDD7-D07BE29E43E2}" dt="2023-01-30T15:50:53.297" v="669" actId="47"/>
        <pc:sldMkLst>
          <pc:docMk/>
          <pc:sldMk cId="417712166" sldId="432"/>
        </pc:sldMkLst>
      </pc:sldChg>
      <pc:sldChg chg="del">
        <pc:chgData name="#JOHN TAN ZHU EN#" userId="9c038d62-e560-4ab3-ba62-0b2d27497b2c" providerId="ADAL" clId="{94F1C065-667C-4711-BDD7-D07BE29E43E2}" dt="2023-01-30T15:50:54.830" v="677" actId="47"/>
        <pc:sldMkLst>
          <pc:docMk/>
          <pc:sldMk cId="300121830" sldId="434"/>
        </pc:sldMkLst>
      </pc:sldChg>
      <pc:sldChg chg="del">
        <pc:chgData name="#JOHN TAN ZHU EN#" userId="9c038d62-e560-4ab3-ba62-0b2d27497b2c" providerId="ADAL" clId="{94F1C065-667C-4711-BDD7-D07BE29E43E2}" dt="2023-01-30T15:50:55.677" v="678" actId="47"/>
        <pc:sldMkLst>
          <pc:docMk/>
          <pc:sldMk cId="3818747353" sldId="435"/>
        </pc:sldMkLst>
      </pc:sldChg>
      <pc:sldChg chg="addSp delSp modSp mod">
        <pc:chgData name="#JOHN TAN ZHU EN#" userId="9c038d62-e560-4ab3-ba62-0b2d27497b2c" providerId="ADAL" clId="{94F1C065-667C-4711-BDD7-D07BE29E43E2}" dt="2023-01-30T14:44:16.634" v="130" actId="1076"/>
        <pc:sldMkLst>
          <pc:docMk/>
          <pc:sldMk cId="155787196" sldId="436"/>
        </pc:sldMkLst>
        <pc:spChg chg="del mod">
          <ac:chgData name="#JOHN TAN ZHU EN#" userId="9c038d62-e560-4ab3-ba62-0b2d27497b2c" providerId="ADAL" clId="{94F1C065-667C-4711-BDD7-D07BE29E43E2}" dt="2023-01-30T14:43:54.508" v="121" actId="478"/>
          <ac:spMkLst>
            <pc:docMk/>
            <pc:sldMk cId="155787196" sldId="436"/>
            <ac:spMk id="2" creationId="{18C7FE7F-F90B-CCC1-6A9D-FC0B04B97FFB}"/>
          </ac:spMkLst>
        </pc:spChg>
        <pc:spChg chg="mod">
          <ac:chgData name="#JOHN TAN ZHU EN#" userId="9c038d62-e560-4ab3-ba62-0b2d27497b2c" providerId="ADAL" clId="{94F1C065-667C-4711-BDD7-D07BE29E43E2}" dt="2023-01-30T14:38:54.458" v="117" actId="20577"/>
          <ac:spMkLst>
            <pc:docMk/>
            <pc:sldMk cId="155787196" sldId="436"/>
            <ac:spMk id="5" creationId="{8D365FE3-F2F4-BF04-5FD4-36E1D2AEF89A}"/>
          </ac:spMkLst>
        </pc:spChg>
        <pc:spChg chg="del">
          <ac:chgData name="#JOHN TAN ZHU EN#" userId="9c038d62-e560-4ab3-ba62-0b2d27497b2c" providerId="ADAL" clId="{94F1C065-667C-4711-BDD7-D07BE29E43E2}" dt="2023-01-30T14:43:51.081" v="118" actId="478"/>
          <ac:spMkLst>
            <pc:docMk/>
            <pc:sldMk cId="155787196" sldId="436"/>
            <ac:spMk id="13" creationId="{FEA33844-C0F3-4217-DF74-A044BAEC8E96}"/>
          </ac:spMkLst>
        </pc:spChg>
        <pc:spChg chg="mod">
          <ac:chgData name="#JOHN TAN ZHU EN#" userId="9c038d62-e560-4ab3-ba62-0b2d27497b2c" providerId="ADAL" clId="{94F1C065-667C-4711-BDD7-D07BE29E43E2}" dt="2023-01-30T14:38:47.899" v="95" actId="20577"/>
          <ac:spMkLst>
            <pc:docMk/>
            <pc:sldMk cId="155787196" sldId="436"/>
            <ac:spMk id="14" creationId="{9CA44A3B-ED7D-0771-761E-55D4098AC2C4}"/>
          </ac:spMkLst>
        </pc:spChg>
        <pc:spChg chg="del">
          <ac:chgData name="#JOHN TAN ZHU EN#" userId="9c038d62-e560-4ab3-ba62-0b2d27497b2c" providerId="ADAL" clId="{94F1C065-667C-4711-BDD7-D07BE29E43E2}" dt="2023-01-30T14:44:02.153" v="125" actId="478"/>
          <ac:spMkLst>
            <pc:docMk/>
            <pc:sldMk cId="155787196" sldId="436"/>
            <ac:spMk id="19" creationId="{6410793B-5315-D3E8-C193-05F7FD6449C1}"/>
          </ac:spMkLst>
        </pc:spChg>
        <pc:spChg chg="del">
          <ac:chgData name="#JOHN TAN ZHU EN#" userId="9c038d62-e560-4ab3-ba62-0b2d27497b2c" providerId="ADAL" clId="{94F1C065-667C-4711-BDD7-D07BE29E43E2}" dt="2023-01-30T14:43:59.304" v="124" actId="478"/>
          <ac:spMkLst>
            <pc:docMk/>
            <pc:sldMk cId="155787196" sldId="436"/>
            <ac:spMk id="20" creationId="{A3037B98-C919-5192-45D7-EE2C6C1D2B75}"/>
          </ac:spMkLst>
        </pc:spChg>
        <pc:spChg chg="del">
          <ac:chgData name="#JOHN TAN ZHU EN#" userId="9c038d62-e560-4ab3-ba62-0b2d27497b2c" providerId="ADAL" clId="{94F1C065-667C-4711-BDD7-D07BE29E43E2}" dt="2023-01-30T14:43:56.573" v="122" actId="478"/>
          <ac:spMkLst>
            <pc:docMk/>
            <pc:sldMk cId="155787196" sldId="436"/>
            <ac:spMk id="21" creationId="{430AC7A6-866D-79C4-00A3-41324EC7F3FA}"/>
          </ac:spMkLst>
        </pc:spChg>
        <pc:spChg chg="del">
          <ac:chgData name="#JOHN TAN ZHU EN#" userId="9c038d62-e560-4ab3-ba62-0b2d27497b2c" providerId="ADAL" clId="{94F1C065-667C-4711-BDD7-D07BE29E43E2}" dt="2023-01-30T14:43:58.165" v="123" actId="478"/>
          <ac:spMkLst>
            <pc:docMk/>
            <pc:sldMk cId="155787196" sldId="436"/>
            <ac:spMk id="22" creationId="{6619AFCF-3942-E94F-53D6-251BEE804348}"/>
          </ac:spMkLst>
        </pc:spChg>
        <pc:picChg chg="add del mod">
          <ac:chgData name="#JOHN TAN ZHU EN#" userId="9c038d62-e560-4ab3-ba62-0b2d27497b2c" providerId="ADAL" clId="{94F1C065-667C-4711-BDD7-D07BE29E43E2}" dt="2023-01-30T14:44:07.451" v="127"/>
          <ac:picMkLst>
            <pc:docMk/>
            <pc:sldMk cId="155787196" sldId="436"/>
            <ac:picMk id="3" creationId="{4908AF11-F771-0C41-CBC5-A17121E94E0E}"/>
          </ac:picMkLst>
        </pc:picChg>
        <pc:picChg chg="add mod">
          <ac:chgData name="#JOHN TAN ZHU EN#" userId="9c038d62-e560-4ab3-ba62-0b2d27497b2c" providerId="ADAL" clId="{94F1C065-667C-4711-BDD7-D07BE29E43E2}" dt="2023-01-30T14:44:16.634" v="130" actId="1076"/>
          <ac:picMkLst>
            <pc:docMk/>
            <pc:sldMk cId="155787196" sldId="436"/>
            <ac:picMk id="4" creationId="{DF0D1351-D0CA-E8E6-FDEB-95CA19D04E41}"/>
          </ac:picMkLst>
        </pc:picChg>
      </pc:sldChg>
      <pc:sldChg chg="addSp delSp modSp add del mod setBg">
        <pc:chgData name="#JOHN TAN ZHU EN#" userId="9c038d62-e560-4ab3-ba62-0b2d27497b2c" providerId="ADAL" clId="{94F1C065-667C-4711-BDD7-D07BE29E43E2}" dt="2023-01-30T16:06:01.159" v="705" actId="20577"/>
        <pc:sldMkLst>
          <pc:docMk/>
          <pc:sldMk cId="38860260" sldId="437"/>
        </pc:sldMkLst>
        <pc:spChg chg="add del">
          <ac:chgData name="#JOHN TAN ZHU EN#" userId="9c038d62-e560-4ab3-ba62-0b2d27497b2c" providerId="ADAL" clId="{94F1C065-667C-4711-BDD7-D07BE29E43E2}" dt="2023-01-30T14:44:47.556" v="134" actId="22"/>
          <ac:spMkLst>
            <pc:docMk/>
            <pc:sldMk cId="38860260" sldId="437"/>
            <ac:spMk id="3" creationId="{7F2CE520-3066-F69A-E9DD-0696917E308C}"/>
          </ac:spMkLst>
        </pc:spChg>
        <pc:spChg chg="add mod">
          <ac:chgData name="#JOHN TAN ZHU EN#" userId="9c038d62-e560-4ab3-ba62-0b2d27497b2c" providerId="ADAL" clId="{94F1C065-667C-4711-BDD7-D07BE29E43E2}" dt="2023-01-30T16:06:01.159" v="705" actId="20577"/>
          <ac:spMkLst>
            <pc:docMk/>
            <pc:sldMk cId="38860260" sldId="437"/>
            <ac:spMk id="7" creationId="{D225E288-C937-E4BF-9FA0-8F3C0D2A2B1C}"/>
          </ac:spMkLst>
        </pc:spChg>
        <pc:picChg chg="del">
          <ac:chgData name="#JOHN TAN ZHU EN#" userId="9c038d62-e560-4ab3-ba62-0b2d27497b2c" providerId="ADAL" clId="{94F1C065-667C-4711-BDD7-D07BE29E43E2}" dt="2023-01-30T14:44:41.011" v="132" actId="478"/>
          <ac:picMkLst>
            <pc:docMk/>
            <pc:sldMk cId="38860260" sldId="437"/>
            <ac:picMk id="4" creationId="{DF0D1351-D0CA-E8E6-FDEB-95CA19D04E41}"/>
          </ac:picMkLst>
        </pc:picChg>
      </pc:sldChg>
      <pc:sldChg chg="modSp add mod">
        <pc:chgData name="#JOHN TAN ZHU EN#" userId="9c038d62-e560-4ab3-ba62-0b2d27497b2c" providerId="ADAL" clId="{94F1C065-667C-4711-BDD7-D07BE29E43E2}" dt="2023-01-30T14:58:30.550" v="159" actId="255"/>
        <pc:sldMkLst>
          <pc:docMk/>
          <pc:sldMk cId="3115342649" sldId="438"/>
        </pc:sldMkLst>
        <pc:spChg chg="mod">
          <ac:chgData name="#JOHN TAN ZHU EN#" userId="9c038d62-e560-4ab3-ba62-0b2d27497b2c" providerId="ADAL" clId="{94F1C065-667C-4711-BDD7-D07BE29E43E2}" dt="2023-01-30T14:58:30.550" v="159" actId="255"/>
          <ac:spMkLst>
            <pc:docMk/>
            <pc:sldMk cId="3115342649" sldId="438"/>
            <ac:spMk id="7" creationId="{D225E288-C937-E4BF-9FA0-8F3C0D2A2B1C}"/>
          </ac:spMkLst>
        </pc:spChg>
      </pc:sldChg>
      <pc:sldChg chg="addSp delSp modSp add mod">
        <pc:chgData name="#JOHN TAN ZHU EN#" userId="9c038d62-e560-4ab3-ba62-0b2d27497b2c" providerId="ADAL" clId="{94F1C065-667C-4711-BDD7-D07BE29E43E2}" dt="2023-01-30T16:06:06.413" v="706" actId="20577"/>
        <pc:sldMkLst>
          <pc:docMk/>
          <pc:sldMk cId="3418601953" sldId="439"/>
        </pc:sldMkLst>
        <pc:spChg chg="add del mod">
          <ac:chgData name="#JOHN TAN ZHU EN#" userId="9c038d62-e560-4ab3-ba62-0b2d27497b2c" providerId="ADAL" clId="{94F1C065-667C-4711-BDD7-D07BE29E43E2}" dt="2023-01-30T14:59:06.991" v="163"/>
          <ac:spMkLst>
            <pc:docMk/>
            <pc:sldMk cId="3418601953" sldId="439"/>
            <ac:spMk id="2" creationId="{C2D73ACD-4268-7515-5296-6D9177A936D2}"/>
          </ac:spMkLst>
        </pc:spChg>
        <pc:spChg chg="add mod">
          <ac:chgData name="#JOHN TAN ZHU EN#" userId="9c038d62-e560-4ab3-ba62-0b2d27497b2c" providerId="ADAL" clId="{94F1C065-667C-4711-BDD7-D07BE29E43E2}" dt="2023-01-30T16:06:06.413" v="706" actId="20577"/>
          <ac:spMkLst>
            <pc:docMk/>
            <pc:sldMk cId="3418601953" sldId="439"/>
            <ac:spMk id="3" creationId="{04BBC624-C9A6-BA55-257D-1F3817547C31}"/>
          </ac:spMkLst>
        </pc:spChg>
        <pc:spChg chg="add del">
          <ac:chgData name="#JOHN TAN ZHU EN#" userId="9c038d62-e560-4ab3-ba62-0b2d27497b2c" providerId="ADAL" clId="{94F1C065-667C-4711-BDD7-D07BE29E43E2}" dt="2023-01-30T15:01:02.333" v="170" actId="22"/>
          <ac:spMkLst>
            <pc:docMk/>
            <pc:sldMk cId="3418601953" sldId="439"/>
            <ac:spMk id="6" creationId="{3BE59A06-9022-171D-8666-B3C714F81C8A}"/>
          </ac:spMkLst>
        </pc:spChg>
        <pc:spChg chg="del">
          <ac:chgData name="#JOHN TAN ZHU EN#" userId="9c038d62-e560-4ab3-ba62-0b2d27497b2c" providerId="ADAL" clId="{94F1C065-667C-4711-BDD7-D07BE29E43E2}" dt="2023-01-30T14:58:59.063" v="161" actId="478"/>
          <ac:spMkLst>
            <pc:docMk/>
            <pc:sldMk cId="3418601953" sldId="439"/>
            <ac:spMk id="7" creationId="{D225E288-C937-E4BF-9FA0-8F3C0D2A2B1C}"/>
          </ac:spMkLst>
        </pc:spChg>
        <pc:spChg chg="add del mod">
          <ac:chgData name="#JOHN TAN ZHU EN#" userId="9c038d62-e560-4ab3-ba62-0b2d27497b2c" providerId="ADAL" clId="{94F1C065-667C-4711-BDD7-D07BE29E43E2}" dt="2023-01-30T15:01:06.644" v="172"/>
          <ac:spMkLst>
            <pc:docMk/>
            <pc:sldMk cId="3418601953" sldId="439"/>
            <ac:spMk id="8" creationId="{52C26FE5-5C2B-F9E9-FB8C-D9A77DC0CB66}"/>
          </ac:spMkLst>
        </pc:spChg>
        <pc:spChg chg="add mod">
          <ac:chgData name="#JOHN TAN ZHU EN#" userId="9c038d62-e560-4ab3-ba62-0b2d27497b2c" providerId="ADAL" clId="{94F1C065-667C-4711-BDD7-D07BE29E43E2}" dt="2023-01-30T15:02:34.241" v="186" actId="1076"/>
          <ac:spMkLst>
            <pc:docMk/>
            <pc:sldMk cId="3418601953" sldId="439"/>
            <ac:spMk id="9" creationId="{744C16F3-DC29-0CE2-BBAE-62CFB2150B66}"/>
          </ac:spMkLst>
        </pc:spChg>
        <pc:spChg chg="add mod">
          <ac:chgData name="#JOHN TAN ZHU EN#" userId="9c038d62-e560-4ab3-ba62-0b2d27497b2c" providerId="ADAL" clId="{94F1C065-667C-4711-BDD7-D07BE29E43E2}" dt="2023-01-30T15:04:38.222" v="218" actId="1076"/>
          <ac:spMkLst>
            <pc:docMk/>
            <pc:sldMk cId="3418601953" sldId="439"/>
            <ac:spMk id="15" creationId="{2C5CF665-E7D3-F0FC-6A7D-7411FF3FF66B}"/>
          </ac:spMkLst>
        </pc:spChg>
        <pc:spChg chg="add del mod">
          <ac:chgData name="#JOHN TAN ZHU EN#" userId="9c038d62-e560-4ab3-ba62-0b2d27497b2c" providerId="ADAL" clId="{94F1C065-667C-4711-BDD7-D07BE29E43E2}" dt="2023-01-30T15:03:43.299" v="203"/>
          <ac:spMkLst>
            <pc:docMk/>
            <pc:sldMk cId="3418601953" sldId="439"/>
            <ac:spMk id="21" creationId="{B69C6498-9B98-9F19-6D89-2DBC88DE371A}"/>
          </ac:spMkLst>
        </pc:spChg>
        <pc:spChg chg="add mod">
          <ac:chgData name="#JOHN TAN ZHU EN#" userId="9c038d62-e560-4ab3-ba62-0b2d27497b2c" providerId="ADAL" clId="{94F1C065-667C-4711-BDD7-D07BE29E43E2}" dt="2023-01-30T15:03:52.776" v="206" actId="1076"/>
          <ac:spMkLst>
            <pc:docMk/>
            <pc:sldMk cId="3418601953" sldId="439"/>
            <ac:spMk id="22" creationId="{FBEF252B-A1ED-5AF1-CDAE-BCAF0E41B05D}"/>
          </ac:spMkLst>
        </pc:spChg>
        <pc:spChg chg="add del">
          <ac:chgData name="#JOHN TAN ZHU EN#" userId="9c038d62-e560-4ab3-ba62-0b2d27497b2c" providerId="ADAL" clId="{94F1C065-667C-4711-BDD7-D07BE29E43E2}" dt="2023-01-30T15:03:57.807" v="208" actId="22"/>
          <ac:spMkLst>
            <pc:docMk/>
            <pc:sldMk cId="3418601953" sldId="439"/>
            <ac:spMk id="24" creationId="{74CEF9B6-B8DF-385B-AD3F-F5FA0853EF77}"/>
          </ac:spMkLst>
        </pc:spChg>
        <pc:spChg chg="add mod">
          <ac:chgData name="#JOHN TAN ZHU EN#" userId="9c038d62-e560-4ab3-ba62-0b2d27497b2c" providerId="ADAL" clId="{94F1C065-667C-4711-BDD7-D07BE29E43E2}" dt="2023-01-30T15:04:20.792" v="214" actId="1076"/>
          <ac:spMkLst>
            <pc:docMk/>
            <pc:sldMk cId="3418601953" sldId="439"/>
            <ac:spMk id="25" creationId="{B7248783-FA74-D160-C902-0ACFE8235C9C}"/>
          </ac:spMkLst>
        </pc:spChg>
        <pc:picChg chg="add mod">
          <ac:chgData name="#JOHN TAN ZHU EN#" userId="9c038d62-e560-4ab3-ba62-0b2d27497b2c" providerId="ADAL" clId="{94F1C065-667C-4711-BDD7-D07BE29E43E2}" dt="2023-01-30T15:03:38.695" v="201" actId="1076"/>
          <ac:picMkLst>
            <pc:docMk/>
            <pc:sldMk cId="3418601953" sldId="439"/>
            <ac:picMk id="20" creationId="{757F826E-BE7F-F663-D794-FD5C86E030B7}"/>
          </ac:picMkLst>
        </pc:picChg>
        <pc:cxnChg chg="add del mod">
          <ac:chgData name="#JOHN TAN ZHU EN#" userId="9c038d62-e560-4ab3-ba62-0b2d27497b2c" providerId="ADAL" clId="{94F1C065-667C-4711-BDD7-D07BE29E43E2}" dt="2023-01-30T15:01:34.581" v="177" actId="478"/>
          <ac:cxnSpMkLst>
            <pc:docMk/>
            <pc:sldMk cId="3418601953" sldId="439"/>
            <ac:cxnSpMk id="10" creationId="{52809A5B-E0CD-3881-7218-0B50104982B3}"/>
          </ac:cxnSpMkLst>
        </pc:cxnChg>
        <pc:cxnChg chg="add mod">
          <ac:chgData name="#JOHN TAN ZHU EN#" userId="9c038d62-e560-4ab3-ba62-0b2d27497b2c" providerId="ADAL" clId="{94F1C065-667C-4711-BDD7-D07BE29E43E2}" dt="2023-01-30T15:03:09.465" v="193" actId="14100"/>
          <ac:cxnSpMkLst>
            <pc:docMk/>
            <pc:sldMk cId="3418601953" sldId="439"/>
            <ac:cxnSpMk id="11" creationId="{7508E05C-1231-A948-89AA-05E429BB8FA9}"/>
          </ac:cxnSpMkLst>
        </pc:cxnChg>
        <pc:cxnChg chg="add mod">
          <ac:chgData name="#JOHN TAN ZHU EN#" userId="9c038d62-e560-4ab3-ba62-0b2d27497b2c" providerId="ADAL" clId="{94F1C065-667C-4711-BDD7-D07BE29E43E2}" dt="2023-01-30T15:03:24.208" v="196" actId="14100"/>
          <ac:cxnSpMkLst>
            <pc:docMk/>
            <pc:sldMk cId="3418601953" sldId="439"/>
            <ac:cxnSpMk id="12" creationId="{5FE23630-9BE0-083D-8831-CAED827EFEDB}"/>
          </ac:cxnSpMkLst>
        </pc:cxnChg>
        <pc:cxnChg chg="add mod">
          <ac:chgData name="#JOHN TAN ZHU EN#" userId="9c038d62-e560-4ab3-ba62-0b2d27497b2c" providerId="ADAL" clId="{94F1C065-667C-4711-BDD7-D07BE29E43E2}" dt="2023-01-30T15:03:27.275" v="197" actId="14100"/>
          <ac:cxnSpMkLst>
            <pc:docMk/>
            <pc:sldMk cId="3418601953" sldId="439"/>
            <ac:cxnSpMk id="13" creationId="{E89A16CE-DB73-1E09-7CFF-A764DA17675C}"/>
          </ac:cxnSpMkLst>
        </pc:cxnChg>
      </pc:sldChg>
      <pc:sldChg chg="modSp add mod">
        <pc:chgData name="#JOHN TAN ZHU EN#" userId="9c038d62-e560-4ab3-ba62-0b2d27497b2c" providerId="ADAL" clId="{94F1C065-667C-4711-BDD7-D07BE29E43E2}" dt="2023-01-30T16:06:07.711" v="707" actId="20577"/>
        <pc:sldMkLst>
          <pc:docMk/>
          <pc:sldMk cId="406745041" sldId="440"/>
        </pc:sldMkLst>
        <pc:spChg chg="mod">
          <ac:chgData name="#JOHN TAN ZHU EN#" userId="9c038d62-e560-4ab3-ba62-0b2d27497b2c" providerId="ADAL" clId="{94F1C065-667C-4711-BDD7-D07BE29E43E2}" dt="2023-01-30T16:06:07.711" v="707" actId="20577"/>
          <ac:spMkLst>
            <pc:docMk/>
            <pc:sldMk cId="406745041" sldId="440"/>
            <ac:spMk id="3" creationId="{04BBC624-C9A6-BA55-257D-1F3817547C31}"/>
          </ac:spMkLst>
        </pc:spChg>
        <pc:spChg chg="mod">
          <ac:chgData name="#JOHN TAN ZHU EN#" userId="9c038d62-e560-4ab3-ba62-0b2d27497b2c" providerId="ADAL" clId="{94F1C065-667C-4711-BDD7-D07BE29E43E2}" dt="2023-01-30T15:05:25.580" v="239" actId="1076"/>
          <ac:spMkLst>
            <pc:docMk/>
            <pc:sldMk cId="406745041" sldId="440"/>
            <ac:spMk id="22" creationId="{FBEF252B-A1ED-5AF1-CDAE-BCAF0E41B05D}"/>
          </ac:spMkLst>
        </pc:spChg>
        <pc:spChg chg="mod">
          <ac:chgData name="#JOHN TAN ZHU EN#" userId="9c038d62-e560-4ab3-ba62-0b2d27497b2c" providerId="ADAL" clId="{94F1C065-667C-4711-BDD7-D07BE29E43E2}" dt="2023-01-30T15:05:57.140" v="245" actId="1076"/>
          <ac:spMkLst>
            <pc:docMk/>
            <pc:sldMk cId="406745041" sldId="440"/>
            <ac:spMk id="25" creationId="{B7248783-FA74-D160-C902-0ACFE8235C9C}"/>
          </ac:spMkLst>
        </pc:spChg>
        <pc:picChg chg="mod">
          <ac:chgData name="#JOHN TAN ZHU EN#" userId="9c038d62-e560-4ab3-ba62-0b2d27497b2c" providerId="ADAL" clId="{94F1C065-667C-4711-BDD7-D07BE29E43E2}" dt="2023-01-30T15:05:28.901" v="240" actId="1076"/>
          <ac:picMkLst>
            <pc:docMk/>
            <pc:sldMk cId="406745041" sldId="440"/>
            <ac:picMk id="20" creationId="{757F826E-BE7F-F663-D794-FD5C86E030B7}"/>
          </ac:picMkLst>
        </pc:picChg>
      </pc:sldChg>
      <pc:sldChg chg="addSp delSp modSp add mod">
        <pc:chgData name="#JOHN TAN ZHU EN#" userId="9c038d62-e560-4ab3-ba62-0b2d27497b2c" providerId="ADAL" clId="{94F1C065-667C-4711-BDD7-D07BE29E43E2}" dt="2023-01-30T16:06:09.636" v="708" actId="20577"/>
        <pc:sldMkLst>
          <pc:docMk/>
          <pc:sldMk cId="2584759344" sldId="441"/>
        </pc:sldMkLst>
        <pc:spChg chg="mod">
          <ac:chgData name="#JOHN TAN ZHU EN#" userId="9c038d62-e560-4ab3-ba62-0b2d27497b2c" providerId="ADAL" clId="{94F1C065-667C-4711-BDD7-D07BE29E43E2}" dt="2023-01-30T16:06:09.636" v="708" actId="20577"/>
          <ac:spMkLst>
            <pc:docMk/>
            <pc:sldMk cId="2584759344" sldId="441"/>
            <ac:spMk id="3" creationId="{04BBC624-C9A6-BA55-257D-1F3817547C31}"/>
          </ac:spMkLst>
        </pc:spChg>
        <pc:spChg chg="del mod">
          <ac:chgData name="#JOHN TAN ZHU EN#" userId="9c038d62-e560-4ab3-ba62-0b2d27497b2c" providerId="ADAL" clId="{94F1C065-667C-4711-BDD7-D07BE29E43E2}" dt="2023-01-30T15:07:18.060" v="252" actId="478"/>
          <ac:spMkLst>
            <pc:docMk/>
            <pc:sldMk cId="2584759344" sldId="441"/>
            <ac:spMk id="9" creationId="{744C16F3-DC29-0CE2-BBAE-62CFB2150B66}"/>
          </ac:spMkLst>
        </pc:spChg>
        <pc:spChg chg="del mod">
          <ac:chgData name="#JOHN TAN ZHU EN#" userId="9c038d62-e560-4ab3-ba62-0b2d27497b2c" providerId="ADAL" clId="{94F1C065-667C-4711-BDD7-D07BE29E43E2}" dt="2023-01-30T15:07:20.620" v="255" actId="478"/>
          <ac:spMkLst>
            <pc:docMk/>
            <pc:sldMk cId="2584759344" sldId="441"/>
            <ac:spMk id="15" creationId="{2C5CF665-E7D3-F0FC-6A7D-7411FF3FF66B}"/>
          </ac:spMkLst>
        </pc:spChg>
        <pc:spChg chg="del">
          <ac:chgData name="#JOHN TAN ZHU EN#" userId="9c038d62-e560-4ab3-ba62-0b2d27497b2c" providerId="ADAL" clId="{94F1C065-667C-4711-BDD7-D07BE29E43E2}" dt="2023-01-30T15:07:22.969" v="259" actId="478"/>
          <ac:spMkLst>
            <pc:docMk/>
            <pc:sldMk cId="2584759344" sldId="441"/>
            <ac:spMk id="22" creationId="{FBEF252B-A1ED-5AF1-CDAE-BCAF0E41B05D}"/>
          </ac:spMkLst>
        </pc:spChg>
        <pc:spChg chg="del">
          <ac:chgData name="#JOHN TAN ZHU EN#" userId="9c038d62-e560-4ab3-ba62-0b2d27497b2c" providerId="ADAL" clId="{94F1C065-667C-4711-BDD7-D07BE29E43E2}" dt="2023-01-30T15:07:24.545" v="260" actId="478"/>
          <ac:spMkLst>
            <pc:docMk/>
            <pc:sldMk cId="2584759344" sldId="441"/>
            <ac:spMk id="25" creationId="{B7248783-FA74-D160-C902-0ACFE8235C9C}"/>
          </ac:spMkLst>
        </pc:spChg>
        <pc:graphicFrameChg chg="add mod">
          <ac:chgData name="#JOHN TAN ZHU EN#" userId="9c038d62-e560-4ab3-ba62-0b2d27497b2c" providerId="ADAL" clId="{94F1C065-667C-4711-BDD7-D07BE29E43E2}" dt="2023-01-30T15:09:34.040" v="264" actId="1076"/>
          <ac:graphicFrameMkLst>
            <pc:docMk/>
            <pc:sldMk cId="2584759344" sldId="441"/>
            <ac:graphicFrameMk id="2" creationId="{9EE6305F-D7B4-F660-1E83-A3CBE8C2CC89}"/>
          </ac:graphicFrameMkLst>
        </pc:graphicFrameChg>
        <pc:picChg chg="del">
          <ac:chgData name="#JOHN TAN ZHU EN#" userId="9c038d62-e560-4ab3-ba62-0b2d27497b2c" providerId="ADAL" clId="{94F1C065-667C-4711-BDD7-D07BE29E43E2}" dt="2023-01-30T15:07:21.122" v="256" actId="478"/>
          <ac:picMkLst>
            <pc:docMk/>
            <pc:sldMk cId="2584759344" sldId="441"/>
            <ac:picMk id="20" creationId="{757F826E-BE7F-F663-D794-FD5C86E030B7}"/>
          </ac:picMkLst>
        </pc:picChg>
        <pc:cxnChg chg="del">
          <ac:chgData name="#JOHN TAN ZHU EN#" userId="9c038d62-e560-4ab3-ba62-0b2d27497b2c" providerId="ADAL" clId="{94F1C065-667C-4711-BDD7-D07BE29E43E2}" dt="2023-01-30T15:07:18.768" v="253" actId="478"/>
          <ac:cxnSpMkLst>
            <pc:docMk/>
            <pc:sldMk cId="2584759344" sldId="441"/>
            <ac:cxnSpMk id="11" creationId="{7508E05C-1231-A948-89AA-05E429BB8FA9}"/>
          </ac:cxnSpMkLst>
        </pc:cxnChg>
        <pc:cxnChg chg="del">
          <ac:chgData name="#JOHN TAN ZHU EN#" userId="9c038d62-e560-4ab3-ba62-0b2d27497b2c" providerId="ADAL" clId="{94F1C065-667C-4711-BDD7-D07BE29E43E2}" dt="2023-01-30T15:07:22.606" v="258" actId="478"/>
          <ac:cxnSpMkLst>
            <pc:docMk/>
            <pc:sldMk cId="2584759344" sldId="441"/>
            <ac:cxnSpMk id="12" creationId="{5FE23630-9BE0-083D-8831-CAED827EFEDB}"/>
          </ac:cxnSpMkLst>
        </pc:cxnChg>
        <pc:cxnChg chg="del">
          <ac:chgData name="#JOHN TAN ZHU EN#" userId="9c038d62-e560-4ab3-ba62-0b2d27497b2c" providerId="ADAL" clId="{94F1C065-667C-4711-BDD7-D07BE29E43E2}" dt="2023-01-30T15:07:21.667" v="257" actId="478"/>
          <ac:cxnSpMkLst>
            <pc:docMk/>
            <pc:sldMk cId="2584759344" sldId="441"/>
            <ac:cxnSpMk id="13" creationId="{E89A16CE-DB73-1E09-7CFF-A764DA17675C}"/>
          </ac:cxnSpMkLst>
        </pc:cxnChg>
      </pc:sldChg>
      <pc:sldChg chg="addSp delSp modSp add mod">
        <pc:chgData name="#JOHN TAN ZHU EN#" userId="9c038d62-e560-4ab3-ba62-0b2d27497b2c" providerId="ADAL" clId="{94F1C065-667C-4711-BDD7-D07BE29E43E2}" dt="2023-01-30T16:06:11.265" v="709" actId="20577"/>
        <pc:sldMkLst>
          <pc:docMk/>
          <pc:sldMk cId="2866430875" sldId="442"/>
        </pc:sldMkLst>
        <pc:spChg chg="mod">
          <ac:chgData name="#JOHN TAN ZHU EN#" userId="9c038d62-e560-4ab3-ba62-0b2d27497b2c" providerId="ADAL" clId="{94F1C065-667C-4711-BDD7-D07BE29E43E2}" dt="2023-01-30T16:06:11.265" v="709" actId="20577"/>
          <ac:spMkLst>
            <pc:docMk/>
            <pc:sldMk cId="2866430875" sldId="442"/>
            <ac:spMk id="3" creationId="{04BBC624-C9A6-BA55-257D-1F3817547C31}"/>
          </ac:spMkLst>
        </pc:spChg>
        <pc:graphicFrameChg chg="del">
          <ac:chgData name="#JOHN TAN ZHU EN#" userId="9c038d62-e560-4ab3-ba62-0b2d27497b2c" providerId="ADAL" clId="{94F1C065-667C-4711-BDD7-D07BE29E43E2}" dt="2023-01-30T15:10:25.170" v="274" actId="478"/>
          <ac:graphicFrameMkLst>
            <pc:docMk/>
            <pc:sldMk cId="2866430875" sldId="442"/>
            <ac:graphicFrameMk id="2" creationId="{9EE6305F-D7B4-F660-1E83-A3CBE8C2CC89}"/>
          </ac:graphicFrameMkLst>
        </pc:graphicFrameChg>
        <pc:graphicFrameChg chg="add mod">
          <ac:chgData name="#JOHN TAN ZHU EN#" userId="9c038d62-e560-4ab3-ba62-0b2d27497b2c" providerId="ADAL" clId="{94F1C065-667C-4711-BDD7-D07BE29E43E2}" dt="2023-01-30T15:11:39.804" v="298" actId="1076"/>
          <ac:graphicFrameMkLst>
            <pc:docMk/>
            <pc:sldMk cId="2866430875" sldId="442"/>
            <ac:graphicFrameMk id="4" creationId="{FE3B30F6-CED0-4D90-8DB3-6F0A0362034C}"/>
          </ac:graphicFrameMkLst>
        </pc:graphicFrameChg>
      </pc:sldChg>
      <pc:sldChg chg="addSp delSp modSp add mod">
        <pc:chgData name="#JOHN TAN ZHU EN#" userId="9c038d62-e560-4ab3-ba62-0b2d27497b2c" providerId="ADAL" clId="{94F1C065-667C-4711-BDD7-D07BE29E43E2}" dt="2023-01-30T16:06:14.525" v="710" actId="20577"/>
        <pc:sldMkLst>
          <pc:docMk/>
          <pc:sldMk cId="2038927876" sldId="443"/>
        </pc:sldMkLst>
        <pc:spChg chg="mod">
          <ac:chgData name="#JOHN TAN ZHU EN#" userId="9c038d62-e560-4ab3-ba62-0b2d27497b2c" providerId="ADAL" clId="{94F1C065-667C-4711-BDD7-D07BE29E43E2}" dt="2023-01-30T16:06:14.525" v="710" actId="20577"/>
          <ac:spMkLst>
            <pc:docMk/>
            <pc:sldMk cId="2038927876" sldId="443"/>
            <ac:spMk id="3" creationId="{04BBC624-C9A6-BA55-257D-1F3817547C31}"/>
          </ac:spMkLst>
        </pc:spChg>
        <pc:spChg chg="add del mod">
          <ac:chgData name="#JOHN TAN ZHU EN#" userId="9c038d62-e560-4ab3-ba62-0b2d27497b2c" providerId="ADAL" clId="{94F1C065-667C-4711-BDD7-D07BE29E43E2}" dt="2023-01-30T15:15:02.186" v="326"/>
          <ac:spMkLst>
            <pc:docMk/>
            <pc:sldMk cId="2038927876" sldId="443"/>
            <ac:spMk id="12" creationId="{CADE0C40-0479-E9F4-0DEB-601E9F5DDC15}"/>
          </ac:spMkLst>
        </pc:spChg>
        <pc:spChg chg="add mod">
          <ac:chgData name="#JOHN TAN ZHU EN#" userId="9c038d62-e560-4ab3-ba62-0b2d27497b2c" providerId="ADAL" clId="{94F1C065-667C-4711-BDD7-D07BE29E43E2}" dt="2023-01-30T15:15:34.293" v="333" actId="14100"/>
          <ac:spMkLst>
            <pc:docMk/>
            <pc:sldMk cId="2038927876" sldId="443"/>
            <ac:spMk id="13" creationId="{D8448AC6-58FC-6A28-EB5D-EEB75CAA1776}"/>
          </ac:spMkLst>
        </pc:spChg>
        <pc:spChg chg="add mod">
          <ac:chgData name="#JOHN TAN ZHU EN#" userId="9c038d62-e560-4ab3-ba62-0b2d27497b2c" providerId="ADAL" clId="{94F1C065-667C-4711-BDD7-D07BE29E43E2}" dt="2023-01-30T15:16:50.346" v="355" actId="403"/>
          <ac:spMkLst>
            <pc:docMk/>
            <pc:sldMk cId="2038927876" sldId="443"/>
            <ac:spMk id="21" creationId="{1AD42BF1-1EB5-736E-43B3-208515EE3FC2}"/>
          </ac:spMkLst>
        </pc:spChg>
        <pc:graphicFrameChg chg="add mod">
          <ac:chgData name="#JOHN TAN ZHU EN#" userId="9c038d62-e560-4ab3-ba62-0b2d27497b2c" providerId="ADAL" clId="{94F1C065-667C-4711-BDD7-D07BE29E43E2}" dt="2023-01-30T15:14:07.350" v="313" actId="1076"/>
          <ac:graphicFrameMkLst>
            <pc:docMk/>
            <pc:sldMk cId="2038927876" sldId="443"/>
            <ac:graphicFrameMk id="2" creationId="{88BE51FF-9CC3-EC9B-13AC-0FEFBC30D705}"/>
          </ac:graphicFrameMkLst>
        </pc:graphicFrameChg>
        <pc:graphicFrameChg chg="del">
          <ac:chgData name="#JOHN TAN ZHU EN#" userId="9c038d62-e560-4ab3-ba62-0b2d27497b2c" providerId="ADAL" clId="{94F1C065-667C-4711-BDD7-D07BE29E43E2}" dt="2023-01-30T15:13:48.662" v="307" actId="478"/>
          <ac:graphicFrameMkLst>
            <pc:docMk/>
            <pc:sldMk cId="2038927876" sldId="443"/>
            <ac:graphicFrameMk id="4" creationId="{FE3B30F6-CED0-4D90-8DB3-6F0A0362034C}"/>
          </ac:graphicFrameMkLst>
        </pc:graphicFrameChg>
        <pc:picChg chg="add del mod">
          <ac:chgData name="#JOHN TAN ZHU EN#" userId="9c038d62-e560-4ab3-ba62-0b2d27497b2c" providerId="ADAL" clId="{94F1C065-667C-4711-BDD7-D07BE29E43E2}" dt="2023-01-30T15:15:49.298" v="335"/>
          <ac:picMkLst>
            <pc:docMk/>
            <pc:sldMk cId="2038927876" sldId="443"/>
            <ac:picMk id="15" creationId="{A2E5451F-0D70-90E3-3ACC-F781D983052A}"/>
          </ac:picMkLst>
        </pc:picChg>
        <pc:picChg chg="add mod">
          <ac:chgData name="#JOHN TAN ZHU EN#" userId="9c038d62-e560-4ab3-ba62-0b2d27497b2c" providerId="ADAL" clId="{94F1C065-667C-4711-BDD7-D07BE29E43E2}" dt="2023-01-30T15:16:04.123" v="343" actId="1076"/>
          <ac:picMkLst>
            <pc:docMk/>
            <pc:sldMk cId="2038927876" sldId="443"/>
            <ac:picMk id="16" creationId="{95060F86-0811-8148-CE14-9C7912684FE8}"/>
          </ac:picMkLst>
        </pc:picChg>
        <pc:picChg chg="add del mod">
          <ac:chgData name="#JOHN TAN ZHU EN#" userId="9c038d62-e560-4ab3-ba62-0b2d27497b2c" providerId="ADAL" clId="{94F1C065-667C-4711-BDD7-D07BE29E43E2}" dt="2023-01-30T15:16:01.168" v="341" actId="478"/>
          <ac:picMkLst>
            <pc:docMk/>
            <pc:sldMk cId="2038927876" sldId="443"/>
            <ac:picMk id="17" creationId="{58C297FB-A37A-9316-45A1-0947D38F7A30}"/>
          </ac:picMkLst>
        </pc:picChg>
        <pc:picChg chg="add mod">
          <ac:chgData name="#JOHN TAN ZHU EN#" userId="9c038d62-e560-4ab3-ba62-0b2d27497b2c" providerId="ADAL" clId="{94F1C065-667C-4711-BDD7-D07BE29E43E2}" dt="2023-01-30T15:16:09.395" v="345" actId="1076"/>
          <ac:picMkLst>
            <pc:docMk/>
            <pc:sldMk cId="2038927876" sldId="443"/>
            <ac:picMk id="18" creationId="{80226CB8-0569-A49D-0F46-EED6B7F96999}"/>
          </ac:picMkLst>
        </pc:picChg>
        <pc:picChg chg="add mod">
          <ac:chgData name="#JOHN TAN ZHU EN#" userId="9c038d62-e560-4ab3-ba62-0b2d27497b2c" providerId="ADAL" clId="{94F1C065-667C-4711-BDD7-D07BE29E43E2}" dt="2023-01-30T15:16:15.157" v="347" actId="1076"/>
          <ac:picMkLst>
            <pc:docMk/>
            <pc:sldMk cId="2038927876" sldId="443"/>
            <ac:picMk id="19" creationId="{839A7942-9D2F-D7F4-44DE-17C78EE77A78}"/>
          </ac:picMkLst>
        </pc:picChg>
        <pc:cxnChg chg="add del mod">
          <ac:chgData name="#JOHN TAN ZHU EN#" userId="9c038d62-e560-4ab3-ba62-0b2d27497b2c" providerId="ADAL" clId="{94F1C065-667C-4711-BDD7-D07BE29E43E2}" dt="2023-01-30T15:14:12.301" v="315"/>
          <ac:cxnSpMkLst>
            <pc:docMk/>
            <pc:sldMk cId="2038927876" sldId="443"/>
            <ac:cxnSpMk id="6" creationId="{B947ED96-DFEB-32A2-B549-CE38C1104184}"/>
          </ac:cxnSpMkLst>
        </pc:cxnChg>
        <pc:cxnChg chg="add del mod">
          <ac:chgData name="#JOHN TAN ZHU EN#" userId="9c038d62-e560-4ab3-ba62-0b2d27497b2c" providerId="ADAL" clId="{94F1C065-667C-4711-BDD7-D07BE29E43E2}" dt="2023-01-30T15:14:24.202" v="319" actId="21"/>
          <ac:cxnSpMkLst>
            <pc:docMk/>
            <pc:sldMk cId="2038927876" sldId="443"/>
            <ac:cxnSpMk id="7" creationId="{E0506501-86E3-E000-2A67-3A1BA78A316C}"/>
          </ac:cxnSpMkLst>
        </pc:cxnChg>
        <pc:cxnChg chg="add mod">
          <ac:chgData name="#JOHN TAN ZHU EN#" userId="9c038d62-e560-4ab3-ba62-0b2d27497b2c" providerId="ADAL" clId="{94F1C065-667C-4711-BDD7-D07BE29E43E2}" dt="2023-01-30T15:14:57.878" v="324" actId="14100"/>
          <ac:cxnSpMkLst>
            <pc:docMk/>
            <pc:sldMk cId="2038927876" sldId="443"/>
            <ac:cxnSpMk id="9" creationId="{3DF815D4-6E25-91FB-0F11-7D5F569FA8F3}"/>
          </ac:cxnSpMkLst>
        </pc:cxnChg>
      </pc:sldChg>
      <pc:sldChg chg="new del">
        <pc:chgData name="#JOHN TAN ZHU EN#" userId="9c038d62-e560-4ab3-ba62-0b2d27497b2c" providerId="ADAL" clId="{94F1C065-667C-4711-BDD7-D07BE29E43E2}" dt="2023-01-30T15:10:53.368" v="284" actId="680"/>
        <pc:sldMkLst>
          <pc:docMk/>
          <pc:sldMk cId="2165976269" sldId="443"/>
        </pc:sldMkLst>
      </pc:sldChg>
      <pc:sldChg chg="addSp delSp modSp add mod ord">
        <pc:chgData name="#JOHN TAN ZHU EN#" userId="9c038d62-e560-4ab3-ba62-0b2d27497b2c" providerId="ADAL" clId="{94F1C065-667C-4711-BDD7-D07BE29E43E2}" dt="2023-01-30T16:06:17.035" v="712" actId="20577"/>
        <pc:sldMkLst>
          <pc:docMk/>
          <pc:sldMk cId="1718131886" sldId="444"/>
        </pc:sldMkLst>
        <pc:spChg chg="del">
          <ac:chgData name="#JOHN TAN ZHU EN#" userId="9c038d62-e560-4ab3-ba62-0b2d27497b2c" providerId="ADAL" clId="{94F1C065-667C-4711-BDD7-D07BE29E43E2}" dt="2023-01-30T15:17:43.032" v="392" actId="478"/>
          <ac:spMkLst>
            <pc:docMk/>
            <pc:sldMk cId="1718131886" sldId="444"/>
            <ac:spMk id="3" creationId="{04BBC624-C9A6-BA55-257D-1F3817547C31}"/>
          </ac:spMkLst>
        </pc:spChg>
        <pc:spChg chg="add mod">
          <ac:chgData name="#JOHN TAN ZHU EN#" userId="9c038d62-e560-4ab3-ba62-0b2d27497b2c" providerId="ADAL" clId="{94F1C065-667C-4711-BDD7-D07BE29E43E2}" dt="2023-01-30T16:06:17.035" v="712" actId="20577"/>
          <ac:spMkLst>
            <pc:docMk/>
            <pc:sldMk cId="1718131886" sldId="444"/>
            <ac:spMk id="4" creationId="{65DA9D3F-5533-B4E6-E728-4E48C157D386}"/>
          </ac:spMkLst>
        </pc:spChg>
        <pc:spChg chg="mod">
          <ac:chgData name="#JOHN TAN ZHU EN#" userId="9c038d62-e560-4ab3-ba62-0b2d27497b2c" providerId="ADAL" clId="{94F1C065-667C-4711-BDD7-D07BE29E43E2}" dt="2023-01-30T15:17:28.077" v="388" actId="20577"/>
          <ac:spMkLst>
            <pc:docMk/>
            <pc:sldMk cId="1718131886" sldId="444"/>
            <ac:spMk id="5" creationId="{8D365FE3-F2F4-BF04-5FD4-36E1D2AEF89A}"/>
          </ac:spMkLst>
        </pc:spChg>
        <pc:graphicFrameChg chg="del">
          <ac:chgData name="#JOHN TAN ZHU EN#" userId="9c038d62-e560-4ab3-ba62-0b2d27497b2c" providerId="ADAL" clId="{94F1C065-667C-4711-BDD7-D07BE29E43E2}" dt="2023-01-30T15:17:32.538" v="389" actId="478"/>
          <ac:graphicFrameMkLst>
            <pc:docMk/>
            <pc:sldMk cId="1718131886" sldId="444"/>
            <ac:graphicFrameMk id="2" creationId="{9EE6305F-D7B4-F660-1E83-A3CBE8C2CC89}"/>
          </ac:graphicFrameMkLst>
        </pc:graphicFrameChg>
      </pc:sldChg>
      <pc:sldChg chg="modSp add mod">
        <pc:chgData name="#JOHN TAN ZHU EN#" userId="9c038d62-e560-4ab3-ba62-0b2d27497b2c" providerId="ADAL" clId="{94F1C065-667C-4711-BDD7-D07BE29E43E2}" dt="2023-01-30T16:06:25.615" v="716" actId="14100"/>
        <pc:sldMkLst>
          <pc:docMk/>
          <pc:sldMk cId="3188663869" sldId="445"/>
        </pc:sldMkLst>
        <pc:spChg chg="mod">
          <ac:chgData name="#JOHN TAN ZHU EN#" userId="9c038d62-e560-4ab3-ba62-0b2d27497b2c" providerId="ADAL" clId="{94F1C065-667C-4711-BDD7-D07BE29E43E2}" dt="2023-01-30T16:06:25.615" v="716" actId="14100"/>
          <ac:spMkLst>
            <pc:docMk/>
            <pc:sldMk cId="3188663869" sldId="445"/>
            <ac:spMk id="4" creationId="{65DA9D3F-5533-B4E6-E728-4E48C157D386}"/>
          </ac:spMkLst>
        </pc:spChg>
      </pc:sldChg>
      <pc:sldChg chg="modSp add mod">
        <pc:chgData name="#JOHN TAN ZHU EN#" userId="9c038d62-e560-4ab3-ba62-0b2d27497b2c" providerId="ADAL" clId="{94F1C065-667C-4711-BDD7-D07BE29E43E2}" dt="2023-01-30T16:06:30.329" v="718" actId="20577"/>
        <pc:sldMkLst>
          <pc:docMk/>
          <pc:sldMk cId="236970522" sldId="446"/>
        </pc:sldMkLst>
        <pc:spChg chg="mod">
          <ac:chgData name="#JOHN TAN ZHU EN#" userId="9c038d62-e560-4ab3-ba62-0b2d27497b2c" providerId="ADAL" clId="{94F1C065-667C-4711-BDD7-D07BE29E43E2}" dt="2023-01-30T16:06:30.329" v="718" actId="20577"/>
          <ac:spMkLst>
            <pc:docMk/>
            <pc:sldMk cId="236970522" sldId="446"/>
            <ac:spMk id="4" creationId="{65DA9D3F-5533-B4E6-E728-4E48C157D386}"/>
          </ac:spMkLst>
        </pc:spChg>
      </pc:sldChg>
      <pc:sldChg chg="addSp delSp modSp add mod">
        <pc:chgData name="#JOHN TAN ZHU EN#" userId="9c038d62-e560-4ab3-ba62-0b2d27497b2c" providerId="ADAL" clId="{94F1C065-667C-4711-BDD7-D07BE29E43E2}" dt="2023-01-30T15:34:06.496" v="466" actId="1076"/>
        <pc:sldMkLst>
          <pc:docMk/>
          <pc:sldMk cId="3134038403" sldId="447"/>
        </pc:sldMkLst>
        <pc:spChg chg="add mod">
          <ac:chgData name="#JOHN TAN ZHU EN#" userId="9c038d62-e560-4ab3-ba62-0b2d27497b2c" providerId="ADAL" clId="{94F1C065-667C-4711-BDD7-D07BE29E43E2}" dt="2023-01-30T15:29:21.738" v="430" actId="403"/>
          <ac:spMkLst>
            <pc:docMk/>
            <pc:sldMk cId="3134038403" sldId="447"/>
            <ac:spMk id="2" creationId="{8EE72F96-D14E-5F3B-3358-C9D4F0CC2547}"/>
          </ac:spMkLst>
        </pc:spChg>
        <pc:spChg chg="add mod">
          <ac:chgData name="#JOHN TAN ZHU EN#" userId="9c038d62-e560-4ab3-ba62-0b2d27497b2c" providerId="ADAL" clId="{94F1C065-667C-4711-BDD7-D07BE29E43E2}" dt="2023-01-30T15:34:06.496" v="466" actId="1076"/>
          <ac:spMkLst>
            <pc:docMk/>
            <pc:sldMk cId="3134038403" sldId="447"/>
            <ac:spMk id="3" creationId="{A11B5B40-D9D1-1F87-10B9-1267C276F347}"/>
          </ac:spMkLst>
        </pc:spChg>
        <pc:spChg chg="del">
          <ac:chgData name="#JOHN TAN ZHU EN#" userId="9c038d62-e560-4ab3-ba62-0b2d27497b2c" providerId="ADAL" clId="{94F1C065-667C-4711-BDD7-D07BE29E43E2}" dt="2023-01-30T15:28:47.176" v="422" actId="478"/>
          <ac:spMkLst>
            <pc:docMk/>
            <pc:sldMk cId="3134038403" sldId="447"/>
            <ac:spMk id="4" creationId="{65DA9D3F-5533-B4E6-E728-4E48C157D386}"/>
          </ac:spMkLst>
        </pc:spChg>
      </pc:sldChg>
      <pc:sldChg chg="addSp delSp modSp add mod ord">
        <pc:chgData name="#JOHN TAN ZHU EN#" userId="9c038d62-e560-4ab3-ba62-0b2d27497b2c" providerId="ADAL" clId="{94F1C065-667C-4711-BDD7-D07BE29E43E2}" dt="2023-01-30T16:05:39.032" v="695" actId="20577"/>
        <pc:sldMkLst>
          <pc:docMk/>
          <pc:sldMk cId="1443072116" sldId="448"/>
        </pc:sldMkLst>
        <pc:spChg chg="add mod">
          <ac:chgData name="#JOHN TAN ZHU EN#" userId="9c038d62-e560-4ab3-ba62-0b2d27497b2c" providerId="ADAL" clId="{94F1C065-667C-4711-BDD7-D07BE29E43E2}" dt="2023-01-30T16:05:39.032" v="695" actId="20577"/>
          <ac:spMkLst>
            <pc:docMk/>
            <pc:sldMk cId="1443072116" sldId="448"/>
            <ac:spMk id="2" creationId="{ACEFF74E-87C6-E060-1A7C-B1BCD3986321}"/>
          </ac:spMkLst>
        </pc:spChg>
        <pc:spChg chg="del">
          <ac:chgData name="#JOHN TAN ZHU EN#" userId="9c038d62-e560-4ab3-ba62-0b2d27497b2c" providerId="ADAL" clId="{94F1C065-667C-4711-BDD7-D07BE29E43E2}" dt="2023-01-30T15:35:03.478" v="490" actId="478"/>
          <ac:spMkLst>
            <pc:docMk/>
            <pc:sldMk cId="1443072116" sldId="448"/>
            <ac:spMk id="4" creationId="{65DA9D3F-5533-B4E6-E728-4E48C157D386}"/>
          </ac:spMkLst>
        </pc:spChg>
        <pc:spChg chg="mod">
          <ac:chgData name="#JOHN TAN ZHU EN#" userId="9c038d62-e560-4ab3-ba62-0b2d27497b2c" providerId="ADAL" clId="{94F1C065-667C-4711-BDD7-D07BE29E43E2}" dt="2023-01-30T15:34:43.457" v="489" actId="20577"/>
          <ac:spMkLst>
            <pc:docMk/>
            <pc:sldMk cId="1443072116" sldId="448"/>
            <ac:spMk id="5" creationId="{8D365FE3-F2F4-BF04-5FD4-36E1D2AEF89A}"/>
          </ac:spMkLst>
        </pc:spChg>
      </pc:sldChg>
      <pc:sldChg chg="modSp add mod">
        <pc:chgData name="#JOHN TAN ZHU EN#" userId="9c038d62-e560-4ab3-ba62-0b2d27497b2c" providerId="ADAL" clId="{94F1C065-667C-4711-BDD7-D07BE29E43E2}" dt="2023-01-30T16:05:36.512" v="693" actId="20577"/>
        <pc:sldMkLst>
          <pc:docMk/>
          <pc:sldMk cId="825752654" sldId="449"/>
        </pc:sldMkLst>
        <pc:spChg chg="mod">
          <ac:chgData name="#JOHN TAN ZHU EN#" userId="9c038d62-e560-4ab3-ba62-0b2d27497b2c" providerId="ADAL" clId="{94F1C065-667C-4711-BDD7-D07BE29E43E2}" dt="2023-01-30T16:05:36.512" v="693" actId="20577"/>
          <ac:spMkLst>
            <pc:docMk/>
            <pc:sldMk cId="825752654" sldId="449"/>
            <ac:spMk id="2" creationId="{ACEFF74E-87C6-E060-1A7C-B1BCD3986321}"/>
          </ac:spMkLst>
        </pc:spChg>
      </pc:sldChg>
      <pc:sldChg chg="addSp delSp modSp add mod modAnim">
        <pc:chgData name="#JOHN TAN ZHU EN#" userId="9c038d62-e560-4ab3-ba62-0b2d27497b2c" providerId="ADAL" clId="{94F1C065-667C-4711-BDD7-D07BE29E43E2}" dt="2023-01-30T16:05:32.366" v="691" actId="20577"/>
        <pc:sldMkLst>
          <pc:docMk/>
          <pc:sldMk cId="1455023768" sldId="450"/>
        </pc:sldMkLst>
        <pc:spChg chg="del">
          <ac:chgData name="#JOHN TAN ZHU EN#" userId="9c038d62-e560-4ab3-ba62-0b2d27497b2c" providerId="ADAL" clId="{94F1C065-667C-4711-BDD7-D07BE29E43E2}" dt="2023-01-30T15:40:18.339" v="559" actId="478"/>
          <ac:spMkLst>
            <pc:docMk/>
            <pc:sldMk cId="1455023768" sldId="450"/>
            <ac:spMk id="2" creationId="{ACEFF74E-87C6-E060-1A7C-B1BCD3986321}"/>
          </ac:spMkLst>
        </pc:spChg>
        <pc:spChg chg="add mod">
          <ac:chgData name="#JOHN TAN ZHU EN#" userId="9c038d62-e560-4ab3-ba62-0b2d27497b2c" providerId="ADAL" clId="{94F1C065-667C-4711-BDD7-D07BE29E43E2}" dt="2023-01-30T16:05:32.366" v="691" actId="20577"/>
          <ac:spMkLst>
            <pc:docMk/>
            <pc:sldMk cId="1455023768" sldId="450"/>
            <ac:spMk id="3" creationId="{44C3526B-E4AE-B76D-5281-96D6FD754A77}"/>
          </ac:spMkLst>
        </pc:spChg>
        <pc:spChg chg="mod">
          <ac:chgData name="#JOHN TAN ZHU EN#" userId="9c038d62-e560-4ab3-ba62-0b2d27497b2c" providerId="ADAL" clId="{94F1C065-667C-4711-BDD7-D07BE29E43E2}" dt="2023-01-30T15:40:06.854" v="558" actId="20577"/>
          <ac:spMkLst>
            <pc:docMk/>
            <pc:sldMk cId="1455023768" sldId="450"/>
            <ac:spMk id="5" creationId="{8D365FE3-F2F4-BF04-5FD4-36E1D2AEF89A}"/>
          </ac:spMkLst>
        </pc:spChg>
        <pc:picChg chg="add mod">
          <ac:chgData name="#JOHN TAN ZHU EN#" userId="9c038d62-e560-4ab3-ba62-0b2d27497b2c" providerId="ADAL" clId="{94F1C065-667C-4711-BDD7-D07BE29E43E2}" dt="2023-01-30T15:41:11.007" v="580" actId="1076"/>
          <ac:picMkLst>
            <pc:docMk/>
            <pc:sldMk cId="1455023768" sldId="450"/>
            <ac:picMk id="4" creationId="{1B694F12-61D3-0768-6EBC-E8E1999AC853}"/>
          </ac:picMkLst>
        </pc:picChg>
        <pc:picChg chg="add mod">
          <ac:chgData name="#JOHN TAN ZHU EN#" userId="9c038d62-e560-4ab3-ba62-0b2d27497b2c" providerId="ADAL" clId="{94F1C065-667C-4711-BDD7-D07BE29E43E2}" dt="2023-01-30T15:42:05.811" v="594" actId="14100"/>
          <ac:picMkLst>
            <pc:docMk/>
            <pc:sldMk cId="1455023768" sldId="450"/>
            <ac:picMk id="6" creationId="{92DAA26F-35FC-422F-2A6B-90EC250A23A8}"/>
          </ac:picMkLst>
        </pc:picChg>
      </pc:sldChg>
      <pc:sldChg chg="addSp delSp modSp add mod delAnim">
        <pc:chgData name="#JOHN TAN ZHU EN#" userId="9c038d62-e560-4ab3-ba62-0b2d27497b2c" providerId="ADAL" clId="{94F1C065-667C-4711-BDD7-D07BE29E43E2}" dt="2023-01-30T16:06:40.707" v="719" actId="20577"/>
        <pc:sldMkLst>
          <pc:docMk/>
          <pc:sldMk cId="1003503670" sldId="451"/>
        </pc:sldMkLst>
        <pc:spChg chg="add mod">
          <ac:chgData name="#JOHN TAN ZHU EN#" userId="9c038d62-e560-4ab3-ba62-0b2d27497b2c" providerId="ADAL" clId="{94F1C065-667C-4711-BDD7-D07BE29E43E2}" dt="2023-01-30T16:06:40.707" v="719" actId="20577"/>
          <ac:spMkLst>
            <pc:docMk/>
            <pc:sldMk cId="1003503670" sldId="451"/>
            <ac:spMk id="2" creationId="{62BB5E39-4FA3-CA31-11A3-BB4AE5414F33}"/>
          </ac:spMkLst>
        </pc:spChg>
        <pc:spChg chg="del">
          <ac:chgData name="#JOHN TAN ZHU EN#" userId="9c038d62-e560-4ab3-ba62-0b2d27497b2c" providerId="ADAL" clId="{94F1C065-667C-4711-BDD7-D07BE29E43E2}" dt="2023-01-30T15:42:28.108" v="596" actId="478"/>
          <ac:spMkLst>
            <pc:docMk/>
            <pc:sldMk cId="1003503670" sldId="451"/>
            <ac:spMk id="3" creationId="{44C3526B-E4AE-B76D-5281-96D6FD754A77}"/>
          </ac:spMkLst>
        </pc:spChg>
        <pc:picChg chg="del">
          <ac:chgData name="#JOHN TAN ZHU EN#" userId="9c038d62-e560-4ab3-ba62-0b2d27497b2c" providerId="ADAL" clId="{94F1C065-667C-4711-BDD7-D07BE29E43E2}" dt="2023-01-30T15:42:30.456" v="598" actId="478"/>
          <ac:picMkLst>
            <pc:docMk/>
            <pc:sldMk cId="1003503670" sldId="451"/>
            <ac:picMk id="4" creationId="{1B694F12-61D3-0768-6EBC-E8E1999AC853}"/>
          </ac:picMkLst>
        </pc:picChg>
        <pc:picChg chg="del">
          <ac:chgData name="#JOHN TAN ZHU EN#" userId="9c038d62-e560-4ab3-ba62-0b2d27497b2c" providerId="ADAL" clId="{94F1C065-667C-4711-BDD7-D07BE29E43E2}" dt="2023-01-30T15:42:29.928" v="597" actId="478"/>
          <ac:picMkLst>
            <pc:docMk/>
            <pc:sldMk cId="1003503670" sldId="451"/>
            <ac:picMk id="6" creationId="{92DAA26F-35FC-422F-2A6B-90EC250A23A8}"/>
          </ac:picMkLst>
        </pc:picChg>
        <pc:picChg chg="add mod">
          <ac:chgData name="#JOHN TAN ZHU EN#" userId="9c038d62-e560-4ab3-ba62-0b2d27497b2c" providerId="ADAL" clId="{94F1C065-667C-4711-BDD7-D07BE29E43E2}" dt="2023-01-30T15:43:50.432" v="614" actId="196"/>
          <ac:picMkLst>
            <pc:docMk/>
            <pc:sldMk cId="1003503670" sldId="451"/>
            <ac:picMk id="7" creationId="{E9999921-7205-99E6-A3BE-621291E6F590}"/>
          </ac:picMkLst>
        </pc:picChg>
        <pc:picChg chg="add mod">
          <ac:chgData name="#JOHN TAN ZHU EN#" userId="9c038d62-e560-4ab3-ba62-0b2d27497b2c" providerId="ADAL" clId="{94F1C065-667C-4711-BDD7-D07BE29E43E2}" dt="2023-01-30T15:44:01.539" v="617" actId="14100"/>
          <ac:picMkLst>
            <pc:docMk/>
            <pc:sldMk cId="1003503670" sldId="451"/>
            <ac:picMk id="8" creationId="{724B7CB9-ACCD-32D3-38DC-AC071A5B7753}"/>
          </ac:picMkLst>
        </pc:picChg>
      </pc:sldChg>
      <pc:sldChg chg="addSp delSp modSp add mod">
        <pc:chgData name="#JOHN TAN ZHU EN#" userId="9c038d62-e560-4ab3-ba62-0b2d27497b2c" providerId="ADAL" clId="{94F1C065-667C-4711-BDD7-D07BE29E43E2}" dt="2023-01-30T15:47:23.674" v="635" actId="20577"/>
        <pc:sldMkLst>
          <pc:docMk/>
          <pc:sldMk cId="2803835106" sldId="452"/>
        </pc:sldMkLst>
        <pc:spChg chg="del">
          <ac:chgData name="#JOHN TAN ZHU EN#" userId="9c038d62-e560-4ab3-ba62-0b2d27497b2c" providerId="ADAL" clId="{94F1C065-667C-4711-BDD7-D07BE29E43E2}" dt="2023-01-30T15:46:45.232" v="620" actId="478"/>
          <ac:spMkLst>
            <pc:docMk/>
            <pc:sldMk cId="2803835106" sldId="452"/>
            <ac:spMk id="2" creationId="{62BB5E39-4FA3-CA31-11A3-BB4AE5414F33}"/>
          </ac:spMkLst>
        </pc:spChg>
        <pc:spChg chg="add mod">
          <ac:chgData name="#JOHN TAN ZHU EN#" userId="9c038d62-e560-4ab3-ba62-0b2d27497b2c" providerId="ADAL" clId="{94F1C065-667C-4711-BDD7-D07BE29E43E2}" dt="2023-01-30T15:47:23.674" v="635" actId="20577"/>
          <ac:spMkLst>
            <pc:docMk/>
            <pc:sldMk cId="2803835106" sldId="452"/>
            <ac:spMk id="4" creationId="{5B57C329-1F63-2456-CBC5-EC5BA4285EDF}"/>
          </ac:spMkLst>
        </pc:spChg>
        <pc:picChg chg="del">
          <ac:chgData name="#JOHN TAN ZHU EN#" userId="9c038d62-e560-4ab3-ba62-0b2d27497b2c" providerId="ADAL" clId="{94F1C065-667C-4711-BDD7-D07BE29E43E2}" dt="2023-01-30T15:46:46.130" v="621" actId="478"/>
          <ac:picMkLst>
            <pc:docMk/>
            <pc:sldMk cId="2803835106" sldId="452"/>
            <ac:picMk id="7" creationId="{E9999921-7205-99E6-A3BE-621291E6F590}"/>
          </ac:picMkLst>
        </pc:picChg>
        <pc:picChg chg="del">
          <ac:chgData name="#JOHN TAN ZHU EN#" userId="9c038d62-e560-4ab3-ba62-0b2d27497b2c" providerId="ADAL" clId="{94F1C065-667C-4711-BDD7-D07BE29E43E2}" dt="2023-01-30T15:46:46.709" v="622" actId="478"/>
          <ac:picMkLst>
            <pc:docMk/>
            <pc:sldMk cId="2803835106" sldId="452"/>
            <ac:picMk id="8" creationId="{724B7CB9-ACCD-32D3-38DC-AC071A5B7753}"/>
          </ac:picMkLst>
        </pc:picChg>
      </pc:sldChg>
      <pc:sldChg chg="addSp delSp modSp add mod">
        <pc:chgData name="#JOHN TAN ZHU EN#" userId="9c038d62-e560-4ab3-ba62-0b2d27497b2c" providerId="ADAL" clId="{94F1C065-667C-4711-BDD7-D07BE29E43E2}" dt="2023-01-30T15:51:06.036" v="689" actId="20577"/>
        <pc:sldMkLst>
          <pc:docMk/>
          <pc:sldMk cId="1678536781" sldId="453"/>
        </pc:sldMkLst>
        <pc:spChg chg="add mod">
          <ac:chgData name="#JOHN TAN ZHU EN#" userId="9c038d62-e560-4ab3-ba62-0b2d27497b2c" providerId="ADAL" clId="{94F1C065-667C-4711-BDD7-D07BE29E43E2}" dt="2023-01-30T15:50:33.284" v="650" actId="1076"/>
          <ac:spMkLst>
            <pc:docMk/>
            <pc:sldMk cId="1678536781" sldId="453"/>
            <ac:spMk id="2" creationId="{1B096ACE-6623-E0F4-3A67-9EBEA925B501}"/>
          </ac:spMkLst>
        </pc:spChg>
        <pc:spChg chg="del">
          <ac:chgData name="#JOHN TAN ZHU EN#" userId="9c038d62-e560-4ab3-ba62-0b2d27497b2c" providerId="ADAL" clId="{94F1C065-667C-4711-BDD7-D07BE29E43E2}" dt="2023-01-30T15:50:15.472" v="644" actId="478"/>
          <ac:spMkLst>
            <pc:docMk/>
            <pc:sldMk cId="1678536781" sldId="453"/>
            <ac:spMk id="4" creationId="{5B57C329-1F63-2456-CBC5-EC5BA4285EDF}"/>
          </ac:spMkLst>
        </pc:spChg>
        <pc:spChg chg="mod">
          <ac:chgData name="#JOHN TAN ZHU EN#" userId="9c038d62-e560-4ab3-ba62-0b2d27497b2c" providerId="ADAL" clId="{94F1C065-667C-4711-BDD7-D07BE29E43E2}" dt="2023-01-30T15:51:06.036" v="689" actId="20577"/>
          <ac:spMkLst>
            <pc:docMk/>
            <pc:sldMk cId="1678536781" sldId="453"/>
            <ac:spMk id="5" creationId="{8D365FE3-F2F4-BF04-5FD4-36E1D2AEF89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58 540,'-6'1'1941,"-13"-1"4749,16-4-4397,11-6-2273,-7 10 14,-1-1 1,1 0 0,0 0-1,-1 0 1,1 0 0,-1 0-1,1 1 1,-1-1 0,0 0-1,1 0 1,-1 0 0,0 0-1,0 0 1,1 0 0,-1 0-1,0-1 1,0 1 0,0 0-1,0 0 1,0 0 0,-1 0 0,1 0-1,0 0 1,0 0 0,-1 0-1,0-1 1,-9-16-5925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1018 84,'-12'-13'15951,"9"-1"-6991,10-16-3086,-3 17-5147,25-68-157,58-109-1,-68 149-541,26-48-28,4 3 0,3 1 0,100-122 0,-147 201 1,108-139-105,-108 135 576,-4 2-5638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24 124 276,'-2'0'423,"1"-1"0,-1 1 0,1-1 0,-1 1 0,1-1-1,0 0 1,-1 1 0,1-1 0,0 0 0,-1 0 0,1 0 0,0 0 0,0 0 0,-2-2 0,3 2-20,0 1 1,-1-1 0,1 1-1,0-1 1,0 1 0,0-1-1,0 1 1,0-1 0,0 0 0,0 1-1,0-1 1,0 1 0,0-1-1,0 0 1,0 1 0,0-1 0,0 1-1,1-1 1,-1 1 0,0-1-1,0 1 1,1-1 0,-1 1 0,0-1-1,1 0 1,19-16 9601,-5 8-9573,10-6 956,54-19-1,-68 29-1083,1 2 1,0-1-1,0 1 1,1 1-1,-1 0 0,0 1 1,16 1-1,-25 0-304,0 0 0,1 1 0,-1 0 0,0 0 0,0 0 0,0 0 0,0 0 0,-1 1 0,1-1 0,0 1 0,0 0 0,-1 0 0,1 0 0,-1 0 0,0 0 0,1 1 0,-1-1 0,0 1 0,0-1 0,-1 1 0,1 0 0,-1-1 0,1 1 0,-1 0 0,0 0 0,0 0 0,0 0 0,0 1 0,0 4 0,2 10 0,-1 1 0,-1-1 0,-2 37 0,0-40 0,-1 20-1351,-7 33 0,2-32-1815,-1-1 1,-16 42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5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60 269 724,'-24'-49'4701,"5"-1"7046,9 23-2492,7 22-8360,1 7 115,0 14 1067,2 24 277,5 242-2354,-5-271 0,0 0 0,1 0 0,0-1 0,0 1 0,5 18 0,-1-84 0,-11-58 0,2 85 0,2-1 0,1 0 0,1 0 0,1 1 0,2-1 0,6-30 0,-8 57 0,-1 0 0,1 1 0,-1-1 0,1 0 0,-1 0 0,1 1 0,0-1 0,0 0 0,0 1 0,0-1 0,0 1 0,0-1 0,0 1 0,1-1 0,-1 1 0,1 0 0,-1 0 0,3-2 0,-3 3 0,1 0 0,-1 0 0,0 0 0,1 0 0,-1 0 0,0 0 0,0 0 0,1 1 0,-1-1 0,0 0 0,0 1 0,1-1 0,-1 1 0,0 0 0,0-1 0,0 1 0,0 0 0,0 0 0,0-1 0,0 1 0,0 0 0,0 0 0,-1 0 0,1 0 0,0 0 0,0 0 0,0 2 0,25 37 0,-2 0 0,24 56 0,-29-56 0,2-1 0,47 69 0,-67-106 0,0-1 0,0 1 0,0-1 0,0 1 0,0-1 0,1 0 0,-1 1 0,0-1 0,1 0 0,-1 0 0,1 0 0,-1 0 0,1 0 0,0-1 0,-1 1 0,1 0 0,0-1 0,0 1 0,-1-1 0,1 1 0,2-1 0,-2 0 0,-1-1 0,1 0 0,-1 1 0,1-1 0,-1 0 0,1 1 0,-1-1 0,0 0 0,1 0 0,-1 0 0,0 0 0,0 0 0,0-1 0,0 1 0,0 0 0,0-1 0,0 1 0,1-3 0,3-7 0,0 1 0,-1-1 0,-1-1 0,5-22 0,-1-12 0,-3 0 0,-1-1 0,-2 1 0,-3-1 0,-1 1 0,-19-90 0,16 116 0,3 29-10029,3 5-3263,14 24 5430,-2-19 6514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5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37 201 120,'-4'11'920,"0"0"1,1 0-1,-2 12 1,3-11 1223,0 1-1,2 0 1,-1-1 0,2 1-1,1 14 1,0-16-321,0-1-1,0 0 0,1 0 1,1 0-1,0-1 1,8 16-1,-8-18-1265,0 0 0,1-1 0,0 0 0,0 1 0,8 6 0,-11-11-557,1 0 0,-1 0 0,0 0 0,1 0 0,0 0 0,-1-1 0,1 1 0,0-1 0,0 1 0,0-1 0,-1 0 0,2 0 0,-1-1 0,0 1 0,0-1 0,0 1 0,0-1 0,0 0 0,0 0 0,0 0 0,0 0 0,1-1 0,-1 0 0,0 1 0,0-1 0,0 0 0,0 0 0,-1-1 0,1 1 0,0 0 0,4-4 0,-2 1 0,0 0 0,-1-1 0,1 1 0,-1-1 0,0 0 0,0-1 0,0 1 0,-1 0 0,0-1 0,0 0 0,-1 0 0,1 0 0,-1 0 0,2-10 0,4-24 0,-2-1 0,1-52 0,-6 73 0,-2 1 0,0-1 0,-1 1 0,-2 0 0,1 0 0,-14-37 0,16 53 0,1 0 0,-1 1 0,-1-1 0,1 0 0,0 1 0,-1-1 0,1 1 0,-1-1 0,0 1 0,0 0 0,0-1 0,0 1 0,0 0 0,0 1 0,0-1 0,-1 0 0,1 1 0,-1-1 0,1 1 0,-1 0 0,0-1 0,1 1 0,-1 1 0,0-1 0,0 0 0,0 1 0,0-1 0,0 1 0,0 0 0,1 0 0,-1 0 0,0 0 0,0 1 0,0-1 0,0 1 0,0 0 0,0-1 0,1 1 0,-1 1 0,0-1 0,1 0 0,-1 1 0,1-1 0,-1 1 0,1 0 0,0 0 0,-3 3 0,-7 6 0,1 0 0,1 1 0,0 1 0,1 0 0,0 0 0,1 1 0,0 0 0,1 0 0,1 1 0,0 0 0,1 0 0,1 0 0,0 1 0,-2 20 0,9-11-3150,-2-24 2394,-1 1 0,1-1 0,0 1 0,0-1 0,-1 1 0,1-1 0,0 0 0,1 1 0,-1-1 1,0 0-1,0 0 0,0 0 0,1 0 0,-1 0 0,3 1 0,26 7-11651,-6-7 8703,4-1 2385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25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1 936,'2'13'1868,"1"1"3902,3 12 15485,-13-32-18299,-6 3-3427,-18 4-9312,16 0-516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37 324,'-27'18'2477,"9"-7"-731,-11 11 25041,60-22-25358,-7-1-1429,0-1 0,0-1 0,0-1 0,29-9 0,89-38 0,-119 39 0,-23 12 0,0 0 0,0 0 0,0 0 0,0 0 0,0 0 0,-1 0 0,1 0 0,0 0 0,0 0 0,0 0 0,0 0 0,0 0 0,0 0 0,0 0 0,0 0 0,0 0 0,0 0 0,0 0 0,0 0 0,0 0 0,0 0 0,0 0 0,0 0 0,0 0 0,0 0 0,-1 0 0,1 0 0,0 0 0,0 0 0,0 0 0,0 0 0,0-1 0,0 1 0,0 0 0,0 0 0,0 0 0,0 0 0,0 0 0,0 0 0,0 0 0,0 0 0,0 0 0,0 0 0,0 0 0,0 0 0,0 0 0,0 0 0,0 0 0,0 0 0,0-1 0,0 1 0,0 0 0,0 0 0,1 0 0,-1 0 0,0 0 0,0 0 0,0 0 0,0 0 0,-16 3 0,7 0 0,0 1 0,0-1 0,1 2 0,-1-1 0,1 1 0,0 0 0,1 1 0,-1 0 0,1 0 0,0 0 0,1 1 0,-1 0 0,1 1 0,1-1 0,-1 1 0,1 0 0,1 1 0,-1-1 0,-4 15 0,-4 16 0,1 0 0,2 1 0,-6 52 0,7-40 0,6-38 0,-1 9 0,0 0 0,0 25 0,4-48 0,0 0 0,0 1 0,0-1 0,0 1 0,0-1 0,0 1 0,0-1 0,0 0 0,0 1 0,0-1 0,0 1 0,0-1 0,0 1 0,0-1 0,0 0 0,0 1 0,0-1 0,1 1 0,-1-1 0,0 0 0,0 1 0,1-1 0,-1 0 0,0 1 0,0-1 0,1 0 0,-1 1 0,0-1 0,1 0 0,-1 1 0,1-1 0,-1 0 0,1 0 0,12-7 0,9-21 0,0-9-196,-1-1-1,15-42 1,-19 40 97,43-72 0,-57 108 175,2-4 29,0 0 0,0 1 0,1-1-1,13-11 1,-19 18-98,1 1-1,0-1 1,0 0 0,0 1-1,0-1 1,0 1 0,0-1-1,0 1 1,-1 0-1,1-1 1,0 1 0,1 0-1,-1 0 1,0-1-1,0 1 1,0 0 0,0 0-1,0 0 1,0 0 0,2 1-1,-2 0-3,1 0-1,-1 0 1,0 0-1,0 0 1,1 0-1,-1 0 1,0 0-1,0 0 1,0 1-1,0-1 1,0 0-1,0 1 1,-1-1-1,1 1 1,0-1-1,-1 1 1,1-1-1,-1 3 1,9 30-3,-2 0 0,-1 1 0,1 59 0,-4-52 0,22 216 0,-22-255 0,3-11 0,7-25 0,-6 18 0,-7 13 0,1 1 0,0-1 0,0 1 0,0-1 0,0 1 0,0 0 0,1-1 0,-1 1 0,0 0 0,1 0 0,-1 0 0,1 0 0,-1 0 0,1 0 0,-1 0 0,1 0 0,0 1 0,-1-1 0,1 1 0,0-1 0,-1 1 0,1 0 0,0-1 0,0 1 0,-1 0 0,1 0 0,0 0 0,2 1 0,6 1 0,1 0 0,-1 0 0,20 9 0,18 2 0,-32-12 0,-1 0 0,0-1 0,25-4 0,-33 3 0,0-1 0,0 0 0,0 0 0,0-1 0,0 0 0,-1 0 0,1 0 0,-1-1 0,11-8 0,-13 9 0,0 1 0,-1-1 0,1 0 0,-1 0 0,0-1 0,0 1 0,0-1 0,-1 1 0,1-1 0,-1 0 0,1 0 0,-1 0 0,-1 0 0,1 0 0,-1-1 0,1 1 0,0-9 0,-2 12 0,4-13 0,-2-1 0,2-23 0,-4 35 0,0 0 0,0 1 0,0-1 0,0 0 0,0 0 0,-1 1 0,1-1 0,-1 0 0,1 1 0,-1-1 0,0 0 0,0 1 0,0-1 0,-1 1 0,1 0 0,-1-1 0,1 1 0,-1 0 0,0 0 0,0 0 0,0 0 0,-2-2 0,2 4 0,0-1 0,0 1 0,0-1 0,0 1 0,0 0 0,0 0 0,0 0 0,0 0 0,0 0 0,0 1 0,1-1 0,-1 0 0,0 1 0,0 0 0,0-1 0,0 1 0,0 0 0,1 0 0,-1 0 0,0 0 0,1 0 0,-1 0 0,1 1 0,-1-1 0,1 0 0,-1 1 0,1-1 0,-2 4 0,-5 4 0,1 1 0,0 0 0,-8 13 0,7-6 0,0-1 0,1 1 0,1 0 0,0 0 0,2 1 0,0-1 0,1 1 0,0 0 0,2 0 0,0 1 0,1-1 0,1 0 0,0 0 0,7 29 0,-7-43-165,0-1 0,0 0 0,0 0 0,1 1-1,-1-1 1,1 0 0,0 0 0,0-1 0,0 1 0,0 0 0,0-1 0,1 1 0,-1-1-1,1 1 1,-1-1 0,1 0 0,0 0 0,0-1 0,0 1 0,0 0 0,0-1-1,1 0 1,-1 0 0,0 0 0,1 0 0,-1 0 0,0-1 0,1 0 0,-1 1 0,1-1-1,4-1 1,-1 1-443,0-1 0,0-1 0,0 1 0,0-1 0,0 0 0,-1-1 0,1 1 0,-1-1 0,1-1 0,-1 1 0,0-1 0,-1 0-1,1-1 1,8-7 0,9-11-11796,-4 9 8642,2 0 2078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2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0 760,'-19'27'5006,"11"-12"2773,2 1-1,-9 26 0,5-13-4116,4-5-3662,4-18 0,1 1 0,-1 0 0,-1-1 0,1 1 0,-1-1 0,0 0 0,0 0 0,-1 0 0,-3 5 0,6-11-53,1 1-1,0-1 1,0 0-1,0 0 1,-1 0-1,1 1 1,0-1 0,0 0-1,0 0 1,-1 0-1,1 0 1,0 0-1,0 0 1,-1 0 0,1 1-1,0-1 1,0 0-1,-1 0 1,1 0-1,0 0 1,0 0-1,-1 0 1,1 0 0,0 0-1,0 0 1,-1 0-1,1 0 1,0-1-1,0 1 1,-1 0 0,1 0-1,0 0 1,0 0-1,0 0 1,-1 0-1,1-1 1,0 1 0,-1 0-1,-4-13-4864,1-14-5420,-1-7 489,1 6 6236,3 8 2216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2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77 148,'-5'-45'6003,"2"30"356,0-1 8404,8 18-15004,11 12-8705,6 8-4732,-11-11 10823,-1-2 1730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2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5 164,'6'55'2955,"-3"0"4843,2 17 7245,-2-62-14326,1-9 253,7-19 1299,6-28 578,-12 29-2847,16-45 0,-19 57 0,0 0 0,1 0 0,0 0 0,0 1 0,0-1 0,0 1 0,1-1 0,0 1 0,4-4 0,-7 7 0,0 1 0,0-1 0,0 1 0,0-1 0,0 1 0,0 0 0,0-1 0,1 1 0,-1 0 0,0 0 0,0-1 0,0 1 0,0 0 0,0 0 0,0 0 0,1 1 0,-1-1 0,0 0 0,0 0 0,0 1 0,0-1 0,0 0 0,0 1 0,0-1 0,0 1 0,0-1 0,0 1 0,0 0 0,0-1 0,0 1 0,-1 0 0,1 0 0,0 0 0,0-1 0,-1 1 0,1 0 0,0 0 0,-1 0 0,1 0 0,0 2 0,4 6 0,0 0 0,-1 0 0,4 13 0,-6-19 0,3 11 0,1 5 0,1-1 0,1 1 0,1-1 0,16 24 0,-18-40-1879,7-8-5674,7-13-5347,-20 18 12293,39-39-7015,-22 22 6545,8-9 136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342 137 356,'5'-6'-14,"19"-25"1488,-1-8 3570,-22 37-4310,0-1 0,0 1 0,0 0 0,-1-1 1,1 1-1,-1-1 0,1 1 0,-1-1 0,0 1 0,0-1 0,0 1 0,-1-5 1,0 5-112,1 1 1,-1-1 0,1 1 0,-1 0 0,0-1 0,0 1 0,0 0 0,0 0 0,0 0 0,0 0 0,0 0 0,0 0-1,0 0 1,-1 0 0,1 0 0,0 0 0,-1 1 0,1-1 0,-1 0 0,1 1 0,0-1 0,-1 1 0,-1-1 0,-1 1-567,0-1 0,0 1 1,0 0-1,0 0 1,0 1-1,0-1 1,0 1-1,0 0 1,0 0-1,0 0 0,1 0 1,-1 1-1,0-1 1,1 1-1,-1 0 1,1 0-1,0 1 1,-1-1-1,1 1 0,0-1 1,-3 5-1,-3 2-36,0 1-1,1 0 0,0 0 0,1 1 1,-9 15-1,3 2-20,1 0 0,1 1 0,2 0 0,1 1 0,-5 31 0,5-7 0,-1 107 0,10-160-50,-1-1 0,0 1-1,0-1 1,0 1 0,0-1 0,0 1 0,0-1 0,0 1-1,0-1 1,0 1 0,0-1 0,0 1 0,-1-1-1,1 1 1,0-1 0,0 1 0,0-1 0,-1 0 0,1 1-1,0-1 1,0 1 0,-1-1 0,1 0 0,0 1-1,-1-1 1,1 1 0,0-1 0,-1 0 0,1 0-1,-1 1 1,1-1 0,-1 0 0,1 0 0,-1 1 0,-16-9-3886,-18-25-2472,33 31 6344,-31-36 2359,-14-25 7475,47 63-9769,-1 0 1,1-1 0,0 1 0,-1 0 0,1 0-1,0-1 1,-1 1 0,1 0 0,0-1-1,0 1 1,-1-1 0,1 1 0,0 0 0,0-1-1,0 1 1,-1-1 0,1 1 0,0-1-1,0 1 1,0 0 0,0-1 0,0 1 0,0-1-1,0 1 1,0-1 0,0 1 0,0-1-1,0 1 1,0-1 0,0 1 0,0 0 0,1-1-1,-1 1 1,0-1 0,0 1 0,0 0-1,1-1 1,-1 1 0,0-1 0,0 1 0,1 0-1,-1-1 1,0 1 0,1 0 0,-1 0 0,1-1-1,-1 1 1,0 0 0,1 0 0,-1-1-1,1 1 1,-1 0 0,0 0 0,1 0 0,-1 0-1,1 0 1,-1 0 0,1 0 0,-1 0-1,1 0 1,-1 0 0,1 0 0,-1 0 0,0 0-1,1 0 1,-1 0 0,1 0 0,42 7-16,-29-4 6,11 0-1264,0-2-1,43-2 0,-59 0 666,1-1-1,-1 0 0,1 0 0,-1 0 0,0-1 0,0-1 0,0 0 0,-1 0 0,1-1 1,9-6-1,-8 3-3084,-1 1 1,0-2 0,9-11-1,20-30-2230,-21 26 4855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3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53 176,'7'-12'1053,"13"-19"2659,-6 21 9463,-14 11-12901,1-1-1,-1 0 0,1 1 1,-1-1-1,1 0 0,-1 1 1,1-1-1,-1 1 0,0-1 1,1 1-1,-1-1 0,0 1 1,1-1-1,-1 1 0,0 0 1,0-1-1,0 1 0,1-1 1,-1 1-1,0 0 0,0-1 1,0 1-1,0-1 0,0 1 1,0 0-1,0-1 0,-1 2 1,1 21 6469,0-21-6493,-8 68-250,-3 0 0,-28 97 0,15-71 0,-1 26 0,23-117-2295,2-10-3027,3-12-5029,1 8 6253,6-15-2532,3 0 3733,-3 8 1963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4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76 244,'13'-13'5340,"-23"19"5781,-13 12 1604,13-8-9392,4-2-3333,1 0 0,0 0 0,1 0 0,0 1 0,0 0 0,1 0 0,0 0 0,0 0 0,1 1 0,0-1 0,1 1 0,0-1 0,0 11 0,1-19 0,0-1 0,0 1 0,0 0 0,0-1 0,0 1 0,0-1 0,0 1 0,0-1 0,0 1 0,0-1 0,1 1 0,-1-1 0,0 1 0,0-1 0,0 1 0,1-1 0,-1 1 0,0-1 0,1 1 0,-1-1 0,0 0 0,1 1 0,-1-1 0,0 0 0,1 1 0,-1-1 0,1 0 0,-1 1 0,1-1 0,-1 0 0,1 0 0,-1 1 0,1-1 0,-1 0 0,1 0 0,22-6 0,17-20 0,-30 16 0,1 1 0,-1 1 0,1 0 0,1 0 0,-1 1 0,26-11 0,-35 18 0,0-1 0,0 1 0,0 0 0,1 0 0,-1 0 0,0 1 0,0-1 0,0 1 0,0-1 0,0 1 0,0-1 0,0 1 0,0 0 0,0 0 0,0 0 0,0 0 0,-1 0 0,1 1 0,0-1 0,-1 0 0,1 1 0,-1 0 0,3 2 0,-3-2 0,0 0 0,1-1 0,-1 0 0,0 1 0,1-1 0,-1 0 0,1 1 0,0-1 0,-1 0 0,1 0 0,0 0 0,-1 0 0,1-1 0,0 1 0,0 0 0,0-1 0,0 0 0,0 1 0,0-1 0,0 0 0,0 0 0,0 0 0,3 0 0,-2-2-200,0 1 0,0-1 0,-1 0 1,1 0-1,0 0 0,0 0 0,-1 0 0,1-1 0,-1 1 1,0-1-1,0 1 0,0-1 0,0 0 0,0 0 0,1-4 1,22-50-3447,-24 55 3610,2-8-96,16-36 698,-18 44-193,0 0 1,0 0-1,0 1 0,0-1 0,1 0 0,-1 0 0,1 1 0,-1-1 0,1 1 0,2-2 0,-4 2-352,0 1-1,1 0 0,-1 0 1,0 0-1,1 0 0,-1-1 1,0 1-1,1 0 1,-1 0-1,0 0 0,1 0 1,-1 0-1,0 0 1,1 0-1,-1 0 0,0 0 1,1 0-1,-1 0 1,0 0-1,1 0 0,-1 0 1,0 0-1,1 0 1,-1 1-1,0-1 0,0 0 1,1 0-1,-1 0 1,0 0-1,1 1 0,-1-1 1,0 0-1,0 0 1,1 1-1,-1-1 0,0 0 1,0 0-1,1 1 0,3 18 710,-6 20 79,2-37-802,-2 62-7,3-50 0,-1 1 0,-1-1 0,0 0 0,-1 0 0,0 0 0,-5 15 0,6-27 0,1-1 0,-1 0 0,0 1 0,1-1 0,-1 0 0,0 0 0,0 0 0,0 1 0,0-1 0,0 0 0,0 0 0,0 0 0,-1-1 0,1 1 0,0 0 0,0 0 0,-1-1 0,1 1 0,0-1 0,-1 1 0,1-1 0,-1 1 0,1-1 0,-1 0 0,1 0 0,-1 1 0,1-1 0,-1 0 0,1-1 0,-3 1 0,-6-2 0,1 0 0,0 0 0,-18-8 0,-2 1 0,45 10 0,0 0 0,24-3 0,-19 0 0,0 1 0,0 2 0,40 4 0,-58-4-209,0-1 0,0 1 0,0-1 1,-1 0-1,1 0 0,0 0 0,0 0 0,0-1 0,0 1 0,-1-1 0,1 1 1,0-1-1,-1 0 0,1 0 0,0 0 0,-1-1 0,4-1 0,1-2-1257,-1-1 0,1 0 0,-1 0-1,7-9 1,-9 10 958,0 0-1,0 0 1,1 1-1,-1 0 1,1-1-1,0 2 1,1-1-1,-1 0 1,9-3 0,-14 7 825,1 0-1,0 0 1,0 0 0,-1 1 0,1-1 0,0 0 0,0 0 0,-1 1 0,1-1 0,-1 1 0,1-1 0,0 0 0,-1 1 0,1-1 0,-1 1 0,1-1 0,-1 1 0,1 0 0,-1-1 0,1 1 0,-1-1 0,1 1 0,-1 0 0,0-1 0,1 1 0,-1 0 0,0 0 0,0-1 0,0 1 0,0 0 0,1 0 0,-1 1 0,6 29 3995,-5-28-3724,-1 36 2,-1-34-568,1 1 1,0-1-1,0 1 1,0-1-1,1 1 1,-1-1-1,1 1 1,1-1-1,3 11 1,-7-23-890,0 1 1,0 0-1,1-1 1,0 0-1,0 1 0,0-1 1,1-7-1,-3-22-2495,-7-28 2345,-15-71 2697,22 124-792,4 5-5676,14 4-10216,-7 2 11896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4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53 148,'20'44'5263,"17"17"15324,-34-56-20069,1-1 0,-1 1 0,1-1 0,0 0 0,0 0 0,0-1 0,8 7 0,-11-10-421,0 1 0,0-1 1,0 1-1,0-1 1,0 0-1,0 1 0,0-1 1,0 0-1,0 0 0,0 0 1,1 0-1,-1 0 0,0 0 1,0 0-1,0 0 0,0 0 1,0 0-1,2-1 0,-2 0-48,1 0-1,-1 0 0,0 0 0,1 0 1,-1 0-1,0-1 0,1 1 0,-1 0 0,0-1 1,0 1-1,0 0 0,0-1 0,-1 0 1,1 1-1,1-3 0,1-5-48,0 1 0,0-1 0,-1-1 0,0 1 0,-1 0 0,0 0 0,0-14 0,-1 18 0,0 0 0,0 0 0,0 0 0,-1 1 0,0-1 0,0 0 0,0 1 0,-1-1 0,0 1 0,0-1 0,0 1 0,0 0 0,0 0 0,-1 0 0,0 0 0,-4-5 0,5 8 0,1 0 0,0 0 0,0 0 0,-1 0 0,1 1 0,0-1 0,-1 1 0,1-1 0,-1 1 0,1-1 0,-1 1 0,1 0 0,-1-1 0,1 1 0,-1 0 0,1 0 0,-1 0 0,1 0 0,-1 0 0,1 1 0,-1-1 0,1 0 0,-1 1 0,1-1 0,0 1 0,-1 0 0,1-1 0,0 1 0,-1 0 0,1 0 0,0 0 0,0 0 0,-1 0 0,1 0 0,0 0 0,0 0 0,0 0 0,1 0 0,-2 2 0,-6 7 0,1 1 0,0-1 0,-8 20 0,10-22 0,-2 5 64,4-9-126,0 0 0,1 0 0,-1 1 0,1-1 0,0 1 0,0-1 0,1 1 0,-1 0 0,1 0 0,0-1 0,0 1 1,0 6-1,33-22-30766,-13 7 29754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3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29 384,'21'22'4453,"1"18"10353,-6-7-4304,-1-14-7884,-15-18-2618,0-1 0,1 0 0,-1 1 0,1-1 0,-1 1 0,0-1 0,1 0 0,-1 1 0,1-1 0,-1 0 0,1 0 0,-1 1 0,1-1 0,-1 0 0,1 0 0,-1 0 0,1 0 0,-1 0 0,1 0 0,0 1 0,-1-1 0,1 0 0,-1 0 0,1-1 0,-1 1 0,1 0 0,-1 0 0,1 0 0,-1 0 0,1 0 0,0-1 0,14-16 0,5-31 0,-18 44 0,0-4 0,1 1 0,1-1 0,-1 1 0,1 0 0,1 0 0,-1 0 0,7-7 0,-10 13 0,0 0 0,0 0 0,0 0 0,0 0 0,0 0 0,0 0 0,1 1 0,-1-1 0,0 0 0,1 1 0,-1-1 0,1 1 0,-1-1 0,0 1 0,1 0 0,-1-1 0,1 1 0,1 0 0,-1 0 0,0 1 0,0-1 0,-1 1 0,1 0 0,0 0 0,0 0 0,-1-1 0,1 2 0,-1-1 0,1 0 0,-1 0 0,1 0 0,-1 1 0,0-1 0,1 0 0,-1 1 0,0 0 0,1 1 0,5 11 0,0 1 0,-1-1 0,0 1 0,-1 0 0,-1 0 0,4 23 0,-4-16 0,-3-3-6858,-2-9 1670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9 220,'-1'-9'16494,"4"22"-3776,1-2-9387,2 2-3331,-1 0 0,-1-1 0,0 1 0,0 1 0,-1-1 0,-1 0 0,0 1 0,-1 0 0,-1-1 0,-1 16 0,-3-20-1904,3-9 1557,1 0 0,-1 0 0,1 0 1,-1 0-1,0 1 0,1-1 1,-1 0-1,1 0 0,-1 0 1,1 0-1,-1 0 0,0 0 1,1-1-1,-1 1 0,1 0 0,-1 0 1,1 0-1,-1-1 0,1 1 1,-1 0-1,0-1 0,-1 0-815,0 0-1,0-1 1,1 1-1,-1 0 1,1-1 0,-1 1-1,1-1 1,-1 0-1,1 1 1,-2-4-1,-1-8-3851,0-9 1684,4 0 1786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23 153 408,'1'-12'1192,"1"-11"4191,-1-15 6907,-7 2-1506,-4 16-8078,3 11-4948,3 2-6067,15 1 540,-2 4-188,6 3 3779,-12 0 3485,11 1-570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1 152,'17'4'1245,"1"0"4230,33 10 20267,-50-14-25736,-1 1 0,1-1 0,-1 1 0,1 0 1,-1-1-1,0 1 0,1-1 0,-1 1 0,0 0 0,1 0 1,-1-1-1,0 1 0,0 0 0,1-1 0,-1 1 1,0 0-1,0 0 0,0-1 0,0 1 0,0 0 0,0 0 1,0-1-1,0 1 0,-1 0 0,1 0 0,0-1 0,0 1 1,-1 0-1,1 0 0,-10 26-38,8-23 28,-47 100 4,26-58 0,-32 91 0,55-135 0,-1 0 0,0-1 0,1 1 0,0 0 0,-1-1 0,1 1 0,0 0 0,0 0 0,0-1 0,0 1 0,0 0 0,0 0 0,1 0 0,-1-1 0,0 1 0,1 0 0,0-1 0,-1 1 0,1 0 0,0-1 0,0 1 0,2 2 0,0-2 0,0 1 0,0 0 0,1-1 0,-1 0 0,1 0 0,-1 0 0,7 2 0,-7-3 0,0 0 0,0 0 0,0 0 0,0 0 0,-1 1 0,1 0 0,0-1 0,-1 1 0,1 0 0,-1 0 0,0 0 0,0 0 0,0 1 0,0-1 0,0 0 0,0 1 0,0 0 0,1 3 0,-3-3 0,1 0 0,-1 1 0,0-1 0,0 1 0,0-1 0,0 1 0,0-1 0,-1 1 0,0-1 0,0 1 0,0-1 0,0 0 0,0 1 0,-1-1 0,1 0 0,-1 0 0,0 0 0,0 0 0,0 0 0,0-1 0,-4 5 0,2-3 0,0 0 0,0 0 0,-1 0 0,1-1 0,-1 1 0,0-1 0,0 0 0,0 0 0,0-1 0,-1 0 0,1 0 0,-8 2 0,-24 0-4749,-4 0-4523,24 0-4192,11-3 10563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4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0 326 452,'22'-17'4465,"26"-33"18465,-28 26-18014,-8 11-4916,-1 0 0,0-1 0,-1-1 0,-1 1 0,0-2 0,-1 1 0,0-1 0,-2 0 0,0-1 0,-1 1 0,5-23 0,-10 37 0,0 1 0,0 0 0,1-1 0,-1 1 0,0 0 0,0-1 0,0 1 0,-1-1 0,1 1 0,0 0 0,0-1 0,-1 1 0,1 0 0,-1-1 0,1 1 0,-1 0 0,0 0 0,-1-2 0,2 2 0,-1 1 0,0 0 0,1-1 0,-1 1 0,0 0 0,0-1 0,1 1 0,-1 0 0,0 0 0,0 0 0,1-1 0,-1 1 0,0 0 0,0 0 0,0 0 0,1 0 0,-1 1 0,0-1 0,0 0 0,0 0 0,1 0 0,-2 1 0,-3 1 0,0 1 0,1-1 0,-1 1 0,1 0 0,0 0 0,0 0 0,0 1 0,-4 4 0,-7 11 0,1 1 0,1 0 0,1 1 0,0 1 0,2-1 0,1 2 0,0-1 0,2 1 0,1 1 0,0-1 0,2 1 0,1 0 0,-1 27 0,4-48 0,0 0 0,0 0 0,0 0 0,1 0 0,-1 0 0,1 0 0,-1 0 0,1-1 0,0 1 0,0 0 0,0 0 0,4 4 0,-4-6 0,0 0 0,0-1 0,0 1 0,0 0 0,0-1 0,0 1 0,0-1 0,0 1 0,0-1 0,0 0 0,1 1 0,-1-1 0,0 0 0,0 0 0,1 0 0,-1 0 0,0 0 0,0 0 0,0 0 0,1 0 0,-1 0 0,0-1 0,0 1 0,0-1 0,1 1 0,-1-1 0,0 1 0,0-1 0,0 1 0,0-1 0,0 0 0,0 0 0,1-1 0,13-9 0,-1-2 0,-1 0 0,0-1 0,0 0 0,-2 0 0,1-2 0,8-16 0,-6 12 0,-4 1 0,-9 16 0,0 0 0,1 1 0,-1-1 0,1 1 0,-1-1 0,1 1 0,0 0 0,0-1 0,3-1 0,-4 3 0,0 1 0,0 0 0,0-1 0,1 1 0,-1 0 0,0 0 0,0 0 0,0 0 0,0 0 0,0 0 0,1 0 0,-1 0 0,0 0 0,0 0 0,0 1 0,0-1 0,0 1 0,0-1 0,0 0 0,0 1 0,0 0 0,0-1 0,0 1 0,0 0 0,0-1 0,0 1 0,0 0 0,0 0 0,1 1 0,27 30 0,-26-27 0,0 0 0,1-1 0,0 0 0,0 0 0,0 0 0,0 0 0,0-1 0,1 1 0,0-1 0,0 0 0,0-1 0,0 1 0,0-1 0,8 3 0,0-5-4162,-8 0 1596,0-1 1,0 1-1,0-1 1,-1 0-1,1 0 0,6-2 1,-5-6-6568,-2-1 8080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0 305 740,'10'-79'4655,"-3"-42"12333,-3 49-6857,-4 41-9820,0 29-320,0 4-13,0 16-9,-2 102 31,0-37 0,3 0 0,12 89 0,-6-152-3126,-7-18 2330,1-1 1,0 0-1,0 1 0,0-1 0,0 0 0,-1 0 0,2 0 0,-1 0 1,0 0-1,0 0 0,0 0 0,0 0 0,1-1 0,1 2 0,-2-1 88,1-1-1,-1 0 0,0 0 0,0 1 0,1-1 0,-1 0 0,0 0 0,0 0 0,1 0 0,-1 0 1,0-1-1,1 1 0,-1 0 0,0 0 0,0-1 0,2 0 0,14-12-2618,-16 13 3304,27-27 468,-8 17 7905,-19 11-7680,0-1-1,0 1 1,-1 0 0,1-1-1,0 1 1,0 0-1,0 0 1,-1 0 0,1-1-1,0 1 1,-1 0 0,1 0-1,0 0 1,-1 0-1,1 0 1,-1 0 0,1 2-1,9 25 5230,-9-23-4384,5 15-862,-1 0-1,2 22 0,2 7-406,-17-161-246,5 79 0,1 1 0,2 0 0,1-1 0,9-51 0,-10 81-3,1 0 0,0 0 0,0 1 1,-1-1-1,2 0 0,-1 1 0,0-1 0,0 1 0,1-1 0,0 1 0,-1 0 1,1-1-1,0 1 0,0 0 0,0 0 0,0 0 0,0 1 0,1-1 0,-1 0 1,1 1-1,-1 0 0,1-1 0,-1 1 0,1 0 0,0 0 0,-1 1 0,1-1 1,0 0-1,0 1 0,0 0 0,0 0 0,-1 0 0,1 0 0,0 0 0,0 0 1,0 1-1,4 1 0,0-1-47,0 1 1,0 0-1,0 1 0,0 0 1,0 0-1,-1 0 1,0 1-1,1 0 1,-1 0-1,-1 1 0,1-1 1,-1 1-1,9 10 1,-9-7-770,-1 0 0,1 0 0,-1 1 0,-1 0 0,0-1 0,0 1 0,2 13 1,11 32 5945,-14-52-5055,-1 0 0,1 0 0,-1 0 0,1 0 0,0 0 0,-1-1 0,1 1 0,0-1 0,0 1 0,0-1 0,0 0 0,1 0 0,-1 1 0,0-2 0,0 1 0,1 0 0,-1 0 0,0-1 0,1 1 0,3-1 0,-1 1 7,1 0 1,-1-1-1,1 0 1,-1 0-1,1-1 1,-1 1-1,1-1 1,5-2-1,-8 1-79,0 1 0,0-1 0,0 0 0,-1-1 0,1 1 0,-1 0 0,1-1 0,-1 1 0,0-1 0,0 0 0,0 0 0,0 0 0,0 0 0,-1 0 0,1 0 0,-1 0 0,1-6 0,-1 7 0,0 0 0,0-1 0,0 1 0,-1-1 0,1 0 0,-1 1 0,1-1 0,-1 0 0,0 1 0,0-1 0,-1 1 0,1-1 0,0 0 0,-1 1 0,1-1 0,-1 1 0,0-1 0,0 1 0,0-1 0,0 1 0,-1 0 0,1-1 0,-2-1 0,1 3 0,1 0 0,0 1 0,-1-1 0,1 0 0,0 1 0,-1-1 0,1 1 0,-1 0 0,1-1 0,-1 1 0,1 0 0,-1 0 0,1 0 0,-1 0 0,1 0 0,-1 0 0,1 1 0,-1-1 0,1 0 0,0 1 0,-1-1 0,1 1 0,-1-1 0,1 1 0,0 0 0,-1 0 0,1-1 0,0 1 0,0 0 0,0 0 0,-2 2 0,-3 3 0,0-1 0,0 1 0,0 1 0,-5 7 0,-1 4 0,1 1 0,0 0 0,2 1 0,-11 29 0,16-37 0,0 1 0,1 0 0,0-1 0,1 1 0,1 1 0,0-1 0,0 0 0,3 20 0,-2-30-12,0-1 0,0 0 0,1 1 0,-1-1 0,1 1 0,0-1-1,0 0 1,0 1 0,0-1 0,0 0 0,0 0 0,1 0 0,-1 0 0,1 0 0,-1 0 0,1 0 0,0 0 0,0-1-1,0 1 1,0 0 0,0-1 0,0 0 0,0 1 0,0-1 0,0 0 0,1 0 0,-1-1 0,3 2 0,0-2-151,0 1 1,0-1-1,1 0 1,-1-1-1,0 1 1,0-1-1,0 0 1,0 0-1,0-1 1,0 1-1,0-1 1,8-5-1,69-42-21462,-35 19 15163,1 4 5287,-4 7 1300,21-11 1355,-27 4 12457,-50 25-7055,-5 1 526,10 1-5515,-6 1-1893,0 2 0,0-1 0,1 2 0,-24 10 0,32-13 0,0 1 0,1-1 0,-1 1 0,1-1 0,-1 1 0,1 0 0,0 0 0,0 0 0,0 1 0,0-1 0,1 1 0,-1 0 0,1-1 0,0 1 0,0 0 0,1 0 0,-1 1 0,-1 4 0,3-8 0,0 0 0,-1 0 0,1-1 0,0 1 0,0 0 0,0 0 0,-1 0 0,1 0 0,0 0 0,0 0 0,0 0 0,0-1 0,1 1 0,-1 0 0,0 0 0,0 0 0,1 0 0,-1 0 0,0 0 0,1-1 0,-1 1 0,1 0 0,-1 0 0,1-1 0,0 2 0,0-1 0,0-1 0,0 0 0,0 0 0,1 0 0,-1 1 0,0-1 0,0 0 0,0 0 0,0-1 0,0 1 0,0 0 0,0 0 0,0 0 0,0-1 0,0 1 0,0-1 0,2 0 0,9-5 0,0-1 0,18-14 0,-22 14 0,-2 3 0,0 1 0,-1-1 0,1 1 0,0 0 0,0 1 0,1-1 0,-1 1 0,0 1 0,1-1 0,0 1 0,-1 0 0,1 1 0,-1-1 0,14 2 0,-13 0 0,1 1 0,0 0 0,0 0 0,-1 1 0,0 0 0,1 0 0,-1 1 0,0 0 0,-1 0 0,1 0 0,-1 1 0,8 7 0,6 1-3073,-18-12 2452,-1-1-1,0 0 1,0 1 0,0-1 0,1 0 0,-1 0-1,0 0 1,0 0 0,1 0 0,-1 0-1,0 0 1,0 0 0,1-1 0,-1 1 0,0 0-1,0-1 1,0 1 0,3-2 0,16-19-11497,-8 1 8485,-2 1 2233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182 134 200,'16'-80'4567,"-10"53"1829,0 0 5920,4 81-3032,-3-10-9284,-1 61 0,1 7 0,-6-110 0,0 46 0,-1-47 0,0 0 0,0 0 0,0 0 0,0 0 0,-1 0 0,1 1 0,0-1 0,-1 0 0,1 0 0,-1 0 0,1 0 0,-1 0 0,1 0 0,-1-1 0,1 1 0,-1 0 0,0 0 0,0 0 0,0 0 0,1-1 0,-1 1 0,0 0 0,0-1 0,0 1 0,0-1 0,0 1 0,0-1 0,0 1 0,0-1 0,0 0 0,0 0 0,-1 1 0,1-1 0,-1 0 0,-7 0 0,0 0 0,1 0 0,-1 1 0,1 1 0,-1-1 0,1 1 0,0 1 0,-1 0 0,1 0 0,0 0 0,1 1 0,-1 0 0,1 1 0,0-1 0,0 1 0,0 1 0,0-1 0,1 1 0,0 1 0,0-1 0,1 1 0,0 0 0,0 0 0,1 0 0,-6 11 0,6-8 0,-1-1 0,2 1 0,-1 0 0,1-1 0,1 2 0,-3 11 0,5-20 0,0 0 0,0 0 0,0 0 0,0 0 0,0 0 0,0 0 0,1 0 0,-1 0 0,1 0 0,-1 0 0,1 0 0,0-1 0,-1 1 0,1 0 0,0 0 0,2 2 0,-1-2 0,-1-1 0,1 0 0,0 0 0,-1 0 0,1-1 0,0 1 0,0 0 0,-1-1 0,1 1 0,0-1 0,0 1 0,0-1 0,0 0 0,0 0 0,-1 0 0,1 0 0,0 0 0,0 0 0,0-1 0,0 1 0,3-1 0,0-1-870,1 0 1,0 0-1,-1 0 1,0 0-1,10-6 1,44-38-16082,-15 10 8862,-22 21 6407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6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23 600,'9'-6'810,"24"-10"23275,-36 22-19009,-10 15-3003,-62 82-1934,-72 88-159,116-154 20,22-24 0,-2 0 0,0-1 0,0-1 0,-1 1 0,-1-2 0,-15 11 0,27-20-234,-1 0 0,0 0 0,1 0 0,-1 0 0,0-1 0,0 1 0,0-1 0,0 1 1,1-1-1,-1 0 0,0 0 0,-3 0 0,4 0-351,-1 0 0,1-1 0,-1 1 1,1 0-1,0-1 0,-1 0 0,1 1 0,0-1 0,-1 0 1,1 0-1,0 0 0,0 0 0,0 0 0,0 0 0,0 0 1,0 0-1,0 0 0,0-1 0,-1-1 0,-12-33-11475,9 11 8373,-1 2 2133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6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18 444,'9'-14'1696,"0"11"4309,-7 4-4704,0 0-1,-1 0 1,1 0-1,-1 0 1,1 1-1,-1-1 0,0 1 1,1-1-1,-1 1 1,2 2-1,6 8 1489,4 4 1674,18 19-1119,-27-30-3504,1 0 0,0 0 0,0-1 0,1 1 1,-1-2-1,1 1 0,12 6 0,-15-10-1429,0 1-1,0-1 1,0 0-1,0 0 1,0 0 0,0 0-1,0-1 1,0 1-1,0-1 1,0 1 0,-1-1-1,1 0 1,0 0-1,0-1 1,-1 1 0,5-3-1,6-2-809,3-1 703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13 408,'0'0'346,"-1"0"0,1 0 0,-1 0 0,1 0-1,-1 0 1,1 1 0,-1-1 0,1 0 0,-1 0 0,1 0 0,0 0 0,-1 0-1,1 1 1,-1-1 0,1 0 0,0 0 0,-1 1 0,1-1 0,0 0 0,-1 1-1,1-1 1,0 0 0,-1 1 0,1-1 0,0 1 0,0-1 0,-1 0 0,1 1 0,0-1-1,0 1 1,0-1 0,0 1 0,-1-1 0,1 0 0,0 2 0,-7 17 10189,0 3-7967,3-9-1208,0 0 0,0 0 0,1 0 0,-1 23 0,7-46-5418,11-43-14225,-4-5 10152,-2 26 6540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6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3 360,'-4'-2'820,"2"4"344,0 0 344,0 1 153,-2 1-205,2 0-412,2-2-508,2-6-552,2 2-480,0 0-492,2 0-508,0 2-285,5 2 285,-3 6 424,2 1 284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7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5 127 300,'-1'17'2013,"0"1"3709,-1 17 15519,3-46-20942,0 0 0,1 0 1,0 0-1,1 1 0,0 0 0,1-1 0,0 1 0,6-10 1,-6 12-228,0-1 0,1 2 0,0-1 0,0 0 1,1 1-1,0 0 0,1 1 0,-1-1 1,1 1-1,12-8 0,-18 13-72,1 1 0,-1-1 0,1 0 0,0 1 0,-1-1 0,1 1 0,-1 0 0,1-1 0,0 1 0,-1 0 0,1 0 0,0 0 0,-1 0 0,1 0 0,0 1 0,-1-1 0,1 0 0,0 1 0,-1-1 0,1 1 0,-1 0 0,1 0 0,-1-1 0,1 1 0,-1 0 0,0 0 0,1 0 0,-1 0 0,0 0 0,0 1 0,0-1 0,0 0 0,0 1 0,0-1 0,0 0 0,0 1 0,1 2 0,4 8 0,0 0 0,-1 0 0,6 23 0,-7-23 0,4 13 66,0-1-333,0 1-1,4 29 1,13-73-30584,-15 8 29727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8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0 247 564,'2'0'929,"-1"1"1,0 0-1,1 0 0,-1 0 0,0 0 1,0 0-1,0 0 0,0 1 0,0-1 1,0 0-1,0 0 0,0 1 0,-1-1 1,1 0-1,0 1 0,-1-1 0,1 1 1,-1-1-1,0 1 0,1 2 0,4 18 6784,-2-5-3578,-3 112-3105,0-63-1223,-5-133 193,2-1 0,11-102 0,-7 161 0,1 0 0,0 0 0,0 0 0,1 1 0,0-1 0,1 1 0,0-1 0,0 1 0,1 0 0,0 0 0,0 1 0,1 0 0,0 0 0,10-9 0,-8 7 0,2 2 0,-1-1 0,1 1 0,0 1 0,0 0 0,1 0 0,0 1 0,0 1 0,0 0 0,21-5 0,-16 8-3035,-13 1 1309,0 0 0,0 1 0,0 0 1,0-1-1,0 1 0,0 0 0,0 1 0,0-1 0,0 0 0,-1 1 0,1 0 0,3 2 1,7 10-3286,-5-5 3402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1 656,'6'27'6590,"7"37"14409,-6-24-16532,-4-14-4440,-1 43 0,-3-51-30,-1-17-457,-3-7-903,-4-9-3979,2-21-11183,7-1 9662,3 11 5229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78 64,'-10'-35'31764,"6"34"-30595,20-7-1403,4-3-4947,33-2-19169,-43 11 22806,20-5 128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76,'0'0'185,"1"0"1,0 1-1,-1-1 1,1 0-1,0 1 1,-1-1-1,1 0 1,-1 1-1,1-1 1,-1 1-1,1-1 1,-1 1-1,1-1 1,-1 1-1,1-1 1,-1 1-1,1 0 1,-1-1-1,1 2 1,-1-1 618,0 0 0,0 1 1,0-1-1,0 0 1,0 0-1,0 1 1,0-1-1,0 0 1,-1 1-1,1-1 1,0 0-1,-1 0 0,1 0 1,-1 1-1,-1 1 1,-14 20 11958,6-11-9420,-21 19-3343,16-16 0,0 0 0,2 0 0,-14 20 0,24-31 0,0 0 0,1 0 0,0 1 0,0-1 0,0 1 0,0-1 0,0 1 0,1-1 0,0 1 0,0 0 0,1 0 0,-1 0 0,1 0 0,0 0 0,0-1 0,1 1 0,-1 0 0,3 7 0,8 13 0,2 7 0,-12-31 0,-1 1 0,0-1 0,0 0 0,0 0 0,-1 1 0,1-1 0,0 0 0,0 0 0,-1 0 0,1 0 0,-1 1 0,1-1 0,-1 0 0,1 0 0,-1 0 0,0 0 0,1 0 0,-1 0 0,0 0 0,0-1 0,0 1 0,0 0 0,0 0 0,0 0 0,0-1 0,-1 1 0,-1 1-224,0 0 0,0-1 0,0 1 0,0-1 1,0 0-1,-1 0 0,1 0 0,0-1 0,0 1 0,-6-1 0,5 1-231,1-1 0,0-1 0,0 1 0,0 0 1,-1-1-1,1 0 0,0 0 0,0 0 0,0 0 0,0 0 0,0 0 0,0-1 0,1 1 0,-1-1 0,0 0 0,1 0 0,-1 0 0,1 0 0,0-1 1,-1 1-1,1 0 0,0-1 0,1 0 0,-1 1 0,0-1 0,1 0 0,0 0 0,-1 0 0,0-4 0,1-12-8857,11-7 3553,-1 8 4422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9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5 276,'24'-4'3707,"-23"4"-2996,1 0 0,-1 0 0,0 1 0,1-1 0,-1 1 0,0-1 0,1 1 0,-1-1 0,0 1 0,1 0 0,-1 0 0,0-1 1,0 1-1,0 0 0,0 0 0,0 0 0,2 3 0,-2-2 555,1 0 1,-1 1 0,0-1-1,0 1 1,0 0-1,0-1 1,0 1 0,-1 0-1,1 3 1,0 18 2048,-12 62-3315,-25 95 0,20-109 0,7-6-2015,32-106-13813,4 4 5633,3 2 5404,2 1 5170,10-10 7395,-4-3 7750,-38 46-15452,-1 0 0,1 0 1,0 0-1,0 0 0,0 0 1,0 0-1,0 0 0,0 0 0,0 0 1,0 0-1,0 0 0,-1 0 1,1 0-1,0 0 0,0 0 0,0 0 1,0 0-1,0 0 0,0 0 1,0 0-1,0 0 0,0 0 0,0 0 1,-1 0-1,1 0 0,0 0 1,0 0-1,0-1 0,0 1 0,0 0 1,0 0-1,0 0 0,0 0 1,0 0-1,0 0 0,0 0 1,0 0-1,-18 12 2928,-21 21 405,37-31-3405,-6 7 0,1-1 0,0 1 0,1 0 0,-1 1 0,-5 13 0,11-21 0,0 0 0,0 0 0,1 0 0,-1 0 0,1 0 0,-1 0 0,1 0 0,0 0 0,0 1 0,0-1 0,0 0 0,0 0 0,0 0 0,1 1 0,-1-1 0,1 0 0,-1 0 0,1 0 0,0 0 0,0 0 0,0 0 0,0 0 0,0 0 0,0-1 0,1 1 0,-1 0 0,0-1 0,1 1 0,0-1 0,-1 1 0,1-1 0,0 1 0,3 1 0,-3-2-355,1 1-1,-1-1 1,1 0 0,-1 0 0,1 0-1,-1 0 1,1 0 0,0-1 0,0 1-1,-1-1 1,1 0 0,0 0 0,-1 0-1,1 0 1,5-1 0,-2 0-1224,1-1 0,-1 0 0,0-1-1,0 1 1,9-6 0,-8 4-2363,13-7-3925,1 1 4130,0 1 2187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73 144,'-5'-26'3722,"4"22"-2295,-1 1 0,1-1 0,-1 1 0,0 0 0,0 0 0,0 0 0,0 0 0,-5-5 1,5 7-759,1-1 1,0 1-1,-1 0 1,1 0 0,0 0-1,-1 0 1,0 1-1,1-1 1,-1 0 0,1 1-1,-1-1 1,0 1-1,1-1 1,-1 1 0,0 0-1,0 0 1,1 0-1,-4 0 1,3 0-414,0 1 0,0-1 1,0 1-1,1 0 0,-1 0 0,0-1 1,0 1-1,1 0 0,-1 1 0,0-1 1,1 0-1,-3 2 0,-1 4-256,-1-1 0,1 1 0,0 0 0,0 0 0,1 0 0,0 1 0,-4 10 0,-17 62 0,8-23 0,9-32 0,2 0 0,-6 40 0,9-42 0,1-16-1709,-4 5-5040,6-11 6503,0-1 1,0 0 0,0 1-1,0-1 1,-1 0 0,1 1-1,0-1 1,0 0 0,0 1-1,-1-1 1,1 0 0,0 1-1,-1-1 1,1 0 0,0 0-1,-1 1 1,1-1 0,0 0-1,-1 0 1,1 0 0,0 1-1,-1-1 1,1 0 0,-1 0-1,1 0 1,0 0 0,-1 0-1,1 0 1,-1 0 0,1 0-1,0 0 1,-1 0 0,1 0-1,-1 0 1,1 0 0,0 0-1,-1 0 1,1 0 0,-1-1-1,1 1 1,0 0 0,-1-1-1,-32-28-9077,2-3 9540,0 0 8540,2-2 7538,29 34-16270,0 0 0,0 0 0,0 0 0,-1 0 0,1 0 0,0 0 0,0-1 0,0 1 0,0 0 0,0 0 0,0 0 0,0 0 0,0 0 0,0-1 0,0 1 0,0 0 0,0 0 0,0 0 0,0 0 0,0 0 0,0-1 0,0 1 0,0 0 1,0 0-1,0 0 0,0 0 0,0 0 0,1-1 0,-1 1 0,0 0 0,0 0 0,0 0 0,0 0 0,0 0 0,0 0 0,0 0 0,0-1 0,1 1 0,-1 0 0,0 0 0,0 0 0,0 0 0,0 0 0,0 0 0,0 0 0,1 0 0,-1 0 0,0 0 0,0 0 0,0 0 0,1 0 0,14-3 895,19 2-98,-31 1-803,56-6-1930,-39 2-215,0-1 0,0-2 1,0 0-1,30-16 0,6-10-14685,-42 24 15202,2 0 334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29:5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1 119 228,'13'30'3658,"-11"-20"-450,0 0-1,-1 0 0,1 16 0,-5 31 9510,0-23-9386,-2-7-3331,3-20 0,0 0 0,0 0 0,1 0 0,1 1 0,-1-1 0,1 0 0,0 0 0,1 1 0,1 6 0,-2-19 0,0 0 0,1 0 0,-1 1 0,1-1 0,0 0 0,3-7 0,1-8 0,4-32 0,-4 15 0,2 0 0,2 1 0,25-68 0,-18 80-3404,-12 20 1782,1 0 0,-1 0-1,1 1 1,0 0 0,0 0 0,0 0-1,0 0 1,0 1 0,10-3 0,7-2-5714,13 0 2915,-13 5 3313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0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177 138 700,'-31'21'5623,"0"1"7236,12-8-2271,19-11-9134,8-4-535,11-5-299,-8-1-620,-1 0 0,-1-1 0,0 0 0,0-1 0,0 0 0,-1 0 0,0-1 0,-1 0 0,0 0 0,-1-1 0,0 0 0,-1 0 0,7-18 0,-12 28 0,1 0 0,-1 0 0,1 0 0,-1 0 0,0 0 0,1-1 0,-1 1 0,0 0 0,0 0 0,0 0 0,0-1 0,0 1 0,0 0 0,0 0 0,0 0 0,-1-1 0,1 1 0,0 0 0,-1 0 0,1 0 0,-1 0 0,1 0 0,-1 0 0,0 0 0,1 0 0,-1 0 0,0 0 0,0 0 0,1 0 0,-1 0 0,0 0 0,0 1 0,0-1 0,0 0 0,0 1 0,0-1 0,0 0 0,-1 1 0,1 0 0,0-1 0,0 1 0,0 0 0,-2-1 0,-1 1 0,0 0 0,-1 0 0,1 0 0,0 0 0,-1 1 0,1 0 0,0-1 0,0 2 0,0-1 0,0 0 0,-5 3 0,-3 4 0,0 0 0,1 0 0,-1 1 0,2 1 0,-1 0 0,1 1 0,1 0 0,0 0 0,0 1 0,1 0 0,1 0 0,0 1 0,1 0 0,0 0 0,1 1 0,0-1 0,1 1 0,-4 28 0,8-40-103,0 0-1,0 0 1,0 1-1,0-1 1,0 0 0,0 0-1,0 0 1,1 0 0,-1 0-1,1 0 1,0 1-1,-1-1 1,1 0 0,0-1-1,0 1 1,0 0-1,0 0 1,1 0 0,1 2-1,-1-3-188,0 0-1,-1 0 0,1 0 1,0 0-1,0 0 0,0-1 0,0 1 1,0-1-1,0 1 0,0-1 1,0 0-1,0 1 0,0-1 1,0 0-1,0-1 0,4 1 1,7-3-1970,1-1 1,0 0-1,-1-1 0,23-11 1,-23 9 748,-10 6 729,27-12-6607,-1 1 3972,-8 5 2334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0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145 214 660,'-15'-6'29111,"24"3"-26119,-2 1-2992,0-1 0,0 1 0,0-2 0,0 1 0,-1-1 0,1 0 0,-1 0 0,0 0 0,0-1 0,-1 0 0,1 0 0,-1-1 0,4-6 0,-1 3 0,0 0 0,-1 0 0,-1-1 0,7-12 0,-11 17 0,0 1 0,0-1 0,-1-1 0,1 1 0,-1 0 0,0 0 0,0 0 0,-1-1 0,0 1 0,1 0 0,-2-7 0,1 11 0,-1 1 0,1-1 0,0 0 0,-1 0 0,1 0 0,-1 1 0,1-1 0,-1 0 0,1 0 0,-1 1 0,0-1 0,1 1 0,-1-1 0,0 0 0,1 1 0,-1-1 0,0 1 0,0 0 0,1-1 0,-1 1 0,0 0 0,0-1 0,0 1 0,0 0 0,0 0 0,1 0 0,-1-1 0,0 1 0,0 0 0,0 0 0,0 1 0,0-1 0,0 0 0,1 0 0,-1 0 0,0 0 0,0 1 0,-1 0 0,-35 11 0,21-3 0,1 0 0,0 1 0,1 0 0,0 1 0,1 1 0,0 0 0,1 1 0,0 0 0,1 1 0,0 0 0,2 0 0,-1 2 0,2-1 0,0 1 0,1 0 0,0 1 0,1-1 0,1 1 0,1 0 0,-2 20 0,5-35-175,1 1 0,0 0 0,0 0-1,0-1 1,0 1 0,0 0 0,0 0 0,1-1 0,-1 1 0,1 0-1,0-1 1,0 1 0,0 0 0,0-1 0,0 1 0,1-1 0,-1 0-1,1 1 1,0-1 0,-1 0 0,1 0 0,0 0 0,0 0 0,1 0-1,2 2 1,-1-2-323,0-1 0,0 1 0,0-1-1,0 0 1,1 0 0,-1 0 0,0 0-1,0-1 1,1 1 0,-1-1 0,0 0-1,0-1 1,1 1 0,-1-1 0,0 0-1,5-1 1,19-7-10712,-1 0 5371,-8 5 3981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1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0 319 484,'0'28'5053,"0"37"18888,0-42-20656,0-23-3285,0 0 0,0 0 0,0 0 0,0 1 0,0-1 0,0 0 0,0 0 0,0 0 0,0 1 0,0-1 0,0 0 0,0 0 0,0 0 0,0 1 0,0-1 0,1 0 0,-1 0 0,0 0 0,0 1 0,0-1 0,0 0 0,0 0 0,0 0 0,0 0 0,0 0 0,1 1 0,-1-1 0,0 0 0,0 0 0,0 0 0,0 0 0,1 0 0,-1 0 0,0 0 0,0 1 0,0-1 0,1 0 0,-1 0 0,0 0 0,9-5 0,-8 4 0,1-1 0,-1 1 0,0-1 0,1 1 0,-1-1 0,0 0 0,0 1 0,0-1 0,0 0 0,0-2 0,6-55 0,-4 29 0,7-33 0,-6 45 0,1-12 0,3-1 0,0 2 0,2-1 0,1 1 0,21-38 0,-31 65-192,0 0 0,0 0 0,0 0-1,1 0 1,-1 0 0,1 0 0,-1 1 0,1-1 0,0 1-1,0-1 1,0 1 0,0 0 0,0-1 0,0 1 0,0 0-1,0 0 1,0 1 0,1-1 0,-1 0 0,4 0 0,-1 1-723,0 1-1,1-1 1,-1 1 0,0 0 0,0 1 0,0-1 0,6 4 0,11 2-1388,8 0-7419,15-1 3497,-15-3 4269,-10 0 1151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1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213 147 284,'1'5'5561,"-10"1"1340,-16 6 5056,21-10-10418,2-1-1348,-29 13 2071,-33 20-1,57-30-2097,0 1 1,0 0-1,0 0 0,1 0 0,0 1 1,0 0-1,0 0 0,1 1 0,0 0 1,-6 9-1,10-15-164,1 0 0,-1 1 0,0-1 0,1 0 0,-1 0 0,1 1 0,-1-1 0,1 0 0,0 1 0,-1-1 0,1 1 0,0-1 0,0 1 0,0-1 0,0 0 0,0 1 0,0-1 0,1 2 0,0-2 0,-1 0 0,1-1 0,-1 1 0,1-1 0,-1 1 0,1-1 0,0 0 0,-1 1 0,1-1 0,0 0 0,-1 1 0,1-1 0,0 0 0,-1 0 0,1 1 0,0-1 0,0 0 0,-1 0 0,1 0 0,0 0 0,0 0 0,-1 0 0,1 0 0,1-1 0,7 0 0,-1-1 0,1 0 0,0-1 0,9-4 0,-12 4 0,-1 1 0,1 0 0,-1 0 0,1 1 0,-1 0 0,1 0 0,0 0 0,-1 0 0,1 1 0,0 0 0,-1 0 0,1 1 0,0 0 0,9 2 0,-8 0 0,-1-1 0,0 1 0,0 1 0,0-1 0,0 1 0,0 0 0,-1 0 0,0 1 0,0 0 0,9 10 0,-11-12-302,0 0 0,0 1 0,0-1 0,0-1 0,0 1 1,1 0-1,-1-1 0,1 0 0,0 0 0,0 0 0,0 0 0,0-1 0,0 1 0,0-1 0,0 0 0,0 0 0,0-1 1,1 1-1,-1-1 0,9 0 0,-8-1-235,0 0 0,0 0-1,0-1 1,0 0 0,0 0 0,0 0 0,-1 0 0,1-1 0,-1 0 0,0 0 0,1 0 0,-1 0 0,0-1 0,-1 1-1,1-1 1,5-8 0,26-33-11969,4-6 8153,-28 35 4499,-1 1 1,0-2 0,9-21-1,3-18 3006,-9 17 1971,-3 7 2258,-1 1 3749,-26 103-9890,3 1-1,3 1 1,-2 80-1,14-147-6132,2-34-22949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1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99 345 760,'-39'-9'5165,"7"4"4369,5-7 4790,27 12-14265,0-1-1,0 1 0,0-1 0,0 1 0,0 0 0,0-1 0,0 1 0,0-1 0,0 1 1,0 0-1,0-1 0,0 1 0,0 0 0,0-1 0,1 1 0,-1-1 0,0 1 0,0 0 1,0-1-1,1 1 0,-1 0 0,0 0 0,0-1 0,1 1 0,-1 0 0,0-1 0,1 1 1,-1 0-1,0 0 0,1 0 0,-1-1 0,0 1 0,1 0 0,-1 0 0,0 0 0,1 0 1,-1 0-1,1 0 0,18-10 655,31-10-832,-16 6-537,56-16 0,-65 23-177,104-20-8496,-113 25 7735,1 0-1,-1 1 1,0 1 0,0 1-1,0 0 1,19 5 0,-17 0 1152,-13 2 4763,-5-6-3226,0 0 1,-1-1-1,1 1 0,-1-1 0,0 1 0,1 0 0,-1-1 0,0 1 0,0-1 0,0 0 0,0 1 0,-2 1 0,-4 7 3464,7-10-4557,-1 0-1,1 0 1,0 1-1,-1-1 0,1 0 1,0 0-1,-1 0 1,1 1-1,0-1 0,0 0 1,-1 1-1,1-1 1,0 0-1,0 0 0,0 1 1,0-1-1,-1 0 1,1 1-1,0-1 0,0 0 1,0 1-1,0-1 1,0 1-1,0-1 0,0 0 1,0 1-1,0-1 1,0 0-1,0 1 0,0-1 1,0 0-1,0 1 1,0-1-1,0 0 0,0 1 1,1-1-1,-1 0 1,0 1-1,0-1 0,0 0 1,1 1-1,-1-1 1,0 0-1,0 0 1,1 1-1,-1-1 0,0 0 1,0 0-1,1 1 1,-1-1-1,0 0 0,1 0 1,-1 0-1,0 0 1,1 0-1,-1 1 0,0-1 1,1 0-1,-1 0 1,0 0-1,1 0 0,-1 0 1,1 0-1,-1 0 1,0 0-1,1 0 0,-1 0 1,0 0-1,1-1 1,26-7-22,-19 2 20,0 0 0,-1 0 0,1 0 0,-1-1 0,-1 0 0,1-1 0,-1 1 0,-1-1 0,1 0 0,-1-1 0,-1 1 0,0-1 0,0 0 0,0 0 0,-1 0 0,2-15 0,-3 18 0,0-1 0,-1 0 0,0 1 0,-1-1 0,1 0 0,-1 1 0,-1-1 0,1 0 0,-3-9 0,3 14 0,-1 1 0,1-1 0,-1 0 0,0 1 0,1-1 0,-1 0 0,0 1 0,0-1 0,0 1 0,0-1 0,0 1 0,0-1 0,-1 1 0,1 0 0,0 0 0,-1 0 0,1 0 0,-1 0 0,1 0 0,-1 0 0,0 0 0,1 0 0,-1 1 0,0-1 0,0 1 0,1-1 0,-1 1 0,0 0 0,0-1 0,0 1 0,1 0 0,-1 0 0,0 1 0,0-1 0,0 0 0,1 0 0,-1 1 0,0-1 0,-2 2 0,-4 1 0,-1 1 0,1 0 0,0 0 0,0 1 0,0 0 0,1 0 0,0 1 0,0 0 0,0 0 0,1 1 0,0 0 0,-10 13 0,2 0 0,2 0 0,0 1 0,-16 38 0,21-43 0,2 1 0,0 0 0,-4 22 0,8-34 0,0-1 0,0 0 0,1 1 0,0-1 0,0 1 0,0-1 0,0 1 0,1-1 0,0 1 0,0-1 0,0 0 0,0 1 0,1-1 0,-1 0 0,1 0 0,0 0 0,1 0 0,2 4 0,-3-6-249,1 0 0,-1 0 0,1 0 0,-1 0 0,1 0 0,0-1 0,-1 1 0,1-1 0,0 0 0,4 1 0,4 1-2162,0-1 0,0-1 0,16 1-1,-9-1-695,11 1-6260,18 2 2897,-21-1 5175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1 764,'-7'10'5210,"5"-9"-3527,1 1 1,0-1 0,-1 1 0,0-1-1,1 0 1,-1 1 0,0-1 0,0 0-1,1 0 1,-1-1 0,0 1 0,0 0-1,-3 0 1,-6-2 1533,7-2-5647,-8-8-11327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3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272 155 428,'5'-5'255,"25"-27"5506,-15 15 1985,0-1 0,21-33 0,-20 19-4665,-48 60-3081,7-4 0,1 2 0,1 1 0,1 0 0,2 1 0,0 2 0,3 0 0,0 1 0,2 0 0,1 1 0,1 1 0,-13 57 0,25-83 0,-1 0 0,1 0 0,1 0 0,-1 0 0,1 1 0,0-1 0,1 0 0,0 0 0,0 0 0,1 0 0,-1 0 0,1 0 0,1 0 0,0 0 0,0-1 0,0 0 0,0 1 0,1-1 0,0 0 0,1-1 0,-1 1 0,1-1 0,0 0 0,9 7 0,-7-7 0,0 1 0,0-1 0,0 1 0,0 1 0,-1-1 0,0 1 0,0 0 0,-1 0 0,0 1 0,5 9 0,-9-13 0,1 1 0,-1-1 0,1 1 0,-2-1 0,1 1 0,0-1 0,-1 1 0,0-1 0,0 1 0,0-1 0,0 1 0,-1 0 0,0-1 0,0 1 0,0-1 0,-1 0 0,1 1 0,-1-1 0,0 0 0,0 0 0,-5 7 0,2-3-149,-1 0 1,0 0-1,0-1 1,-1 0-1,0 0 1,0-1-1,-1 0 1,1 0-1,-1-1 0,-1 1 1,1-2-1,-13 6 1,11-6-400,0-1 0,-1-1 0,1 1 1,-1-1-1,1-1 0,-1 0 0,0-1 1,1 0-1,-1 0 0,-19-4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0 301 100,'23'14'2937,"-19"-10"-1441,0 0 0,-1 0-1,1 0 1,-1 0 0,-1 1 0,4 5 0,2 8 4412,-1 0 0,5 19 1,-6-17-4379,-5-15-1530,8 21 0,-9-25 0,0-1 0,0 1 0,0 0 0,1-1 0,-1 1 0,0-1 0,0 1 0,1 0 0,-1-1 0,1 1 0,-1-1 0,0 1 0,1-1 0,-1 1 0,1-1 0,-1 1 0,1-1 0,-1 0 0,1 1 0,0-1 0,-1 0 0,1 1 0,0-1 0,-1 0 0,1 0 0,-1 1 0,1-1 0,0 0 0,0 0 0,1-2 0,0 0 0,-1 0 0,0-1 0,1 1 0,-1 0 0,0-1 0,0 1 0,0-1 0,-1 1 0,1-1 0,0 0 0,-1 1 0,0-1 0,0 1 0,0-4 0,0 5 0,4-87-2924,-5 32-4443,-16-94 0,3 78 5708,5 42 5420,7 25-2703,0 0 0,0 0 1,0 0-1,1 0 0,0 0 1,0-7-1,1 12-1118,0-1 1,0 1-1,0 0 0,0 0 0,0 0 1,0 0-1,0-1 0,0 1 1,0 0-1,0 0 0,0 0 1,0 0-1,0-1 0,0 1 1,0 0-1,0 0 0,0 0 1,0 0-1,0-1 0,0 1 0,1 0 1,-1 0-1,0 0 0,0 0 1,0 0-1,0 0 0,0 0 1,0-1-1,1 1 0,-1 0 1,0 0-1,0 0 0,0 0 1,0 0-1,1 0 0,-1 0 0,0 0 1,0 0-1,0 0 0,0 0 1,1 0-1,-1 0 0,0 0 1,0 0-1,0 0 0,1 0 1,9 5-3843,7 11-4556,4 8 641,-13-15 6728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4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1 112 344,'19'32'2201,"-5"3"4333,-8-10 1519,-4 0 3814,-2-25-11814,0 0 1,0 0 0,0 0 0,0 0 0,0 0-1,0 0 1,0 0 0,0 0 0,0 0 0,0 0-1,1 0 1,-1 0 0,0 0 0,0 0 0,0 0-1,0 0 1,0 0 0,0 0 0,0 0 0,0 0-1,0 0 1,0 0 0,0 0 0,0 0 0,0 0-1,0 0 1,0 0 0,0 0 0,4-13 1132,1-19-168,-4-3-1018,3 1 0,14-66 0,-18 99 0,0 1 0,0-1 0,0 0 0,0 1 0,0-1 0,1 1 0,-1-1 0,0 0 0,0 1 0,0-1 0,1 1 0,-1-1 0,0 1 0,1-1 0,-1 1 0,1-1 0,-1 1 0,0-1 0,1 1 0,-1-1 0,1 1 0,-1 0 0,1-1 0,-1 1 0,1 0 0,0 0 0,-1-1 0,1 1 0,-1 0 0,1 0 0,0 0 0,-1-1 0,1 1 0,-1 0 0,2 0 0,0 1 0,0 0 0,-1 0 0,1 0 0,0 0 0,-1 0 0,1 0 0,0 0 0,-1 0 0,0 0 0,1 1 0,1 2 0,28 42 0,-18-20 0,-1 0 0,-1 1 0,13 49 0,-23-69-1711,0 2-5074,1-32-15698,2 12 21203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4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3 820,'-12'-2'20486,"-5"1"-10380,10 3-10039,1 0 0,-1 1 1,1 0-1,0 0 1,0 0-1,0 1 1,0 0-1,1 0 1,-1 0-1,1 1 1,0 0-1,0 0 1,1 0-1,-1 1 1,1-1-1,1 1 0,-1 0 1,1 0-1,-5 11 1,3-4-68,-1 1 0,2 0 1,0 0-1,1 0 0,0 1 0,1-1 1,0 1-1,1 19 0,1-27-178,1 1 1,0-1-1,0 0 0,0 0 1,1 0-1,0 0 0,0 0 1,1 0-1,6 13 1,-7-18 40,-1 0 1,1 0-1,0 0 1,0 0 0,0 0-1,0 0 1,0-1 0,0 1-1,1-1 1,-1 1 0,0-1-1,1 0 1,-1 0 0,1 0-1,0 0 1,-1 0-1,1-1 1,0 1 0,-1-1-1,1 0 1,0 1 0,0-1-1,-1-1 1,1 1 0,0 0-1,-1-1 1,1 1 0,0-1-1,3-1 1,3-1-2660,-1 0 1,1-1-1,-1 0 0,0 0 1,12-9-1,33-32-6041,-40 32 7952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1 151 288,'4'-1'42,"25"-3"4705,-29 4-4185,1 0 0,0 0 0,0 0 0,0 1 1,0-1-1,0 0 0,0 1 0,-1-1 0,1 1 0,0-1 0,0 1 0,0-1 0,-1 1 0,1-1 0,0 1 0,-1 0 0,1-1 0,-1 1 1,1 0-1,-1 0 0,1-1 0,-1 1 0,1 0 0,-1 0 0,0 0 0,1 0 0,-1 1 0,1 2-262,1 0 0,0 0 0,-1 0 0,1-1 0,0 1-1,1 0 1,-1-1 0,1 1 0,0-1 0,0 0 0,0 0 0,0 0 0,0 0-1,0 0 1,1-1 0,0 0 0,-1 1 0,1-1 0,0-1 0,0 1-1,0 0 1,7 1 0,-8-3-119,1 0-1,-1 1 0,1-1 1,-1 0-1,1-1 1,0 1-1,-1-1 0,1 1 1,-1-1-1,0 0 0,1 0 1,-1-1-1,0 1 1,0-1-1,1 1 0,-1-1 1,0 0-1,-1 0 1,1 0-1,0-1 0,-1 1 1,1-1-1,-1 1 0,0-1 1,1 0-1,-2 0 1,5-6-1,-3 1-180,1 0 0,-1 0 0,0 0 0,-1-1 0,0 1 0,0-1 0,-1 1 0,0-1 0,0 0 0,-1 1 0,0-1 0,-1 0 0,0 1 0,0-1 0,-1 0 0,0 1 0,0 0 0,-5-11 0,7 18 0,-1 0 0,1 0 0,-1 0 0,0 0 0,1 1 0,-1-1 0,0 0 0,1 0 0,-1 1 0,0-1 0,0 0 0,0 1 0,0-1 0,0 1 0,1-1 0,-1 1 0,0-1 0,0 1 0,0 0 0,0 0 0,0-1 0,0 1 0,-1 0 0,1 0 0,0 0 0,0 0 0,0 0 0,0 0 0,0 0 0,0 0 0,0 1 0,0-1 0,0 0 0,0 1 0,0-1 0,0 1 0,0-1 0,0 1 0,1-1 0,-1 1 0,0-1 0,0 1 0,0 0 0,1 0 0,-2 1 0,-3 2 0,0 1 0,0 0 0,0 0 0,1 0 0,-7 10 0,0 6 0,1 0 0,1 0 0,0 1 0,2 0 0,1 0 0,0 0 0,2 1 0,0 0 0,2 0 0,1 0 0,1 28 0,0-46 0,0 0 0,1 0 0,0 0 0,0 0 0,0 0 0,0-1 0,1 1 0,-1 0 0,1-1 0,0 1 0,1-1 0,4 8 0,-5-10 0,0 0 0,1 0 0,-1 0 0,0 0 0,1-1 0,-1 1 0,1-1 0,-1 1 0,1-1 0,-1 0 0,1 0 0,0 0 0,0 0 0,0-1 0,-1 1 0,1-1 0,0 0 0,0 0 0,0 0 0,0 0 0,0 0 0,5-2 0,28-6-3339,16-11-9322,-2 0 620,-15 10 8566,-3 4 2364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94 270 596,'-17'14'5091,"-28"16"18723,29-23-20552,15-7-3262,0 0 0,1 0 0,-1 0 0,1 0 0,-1-1 0,0 1 0,1 0 0,-1 0 0,1 0 0,-1 0 0,1-1 0,-1 1 0,1 0 0,-1 0 0,0-1 0,1 1 0,0 0 0,-1-1 0,1 1 0,-1-1 0,1 1 0,-1-1 0,1 1 0,0 0 0,-1-1 0,1 1 0,0-1 0,0 0 0,-1 1 0,1-1 0,0 1 0,0-1 0,0 1 0,0-1 0,-1 0 0,1 1 0,0-1 0,0 1 0,0-1 0,0 0 0,1 1 0,-1-1 0,0 0 0,1-29 0,9-19 0,3 2 0,27-70 0,-37 109 0,0 1 0,0 0 0,1 1 0,8-13 0,-12 18 0,1 0 0,-1 0 0,1 0 0,-1 1 0,1-1 0,0 0 0,-1 1 0,1-1 0,0 0 0,-1 1 0,1-1 0,0 1 0,0-1 0,-1 1 0,1 0 0,0-1 0,0 1 0,0 0 0,0-1 0,0 1 0,0 0 0,-1 0 0,1 0 0,0 0 0,0 0 0,0 0 0,0 0 0,0 0 0,0 0 0,0 0 0,0 1 0,-1-1 0,1 0 0,0 0 0,0 1 0,0-1 0,0 1 0,-1-1 0,1 1 0,0-1 0,0 1 0,-1 0 0,1-1 0,0 1 0,-1 0 0,1-1 0,-1 1 0,1 0 0,-1 0 0,1-1 0,-1 1 0,1 1 0,8 17 0,0-1 0,-2 1 0,0 0 0,-1 1 0,6 32 0,2 3 0,-10-38 0,-2-8 0,0-2 0,0 1 0,1 0 0,4 8 0,-3-20-4378,6-11-10552,-7 10 10891,7-7-4422,-6 10 7590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6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1 245 188,'14'13'3240,"0"11"8498,3 3 2126,1-13-10131,-14-12-3733,0 0 0,0-1 0,0 1 0,0-1 0,0 0 0,0 0 0,1 0 0,-1-1 0,0 1 0,0-1 0,1 0 0,-1-1 0,0 1 0,0-1 0,1 1 0,-1-1 0,5-2 0,-3 0 0,-1 1 0,0-1 0,0 0 0,0-1 0,0 1 0,0-1 0,-1 0 0,1 0 0,-1-1 0,0 1 0,4-7 0,-2 2 0,1-1 0,-2 0 0,1-1 0,-2 1 0,1-1 0,-2 0 0,1 0 0,-1-1 0,-1 1 0,0-1 0,-1 1 0,1-15 0,-3 17 0,-1 1 0,1 0 0,-1 0 0,0 0 0,-1 1 0,0-1 0,0 1 0,-1-1 0,0 1 0,-9-13 0,12 18 0,0 0 0,-1 0 0,1 1 0,-1-1 0,1 0 0,-1 1 0,1-1 0,-1 1 0,0 0 0,0 0 0,0-1 0,0 1 0,0 0 0,0 1 0,0-1 0,0 0 0,0 0 0,0 1 0,0 0 0,0-1 0,0 1 0,-1 0 0,1 0 0,0 0 0,0 0 0,-1 0 0,1 1 0,0-1 0,0 1 0,0-1 0,0 1 0,0 0 0,0 0 0,0 0 0,0 0 0,0 0 0,0 0 0,0 0 0,1 1 0,-1-1 0,0 1 0,1-1 0,-3 5 0,-5 3 0,1 1 0,0 1 0,1 0 0,-7 14 0,11-21 0,1 0 0,0 0 0,0 1 0,0-1 0,1 1 0,0-1 0,-1 1 0,2 0 0,-1 0 0,0-1 0,1 1 0,0 0 0,0 0 0,2 8 0,5-6-2588,6-6-3655,16-6-8079,-19 2 10886,25-2-1165,-15 3 3560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76,'5'1'597,"0"0"0,1 1-1,-1 0 1,0 0 0,9 5 0,-8-3 837,-1 0-1,0-1 1,0 2 0,-1-1-1,1 0 1,-1 1 0,0 0-1,4 6 1,-4-5 400,0 1 0,0 0 0,-1 1 0,0-1 0,0 0-1,2 10 1,0 26 1532,-5-65-3366,1 0 0,2-1 0,0 2 0,1-1 0,9-28 0,-13 50 0,1-1 0,-1 0 0,0 1 0,0-1 0,0 0 0,1 1 0,-1-1 0,0 0 0,1 1 0,-1-1 0,1 1 0,-1-1 0,1 1 0,-1-1 0,1 1 0,-1-1 0,1 1 0,-1 0 0,1-1 0,0 1 0,-1 0 0,1-1 0,-1 1 0,1 0 0,0 0 0,-1 0 0,1 0 0,0-1 0,-1 1 0,1 0 0,0 0 0,0 0 0,-1 0 0,2 1 0,0 0 0,0 0 0,0 0 0,0 0 0,0 0 0,0 1 0,0-1 0,-1 1 0,1 0 0,0-1 0,2 4 0,3 5 0,-1 0 0,0 0 0,5 12 0,-10-19 0,0-1 0,0 0 0,0 0 0,0 0 0,0 1 0,0-1 0,1 0 0,-1 0 0,1-1 0,-1 1 0,1 0 0,0-1 0,0 1 0,3 2 0,-4-4 0,0 1 0,-1-1 0,1 0 0,-1 0 0,1 0 0,-1 0 0,1 0 0,0 0 0,-1 0 0,1 0 0,-1 0 0,1-1 0,-1 1 0,1 0 0,0 0 0,-1 0 0,1-1 0,-1 1 0,1 0 0,-1-1 0,1 1 0,0-1 0,12-18 0,-11 13 0,1 0 0,0 0 0,1 1 0,-1-1 0,1 1 0,0 0 0,0 0 0,9-9 0,-11 13 0,0 0 0,1 0 0,-1-1 0,0 1 0,0 0 0,0 1 0,1-1 0,-1 0 0,0 1 0,1-1 0,-1 1 0,1 0 0,-1 0 0,0 0 0,1 0 0,-1 0 0,1 0 0,-1 1 0,0-1 0,1 1 0,-1-1 0,0 1 0,1 0 0,-1 0 0,0 0 0,3 2 0,5 3 0,1 0 0,-1 1 0,-1 0 0,1 1 0,-1-1 0,0 2 0,-1 0 0,0 0 0,0 0 0,-1 1 0,11 19 0,9 19 0,-26-44-4839,-7-26-18414,7 14 19644,2 1 2611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7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46 337 124,'1'-1'262,"0"1"0,0 0 0,1 0 0,-1 0 0,0 0 0,1 0 0,-1 0 0,0 0 0,1 0 0,-1 1 0,0-1 0,1 0 0,0 1 0,-1 0 351,0 0-1,0-1 1,0 1-1,0 0 1,-1 0 0,1-1-1,0 1 1,-1 0-1,1 0 1,-1 0-1,1 0 1,-1 0 0,1 0-1,-1 0 1,1 0-1,-1 0 1,0 0-1,0 0 1,1 0 0,-1 2-1,-3 26 12152,-1-11-9421,4-17-3422,0-1 1,0 0-1,1 1 1,-1-1-1,0 0 1,0 1-1,0-1 0,0 0 1,0 1-1,-1-1 1,1 1-1,0-1 0,0 0 1,0 1-1,0-1 1,0 0-1,0 1 1,0-1-1,-1 0 0,1 1 1,0-1-1,0 0 1,-1 0-1,1 1 0,0-1 1,0 0-1,-1 0 1,1 1-1,0-1 1,0 0-1,-1 0 0,1 0 1,0 0-1,-1 1 1,1-1-1,0 0 0,-1 0 1,1 0-1,-1 0 1,1 0-1,-6-17-7292,-1-36-6045,7 51 13064,-5-53-4804,-4-44 2954,5 70 5298,-11-39 1,12 52-105,0-7 5903,-1-4 1865,-1 9-7881,5 18-2933,0 0 1,0 0-1,0-1 0,-1 1 1,1 0-1,0-1 0,0 1 1,0 0-1,0 0 0,0-1 1,0 1-1,0 0 0,0 0 1,0-1-1,0 1 0,0 0 1,0-1-1,0 1 0,0 0 1,0 0-1,0-1 0,0 1 0,0 0 1,0 0-1,0-1 0,1 1 1,-1 0-1,0 0 0,0-1 1,0 1-1,0 0 0,1 0 1,-1-1-1,0 1 0,0 0 1,1 0-1,-1 0 0,13 0-4655,16 13-4259,3 19-1999,9 29 6905,-24-34 3885,1 2 3328,18 40 0,9 17 14089,-45-85-17182,0-1 1,1 1 0,-1 0 0,0 0 0,1-1 0,-1 1-1,1 0 1,-1-1 0,1 1 0,-1 0 0,1-1-1,0 1 1,-1-1 0,1 1 0,0-1 0,-1 1 0,1-1-1,0 1 1,0-1 0,-1 0 0,1 0 0,0 1-1,0-1 1,0 0 0,-1 0 0,1 0 0,0 0 0,0 0-1,0 0 1,1 0 0,-1-1 105,1 0 0,-1 1 1,0-1-1,1-1 0,-1 1 0,0 0 0,0 0 1,0 0-1,0-1 0,0 1 0,0 0 0,0-1 0,0 1 1,0-3-1,4-5 610,-2-1-1,1 0 1,3-18 0,-4 11-774,1 1 0,1 0 0,12-29 0,-17 45 0,0 0 0,0 0 0,0-1 0,0 1 0,0 0 0,0 0 0,0-1 0,0 1 0,0 0 0,1 0 0,-1 0 0,0-1 0,0 1 0,0 0 0,0 0 0,1 0 0,-1-1 0,0 1 0,0 0 0,0 0 0,1 0 0,-1 0 0,0 0 0,0 0 0,0-1 0,1 1 0,-1 0 0,0 0 0,0 0 0,1 0 0,-1 0 0,0 0 0,0 0 0,1 0 0,-1 0 0,0 0 0,0 0 0,1 0 0,-1 0 0,0 0 0,0 0 0,1 1 0,7 10 0,5 26 0,-11-31 0,9 34 95,-9-28-207,2 0 1,-1 1 0,2-2-1,0 1 1,10 18 0,-15-29-490,1-1 1,-1 0 0,1 1 0,-1-1-1,1 1 1,0-1 0,-1 0 0,1 1-1,-1-1 1,1 0 0,0 0 0,0 1-1,-1-1 1,1 0 0,0 0 0,-1 0-1,1 0 1,0 0 0,-1 0 0,1 0-1,0 0 1,0 0 0,-1 0-1,1-1 1,0 1 0,-1 0 0,1 0-1,0-1 1,-1 1 0,1 0 0,-1-1-1,1 1 1,0-1 0,0 0 0,24-18-8214,-20 14 8295,9-6-709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13 632,'0'-11'16362,"-10"9"-3861,3 2-9233,3 1-3268,1 0 0,-1 0 0,1 0 0,0 0 0,-1 1 0,1 0 0,0-1 0,0 1 0,0 0 0,0 0 0,0 1 0,0-1 0,1 1 0,-1-1 0,1 1 0,0 0 0,-1 0 0,1 0 0,1 0 0,-1 0 0,0 0 0,1 1 0,-2 4 0,1-3 0,1 0 0,-1-1 0,1 1 0,0 0 0,0 0 0,1 0 0,0 0 0,0 0 0,0 0 0,0 0 0,1 0 0,0 0 0,0 0 0,0 0 0,0 0 0,5 8 0,-6-13 0,0 1 0,1 0 0,-1 0 0,1-1 0,-1 1 0,1 0 0,-1-1 0,1 1 0,0-1 0,-1 1 0,1-1 0,0 1 0,-1-1 0,1 1 0,0-1 0,0 0 0,-1 1 0,1-1 0,0 0 0,0 0 0,0 0 0,-1 1 0,1-1 0,0 0 0,0 0 0,0 0 0,0 0 0,-1 0 0,1 0 0,0-1 0,0 1 0,0 0 0,-1 0 0,1-1 0,0 1 0,0 0 0,-1-1 0,1 1 0,0-1 0,-1 1 0,1-1 0,0 1 0,-1-1 0,1 1 0,-1-1 0,1 0 0,0 0 0,30-37 0,-27 32 0,-1 2-127,0 0 0,1 0 1,-1 0-1,1 0 0,0 1 0,0-1 1,1 1-1,-1 0 0,0 0 0,1 1 1,0 0-1,0-1 0,6-1 0,-8 4-15,0-1-1,1 0 1,-1 1-1,0-1 1,1 1-1,-1 0 1,0 0-1,1 1 1,-1-1-1,0 0 0,1 1 1,-1 0-1,0 0 1,0 0-1,0 0 1,1 1-1,-1-1 1,-1 1-1,1 0 1,0 0-1,5 4 1,-7-5-807,0 1 1,1-1 0,-1 0 0,1 0 0,0 0 0,0 1 0,-1-2 0,1 1 0,0 0 0,0 0 0,0 0 0,0-1 0,0 1 0,0-1 0,0 0 0,0 1-1,0-1 1,0 0 0,0 0 0,0 0 0,0-1 0,2 1 0,15-13-3625,-11 2 3595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0 284 584,'4'-93'5078,"3"-32"13383,-7 109-15846,0 11-2012,0 1-1,0 0 1,1 0-1,-1-1 1,1 1-1,0 0 1,0 0-1,0 0 1,4-7-1,-5 11-602,0 0 0,0 0 0,1 0 0,-1 0 0,0 0 0,0 0 0,1 0 0,-1 0 0,0 0 0,1 0 0,-1 0 0,0 0 0,0 0 0,1 0 0,-1 0 0,0 0 0,0 0 0,1 0 0,-1 1 0,0-1 0,0 0 0,0 0 0,1 0 0,-1 0 0,0 1 0,0-1 0,0 0 0,1 0 0,-1 0 0,0 1 0,0-1 0,0 0 0,0 0 0,0 1 0,1-1 0,-1 0 0,0 0 0,0 1 0,0-1 0,0 0 0,0 1 0,6 11 0,-1 16 0,-1-1 0,-1 1 0,-2 44 0,1-5 0,-1 145 0,-4-185-3070,2-23 1657,0 1 1,0 0 0,0-1 0,-1 1 0,0-1-1,-3 6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87 4,'-2'4'21594,"-2"13"-11053,4-8-10452,0 1 0,-1-1 0,0 1 1,-1-1-1,0 0 0,-6 19 0,-9-62-2421,14 22-2764,1 1-1,0-1 0,-1-17 0,3-5-1151,4 2 3740,2 4 1312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9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9 660,'-6'-7'3550,"-8"5"8529,-2 6 322,6 0-8425,8-3-3879,1-1-285,0 1-1,0-1 1,-1 1 0,1-1 0,0 1-1,0 0 1,0 0 0,0-1-1,0 1 1,0 0 0,1 0 0,-1 0-1,0 0 1,0 0 0,-1 2-1,2-1-584,-1 0 0,1 0-1,-1 0 1,1 0-1,0 0 1,-1 0-1,1 0 1,0 0-1,1 0 1,-1 0-1,0 1 1,0-1 0,1 0-1,0 2 1,16 33-11237,-4-18 8271,3-1 2015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0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15 254 68,'0'4'981,"-8"27"17380,8-32-18037,-1 1 0,1 0 0,-1-1 0,1 1 0,-1-1 0,1 0 0,0 1 0,-1-1 0,1 1 0,0-1 0,-1 1-1,1-1 1,0 0 0,0 1 0,0-1 0,0 0 0,-1 1 0,1-1 0,0 0 0,0 1 0,0-1 0,0 1 0,1-1-1,-1-1 1,-1-18 4931,1 12-5255,1 0 0,0-1 0,1 1 0,0 0 0,0 1 0,1-1 0,0 0 0,0 1 0,9-14 0,-11 20 0,0 0 0,-1 0 0,1 1 0,0-1 0,0 0 0,1 1 0,-1-1 0,0 1 0,0-1 0,0 1 0,0 0 0,0 0 0,0-1 0,1 1 0,-1 0 0,0 0 0,0 0 0,0 0 0,1 0 0,-1 0 0,0 0 0,0 1 0,0-1 0,1 0 0,-1 1 0,0-1 0,0 1 0,0-1 0,0 1 0,1 0 0,3 1 0,-1 1 0,0-1 0,0 1 0,0 0 0,0 0 0,4 4 0,7 11 0,-1 0 0,-1 1 0,-1 1 0,18 36 0,-30-56-47,0 1 0,0-1-1,0 0 1,0 1 0,0-1 0,0 1-1,0-1 1,1 1 0,-1-1 0,0 0-1,0 1 1,1-1 0,-1 1 0,0-1-1,0 0 1,1 1 0,-1-1 0,0 0-1,1 0 1,-1 1 0,1-1 0,-1 0-1,0 0 1,1 1 0,-1-1 0,1 0 0,-1 0-1,1 0 1,-1 0 0,0 0 0,1 0-1,-1 1 1,1-1 0,0 0 0,11-14-3833,5-29-4078,-16 40 7366,12-41-6341,0 1 3333,24-73 4479,-23 82 2477,-13 32-2822,-1 1 0,1-1 0,0 0 0,0 1 0,0-1 0,0 1 0,0-1 0,0 1 0,0 0 0,0-1 1,0 1-1,1 0 0,-1 0 0,1 0 0,-1 0 0,1 0 0,1-1 0,-2 2-215,-1 1 0,1-1 1,-1 0-1,1 1 1,0-1-1,-1 0 0,1 1 1,-1-1-1,1 1 0,-1-1 1,1 1-1,-1-1 1,1 1-1,-1-1 0,0 1 1,1-1-1,-1 1 0,0-1 1,1 1-1,-1 0 1,0-1-1,0 1 0,0 0 1,1 0-1,4 22 1699,-4-16-1403,7 31-553,-3 1 0,2 41 0,4 33-97,-11-110-500,-1-4-909,-3-13-3220,-8-23-3913,4 17 6092,4 14 2189,-1 1-1,0 0 1,0 0 0,0 0-1,-1 1 1,-11-7 0,15 9 259,-8-7 10785,4 9-9209,5-1-1777,0 1 0,0 0 0,0 0-1,0-1 1,-1 1 0,1 0 0,0-1 0,0 1-1,0-1 1,0 1 0,1-1 0,-1 0-1,0 1 1,-1-2 0,1 1 193,0 0 0,0 0 1,0 0-1,0 1 0,0-1 1,0 0-1,0 1 0,0-1 0,0 1 1,-1-1-1,1 1 0,0 0 0,0-1 1,-3 1-1,6 1 784,-1 1 0,1-1 0,-1 1-1,1-1 1,0 0 0,-1 0 0,1 0 0,0 0 0,3 1 0,18-1-186,-1 0 0,0-2 1,0 0-1,0-2 0,0-1 1,24-6-1,6-1-42,-18 2-10858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0 234 668,'0'2'897,"0"-1"1,0 0-1,0 0 0,0 1 1,1-1-1,-1 0 0,0 0 1,1 0-1,-1 0 0,0 1 1,1-1-1,0 0 0,-1 0 0,1 0 1,0 0-1,-1 0 0,3 1 1,-2-1-145,0 0 0,0 0 1,1 0-1,-1 0 0,1-1 1,-1 1-1,1 0 0,-1-1 0,1 0 1,-1 1-1,1-1 0,1 0 1,22-1 4098,-3-7-3629,-15 5-1220,-1-1 0,0 0 0,1 0 0,-1 0 0,-1-1 0,1 0 1,-1 0-1,1 0 0,-2-1 0,1 0 0,0 0 0,-1 0 0,0 0 1,-1-1-1,0 1 0,0-1 0,0 0 0,0 0 0,-1 0 0,-1 0 1,1-1-1,-1 1 0,0-12 0,0 1-3,-1-32 0,0 48 0,0 0 0,0 0 0,0 1 0,-1-1 0,1 0 0,0 0 0,-1 1 0,0-1 0,1 0 0,-1 1 0,0-1 0,0 1 0,0-1 0,0 1 0,0-1 0,0 1 0,-1 0 0,1-1 0,0 1 0,-1 0 0,-1-1 0,1 1 0,1 1 0,-1 0 0,0 0 0,0 0 0,1 0 0,-1 1 0,0-1 0,1 0 0,-1 1 0,0-1 0,1 1 0,-1-1 0,0 1 0,1 0 0,-1 0 0,1 0 0,0 0 0,-1 0 0,1 0 0,0 0 0,-1 0 0,1 1 0,0-1 0,0 0 0,0 1 0,0-1 0,-1 2 0,-25 42 0,19-27 0,0 0 0,2 0 0,0 1 0,2-1 0,0 1 0,1 0 0,0 1 0,2-1 0,0 0 0,2 1 0,0-1 0,1 0 0,4 21 0,-5-37-164,0 0-1,0 0 1,0 1-1,0-1 1,1 0-1,-1 0 1,1-1-1,-1 1 1,1 0 0,0-1-1,4 5 1,-4-5-221,0-1-1,0 0 1,0 1 0,0-1 0,1 0 0,-1 0 0,0 0 0,0-1 0,1 1-1,-1 0 1,0-1 0,1 0 0,-1 1 0,1-1 0,-1 0 0,1 0 0,-1-1 0,0 1-1,5-1 1,4-3-1231,0 1 1,-1-2-1,0 1 0,0-1 0,0-1 0,18-13 0,-9 5-1764,27-19-303,-43 30 4073,1 1 0,0 0-1,-1 0 1,1 0 0,0 1 0,0 0-1,0-1 1,0 2 0,9-2 0,-5 6 3579,-6-1-1747,0-1 0,0 1 1,0-1-1,-1 1 0,1 0 0,-1 0 1,2 5-1,-1-1 183,-3-16-2405,3-3 0,0 1 0,-1-1 0,-2-22 0,2-2 0,-2-2 0,0 31 0,1-1 0,0 0 0,0 0 0,0 1 0,1-1 0,0 0 0,1 0 0,-1 1 0,2-1 0,3-10 0,7 5-3236,15 1-9144,3 6-191,-13 4 8999,-3 2 2688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0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2 115 740,'0'28'8248,"0"-26"-7060,0-1-1,-1 1 1,1-1-1,0 1 1,0 0 0,0-1-1,0 1 1,0-1-1,1 1 1,-1 0 0,0-1-1,1 3 1,8 1 4765,10-7-3570,-16 1-2383,1 0 0,-1 0 0,0 0 0,1-1 0,-1 1 0,0-1 0,0 0 0,0 0 0,0 0 0,0 0 0,-1-1 0,1 1 0,-1-1 0,1 0 0,-1 1 0,0-1 0,0 0 0,0 0 0,-1 0 0,1-1 0,1-4 0,1-5 0,0-1 0,-1 1 0,0-1 0,0-15 0,-2 18 0,0 5 0,-1-8 0,0 14 0,-1 0 0,0-1 0,1 1 0,-1 0 0,1 0 0,-1 0 0,0 0 0,1 0 0,-1 0 0,0 0 0,1 0 0,-1 0 0,1 0 0,-1 0 0,0 1 0,1-1 0,-1 0 0,1 0 0,-1 1 0,1-1 0,-1 0 0,1 1 0,-1-1 0,1 0 0,-1 1 0,1-1 0,-1 1 0,0 0 0,-3 2 0,0 1 0,0 0 0,0 0 0,0 0 0,0 1 0,1-1 0,0 1 0,0 0 0,0 0 0,0 0 0,1 0 0,0 1 0,-2 8 0,-1 3 0,1 0 0,1 1 0,-1 18 0,2-20 0,-1 41 0,3-53 0,1 1 0,-1-1 0,1 1 0,-1-1 0,1 0 0,1 1 0,-1-1 0,1 0 0,3 8 0,6-5-2091,15-6-6159,15-12-4596,-24 3 8251,17-7 764,-13 8 2925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0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80 88,'5'-9'-29,"12"-26"7088,-13 17 1519,-8 3 3940,3 14-12424,0 1 0,0 0-1,1 0 1,-1-1 0,0 1 0,0 0 0,0 0 0,1 0-1,-1 0 1,0 0 0,0 0 0,0 0 0,1 0 0,-1 0 0,0 0-1,0 0 1,0 1 0,1-1 0,-1 0 0,0 0 0,0 1-1,1-1 1,-1 1 0,0-1 0,1 1 0,-1-1 0,0 1-1,1-1 1,-1 1 0,1-1 0,-1 1 0,0 0 0,-24 24 1313,22-22-1362,-1 1-45,-4 4 0,0 1 0,0 0 0,1 1 0,-6 10 0,11-18 0,1 1 0,-1 0 0,1 0 0,0 0 0,0-1 0,1 1 0,-1 0 0,0 0 0,1 0 0,0 0 0,0 0 0,0 1 0,0-1 0,0 0 0,0 0 0,1 0 0,0 0 0,-1 0 0,1-1 0,2 6 0,-1-3 0,0 0 0,-1 0 0,0 0 0,0 0 0,-1 0 0,1 1 0,-1-1 0,0 0 0,0 0 0,-1 0 0,0 1 0,-1 5 0,1-9 0,1 0 0,0 0 0,-1 0 0,1 0 0,-1 0 0,0 0 0,0 0 0,0 0 0,0 0 0,0-1 0,0 1 0,0 0 0,0-1 0,-1 1 0,1-1 0,-1 1 0,1-1 0,-1 0 0,1 1 0,-1-1 0,0 0 0,0 0 0,1 0 0,-1-1 0,0 1 0,0 0 0,0-1 0,0 1 0,0-1 0,0 0 0,0 1 0,0-1 0,-3 0 0,-12-7-3125,15 5 1773,0 0 0,0 0-1,0 0 1,0 0 0,0 0 0,1 0-1,-1-1 1,1 1 0,-1-1-1,1 0 1,0 1 0,0-1 0,0 0-1,0 1 1,0-1 0,0-5-1,3-14-3641,7 5 3651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1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1 140,'1'1'603,"0"0"-1,0 0 1,0 1 0,0-1 0,0 1-1,-1-1 1,1 1 0,-1-1 0,1 1-1,-1-1 1,0 1 0,1 0 0,-1-1-1,0 1 1,0-1 0,0 1 0,-1 2-1,-2 36 12284,3-31-10463,-6 46-599,-22 199 2817,28-253-4810,0 1-1,0-1 1,-1 1-1,1-1 1,-1 1 0,1-1-1,-1 1 1,1-1-1,-1 0 1,0 1 0,1-1-1,-1 0 1,-2 3-1,3-4-36,-1 0-1,1 0 0,-1 1 1,1-1-1,0 0 0,-1 0 1,1 0-1,-1 0 0,1 1 1,-1-1-1,1 0 0,-1 0 1,1 0-1,-1 0 1,1 0-1,-1 0 0,1 0 1,-1-1-1,1 1 0,-1 0 1,1 0-1,-1 0 0,1 0 1,0-1-1,-1 1 0,1 0 1,-1-1-1,-5-3-2100,1-1 0,1 1 0,-1-1 0,1 0 0,-5-7 0,-11-11-2211,8 12 7566,-5-12 7447,16 21-9704,0 1 1,0-1-1,1 0 1,-1 1-1,0-1 1,1 0-1,0 0 1,-1 1 0,1-1-1,0 0 1,0 0-1,0-2 1,8-9 1893,4 5-2685,1 0 0,0 0 0,20-7 0,-18 8 0,-1 0 0,26-17 0,-17 6-1544,0 1-6323,1 0 0,29-16 0,-3 12 2287,-18 10 4242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7 261 396,'5'41'5037,"-4"-19"2973,0 1 0,-4 28-1,-1-19-4708,-1 1-3301,5-64 0,-1 16 0,0 0 0,2 0 0,0 0 0,0 0 0,1 0 0,1 0 0,1 1 0,7-23 0,-6 27 0,-1 0 0,2 0 0,-1 1 0,11-13 0,-14 19 0,1 0 0,0 1 0,-1-1 0,1 1 0,0-1 0,0 1 0,0 0 0,1 1 0,-1-1 0,0 0 0,1 1 0,-1 0 0,1 0 0,0 0 0,-1 0 0,7-1 0,53-2-4047,84-3-16882,-95 6 18032,-51 1 2986,-1 0 0,1-1 0,-1 1 0,1 0 0,-1 0 0,1 0 0,0 0 0,-1 0 0,1 0 0,-1 1 0,1-1 0,-1 0 0,1 0 0,-1 0 0,1 0 0,-1 1 0,1-1 0,-1 0 0,1 0 0,-1 1-1,1-1 1,-1 0 0,0 1 0,1-1 0,-1 0 0,1 1 0,-1-1 0,0 1 0,1-1 0,-1 1 0,0 0 0,0 0 265,0 0-1,0 1 1,0-1 0,0 0-1,-1 0 1,1 0 0,-1 0 0,1 0-1,-1 1 1,1-1 0,-1 0-1,0 0 1,1 0 0,-2 1-1,-39 39 11181,30-31-8930,-1 2-1982,-10 10 1040,-23 30-1,40-46-1497,0 1 0,1 0-1,0 0 1,0 0 0,0 0 0,1 1 0,0 0-1,0-1 1,-2 16 0,5-23-164,0 1 0,0 0 0,-1-1 0,1 1 0,0-1 0,0 1 0,0 0 0,0-1 0,0 1 0,0 0 0,0-1 0,0 1 0,0-1 0,0 1 0,1 0 0,-1-1 0,0 1 0,0-1 0,1 1 0,-1 0 0,0-1 0,1 1 0,-1-1 0,0 1 0,1-1 0,-1 1 0,1-1 0,-1 0 0,1 1 0,-1-1 0,1 1 0,0-1 0,1 1 0,-1-1 0,1 0 0,-1 0 0,1-1 0,0 1 0,-1 0 0,1 0 0,-1-1 0,1 1 0,-1-1 0,1 1 0,-1-1 0,2 0 0,43-30 0,-44 30 0,5-5 0,0 1 0,0 0 0,0 0 0,1 1 0,0-1 0,0 2 0,0-1 0,1 2 0,-1-1 0,1 1 0,-1 0 0,1 0 0,0 1 0,0 1 0,0-1 0,0 1 0,-1 1 0,13 1 0,14 0-2057,-31-2 1061,1 0 0,0-1-1,-1 0 1,1 0 0,0 0 0,-1 0-1,5-3 1,-4 2-404,0-1 0,0 0 0,0 0 0,-1-1 0,8-6-1,11-15-1421,-15 14 1874,0 0 0,-1 0-1,0-1 1,8-17 0,14-52 479,-5 14 3635,-18 53-941,1 0 0,11-19-1,-17 32-2090,-1 0 0,0 0 0,1 0 0,-1 0 0,1 1 0,-1-1 0,1 0 0,-1 0 0,1 1 0,0-1 0,-1 1-1,1-1 1,0 0 0,-1 1 0,1-1 0,0 1 0,0 0 0,0-1 0,0 1 0,-1-1 0,1 1 0,0 0-1,0 0 1,1-1 0,-1 2 148,0-1-1,0 1 1,-1-1-1,1 1 1,0-1-1,-1 1 1,1 0-1,0-1 1,-1 1-1,1 0 1,-1-1-1,1 1 0,-1 0 1,1 0-1,-1 0 1,0-1-1,1 1 1,-1 0-1,0 1 1,8 47 7360,-7 13-7642,-3 0 0,-11 72 0,11-122-1801,-6 5-5297,8-16 6731,-1-1 1,1 1 0,-1 0 0,1 0-1,-1-1 1,0 1 0,1 0-1,-1-1 1,0 1 0,1-1 0,-1 1-1,0-1 1,0 1 0,0-1-1,1 0 1,-1 1 0,0-1 0,0 0-1,0 1 1,0-1 0,0 0-1,0 0 1,0 0 0,1 0 0,-1 0-1,0 0 1,0 0 0,0 0-1,-2-1 1,-19-10-8188,1-5 6531,-11-7 4125,18 11 796,13 12-2438,1-1 0,0 0 0,-1 0 1,1 0-1,0 0 0,0 0 0,-1 0 0,1 1 1,0-1-1,0 0 0,0 0 0,0 0 1,0 0-1,0 0 0,1 0 0,-1 0 0,0 1 1,0-1-1,1 0 0,-1 0 0,1-1 1,14-19 10355,-2 9-6689,-9 7-3730,45-38-3561,-30 29-692,0 1-1,1 1 1,0 1 0,1 0-1,40-13 1,15 5-994,-49 16 3835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60 228 484,'-21'9'28986,"32"-20"-25693,6-7-3293,0 0 0,-1-1 0,-1 0 0,0-1 0,-2-1 0,15-30 0,-28 49 0,1 0 0,-1 1 0,1-1 0,-1 0 0,0 0 0,0 1 0,0-1 0,0 0 0,0 0 0,0 0 0,0 0 0,0 1 0,-1-1 0,1 0 0,-1 0 0,0 1 0,-1-4 0,-3-14 0,5 19 0,0 0 0,0 0 0,0 0 0,0-1 0,0 1 0,0 0 0,0 0 0,0 0 0,0-1 0,0 1 0,0 0 0,0 0 0,0-1 0,0 1 0,0 0 0,0 0 0,0 0 0,0 0 0,0-1 0,-1 1 0,1 0 0,0 0 0,0 0 0,0 0 0,0-1 0,0 1 0,-1 0 0,1 0 0,0 0 0,0 0 0,0 0 0,0 0 0,-1-1 0,1 1 0,0 0 0,0 0 0,0 0 0,-1 0 0,1 0 0,0 0 0,0 0 0,-1 0 0,-10 5 0,-9 11 0,7-1 0,0 0 0,1 0 0,0 1 0,2 1 0,0 0 0,1 0 0,0 1 0,1 0 0,2 0 0,0 1 0,0 0 0,2 0 0,-4 38 0,7-53 0,1 0 0,0 1 0,0-1 0,1 0 0,-1 0 0,1 0 0,0 0 0,0 0 0,0 0 0,1 0 0,-1 0 0,1-1 0,0 1 0,0 0 0,0-1 0,1 1 0,-1-1 0,6 5 0,-5-5 0,1 0 0,1 0 0,-1-1 0,0 1 0,1-1 0,-1 0 0,1 0 0,0-1 0,0 1 0,0-1 0,-1 0 0,1-1 0,0 1 0,0-1 0,5 0 0,18 0-3031,52-5-19381,-46 1 17407,-18 0 3394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67 416,'2'-16'5074,"-2"14"-3812,1 0 0,-1 1 0,1-1 1,-1 1-1,1 0 0,0-1 0,0 1 0,-1-1 1,1 1-1,0 0 0,0 0 0,1 0 0,-1-1 1,0 1-1,0 0 0,0 0 0,1 1 1,1-3-1,11-2 2029,-7 3-3370,51-14-6192,-53 15 5552,-1 1 1,1-1-1,-1 1 1,1 1-1,-1-1 1,1 1-1,-1-1 1,1 1-1,-1 1 1,1-1-1,4 3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2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0 204,'-23'31'2209,"2"5"3901,18-30-4360,0-1 0,1 1 0,-1-1 0,1 1 0,1 0 0,-1 0 0,1 0 1,0 0-1,0 0 0,1 12 0,0-17-1592,1 1 1,-1-1-1,0 0 1,1 0-1,-1 0 0,1 1 1,-1-1-1,1 0 1,0 0-1,0 0 0,-1 0 1,1 0-1,0 0 1,0-1-1,0 1 0,0 0 1,0 0-1,0-1 1,0 1-1,0 0 0,0-1 1,1 1-1,-1-1 1,0 1-1,0-1 0,0 0 1,1 0-1,-1 1 1,0-1-1,0 0 0,1 0 1,-1 0-1,0 0 1,0-1-1,1 1 0,-1 0 1,0 0-1,2-1 1,28-6-3760,-6-2-10146,-1 4-2457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40 152,'-20'-21'3712,"17"19"-2427,0-1-1,0 1 0,0 1 0,-1-1 1,1 0-1,0 1 0,-1 0 1,1 0-1,-8-2 0,10 3-648,-1 0 1,0 0-1,0 0 0,1 0 0,-1 0 0,0 0 1,0 0-1,1 0 0,-1 1 0,0-1 0,0 1 1,1-1-1,-1 1 0,1 0 0,-1 0 1,1 0-1,-1 0 0,1 0 0,-3 2 0,2-1-358,1 0 0,-1 0-1,1-1 1,0 1 0,0 1-1,0-1 1,0 0-1,0 0 1,0 0 0,1 0-1,-1 5 1,-1 4-350,2 0-1,0 0 1,0 0-1,1 0 1,0 0-1,1 0 1,3 11-1,-1-7-529,-2-1 0,3 29 0,-4-37-6768,8-22-9323,-11-13 11830,0 11 3800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6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65 268,'-1'-20'48,"-5"-12"8883,6 31-8545,0 0 0,0 1-1,0-1 1,-1 1 0,1-1 0,0 0 0,0 1 0,-1-1-1,1 1 1,0-1 0,-1 1 0,1-1 0,-1 1 0,1-1-1,-1 1 1,1-1 0,-1 1 0,1 0 0,-1-1-1,1 1 1,-1 0 0,0-1 0,1 1 0,-1 0 0,-1-1-1,1 2-3,-1-1 0,1 1 0,0-1 0,-1 1 0,1 0 0,0-1 0,-1 1 0,1 0 0,0 0 0,0 0 0,0 0 0,0 0 0,0 0 0,0 0 0,0 0 0,0 0 0,-1 3 0,0-1-128,0 0-1,1 0 1,-1 0 0,1 0 0,-1 0 0,1 0-1,-1 6 1,0 25-2720,10 0-4186,9-6-3870,28 19 3042,-27-29 6576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1 189 104,'19'33'3512,"-13"-14"3206,-7-3 6790,-3-49-4587,5 11-8921,1 0 0,1 0 0,0 0 0,2 0 0,1 1 0,10-26 0,-15 43 0,1 0 0,0 0 0,0 0 0,0 1 0,0-1 0,1 1 0,0-1 0,0 1 0,3-3 0,-5 5 0,0 0 0,-1 1 0,1-1 0,0 1 0,0-1 0,0 1 0,0-1 0,0 1 0,0-1 0,0 1 0,0 0 0,0 0 0,0-1 0,1 1 0,-1 0 0,0 0 0,0 0 0,0 0 0,0 0 0,0 0 0,0 1 0,0-1 0,0 0 0,0 1 0,0-1 0,0 0 0,0 1 0,0-1 0,0 1 0,0-1 0,0 1 0,0 0 0,0-1 0,-1 1 0,1 0 0,0 0 0,0 0 0,-1 0 0,2 1 0,6 10 3,0 1 1,-1 0-1,-1 0 1,0 0-1,-1 1 1,0 0-1,4 19 1,-4-13-54,1 0 0,14 31 0,-12-37-1536,3-2-9238,5-11-1443,-1-7 8114,-4 0 2237,-1-1 725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105 277 460,'22'-75'3593,"-3"-2"4054,-11 25 784,-6 0 3393,-1 52-11804,-1-1-1,0 1 1,0-1-1,0 1 1,0-1-1,0 1 1,0 0 0,0-1-1,0 1 1,0-1-1,0 1 1,0 0 0,0-1-1,0 1 1,-1-1-1,1 1 1,0 0-1,0-1 1,0 1 0,-1-1-1,1 1 1,0 0-1,0-1 1,-1 1 0,1 0-1,0-1 1,-1 1-1,1 0 1,-1-1-1,-9 8 208,-7 19-233,6 4 6,1 0 0,1 0 0,2 1 0,1 0 0,-3 37 0,2 160 0,7-207 0,0-20-165,1 0 0,-1 0 0,0 0 0,0 0 0,0 0 0,0 0 0,0 0-1,0 0 1,0-1 0,-1 1 0,1 0 0,0 0 0,0 0 0,-1 0 0,1 0 0,0 0 0,-1 0 0,1-1 0,-1 1 0,1 0 0,-1 0-1,0-1 1,1 1 0,-2 1 0,1-3-15,1 1 0,-1-1-1,0 0 1,1 1 0,-1-1-1,1 0 1,-1 1 0,1-1-1,-1 0 1,1 0 0,0 1-1,-1-1 1,1 0 0,0 0-1,0 0 1,-1 0 0,1 1-1,0-1 1,0 0 0,0 0-1,0 0 1,0 0 0,0 0 0,0 1-1,0-1 1,1-1 0,-2-3-124,1 0 1,-1 1-1,0-1 1,-1 0-1,1 1 1,-1-1 0,0 1-1,-5-9 1,-7-19 1463,9 11 1482,0 0-1,0 0 1,0-31-1,5 51-2641,0 0 0,0 1 0,0-1 0,0 0 0,0 1 0,1-1 0,-1 0 0,0 1 0,1-1 0,-1 0 0,0 1 0,1-1 0,-1 0 0,1 1 0,-1-1 0,1 1 0,-1-1 0,1 1 0,-1 0 0,1-1 0,-1 1 0,1-1 0,0 1 0,-1 0 0,1-1 0,0 1 0,-1 0 0,1 0 0,0 0 0,-1-1 0,1 1 0,0 0 0,0 0 0,-1 0 0,1 0 0,0 0 0,-1 0 0,1 1 0,0-1 0,0 0 0,39 8 0,-25-4 0,-7-3-244,0 0 0,1 0 1,-1 0-1,0-2 0,0 1 0,1-1 0,-1 0 1,10-3-1,-9 2-509,0-2 0,-1 1 0,0-1 1,0 0-1,0-1 0,0 0 0,-1 0 1,0 0-1,0-1 0,11-12 0,-4 1-1259,0 0 0,-1-1 1,16-31-1,9-24 231,-28 52 3786,5-9 2167,-6 9 2973,-9 21-7054,1 0 0,-1 0 0,0 0 0,0 0 0,1 0 0,-1 0-1,0 1 1,0-1 0,0 0 0,1 0 0,-1 0 0,0 0 0,0 0-1,1 0 1,-1 0 0,0 0 0,0 0 0,0 1 0,0-1 0,1 0-1,-1 0 1,0 0 0,0 0 0,0 1 0,0-1 0,1 0 0,-1 0-1,0 0 1,0 1 0,0-1 0,0 0 0,0 0 0,0 0-1,0 1 1,0-1 0,0 0 0,0 0 0,0 1 0,0-1 0,0 0-1,0 0 1,0 1 0,0-1 0,0 0 0,0 0 0,4 17 2710,-8 157-2801,-1-48 0,4-115 0,1-6 0,-1 1 0,1-1 0,1 1 0,-1-1 0,1 1 0,-1-1 0,2 1 0,-1-1 0,4 9 0,-5-14-241,1 0 0,0 1 1,-1-1-1,1 0 0,-1 0 0,1 0 0,0 0 1,-1 0-1,1 0 0,0 0 0,-1 0 0,1 0 1,0 0-1,-1-1 0,1 1 0,-1 0 0,1 0 0,0-1 1,-1 1-1,1 0 0,-1 0 0,1-1 0,-1 1 1,1-1-1,-1 1 0,1-1 0,-1 1 0,1-1 1,19-16-9875,-18 14 8952,28-21-3996,16-15 5189,-28 15 4518,-6-3 3665,-11 22-7207,-3 5 455,-6 11 2104,-7 16 1032,14-25-4597,0 0 0,0 0 0,0 0 0,0 0 0,1 0 0,-1 0 0,1 0 0,0 0 0,-1 0 0,1 0 0,0 1 0,0-1 0,0 0 0,1 3 0,-1-5 0,0 1 0,0-1 0,1 0 0,-1 0 0,0 1 0,0-1 0,0 0 0,1 0 0,-1 0 0,0 1 0,0-1 0,0 0 0,1 0 0,-1 0 0,0 0 0,1 0 0,-1 1 0,0-1 0,0 0 0,1 0 0,-1 0 0,0 0 0,1 0 0,-1 0 0,0 0 0,0 0 0,1 0 0,-1 0 0,0 0 0,1 0 0,-1 0 0,1-1 0,17-10 0,-12 5 0,0 0 0,0 1 0,1 0 0,0 0 0,0 1 0,0 0 0,1 0 0,-1 0 0,1 1 0,0 0 0,0 1 0,0 0 0,0 0 0,0 0 0,1 1 0,-1 1 0,0-1 0,13 2 0,-6 0-254,0-2 0,-1 1 0,1-2 0,-1 0 0,0-1 1,1 0-1,-1-1 0,-1 0 0,1-2 0,-1 1 0,1-2 0,16-10 0,-15 7-39,-1-1 0,1-1 0,-2 0 0,1 0 0,-2-2 0,0 1 0,0-2 0,-1 0 0,12-22 0,-23 36 354,14-19 3318,-10 20-1442,-2 14-1083,-2 48-854,-3 0 0,-11 65 0,14-125-144,-1 0 0,1 0-1,0-1 1,-1 1 0,0 0 0,1-1 0,-1 1-1,0 0 1,0-1 0,0 1 0,0-1 0,0 1 0,0-1-1,0 0 1,-3 2 0,2-2-369,0 1 1,0-1-1,0-1 0,0 1 1,-1 0-1,1 0 0,0-1 1,0 0-1,-1 1 0,1-1 1,0 0-1,-1 0 0,1 0 1,0 0-1,-1 0 0,-3-2 0,-1 0-903,0 0-1,0 0 0,1 0 0,-1-1 1,-7-5-1,-9-8-508,9 2 4461,3-6 5951,10 19-8161,1 1 1,0-1-1,0 0 1,0 1 0,0-1-1,0 1 1,0-1 0,0 0-1,0 1 1,1-1 0,-1 0-1,0 1 1,0-1 0,0 1-1,1-1 1,-1 0-1,0 1 1,1-1 0,-1 1-1,0-1 1,1 0 0,1 0-57,-1 0 0,1 0 0,-1 0-1,1 0 1,0 0 0,-1 0 0,1 1 0,0-1 0,-1 1 0,1-1 0,2 0 0,55-8-3404,110-3-1,-92 9 759,-31-5-8601,-3-5 3483,9-2 5375,-51 15 2270,-1 0 0,1-1 0,0 1 0,-1 0 1,1 0-1,0 0 0,-1 0 0,1 0 1,0 0-1,-1 1 0,1-1 0,0 0 0,-1 0 1,1 0-1,0 1 0,-1-1 0,1 0 0,-1 1 1,1-1-1,0 0 0,-1 1 0,1-1 0,-1 1 1,1-1-1,-1 1 0,0-1 0,1 1 0,-1-1 1,1 1-1,-1-1 0,1 2 0,5 27 6112,-10 30 2954,1-36-5973,0-1-4284,3-18-2426,1-19-2013,0 8 4039,8-79-7525,3-70 9399,-23 93 5124,19 74-11961,5 7 2786,3 11 1530,-10-18 1674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1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64,'19'53'2527,"-4"-1"5139,-1-2 4591,-14-48-12156,0-1 0,0 1 1,1-1-1,-1 1 0,1-1 0,-1 1 0,1-1 0,0 1 1,-1-1-1,1 1 0,0-1 0,0 0 0,0 0 1,0 1-1,0-1 0,0 0 0,0 0 0,1 0 0,-1 0 1,0 0-1,1 0 0,1 0 0,-2-1 56,1 0-1,-1 0 1,0 0-1,0-1 1,1 1-1,-1 0 0,0-1 1,0 1-1,0-1 1,0 0-1,0 1 1,0-1-1,0 0 1,0 0-1,0 1 1,0-1-1,0 0 1,0 0-1,0 0 1,0 0-1,0-2 1,4-4 482,0-1 1,0 0 0,-1-1 0,-1 1 0,1-1 0,3-12 0,-1-1-640,-4 16 0,0 1 0,-1-1 0,1 1 0,-1-1 0,0 0 0,-1 0 0,1 1 0,-2-9 0,1 13-9,0 1 1,0-1-1,0 0 0,0 0 1,-1 1-1,1-1 0,0 0 1,-1 1-1,1-1 0,0 1 1,-1-1-1,1 0 0,-1 1 1,1-1-1,-1 1 0,1-1 1,-1 1-1,1-1 0,-1 1 1,0 0-1,1-1 0,-1 1 1,0 0-1,1-1 1,-1 1-1,0 0 0,1 0 1,-1-1-1,0 1 0,1 0 1,-1 0-1,0 0 0,0 0 1,1 0-1,-1 0 0,0 0 1,1 0-1,-1 1 0,0-1 1,0 0-1,1 0 0,-1 1 1,0-1-1,1 0 0,-2 1 1,-2 1-166,1 0 0,-1 0 0,1 0 1,-1 0-1,1 0 0,-5 5 0,6-5-833,0 0-1,0 1 0,0-1 1,1 0-1,-1 1 0,1-1 1,-1 1-1,1-1 0,0 1 1,0 0-1,0-1 0,0 1 1,1 0-1,-1 0 0,1 0 1,-1 0-1,1-1 0,0 1 1,0 0-1,1 0 0,-1 0 1,2 5-1,12 26-4494,9-2 7050,-20-28-1361,30 32 3595,-29-33-2981,0 0 0,0 0 1,0-1-1,0 0 0,0 0 0,0 0 1,1 0-1,7 1 0,-8-1 187,0-1 0,-1-1 1,1 1-1,0 0 0,-1-1 0,1 0 0,0 0 1,-1 0-1,6-1 0,-6 0-413,-1 0 0,1-1 0,-1 1-1,1-1 1,-1 1 0,1-1 0,-1 0 0,0 0 0,0 0-1,0 0 1,0 0 0,3-4 0,15-31-322,-19 33-256,1-1-1,0 1 0,0 0 1,0 0-1,1 0 1,-1 0-1,1 0 0,0 0 1,1 0-1,-1 1 1,7-6-1,-9 9 4,0 0 0,0 0 0,0 0 0,0 0 0,-1 0 0,1 0 0,0 0 0,0 1 0,0-1 0,-1 0 0,1 0 0,0 1 0,0-1 0,-1 1 0,1-1 0,0 1 0,-1-1 0,1 1 0,0-1 0,-1 1 0,1-1 0,-1 1 0,1 0 0,-1-1 0,1 1 0,-1 0 0,1 0 0,-1-1 0,1 2 0,15 30 0,-13-25 0,8 17-1173,-1 1 0,11 40 0,4-62-26037,-15-3 25816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117 212 68,'-4'3'659,"0"-1"1,0 1-1,0 0 1,0 1-1,0-1 1,1 1-1,-5 6 0,-1 3 4967,0 0-1,-11 26 1,3-4 1834,-3-5-4377,18-34-3083,1 0 0,0-1 0,0 1 0,0 0 0,1-1 0,0 1 0,0-7 0,4-32 0,2 0 0,2 1 0,1 0 0,3 0 0,18-45 0,-29 85-38,-1 0 0,1 1 0,-1-1 0,1 0-1,0 1 1,0-1 0,0 0 0,0 1 0,0-1 0,0 1 0,0 0 0,0-1 0,0 1-1,1 0 1,-1 0 0,0 0 0,1 0 0,-1 0 0,1 0 0,0 0 0,-1 0 0,1 0 0,0 1-1,-1-1 1,1 1 0,0-1 0,0 1 0,-1 0 0,1 0 0,0 0 0,0 0 0,-1 0-1,1 0 1,0 0 0,0 0 0,0 1 0,-1-1 0,3 2 0,7 2-529,-1 1-1,0 1 1,-1 0 0,1 0 0,10 11-1,19 10-1910,-6-12-7270,10 6 1384,-23-7 8134,-2 3 3734,-11-2 994,-8-14-3624,1 0 0,-1 1 1,1-1-1,-1 0 0,1 0 0,-1 1 0,0-1 1,0 0-1,1 0 0,-1 0 0,0 0 0,0 0 1,-2 1-1,-12 17 4595,11-10-5469,1 0 0,0 1 0,1 0 0,0 0 0,1 0 0,0 0 0,0 17 0,-1 9 0,1-30 0,1 0 0,-1 0 0,1-1 0,0 1 0,1 0 0,-1 0 0,1 0 0,0-1 0,3 8 0,-3-12 0,-1 1 0,1-1 0,-1 0 0,1 0 0,0 0 0,0 0 0,0 0 0,0 0 0,-1 0 0,1 0 0,0 0 0,1 0 0,-1-1 0,0 1 0,0 0 0,0-1 0,0 1 0,2 0 0,-1-1 0,1 1 0,-1-1 0,0 0 0,1 0 0,-1 0 0,1 0 0,-1-1 0,0 1 0,1-1 0,-1 1 0,0-1 0,1 0 0,2-1 0,17-9 0,-1 0 0,-1-2 0,1 0 0,20-19 0,-20 15 0,0 2 0,1 0 0,33-16 0,-38 23 0,2 1 0,-1 0 0,1 2 0,0 0 0,0 1 0,36-2 0,-22 9 0,-27-2 0,-1-1 0,0 1 0,1-1 0,-1 0 0,0 0 0,1 0 0,-1-1 0,9-2 0,-13 3 0,0 0 0,0 0 0,0 0 0,0 1 0,0-1 0,0 0 0,0 0 0,0 1 0,0-1 0,-1 0 0,1 1 0,0-1 0,0 1 0,0-1 0,0 1 0,0-1 0,-1 1 0,1 0 0,0-1 0,-1 1 0,1 0 0,0 0 0,-1 0 0,1-1 0,-1 1 0,1 0 0,-1 0 0,1 0 0,-1 1 0,15 35 0,-12-28 0,-1-5-4,17 38-257,-18-40 235,-1-1 0,1 0 0,-1 0 0,1 0 0,0 1 0,-1-1 0,1 0 0,0 0 0,0 0 0,0 0 0,0 0 0,0 0 0,0-1 1,0 1-1,0 0 0,0 0 0,1-1 0,-1 1 0,0-1 0,0 1 0,1-1 0,-1 1 0,0-1 0,0 0 0,1 0 0,-1 0 0,0 1 1,3-2-1,-2 0-254,0 0 0,0 0 0,-1 0 0,1-1 0,0 1 0,-1-1 0,1 1 0,-1-1 0,1 0 0,-1 0 0,0 1 0,0-1 0,0 0 0,1-3 0,14-35-1041,-11 26 943,3-9 351,17-39 1418,-6 23 4016,-24 54-5382,-1 0 0,2 0 0,0 0-1,1 0 1,0 1 0,0 24-1,-7 34-52,3-53 28,6-17 0,-1 0 0,1 0 0,0 0 0,0 0 0,0 0 0,0 0 0,1 1 0,-1-1 0,1 0 0,0 0 0,1 5 0,-23-38-3276,10 10 3467,-19-32 1620,30 48-1731,0 0-1,0 0 1,0 0-1,0 0 1,0 0 0,0 0-1,1 0 1,-1 0 0,1 0-1,0 0 1,0 0-1,0 0 1,0 0 0,1 0-1,0-5 1,0 7-84,-1 0-1,1 1 1,0-1-1,-1 0 1,1 0 0,0 1-1,0-1 1,-1 0-1,1 1 1,0-1-1,0 1 1,0-1 0,0 1-1,0-1 1,0 1-1,0 0 1,0-1 0,0 1-1,1 0 1,28-4-503,-8 2-643,19-8-13758,1 3 4371,8-2 5818,-28 5 3897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85 225 148,'22'16'21857,"-21"-8"-14745,1 2-3605,-2-9-3503,0-1 0,0 1 0,0-1 0,0 0 0,1 1 0,-1-1 0,0 0 0,0 1 1,0-1-1,1 1 0,-1-1 0,0 0 0,0 1 0,1-1 0,-1 0 0,0 0 0,0 1 0,1-1 1,-1 0-1,0 0 0,1 1 0,-1-1 0,1 0 0,-1 0 0,0 0 0,1 0 0,-1 1 0,1-1 0,-1 0 1,0 0-1,1 0 0,-1 0 0,1 0 0,11-10 31,5-18-70,10-25 35,-21 45 0,-1-1 0,-1 1 0,1-1 0,-2 0 0,1 0 0,-1 0 0,0-1 0,-1 1 0,1-11 0,-3 16 0,0-1 0,0 0 0,0 1 0,-1-1 0,0 1 0,0-1 0,0 1 0,0 0 0,-1-1 0,0 1 0,1 0 0,-6-7 0,7 10 0,-1 0 0,0 0 0,0 0 0,1 0 0,-1 1 0,0-1 0,0 0 0,0 0 0,0 1 0,0-1 0,0 0 0,0 1 0,-1-1 0,1 1 0,0 0 0,0-1 0,0 1 0,0 0 0,-1 0 0,0-1 0,0 2 0,0-1 0,0 1 0,0-1 0,0 1 0,0 0 0,0-1 0,1 1 0,-1 0 0,0 0 0,1 0 0,-1 1 0,0-1 0,1 0 0,-1 1 0,1-1 0,-2 3 0,-10 11 0,1 2 0,0-1 0,2 2 0,0-1 0,1 1 0,-10 27 0,3 0 0,-15 75 0,28-107 0,0 0 0,0 0 0,2 0 0,0 1 0,0-1 0,1 0 0,1 1 0,0-1 0,1 0 0,0 0 0,1 0 0,1 0 0,5 15 0,-8-26-79,0 0-1,1 0 1,-1 0-1,0 0 1,1-1-1,0 1 1,-1 0-1,1 0 1,0-1-1,0 1 1,0-1-1,0 0 1,0 1-1,0-1 1,0 0-1,0 0 1,0 0-1,0-1 1,1 1 0,-1-1-1,0 1 1,1-1-1,-1 1 1,1-1-1,-1 0 1,0 0-1,1-1 1,-1 1-1,5-1 1,2-1-1098,1-1 0,-1 0 0,1-1 1,-1 0-1,16-9 0,-14 7-3709,18-11-5079,3 1 4279,-3 3 3581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24,'2'2'15728,"1"7"-6411,2 5-3984,2 6-3100,4 40-2198,-2 0-1,-3 0 1,-1 83-1,-4-68-44,0-50 10,-2 1 0,-1 0 0,-8 38 0,3-53-3166,6-11 2357,0 1-1,0-1 1,0 1-1,0-1 1,-1 0-1,1 0 1,0 1-1,0-1 1,0 0 0,-1 0-1,1 0 1,0 0-1,0 0 1,-3-1-1,-18-6-11605,10 0 8764,3-2 2458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48 552,'-5'-14'4197,"-2"-11"13047,7 25-16934,0-1 0,0 1 0,1 0 0,-1-1 1,0 1-1,0 0 0,0-1 0,0 1 0,0-1 1,1 1-1,-1 0 0,0-1 0,0 1 0,0 0 1,1 0-1,-1-1 0,0 1 0,1 0 0,-1-1 1,0 1-1,1 0 0,-1 0 0,0 0 0,1-1 1,-1 1-1,0 0 0,1 0 0,12-1 1775,114 19-2085,127 10 0,-216-26 0,1-2 0,-1-2 0,0-1 0,62-14 0,-64 10-2669,12-5-6404,-41 9 2846,5-1-6383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5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40 278 872,'-1'-1'791,"0"1"-1,-1 0 1,1 0-1,-1 0 1,1 0-1,0 0 1,-1 1-1,1-1 1,-1 0-1,1 1 1,0-1-1,-1 0 1,1 1-1,0 0 1,0-1-1,0 1 1,-1 0-1,1 0 1,0-1-1,0 1 1,0 0-1,0 0 1,0 0-1,0 0 1,0 1 0,0 0-1,-3 16 7881,5 5-7104,15 182-1258,-24-259-309,3 20 0,-1-47 0,6 61 0,-1 7 0,1 1 0,1-1 0,0 0 0,0 1 0,6-20 0,-6 29 0,0 0 0,0 0 0,0 0 0,1 1 0,-1-1 0,1 0 0,0 1 0,0-1 0,0 1 0,0 0 0,0 0 0,0-1 0,1 1 0,-1 1 0,1-1 0,0 0 0,-1 1 0,1-1 0,0 1 0,0 0 0,0 0 0,0 0 0,0 0 0,0 0 0,0 1 0,0 0 0,6-1 0,48 1-2186,-36 2-608,1 0 1,24 7 0,-30-5 656,-1 1 0,1 1 1,20 10-1,13 16-349,-28-9 1314,-6 3 3450,-8 3 3929,-5 1 4413,-1-29-10559,-1 0-1,0 0 1,1-1-1,-1 1 1,0 0-1,1-1 1,-1 1-1,1 0 1,-1-1-1,1 1 1,-1 0 0,1-1-1,0 1 1,-1-1-1,1 1 1,0-1-1,-1 1 1,1-1-1,0 1 1,-1-1-1,1 0 1,0 0-1,0 1 1,0-1-1,-1 0 1,1 0-1,0 0 1,0 0-1,0 0 1,0 0-1,-1 0 1,1 0-1,0 0 1,1 0-1,34-4 1427,-32 4-1426,19-4-61,0-1 0,0 0 0,-1-2 0,0 0 0,0-2 0,-1 0 0,0-2 0,-1 0 0,0-1 0,0-1 0,-2-1 0,24-22 0,-40 35 0,-1-1 0,1 0 0,-1 0 0,1 0 0,-1 0 0,1 0 0,-1 0 0,0 0 0,0 0 0,0 0 0,0 0 0,-1-1 0,1 1 0,-1 0 0,1-1 0,-1 1 0,0-1 0,1 1 0,-2-5 0,1 6 0,-1-1 0,1 1 0,-1 0 0,0 0 0,0 0 0,1-1 0,-1 1 0,0 0 0,0 0 0,0 0 0,0 1 0,0-1 0,0 0 0,-1 0 0,1 0 0,0 1 0,0-1 0,0 1 0,-1-1 0,1 1 0,0-1 0,-1 1 0,1 0 0,0-1 0,-1 1 0,1 0 0,-1 0 0,1 0 0,0 0 0,-1 0 0,1 1 0,0-1 0,-1 0 0,1 1 0,-3 0 0,-4 1 0,0 1 0,0 0 0,1 0 0,-1 1 0,1 0 0,-1 0 0,1 1 0,1 0 0,-13 11 0,6-4 0,1 0 0,0 1 0,-17 26 0,23-29 0,0 0 0,1 0 0,0 1 0,-6 21 0,10-27 0,0-1 0,0 0 0,0 1 0,0-1 0,1 1 0,-1-1 0,1 1 0,0-1 0,1 0 0,-1 1 0,1-1 0,0 1 0,0-1 0,0 0 0,4 7 0,-3-8-86,0 0 0,0 0 0,0 0 0,1 0 1,-1-1-1,1 1 0,0-1 0,0 0 0,0 1 0,0-1 0,0-1 0,0 1 0,0 0 0,7 1 1,-3-1-294,0 0 1,0-1-1,0 0 1,0 0 0,0-1-1,1 0 1,8-1-1,2-2-869,1-1 0,-1 0 0,1-1 0,31-14 0,81-40-11487,-55 24 13387,-74 35-447,23-12 2955,-11 2 3083,-14 10-6097,1-1-1,-1 1 1,1-1-1,-1 1 1,0-1-1,1 0 0,-1 1 1,0-1-1,1 1 1,-1-1-1,0 0 0,0 1 1,1-1-1,-1 0 1,0 1-1,0-1 1,0 0-1,0 0 0,0 1 1,0-1-1,0 0 1,0 1-1,0-1 0,0 0 1,-1 1-1,1-1 1,0 0-1,0 1 1,-1-1-1,1 0 0,0 1 1,-1-1-1,1 1 1,0-1-1,-1 1 0,1-1 1,-1 1-1,1-1 1,-1 1-1,1-1 1,-1 1-1,0 0 0,1-1 1,-1 1-1,1 0 1,-1-1-1,0 1 0,0 0 1,-2-2 444,1 1 1,-1-1-1,0 1 1,0 0-1,0 0 1,0 0-1,0 0 1,0 1-1,-4-1 1,3 1-591,1 1 0,-1 0 0,1 0 0,0 1 0,0-1 0,-1 1 0,1-1 0,0 1 0,0 0 0,-3 3 0,5-4 0,-1 0 0,1 0 0,-1 0 0,1 0 0,0 1 0,0-1 0,0 1 0,0-1 0,0 0 0,0 1 0,0 0 0,0-1 0,0 1 0,1 0 0,-1-1 0,1 1 0,-1 0 0,1 0 0,0-1 0,-1 5 0,2-5 0,0 1 0,0-1 0,-1 1 0,1-1 0,0 1 0,1-1 0,-1 0 0,0 1 0,0-1 0,1 0 0,-1 0 0,0 0 0,1 0 0,-1 0 0,1 0 0,-1 0 0,1 0 0,0-1 0,-1 1 0,1-1 0,0 1 0,2 0 0,40 7 0,-41-8 0,30 2 0,1-2 0,0-1 0,54-10 0,-64 8 0,-17 2-68,-1 0 1,1-1-1,-1 0 0,0 0 1,0-1-1,0 1 1,0-1-1,0-1 0,-1 1 1,1-1-1,-1 0 0,0 0 1,0 0-1,-1-1 0,1 0 1,-1 0-1,0 0 1,0 0-1,-1-1 0,5-7 1,3-12-399,0 0 0,-1 0 1,10-44-1,-9 30 355,-11 38 113,9-29 1672,23-54-1,-32 84-1671,0-1-1,0 1 0,0-1 0,0 1 0,1-1 0,-1 1 1,0-1-1,0 1 0,0 0 0,0-1 0,1 1 0,-1-1 1,0 1-1,1 0 0,-1-1 0,0 1 0,0 0 1,1-1-1,-1 1 0,1 0 0,-1-1 0,0 1 0,1 0 1,-1 0-1,1 0 0,-1-1 0,1 1 0,-1 0 0,0 0 1,1 0-1,-1 0 0,1 0 0,-1 0 0,1 0 0,-1 0 1,1 0-1,0 0 0,7 17 10,-1 27-22,-8 132 11,-2-138 0,2 0 0,1 1 0,2-1 0,1 0 0,12 50 0,-13-81-829,0 0-1,1 0 1,0 0 0,6 9 0,-8-14 474,0 0 1,0-1 0,0 1 0,0 0 0,0-1 0,1 0 0,-1 1 0,1-1-1,-1 0 1,1 1 0,-1-1 0,1 0 0,0 0 0,0 0 0,-1 0 0,1-1 0,0 1-1,0-1 1,0 1 0,0-1 0,2 1 0,15-3-11259,-1-2 5552,-3 1 4212,5-1 714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5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68 448,'-18'12'3262,"-1"15"8151,8 4 940,5-9-7565,4-13-4289,-4 11-499,3-9 0,0 1 0,0-1 0,1 1 0,0 0 0,1-1 0,0 1 0,2 21 0,0-37-2854,6-53-17998,-5 34 16499,-3-81 3843,-12 0 6042,13 104-5628,0 0-1,-1-1 0,1 1 1,0 0-1,0 0 1,0-1-1,0 1 1,0 0-1,0-1 0,-1 1 1,1 0-1,0 0 1,0-1-1,0 1 0,0 0 1,0-1-1,0 1 1,0 0-1,0-1 0,0 1 1,0 0-1,0 0 1,1-1-1,-1 1 1,0 0-1,0-1 0,0 1 1,0 0-1,0 0 1,0-1-1,1 1 0,-1 0 1,0 0-1,0-1 1,0 1-1,1 0 1,-1 0-1,0 0 0,0 0 1,1-1-1,11 8-4343,-11-6 4570,8 8-1006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1 277 380,'4'27'2175,"-3"0"3716,2 13 9439,-3-40-15296,0 0 0,0 0 0,1 0 0,-1 0 0,0 0 0,0 0 0,0-1 0,0 1 0,0 0 0,0 0 0,0 0 0,0 0 0,0 0 0,0 0 0,1 0 0,-1 0 0,0 0 0,0 0 0,0 0 0,0 0 0,0 0 0,0-1 0,0 1 0,1 0 0,-1 0 0,0 0 0,0 0 0,0 0 0,0 0 0,0 0-1,0 0 1,1 0 0,-1 0 0,0 0 0,0 1 0,0-1 0,0 0 0,0 0 0,0 0 0,0 0 0,1 0 0,-1 0 0,0 0 0,0 0 0,0 0 0,0 0 0,0 0 0,0 0 0,0 1 0,0-1 0,0 0 0,0 0 0,1 0 0,-1 0 0,0 0 0,0 0 0,0 0 0,0 1 0,0-1 0,0 0 0,0 0 0,0 0 0,0 0 0,0 0 0,0 0 0,0 0 0,0 1 0,9-17 2954,7-21 700,-6 9-3688,-4 8 0,16-31 0,-20 47 0,0 0 0,0 1 0,1-1 0,-1 1 0,1-1 0,-1 1 0,1 0 0,0 0 0,0 0 0,1 0 0,-1 1 0,1-1 0,-1 1 0,6-2 0,-7 3 0,0 0 0,0 1 0,0-1 0,0 1 0,0 0 0,0 0 0,0 0 0,0 0 0,1 0 0,-1 0 0,0 0 0,0 1 0,0-1 0,0 1 0,0 0 0,0-1 0,0 1 0,0 0 0,-1 0 0,1 0 0,0 0 0,0 1 0,-1-1 0,1 0 0,-1 1 0,1-1 0,1 3 0,5 6 0,-1 1 0,0-1 0,9 21 0,8 10 0,2-16-280,-25-24 204,0 0 0,1 0 0,-1 0 0,1 0 0,-1 0 0,0 0 0,1 0 0,0 0 0,-1-1 0,1 1 0,0-1 0,-1 1 0,1-1 0,0 1 0,-1-1 0,1 0 0,3 0 1,-3-1-815,0 0 0,0 0 0,-1 0 0,1 0 1,0 0-1,0 0 0,-1-1 0,1 1 0,-1 0 1,1-1-1,1-3 0,21-37-8060,-20 34 7436,30-66-1614,10-40 7442,-39 97-3012,-4 11-348,1 0 0,0 0 0,0 0 0,0 1 0,1-1 0,0 1 0,5-8 1,-8 13-837,0-1 1,0 1 0,1 0-1,-1 0 1,0 0 0,0 0 0,0 0-1,0-1 1,0 1 0,0 0-1,1 0 1,-1 0 0,0 0 0,0 0-1,0 0 1,0 0 0,1 0 0,-1-1-1,0 1 1,0 0 0,0 0-1,1 0 1,-1 0 0,0 0 0,0 0-1,0 0 1,1 0 0,-1 0-1,0 0 1,0 0 0,0 0 0,0 1-1,1-1 1,-1 0 0,0 0 0,0 0-1,0 0 1,0 0 0,1 0-1,-1 0 1,0 0 0,0 1 0,0-1-1,0 0 1,0 0 0,1 0-1,-1 0 1,5 14 3602,-2 16-681,-16 59-2780,8-63-277,1 1 0,0 31 0,4-39 17,1-7 0,-1 0 0,-1 0 0,-2 12 0,3-23-44,-1 0-1,1 0 1,-1-1 0,1 1-1,-1 0 1,0-1 0,1 1-1,-1 0 1,0-1 0,0 1-1,1-1 1,-1 1 0,0-1 0,0 1-1,0-1 1,0 0 0,0 1-1,0-1 1,0 0 0,0 0-1,1 0 1,-1 0 0,0 0-1,0 0 1,0 0 0,0 0-1,0 0 1,0 0 0,0 0-1,0 0 1,0-1 0,0 1-1,0 0 1,-1-2 0,-33-11-1425,32 11 1598,0 0 0,0 0 1,-1-1-1,2 1 0,-1-1 0,0 1 1,0-1-1,1 0 0,0 0 0,-1 0 1,-1-4-1,4 6-81,-1 0 0,1 1 1,0-1-1,-1 0 0,1 0 0,0 0 0,0 0 1,0 1-1,0-1 0,0 0 0,0 0 1,0 0-1,0 0 0,0 0 0,0 1 0,0-1 1,1 0-1,-1 0 0,0 0 0,1-1 0,0 1-21,0 0 0,0 0 0,0 0 0,0 0 0,0 0 0,1 0-1,-1 0 1,0 1 0,0-1 0,1 0 0,-1 1 0,0-1 0,1 1-1,-1-1 1,1 1 0,1-1 0,72-9-27,-53 9 0,39-10 0,-30 5 0,-19 3 0,0 1 0,0-2 0,15-5 0,-19 4 0,-6 6 0,0 0 0,0 0 0,0 0 0,0 0 0,0 0 0,0-1 0,0 1 0,0-1 0,0 0 0,0 1 0,0-1 0,1 0 0,-1 0 0,0 0 0,0-1 0,4 0 0,33-11 0,-36 9 0,0 0 0,-1-1 0,0 1 0,1-1 0,-1 1 0,0-1 0,0 0 0,-1 0 0,1 0 0,-1 0 0,0 0 0,0 0 0,0-7 0,4-9 0,-3 13 0,0 1 0,-1-1 0,0 1 0,0-1 0,-1 0 0,0-8 0,0 13 0,0 0 0,0 0 0,0 0 0,0 0 0,0 0 0,-1 0 0,1 1 0,-1-1 0,0 0 0,1 0 0,-1 1 0,0-1 0,0 0 0,0 1 0,0-1 0,0 1 0,0-1 0,0 1 0,-1-1 0,1 1 0,-1 0 0,1 0 0,-1 0 0,1 0 0,-1 0 0,0 0 0,-2-1 0,3 2 0,-1 0 0,0 0 0,1 0 0,-1 0 0,0 1 0,1-1 0,-1 0 0,0 1 0,1 0 0,-1-1 0,1 1 0,-1 0 0,1 0 0,-1 0 0,1 0 0,0 0 0,0 0 0,-1 0 0,1 0 0,0 0 0,0 1 0,0-1 0,-1 2 0,-23 37 0,22-35 0,-9 17 0,2 1 0,0 0 0,-9 34 0,15-45 0,2 0 0,-1 0 0,2 0 0,-1 0 0,2 0 0,-1 0 0,2 0 0,-1 1 0,4 11 0,-4-20-149,1-1-1,0 1 1,0-1 0,1 1 0,-1-1-1,1 0 1,-1 0 0,1 0-1,0 0 1,0 0 0,0 0 0,1 0-1,-1 0 1,1-1 0,-1 0-1,1 1 1,0-1 0,0 0-1,0 0 1,0 0 0,0-1 0,0 1-1,1-1 1,4 2 0,4-1-959,1 0 1,-1-1 0,1 0-1,0-1 1,20-3 0,-20 2 541,0 1-1,0-1 1,1 2-1,14 2 1,-27-3 858,0 1-1,-1-1 0,1 0 1,-1 1-1,1-1 0,0 1 1,-1-1-1,1 1 1,-1 0-1,0-1 0,1 1 1,-1-1-1,1 1 1,-1 0-1,0-1 0,0 1 1,1 0-1,-1-1 1,0 1-1,0 0 0,0 0 1,0 1-1,1-2-132,-1 1-1,0-1 1,0 0 0,0 1-1,0-1 1,0 1 0,0-1 0,0 1-1,0-1 1,0 1 0,0-1-1,0 0 1,-1 1 0,1-1-1,0 1 1,0-1 0,0 0-1,0 1 1,-1-1 0,1 1-1,0-1 1,0 0 0,-1 1-1,1-1 1,0 0 0,-1 1-1,1-1 1,0 0 0,-1 0-1,1 1 1,-1-1 0,1 0 0,0 0-1,-1 0 1,1 0 0,-1 1-1,1-1 1,-1 0 0,1 0-1,-1 0 1,0-1-159,1-1 0,-1 1 0,0 0 0,1-1 0,0 1 0,-1-1 0,1 1 0,0-1 0,-1 1 0,1-1 0,0 1 0,0-1 0,0 1 0,0-1 0,1-2 0,-1 2 0,1-24 0,6-53 0,-5 69 0,0 0 0,1 0 0,0 0 0,0 1 0,1-1 0,0 1 0,0 0 0,8-11 0,-7 16-1074,-1 1 0,0 0-1,1 0 1,0 0 0,-1 1 0,1-1 0,0 1-1,9-2 1,4-3-2427,20-5-8662,10 7 7902,-42 4 4061,1 1 1,-1 0-1,1 1 0,-1-1 1,1 1-1,-1 1 1,1-1-1,-1 1 1,0 0-1,1 0 0,7 5 1,-14-6 251,1-1-1,-1 0 1,0 1 0,0-1 0,1 1 0,-1-1 0,0 1-1,0-1 1,1 0 0,-1 1 0,0-1 0,0 1 0,0-1-1,0 1 1,0-1 0,1 1 0,-1-1 0,0 1 0,0-1 0,0 1-1,-1-1 1,1 1 0,0-1 0,0 1 0,0-1 0,0 1-1,0-1 1,-1 1 0,1-1 0,0 1 0,0-1 0,-1 1-1,1 0 1,-15 20 5387,5-5 3930,4 17 4623,8-26-12566,-1-7-1426,-1 1 0,0-1 0,1 0 0,-1 0 0,1 0 0,-1 1 0,1-1 0,-1 0 0,1 0 0,-1 0 0,1 0 0,-1 0 0,1 0 0,-1 0 0,1 0 0,-1 0 0,1 0 0,-1 0 0,1 0 0,-1-1 0,1 1 0,-1 0 0,0 0 0,1 0 0,-1-1 0,1 1 0,-1 0 0,0 0 0,1-1 0,-1 1 0,1 0 0,-1-2 0,15-10 0,-14 12 0,5-6 0,-1 1 0,0-1 0,0-1 0,0 1 0,-1-1 0,0 1 0,4-9 0,-6 11 0,0 0 0,-1 0 0,1 0 0,-1-1 0,0 1 0,0 0 0,0-1 0,-1 1 0,0-1 0,0 1 0,0-1 0,0 1 0,-2-8 0,2 11 0,0 1 0,0 0 0,-1 0 0,1-1 0,0 1 0,0 0 0,-1 0 0,1 0 0,0 0 0,-1-1 0,1 1 0,0 0 0,0 0 0,-1 0 0,1 0 0,0 0 0,-1 0 0,1 0 0,0 0 0,-1 0 0,1 0 0,0 0 0,-1 0 0,1 0 0,0 0 0,0 0 0,-1 0 0,1 0 0,0 0 0,-1 0 0,1 1 0,0-1 0,0 0 0,-1 0 0,1 0 0,0 0 0,0 1 0,-1-1 0,1 0 0,0 0 0,0 1 0,0-1 0,-1 0 0,1 0 0,0 1 0,0-1 0,0 0 0,0 1 0,-1-1 0,-10 14 0,4-4 0,2 1 0,-1-1 0,2 1 0,-1 0 0,1 0 0,1 0 0,0 1 0,1-1 0,0 1 0,-1 17 0,3-27-111,1 0 0,-1-1 0,0 1 0,0 0 1,1 0-1,-1-1 0,1 1 0,-1 0 0,1-1 0,0 1 0,-1-1 0,1 1 1,0-1-1,0 1 0,0-1 0,0 0 0,1 1 0,-1-1 0,0 0 0,0 0 0,1 0 1,-1 0-1,2 1 0,0-1-348,0 0-1,0 0 1,0-1 0,-1 1 0,1-1 0,0 0-1,0 0 1,0 0 0,0 0 0,0 0-1,-1-1 1,6-1 0,5-1-1497,-1-2-1,1 0 1,-1 0-1,20-13 1,-21 10 729,0 0-1,-1 0 1,16-16 0,23-33 6299,-37 42-2321,-2 5 1036,1-4 6744,-15 17-9350,-27 3-1181,24-1 0,0 1 0,1-1 0,-1 1 0,1 1 0,-7 8 0,12-13 0,-1 1 0,0 0 0,1-1 0,0 1 0,0 0 0,0-1 0,0 1 0,0 0 0,1 0 0,-1 0 0,1 0 0,-1 0 0,1 0 0,0 0 0,1 0 0,-1 0 0,0 0 0,1-1 0,0 4 0,4 9 0,-1 0 0,-1-1 0,0 1 0,-1 0 0,-1 0 0,0 0 0,-1 0 0,-1 1 0,0-1 0,-1 0 0,-1 0 0,0-1 0,-9 27 0,10-38-27,0 0 1,1-1-1,-1 1 0,-1 0 1,1-1-1,0 1 0,-1-1 1,1 1-1,-1-1 1,1 0-1,-1 0 0,-4 2 1,6-4-4,0 0 0,1 1 0,-1-1 0,0 0 0,1 1 1,-1-1-1,0 0 0,0 0 0,1 0 0,-1 0 0,0 0 0,0 0 1,1 0-1,-1 0 0,0 0 0,0 0 0,1 0 0,-1 0 1,0 0-1,0-1 0,1 1 0,-2-1 0,1 1-30,1-1 1,-1 0-1,0 0 0,1 0 1,-1 0-1,1 0 0,0 0 0,-1 0 1,1 0-1,0 0 0,-1 0 1,1 0-1,0-1 0,0 1 0,0 0 1,0 0-1,0 0 0,0 0 1,0 0-1,1-2 0,-1 0-1263,1 1 0,-1-1-1,1 1 1,0-1 0,0 1 0,0-1 0,0 1-1,0 0 1,1 0 0,-1-1 0,1 1 0,-1 0-1,4-2 1,29-24-7840,-5 4 7102,-14 8 1418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75 176,'40'-33'2430,"-14"11"2237,2 3 5483,-28 19-10021,0 0 1,1 0 0,-1-1-1,1 1 1,-1 0-1,0 0 1,1 0-1,-1 0 1,1 0-1,-1 0 1,1 0-1,-1 0 1,0 0-1,1 0 1,-1 0-1,1 1 1,-1-1 0,1 0-1,-1 0 1,0 0-1,1 0 1,-1 1-1,0-1 1,1 0-1,-1 0 1,0 1-1,1-1 1,-1 0-1,0 0 1,1 1 0,-1-1-1,0 1 1,0-1-1,1 0 1,-1 1-1,0-1 1,0 0-1,0 1 1,0-1-1,1 1 1,-1-1-1,0 0 1,0 1-1,0-1 1,0 1 0,0-1-1,0 1 1,0-1-1,0 0 1,0 1-1,-1-1 1,1 1-1,0-1 1,0 1-1,-2 30 7550,2-27-7142,-28 175-537,25-164 0,-3 7-3634,4-17 1896,1 0 0,-1-1 0,0 1 0,-1 0 0,1 0 0,-1-1 0,0 0 0,-6 7 0,-5 8-7527,13-17 8861,-1 0 0,1 0 1,-1 1-1,0-1 0,0 0 0,1 0 1,-1 0-1,-4 2 0,0 0-108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39 134 400,'-5'-6'873,"1"0"1,-1 0-1,1 0 1,1 0-1,-1-1 1,1 1-1,1-1 1,-5-14-1,7 19-252,-1 0 0,1 0 0,0-1 0,-1 1 0,1 0 1,0 0-1,1-1 0,-1 1 0,0 0 0,1 0 0,-1 0 0,1 0 0,0-1 0,1-1 0,-1 2 84,0 1 0,0-1 0,0 1-1,1 0 1,-1-1 0,0 1 0,1 0 0,-1 0 0,1 0-1,0 0 1,-1 0 0,1 0 0,0 0 0,-1 1-1,1-1 1,0 1 0,0-1 0,0 1 0,2-1 0,11 0-468,-1 0 0,0 1 1,22 3-1,-23-2-209,1 0 0,-1 0 0,1-2 0,16-1 0,9-3-1776,50 2-8283,-80 3 9211,13 2-15364,-12 0 14032,0-1 852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8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0 253 240,'7'1'31657,"-3"6"-31138,-2-1-476,0 1 0,0 0 1,-1-1-1,0 1 1,0 0-1,0 0 1,-1 6-1,8-69-43,-9 10 0,-1 18 0,5-50 0,-2 71 0,0 0 0,0 0 0,1 0 0,0 0 0,0 0 0,0 1 0,1-1 0,0 1 0,1-1 0,-1 1 0,1 0 0,5-6 0,-6 10 0,0 0 0,0 0 0,0 0 0,0 0 0,0 0 0,1 1 0,-1-1 0,0 1 0,1 0 0,-1 0 0,1 0 0,-1 1 0,1-1 0,0 1 0,6 0 0,64 6 0,-48-3 0,35 3-2424,75 4-9161,-99-10-1365,-1-1 8207,-21 1 3906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8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0 392,'10'9'4932,"-8"-6"-1917,1 0 0,-1 0 0,0 1 0,0-1 0,0 1 0,0-1 0,2 7-1,-2 2 306,-4-7-3320,1 1 0,-1-1 0,0 0 0,0 0 0,-1 0 0,1 0 0,-1 0 0,0-1 0,0 1 0,-7 5 0,1 3 0,2-4 0,1 1 0,0 0 0,0 1 0,1-1 0,0 1 0,1 0 0,0 1 0,1-1 0,1 0 0,-1 1 0,2 0 0,-1 17 0,1-28 0,1 1 0,0-1 0,0 0 0,0 0 0,0 0 0,1 0 0,-1 0 0,0 1 0,0-1 0,1 0 0,-1 0 0,0 0 0,1 0 0,-1 0 0,1 0 0,0 0 0,-1 0 0,1 0 0,0 0 0,-1-1 0,1 1 0,0 0 0,0 0 0,0 0 0,0-1 0,0 1 0,0-1 0,0 1 0,0-1 0,0 1 0,0-1 0,0 1 0,0-1 0,0 0 0,0 0 0,0 1 0,1-1 0,-1 0 0,0 0 0,0 0 0,0 0 0,0-1 0,0 1 0,2 0 0,0-1 0,0-1 0,1 1 0,-1-1 0,0 1 0,0-1 0,0 0 0,0 0 0,0 0 0,-1-1 0,1 1 0,0-1 0,-1 1 0,3-5 0,31-37 0,7-12 0,-42 54 0,0 0 0,0 0 0,0 0 0,1 1 0,-1-1 0,0 0 0,1 1 0,-1-1 0,1 1 0,0 0 0,-1-1 0,1 1 0,0 0 0,0 0 0,0 0 0,0 0 0,0 1 0,0-1 0,0 0 0,0 1 0,0-1 0,0 1 0,0 0 0,0 0 0,0 0 0,0 0 0,1 0 0,-1 0 0,0 0 0,0 1 0,0-1 0,0 1 0,0 0 0,0-1 0,0 1 0,0 0 0,2 1 0,8 6 0,-1-1 0,0 2 0,0-1 0,17 19 0,-3-5 0,-17-15-739,1 0 0,0 0 1,0-1-1,1-1 0,20 9 0,-27-13 428,0 0-1,1 0 0,-1 0 1,0 0-1,1-1 0,-1 1 1,1-1-1,-1 0 0,0 0 1,1 0-1,-1-1 1,1 1-1,-1-1 0,0 0 1,1 0-1,-1 0 0,0 0 1,0-1-1,0 1 0,0-1 1,0 0-1,0 0 0,5-4 1,26-31-14504,-6-3 10102,-15 20 3826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126 146 208,'14'-50'1215,"3"-6"4107,-1 24 8022,-16 32-13249,0-1 0,0 1 0,0 0-1,0-1 1,1 1 0,-1-1 0,0 1 0,0 0-1,1-1 1,-1 1 0,0 0 0,1-1-1,-1 1 1,0 0 0,1-1 0,-1 1 0,1 0-1,-1 0 1,1-1 0,-1 1 0,0 0 0,1 0-1,-1 0 1,1 0 0,-1 0 0,1 0 0,-1 0-1,1-1 1,-1 1 0,1 1 0,-1-1 0,0 0-1,2 0 1,6 14 4124,0 24 1013,-3 185-5232,-6-137 0,-5-14 0,6-72-20,0 0 0,0 0-1,0 0 1,0 0 0,0 0 0,0 0-1,0 0 1,0 0 0,0 0 0,0 0-1,0 0 1,0 0 0,0 1 0,0-1 0,0 0-1,-1 0 1,1 0 0,0 0 0,0 0-1,0 0 1,0 0 0,0 0 0,0 0-1,0 0 1,0 0 0,0 0 0,0 0 0,0 0-1,0 0 1,0 1 0,0-1 0,0 0-1,0 0 1,0 0 0,-1 0 0,1 0-1,0 0 1,0 0 0,0 0 0,0 0 0,0 0-1,0 0 1,0 0 0,0 0 0,0 0-1,0 0 1,0 0 0,0 0 0,-1 0 0,1 0-1,0 0 1,0 0 0,0 0 0,0 0-1,0-1 1,0 1 0,0 0 0,0 0-1,0 0 1,0 0 0,0 0 0,0 0 0,0 0-1,0 0 1,0 0 0,0 0 0,-1 0-1,1 0 1,0 0 0,-7-8-3212,-5-10-2579,11 18 5681,-4-8 419,-1 0 1,0 1-1,-1 0 1,-9-8-1,-3 0 2875,-35-20 0,-6-4-350,60 39-2814,0 0 0,0 0 0,0 0 0,-1 0 0,1 0 0,0 0 0,0 0 0,0 0 0,0 0 0,0-1 0,-1 1 0,1 0 0,0 0 0,0 0 0,0 0 0,0-1 0,0 1 0,0 0 0,0 0 0,-1 0 0,1 0 0,0-1 0,0 1 0,0 0 0,0 0 0,0 0 0,0-1 0,0 1 0,0 0 0,0 0 0,0 0 0,0 0 0,0-1 0,0 1 0,0 0 0,0 0 0,0 0 0,0-1 0,1 1 0,-1 0 0,0 0 0,0 0 0,0 0 0,0-1 0,0 1 0,0 0 0,0 0 0,1 0 0,-1 0 0,0 0 0,0 0 0,0-1 0,1 1 0,15-5 0,21 1 0,16-2-2657,0-1-1,53-15 1,21-4-2828,-43 16-3529,44 5 396,-105 5 7620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137 243 368,'-23'6'3820,"-9"8"9392,1 0-1010,10-9-9041,13-1-3161,11-1 0,15-1 0,-9-4 0,1-1 0,-1-1 0,0 0 0,0 0 0,-1-1 0,1 0 0,-1 0 0,0-1 0,0 0 0,-1 0 0,8-9 0,-1 1 0,0-2 0,-1 0 0,-1 0 0,14-25 0,-22 34 0,-1-1 0,1 0 0,-2 0 0,1 0 0,-1 0 0,0 0 0,1-14 0,-2 21 0,-1-1 0,0 0 0,0 1 0,0-1 0,0 0 0,0 1 0,0-1 0,-1 0 0,1 1 0,0-1 0,-1 1 0,1-1 0,-1 1 0,0-1 0,1 1 0,-1-1 0,0 1 0,0-1 0,0 1 0,0 0 0,0 0 0,0-1 0,0 1 0,-1 0 0,1 0 0,0 0 0,-1 0 0,1 0 0,-1 1 0,1-1 0,-1 0 0,1 1 0,-1-1 0,1 1 0,-1-1 0,1 1 0,-1 0 0,0 0 0,1 0 0,-1-1 0,0 2 0,1-1 0,-1 0 0,0 0 0,-2 1 0,-2 1 0,0-1 0,0 1 0,0 1 0,0-1 0,0 1 0,0 0 0,1 0 0,0 1 0,-1-1 0,1 1 0,1 0 0,-1 1 0,0-1 0,-5 8 0,-2 3 0,1 1 0,0 0 0,-13 27 0,13-22 0,2 1 0,0 0 0,2 0 0,0 1 0,2 0 0,0 1 0,1-1 0,0 33 0,4-45 0,1 0 0,0 0 0,0 0 0,1 0 0,1 0 0,0-1 0,0 1 0,9 18 0,-8-22 0,0 0 0,1 0 0,0-1 0,0 0 0,0 1 0,1-2 0,0 1 0,0-1 0,0 0 0,1 0 0,-1 0 0,1-1 0,9 4 0,-9-5-632,1-1-1,-1 1 1,0-2-1,1 1 1,-1-1-1,0 0 1,1-1-1,-1 1 1,9-2-1,7-1-4621,36-8-1,-18 4-5048,1 3 5964,-12 3 3140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30:29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8,'18'12'8819,"-8"7"13167,-28-4-20036,1-7-5021,-22 14-12734,31-14 5832,7-6 8797,-2 8-910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2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20,'0'-4'174,"0"1"-1,0-1 1,0 1 0,0-1-1,1 0 1,-1 1 0,1-1-1,0 1 1,0-1 0,0 1-1,3-6 1,21-39 4883,-22 42-3391,8-12 1526,4 1 6270,-14 16-8821,1 0 0,-1 1-1,0-1 1,1 1-1,-1-1 1,0 1-1,1 0 1,-1-1 0,0 1-1,1 0 1,-1 0-1,1 0 1,1 0-1,18 5 1674,-20-5-2314,40 15 0,2-2 0,0-2 0,0-1 0,63 4 0,22-11 0,-51-2 0,136 18 0,-209-15-2985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0 120,'17'6'939,"20"7"4628,45 23 14664,-35-6-14325,-30-16-5906,1 0 0,-2 1 0,0 1 0,-1 1 0,0 0 0,17 29 0,-26-37 0,-1 0 0,0 0 0,-1 0 0,0 1 0,0 0 0,-1 0 0,-1 0 0,1 0 0,-2 0 0,1 1 0,-2-1 0,1 0 0,-1 1 0,-1-1 0,0 0 0,-3 14 0,2-18 0,0 0 0,0-1 0,-1 1 0,0-1 0,0 0 0,-1 0 0,0 0 0,1 0 0,-2-1 0,1 1 0,0-1 0,-1 0 0,0 0 0,0-1 0,0 1 0,0-1 0,0-1 0,-1 1 0,0 0 0,-8 1 0,-14 5 0,0-1 0,-57 7 0,66-12 0,-11 3-1966,-13 5-5771,-11 1-2276,42-9 5412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7 460,'-28'-5'5122,"17"4"-341,1 1 0,-1 0 0,1 0 0,-12 2 0,-2 3-1505,14-2-3276,0 0 0,0 1 0,0 0 0,0 1 0,1 0 0,0 0 0,0 1 0,0 1 0,0-1 0,1 1 0,0 1 0,1-1 0,0 1 0,0 1 0,-8 13 0,9-13 0,0 1 0,1-1 0,0 2 0,1-1 0,0 0 0,0 1 0,1 0 0,1 0 0,0 0 0,0 0 0,1 0 0,1 0 0,-1 0 0,4 20 0,-3-26 0,1-1 0,-1 0 0,1 1 0,0-1 0,1 0 0,-1 0 0,1 1 0,0-1 0,0 0 0,0-1 0,0 1 0,1 0 0,-1-1 0,1 1 0,0-1 0,0 0 0,1 0 0,-1 0 0,1 0 0,-1 0 0,1-1 0,0 0 0,0 0 0,0 0 0,5 2 0,-8-4 0,0 0 0,0 0 0,0 1 0,-1-1 0,1 0 0,0 1 0,0-1 0,0 1 0,-1-1 0,1 1 0,0-1 0,0 1 0,-1 0 0,1-1 0,-1 1 0,1 0 0,0-1 0,-1 1 0,1 0 0,-1 0 0,0-1 0,1 1 0,-1 0 0,0 0 0,1 1 0,-12 16 0,-5 4 0,-11 32 0,3 2 0,-30 105 0,31-90 0,15-47-3236,5-15 20,0-1 0,-1 1-1,0-1 1,-8 11-1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4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1 448,'-17'3'21577,"3"0"-12196,1 1-9212,0 1 1,0 0 0,0 2-1,1-1 1,0 1 0,0 1-1,-17 14 1,28-20-170,-1 0 0,0 0 0,1 1 0,-1-1 0,1 1 0,0-1 0,0 1 0,0-1 0,0 1 0,0 0 0,0-1 0,1 1 0,-1 0 0,1 0 0,0 0 0,0-1 0,0 1 0,0 0 0,1 4 0,-1-7 0,0 1 0,1 0 0,-1 0 0,0 0 0,0 0 0,1 0 0,-1 0 0,1 0 0,-1-1 0,1 1 0,-1 0 0,1 0 0,-1-1 0,1 1 0,0 0 0,-1 0 0,1-1 0,0 1 0,0-1 0,-1 1 0,1-1 0,2 1 0,-2 0 0,1-1 0,-1 0 0,1 0 0,-1-1 0,1 1 0,0 0 0,-1 0 0,1-1 0,-1 1 0,1-1 0,-1 1 0,0-1 0,1 0 0,-1 1 0,1-1 0,-1 0 0,0 0 0,0 0 0,2-1 0,24-25 0,-20 19 0,1 0 0,0 1 0,0 0 0,0 0 0,16-9 0,-22 15 0,0 0 0,0 0 0,0 0 0,0 1 0,-1-1 0,1 1 0,0 0 0,0-1 0,0 1 0,0 0 0,0 0 0,0 0 0,0 0 0,0 1 0,0-1 0,0 1 0,0-1 0,0 1 0,0-1 0,-1 1 0,1 0 0,0 0 0,0 0 0,-1 0 0,1 0 0,0 0 0,-1 1 0,1-1 0,-1 1 0,0-1 0,0 1 0,1-1 0,-1 1 0,0-1 0,0 1 0,1 3 0,7 11-205,-7-12-8,0 0 1,0 0 0,0 0-1,1 0 1,-1 0-1,1-1 1,4 5-1,-6-8 132,0 1 0,0 0 1,0-1-1,0 1 0,0-1 0,1 0 0,-1 1 0,0-1 0,0 0 0,0 0 0,0 1 1,0-1-1,1 0 0,-1 0 0,0 0 0,0 0 0,0-1 0,0 1 0,1 0 1,-1-1-1,0 1 0,0 0 0,0-1 0,0 1 0,0-1 0,0 1 0,0-1 0,0 0 1,0 0-1,0 1 0,0-1 0,0 0 0,-1 0 0,2-1 0,31-21-19855,-9 8 13607,-14 7 5207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16 812,'-21'-16'27269,"5"16"-23780,11 2-3411,0-1 1,0 1 0,0 0 0,0 1-1,0-1 1,1 1 0,-1 0 0,1 0-1,0 0 1,0 0 0,0 1 0,0 0-1,1 0 1,0 0 0,-1 0 0,1 0-1,1 1 1,-1 0 0,1-1 0,0 1-1,0 0 1,-3 9 0,4-9-165,0-1-1,0 1 1,0 0-1,1 0 1,-1-1 0,1 1-1,0 0 1,1 0-1,-1 0 1,1 0 0,1 5-1,0-6-215,-1-1 1,0 0-1,1 0 0,-1 0 0,1 0 0,0 0 0,0 0 0,0-1 0,0 1 0,1-1 1,-1 1-1,1-1 0,-1 0 0,1 0 0,0 0 0,0 0 0,3 1 0,-3-2-343,0 0-1,0 0 0,0 0 0,0 0 0,0-1 0,1 0 0,-1 1 0,0-1 0,0-1 0,0 1 0,0 0 0,1-1 0,-1 1 1,0-1-1,0 0 0,0 0 0,0 0 0,0 0 0,-1-1 0,1 1 0,3-3 0,4-3-1064,-1 1 0,0-2-1,0 1 1,11-14 0,-5 3 503,-1 0 1,12-21-1,-13 17 726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55 424,'5'-8'529,"21"-24"2484,-4 17 5037,-22 15-7722,1 0 0,0 0 0,-1 0 0,1 0 0,0 0 0,0 0 0,-1 0 0,1 1 0,0-1 0,-1 0-1,1 0 1,0 1 0,-1-1 0,1 0 0,0 1 0,-1-1 0,1 1 0,-1-1 0,1 0 0,-1 1 0,1-1 0,-1 1 0,1 0 0,-1-1 0,1 1 0,-1-1 0,0 1 0,1 0 0,-1-1 0,0 1 0,0 0 0,1-1 0,-1 1 0,0 0 0,0-1 0,0 2 0,6 27 4487,-5-28-4555,0 15 1018,0 0 1,-3 27-1,0-24-1753,0 1 0,-2-1 0,-11 36 1,14-52-717,-1 1 0,0-1 0,0 1 0,0-1 0,0 0 1,0 0-1,-5 5 0,5-6-241,1-1 1,-1 1-1,0-1 0,0 1 0,0-1 1,0 0-1,0 1 0,-1-1 0,1 0 1,0 0-1,0-1 0,-3 2 0,3-2-233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4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84 172,'-17'-18'24604,"28"18"-22610,34-4 1011,-4-5-5696,-1-5-4521,1-3-3347,-22 9 4989,-3 1 3680,1 1 713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4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32 84,'1'6'956,"-1"1"1,0 0-1,0 0 1,-2 11-1,-15 50 11723,11-51-9739,1 0 1,-2 20-1,6-37-2913,1 1 0,0-1 1,0 1-1,0-1 0,0 1 0,0-1 1,-1 1-1,1-1 0,0 1 1,0-1-1,0 1 0,1 0 0,-1-1 1,0 1-1,0-1 0,0 1 0,0-1 1,0 0-1,0 1 0,1-1 1,-1 1-1,0-1 0,0 1 0,1-1 1,-1 1-1,0-1 0,1 0 1,-1 1-1,1 0 0,12-7 84,12-21-296,-17 13 249,-1 1 0,-1-1 0,0 0 0,8-27 0,-13 37 144,0 1 1,0-1 0,0 0-1,-1 0 1,0 0 0,1 1-1,-1-1 1,0 0 0,-1 0 0,1 0-1,-1 0 1,0 1 0,0-1-1,0 0 1,0 0 0,0 1-1,-1-1 1,0 1 0,0 0-1,0-1 1,0 1 0,0 0 0,-1 0-1,-4-4 1,6 6-205,-1 0 1,0 0-1,0 0 1,0 0-1,0 0 0,0 1 1,0-1-1,0 1 1,0 0-1,0-1 0,0 1 1,0 0-1,0 0 1,0 0-1,0 1 0,0-1 1,-1 0-1,1 1 0,0 0 1,1-1-1,-1 1 1,0 0-1,0 0 0,0 0 1,0 0-1,0 0 1,1 0-1,-1 0 0,1 1 1,-1-1-1,1 1 1,-2 2-1,-4 2-8,1 1 0,0-1 0,0 2-1,1-1 1,0 1 0,-5 10 0,10-17-113,-7 18-7334,6-18 7193,1-1-1,0 1 0,0-1 0,0 1 1,0-1-1,0 1 0,0-1 0,0 1 1,0-1-1,0 0 0,0 1 1,0-1-1,0 1 0,0-1 0,0 1 1,0-1-1,1 1 0,-1-1 0,0 0 1,0 1-1,0-1 0,1 1 0,-1-1 1,0 0-1,1 1 0,-1-1 0,0 0 1,1 1-1,-1-1 0,0 0 0,1 0 1,-1 1-1,1-1 0,-1 0 1,1 0-1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5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0 282 772,'8'27'3779,"-2"-11"2240,-3 0 3720,0-36-2269,8-21-6671,-11 40-600,46-163 981,-45 160-1156,0 1 1,1-1-1,0 1 1,0 0 0,0-1-1,0 1 1,0 0-1,1 0 1,-1 1-1,1-1 1,0 0 0,0 1-1,3-3 1,46-22-5476,-31 18-985,-3 0-3563,-13 5 5866,1-2 2252,1-2 802,3 1 125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5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 2 44,'-17'-2'3643,"-12"10"9256,1 7-81,14-6-9459,9-5-3359,0-1 0,0 1 0,0 0 0,1 0 0,-1 0 0,1 0 0,0 1 0,0 0 0,1 0 0,-1 0 0,1 0 0,1 0 0,-1 1 0,1-1 0,-1 1 0,2 0 0,-1 0 0,1 0 0,-1 0 0,2 0 0,-1 0 0,1 0 0,0 0 0,0 0 0,2 11 0,-2-15 0,4 21 0,0 0 0,-2 0 0,-1 0 0,-3 39 0,2-56 0,-1-1 0,0 1 0,-1 0 0,1 0 0,-1 0 0,0-1 0,-1 1 0,1-1 0,-1 1 0,0-1 0,-1 0 0,1 0 0,-1-1 0,0 1 0,0-1 0,0 1 0,-1-1 0,1-1 0,-1 1 0,0-1 0,0 1 0,-1-2 0,-9 5 0,8-4-512,-1 0-1,0-1 1,0-1-1,0 1 1,-11 0-1,-5-2-4741,-44-6 0,35 3 1583,-2 3-8704,20 3 9993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7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143 142 240,'-38'3'3719,"32"-2"-1889,0 1 0,0 0 0,0 0 0,0 0-1,1 0 1,-9 6 0,10-6-421,0 1-1,0 0 1,0 0-1,1 0 1,-1 1-1,1-1 1,0 1-1,-5 7 1,-7 25 1909,14-28-3318,0-1 0,0 1 0,0 0 0,1 0 0,0 0 0,1 0 0,0 0 0,0 0 0,0 0 0,1 0 0,1-1 0,-1 1 0,1-1 0,0 1 0,1-1 0,0 0 0,7 9 0,-9-12 0,1-1 0,-1 1 0,1-1 0,0 0 0,0 0 0,1 0 0,-1 0 0,1 0 0,-1-1 0,1 0 0,0 1 0,0-1 0,0-1 0,0 1 0,0-1 0,0 1 0,1-1 0,-1 0 0,0-1 0,1 1 0,-1-1 0,0 0 0,1 0 0,-1 0 0,1-1 0,-1 1 0,0-1 0,1 0 0,-1 0 0,0-1 0,0 1 0,7-4 0,-1-2 0,1 0 0,-1 0 0,-1-1 0,1 0 0,-2 0 0,1-1 0,-1 0 0,0-1 0,-1 0 0,0 0 0,7-14 0,-7 11 0,-1 1 0,-1 0 0,0-1 0,0 0 0,-1-1 0,-1 1 0,0 0 0,-1-1 0,1-26 0,-4 34 0,0-1 0,0 1 0,-1 0 0,0-1 0,0 1 0,0 0 0,0 0 0,-1 1 0,0-1 0,-1 1 0,1-1 0,-1 1 0,0 0 0,0 0 0,-1 0 0,1 1 0,-1 0 0,0 0 0,0 0 0,-1 0 0,1 1 0,-1 0 0,0 0 0,-8-3 0,7 3 0,-1 0 0,1 1 0,-1-1 0,0 2 0,0-1 0,0 1 0,0 0 0,0 1 0,0 0 0,0 0 0,0 1 0,0 0 0,0 0 0,0 1 0,1 0 0,-1 0 0,0 1 0,1 0 0,-10 5 0,14-6-616,1-1 1,-1 1-1,0 0 0,1 0 0,0 1 1,0-1-1,-1 0 0,-2 6 0,4-7 228,1 0 0,-1 0-1,1 0 1,-1 1-1,1-1 1,-1 0-1,1 0 1,0 1-1,0-1 1,0 0-1,0 1 1,0-1-1,0 0 1,0 1-1,0-1 1,0 0-1,0 0 1,1 1-1,-1-1 1,1 0-1,-1 0 1,1 1-1,0 0 1,9 12-9598,11 1 4204,-1-5 4180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43 236 472,'-20'4'27355,"27"2"-22419,-4-4-4936,0 0 0,1-1 0,-1 0 0,1 1 0,-1-1 0,1-1 0,0 1 0,-1 0 0,1-1 0,0 0 0,0 0 0,-1 0 0,1 0 0,0-1 0,-1 1 0,5-2 0,-1-1 0,-1 1 0,0-1 0,0 0 0,0 0 0,0 0 0,-1-1 0,0 0 0,9-8 0,-5 3 0,0 0 0,-1-1 0,0 0 0,-1-1 0,0 0 0,0 0 0,-1 0 0,-1-1 0,5-12 0,-9 19 0,0 1 0,0-1 0,0 0 0,-1 0 0,1 1 0,-1-1 0,0 0 0,-1 0 0,1 0 0,-1 1 0,0-1 0,0 0 0,0 1 0,-3-6 0,3 9 0,1-1 0,-1 1 0,0-1 0,0 1 0,0 0 0,0-1 0,0 1 0,-1 0 0,1 0 0,0 0 0,0 0 0,-1 0 0,1 0 0,-1 0 0,1 0 0,-1 0 0,-1 0 0,0 0 0,1 1 0,0 0 0,-1 0 0,1 0 0,0 0 0,-1 0 0,1 0 0,0 1 0,-1-1 0,1 1 0,0-1 0,0 1 0,-1 0 0,1 0 0,-4 2 0,0 2 0,-1-1 0,1 1 0,0 1 0,1-1 0,-1 1 0,1 0 0,0 0 0,0 0 0,1 1 0,0-1 0,0 1 0,1 0 0,0 0 0,-4 11 0,-2 13 0,0 0 0,-4 34 0,13-64 0,-43 410 0,35-308 0,6-80 10,-1 17-1363,2 66 0,3-95-4334,-1-10 4430,-1 0 1,1 0-1,0 1 1,-1-1-1,1 0 1,0 0-1,0 0 1,-1 0-1,8 5-6282,4-3 3509,3-8 2740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131 318 628,'-6'0'28883,"11"8"-25631,-4-7-3252,0 0 0,0 0 0,0-1 0,0 1 0,0 0 0,0 0 0,0-1 0,0 1 0,0 0 0,1-1 0,-1 1 0,0-1 0,0 0 0,1 1 0,-1-1 0,0 0 0,1 0 0,-1 0 0,0 0 0,1 0 0,-1 0 0,0 0 0,0 0 0,1-1 0,-1 1 0,0-1 0,1 1 0,-1 0 0,0-1 0,0 0 0,0 1 0,0-1 0,0 0 0,2-1 0,5-3 0,-1 0 0,0-1 0,11-10 0,-6 3 0,-2 0 0,0 0 0,0-1 0,-1 0 0,-1-1 0,0 0 0,-1-1 0,-1 1 0,0-1 0,-1 0 0,-1-1 0,0 1 0,-1-1 0,0-18 0,-3 32 0,0 1 0,0 0 0,0-1 0,0 1 0,0-1 0,-1 1 0,1 0 0,-1-1 0,0 1 0,0 0 0,0 0 0,0 0 0,0-1 0,0 1 0,0 0 0,-3-2 0,3 2 0,-1 1 0,1 1 0,0-1 0,-1 0 0,1 0 0,-1 0 0,1 1 0,-1-1 0,0 1 0,1-1 0,-1 1 0,1 0 0,-1-1 0,0 1 0,1 0 0,-1 0 0,0 0 0,-2 1 0,-1 0 0,0 0 0,0 0 0,0 1 0,0 0 0,0 0 0,0 0 0,0 1 0,1 0 0,-1 0 0,1 0 0,0 0 0,0 1 0,-5 5 0,-5 9 0,0 0 0,2 1 0,0 0 0,1 1 0,1 0 0,1 1 0,-10 34 0,-29 158 0,38-156 0,-6 22-182,4 0 0,3 1-1,3 127 1,9-188-5615,4-3-8177,15-21 2311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8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35 216 520,'-1'0'273,"1"-1"-1,-1 0 1,0 0-1,0 1 0,0-1 1,0 0-1,0 1 1,1-1-1,-1 1 1,0-1-1,0 1 1,0 0-1,0-1 1,-1 1-1,1 0 1,0 0-1,0 0 1,0 0-1,-1 0 1,1 0 251,0 0-1,1 0 1,-1 1 0,1-1-1,-1 0 1,0 1 0,1-1 0,-1 1-1,1-1 1,-1 1 0,1-1 0,-1 1-1,1-1 1,-1 1 0,1 0 0,-1-1-1,1 1 1,0 0 0,0-1-1,-1 2 1,-3 24 11998,6-11-9249,-1-11-3273,0 0 0,0 0 0,0 0 0,1-1 0,-1 1 0,1-1 0,0 1 0,0-1 0,1 0 0,-1 1 0,0-1 0,1 0 0,0-1 0,0 1 0,0 0 0,0-1 0,0 0 0,0 0 0,1 0 0,-1 0 0,1 0 0,6 2 0,-5-3 0,0 0 0,0-1 0,0 1 0,1-1 0,-1 0 0,0 0 0,0-1 0,0 0 0,0 0 0,0 0 0,0 0 0,0-1 0,0 0 0,0 0 0,-1 0 0,10-6 0,0-2 0,-1 0 0,0-1 0,0 0 0,-1-1 0,0-1 0,-1 0 0,-1 0 0,0-1 0,-1 0 0,0-1 0,-1 0 0,-1 0 0,0-1 0,-1 0 0,-1 0 0,4-22 0,-8 36 0,-1 0 0,0 0 0,0 0 0,0 0 0,0 0 0,0 0 0,0 0 0,0-1 0,-1 1 0,1 0 0,-1 0 0,1 0 0,-1 0 0,0 1 0,0-1 0,0 0 0,0 0 0,0 0 0,0 1 0,-1-1 0,1 0 0,-3-1 0,1 1 0,1 0 0,-1 1 0,0-1 0,-1 1 0,1 0 0,0-1 0,0 2 0,0-1 0,-1 0 0,1 1 0,0-1 0,-7 1 0,-1 1 0,0-1 0,1 2 0,-1 0 0,0 0 0,1 1 0,-1 0 0,-18 9 0,-22 20-1613,47-29 1047,-1 0 0,1 1-1,0 0 1,1 0 0,-1 0-1,1 0 1,-1 0 0,-3 9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8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26 206 520,'1'32'4196,"-1"34"13071,-7-29-8574,-4-17-6606,10-22-2087,0-1 0,0 1 0,0 0 0,0-1 0,0 1 0,0 0 0,1-1 0,0 1 0,-1-1 0,1 1 0,0-4 0,0-24 0,1 1 0,2-1 0,0 1 0,2 0 0,2 0 0,0 0 0,12-27 0,-17 52-218,0-1 1,1 1-1,-1 0 1,1 0-1,0 0 1,0 0-1,0 0 1,0 0-1,1 1 1,7-6-1,-6 6-315,-1 1-1,1-1 1,0 1-1,0 0 1,0 1-1,1-1 1,-1 1-1,0 0 1,1 0-1,-1 1 1,0 0-1,1 0 1,-1 0 0,11 2-1,7 0-19903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09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1 696,'-1'53'15437,"1"-1"-6500,-3 10-3943,-5 33-2325,1-34-2825,-5 40 358,-5-39-4320,8-48-6658,8-14 10507,1 0 0,0 0 0,-1 0 0,1 0-1,0 0 1,-1 0 0,1 0 0,0 0 0,-1 0-1,1 0 1,-1 0 0,1 0 0,0 0 0,-1 0-1,1 0 1,0 0 0,-1 0 0,1 0 0,0-1-1,-1 1 1,1 0 0,0 0 0,0-1 0,-1 1-1,1 0 1,0 0 0,-1-1 0,-18-31-6522,6 8 7708,-17-16 6205,15 20 737,0 1 3604,46 15-10540,48-14-1,-20-5-4545,28-20-8453,-4 1 5351,-79 40 6597,17-7 1815,12 1 5871,-31 8-7227,-1 0 0,0 0-1,1 0 1,-1 0 0,0 0 0,1 0 0,-1 1 0,0-1 0,1 0 0,-1 1-1,0 0 1,0-1 0,1 1 0,-1 0 0,0-1 0,0 1 0,0 0 0,0 0 0,0 0-1,0 0 1,0 0 0,0 0 0,0 0 0,-1 0 0,1 0 0,0 0 0,-1 1 0,1-1-1,-1 0 1,1 1 0,-1-1 0,0 0 0,1 1 0,-1-1 0,0 0 0,0 1 0,0-1-1,0 2 1,-1 31-43,1 13-178,0-45-110,0 1 1,0-1-1,1 0 0,-1 0 1,1 1-1,-1-1 0,1 0 1,0 0-1,0 0 0,0 0 1,0 0-1,0 0 0,1 0 1,2 3-1,-4-4 0,1-1 0,0 0 0,0 1 0,0-1 0,-1 0 0,1 0 0,0 1 0,0-1 0,0 0 0,0 0 0,-1 0 0,1 0 0,0 0 0,0 0 0,0 0 0,0 0 0,-1-1 0,1 1 0,0 0 0,0-1 0,0 1 0,-1 0 0,1-1 0,0 1 0,0-1 0,-1 1 0,1-1 0,1 0 0,25-23 0,-9 9 0,-15 14 0,-1 0 0,0 0 0,1 0 0,-1 0 0,0 0 0,1 0 0,-1 1 0,1-1 0,-1 1 0,1 0 0,-1 0 0,1 0 0,0 0 0,-1 0 0,1 0 0,-1 1 0,1-1 0,-1 1 0,1 0 0,-1 0 0,0 0 0,1 0 0,-1 0 0,0 0 0,0 0 0,0 1 0,4 2 0,3 5 0,-1 0 0,1 0 0,-2 1 0,12 17 0,-4-6 0,-13-17-651,1 0 0,0-1 0,0 1 1,0-1-1,0 1 0,1-1 0,0 0 0,7 5 0,-9-8 355,0 1 0,0 0-1,0-1 1,0 0 0,1 1-1,-1-1 1,0 0 0,0 0 0,0 0-1,0-1 1,1 1 0,-1 0-1,0-1 1,0 0 0,0 1-1,0-1 1,0 0 0,0 0-1,0 0 1,0 0 0,2-2 0,-3 3 209,-1-1 1,0 1-1,1 0 1,-1 0-1,1-1 1,-1 1-1,1 0 1,-1 0-1,1 0 1,-1 0-1,1-1 1,-1 1-1,1 0 1,-1 0-1,1 0 1,-1 0-1,1 0 1,-1 1-1,1-1 1,-1 0-1,1 0 1,-1 0 0,0 0-1,1 0 1,-1 1-1,1-1 1,-1 0-1,1 0 1,-1 1-1,1 0 1,9 14 863,2 0 5930,4-7 866,-15-9-7573,0 1 0,1-1 0,-1 0 0,0 0 0,0 0 0,-1 0 0,1 0 0,0 0 0,0 0 0,0 0 0,-1 0 0,1 0 0,0 0 0,-1 0 0,1-1 0,-1 1 0,1 0 0,-1 0 0,0-3 0,4-29 0,-2 5 0,0 19 0,1 0 0,0 1 0,1-1 0,0 1 0,0-1 0,10-13 0,-14 21 0,1 0 0,0-1 0,1 1 0,-1 0 0,0 0 0,0 0 0,1 0 0,-1 0 0,0 0 0,1 0 0,-1 1 0,1-1 0,-1 0 0,1 1 0,-1-1 0,1 1 0,-1-1 0,4 1 0,-3 0 0,0 1 0,0-1 0,0 1 0,-1 0 0,1-1 0,0 1 0,0 0 0,0 0 0,-1 0 0,1 0 0,0 1 0,-1-1 0,1 0 0,-1 1 0,1-1 0,-1 1 0,0-1 0,0 1 0,2 2 0,5 11 0,-1-1 0,0 1 0,-1 0 0,-1 1 0,0-1 0,3 24 0,1-2 0,-5-21-1862,0 1-1,-2 0 1,2 34 0,11-74-23212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0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86 251 260,'-4'4'1964,"0"0"0,0 0 0,1 0 0,0 1 0,-1-1 0,2 1 0,-1-1 0,0 1 0,1 0 0,0 0 0,0 0 0,0 1 0,1-1 0,-2 11 0,-6 16 972,-1-8-2834,5-14-101,1 1 0,0 0 0,1 0-1,0 0 1,-3 21 0,10-46-2712,17-43-10151,-1 0 3066,-5-1 4678,-1-13 3522,-2-36 4338,-8 83 567,-1 10 847,-2 0 8846,10 10-8298,4-11-7545,7-3-5115,-14 14 5969,0 1-1,0 0 0,0 0 1,1 1-1,8-1 0,-5 1 929,0 2-1,0-1 1,15 2-1,36 10 3441,-5 9 5552,-56-18-7311,1-1-1,-1 0 1,1 1-1,-1 0 1,0 0-1,0 0 1,0 0-1,0 0 0,0 0 1,0 0-1,0 0 1,0 1-1,-1-1 1,2 4-1,-1-1 196,1 1 0,-1 1 0,-1-1 1,1 0-1,-1 0 0,1 7 0,-1 9 872,-1 0 1,-4 38-1,3-52-1397,-1 10-277,-1 16 311,-9 38 0,10-63-558,0-1 1,0 0 0,-1 0 0,0 0-1,-1 0 1,0 0 0,0-1 0,-1 0-1,1 1 1,-8 6 0,12-14-310,-1 1 0,0 0 1,1-1-1,-1 1 0,0-1 1,1 1-1,-1-1 0,0 1 0,0-1 1,0 1-1,0-1 0,1 0 1,-1 1-1,0-1 0,0 0 0,0 0 1,0 0-1,0 0 0,0 0 1,0 0-1,0 0 0,0 0 0,1 0 1,-3-1-1,1 0-191,-1 0-1,1 0 1,0 0-1,0 0 1,0-1 0,0 1-1,0-1 1,0 0 0,-2-2-1,-18-24-1502,4-1 3984,9 15 1200,0 2 457,2-1 7446,7 13-10605,1-1-1,-1 1 1,0-1 0,1 1-1,0-1 1,-1 1 0,1 0-1,-1-1 1,1 1 0,-1 0-1,1 0 1,-1-1 0,1 1-1,0 0 1,-1 0-1,1 0 1,0 0 0,-1 0-1,1 0 1,-1 0 0,1 0-1,0 0 1,-1 0 0,1 0-1,1 1 1,18-2-1339,39-5 0,-31 0-1178,0-1 0,-1-2 1,0 0-1,38-20 0,-41 17-3783,20-10-2876,-16 10 6422,-1 3 1262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1 68,'-1'4'720,"-1"0"0,0 0 0,0 0 0,0 0 0,-1 0 0,1 0-1,-1 0 1,0-1 0,0 1 0,0-1 0,0 0 0,-1 0 0,-4 3 0,-5 7 2535,-89 87 2821,-28 29 4197,51-37-7261,72-82-3043,-7 8-671,-25 26 0,36-40 475,-1 0 0,0-1 1,0 0-1,0 0 0,0 0 0,-1 0 0,1-1 0,-1 1 0,1-1 0,-1 0 1,0-1-1,0 1 0,-5 0 0,9-2-132,1 0-1,-1 0 1,0 0-1,1 0 1,-1 0 0,1 0-1,-1 0 1,1 0-1,-1 0 1,1-1 0,-1 1-1,1 0 1,-1 0-1,1-1 1,-1 1 0,1 0-1,-1 0 1,1-1-1,0 1 1,-1-1 0,1 1-1,0 0 1,-1-1 0,1 1-1,0-1 1,-1 1-1,1-1 1,0 1 0,-1-1-1,-2-21-7225,9-19 778,4-3 4572,-4 20 1696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0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1 123 176,'16'-44'1066,"-12"28"1335,2 1 0,9-18 0,-15 32-2103,1 0 0,-1 0 0,1 0 0,0 0 0,-1 1 0,1-1 0,-1 0 0,1 0 0,0 1 0,0-1 0,0 0 0,-1 1 0,1-1 0,0 1 0,0-1 0,0 1 0,0-1 0,0 1 0,0 0 0,0-1 0,0 1 0,0 0 0,0 0 0,0 0 0,0 0 0,2 0 0,-1 0 106,1 1-1,0 0 1,-1 0-1,1 0 1,-1 0-1,1 0 1,-1 0-1,0 1 1,1-1-1,1 3 1,6 4 176,0 1 1,-1 1 0,9 11 0,-6-4-769,-9-13-636,0 0 0,0 0-1,0 0 1,0 0-1,7 5 1,-9-8 206,1 0-1,-1 0 1,0 0 0,1-1 0,-1 1 0,1 0 0,-1-1-1,1 0 1,-1 1 0,1-1 0,0 0 0,-1 0 0,1 0-1,-1 1 1,1-2 0,0 1 0,-1 0 0,1 0 0,-1-1 0,1 1-1,-1 0 1,3-2 0,11-5-1439,1-2 789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0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0 884,'-33'3'5120,"28"-2"-2766,-1 0 1,0 1-1,1-1 0,-1 1 1,1 0-1,0 1 0,0 0 1,0-1-1,-9 8 1,-6 9 860,7-4-3215,0 1 0,1 0 0,1 1 0,1 0 0,0 1 0,1 0 0,1 0 0,1 1 0,-6 22 0,12-35-123,0-1-1,0 1 1,0 0 0,1-1-1,-1 1 1,1 0 0,1 0-1,-1-1 1,1 1-1,0 0 1,0-1 0,1 1-1,0-1 1,2 7 0,-2-9-50,0 0 0,0 0 1,0 0-1,0-1 0,1 1 0,-1-1 1,1 1-1,-1-1 0,1 0 1,0 0-1,0 0 0,0 0 1,0-1-1,0 1 0,0-1 0,1 0 1,-1 0-1,0 0 0,1 0 1,-1 0-1,0-1 0,1 0 0,-1 1 1,5-2-1,1 1-2110,0-1-1,-1 0 1,1-1 0,0 0-1,-1-1 1,0 1-1,11-6 1,30-17-4217,-27 13 5324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1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89 190 440,'-30'15'3641,"25"-13"-1515,0 1 0,0 1 0,0-1 0,1 1 0,-6 5 0,7-7-864,1 1 0,0 0 0,0 0 1,0 0-1,0 0 0,1 0 0,-1 0 1,1 0-1,-2 6 0,-1 25 2042,4-32-3304,-1-1 0,1 1 0,0-1 0,0 0 0,0 1 0,0-1 0,1 1 0,-1-1 0,0 0 0,0 1 0,1-1 0,-1 1 0,1-1 0,-1 0 0,1 0 0,0 1 0,0-1 0,-1 0 0,1 0 0,0 0 0,0 0 0,0 0 0,0 0 0,2 2 0,-1-3 0,-1 0 0,1 1 0,0-1 0,-1 0 0,1 0 0,-1 0 0,1 0 0,0 0 0,-1-1 0,1 1 0,0 0 0,-1-1 0,1 1 0,-1-1 0,1 0 0,-1 1 0,3-2 0,6-4 0,-1-1 0,0 1 0,0-2 0,14-14 0,-10 8 0,0-1 0,-2 0 0,0-1 0,13-26 0,-19 33 0,-1 0 0,0-1 0,0 0 0,-1 0 0,-1 0 0,0 0 0,0-1 0,-1 1 0,1-21 0,-3 29 0,1-1 0,0 1 0,-1-1 0,0 1 0,1-1 0,-1 1 0,0 0 0,0-1 0,0 1 0,0 0 0,-1 0 0,1 0 0,-1 0 0,1 0 0,-1 0 0,0 0 0,0 0 0,0 1 0,0-1 0,0 1 0,0-1 0,0 1 0,0 0 0,0 0 0,-1 0 0,1 0 0,-4-1 0,1 1 0,1 0 0,-1 0 0,1 1 0,-1-1 0,1 1 0,-1 0 0,1 1 0,0-1 0,-1 1 0,1-1 0,-1 1 0,1 1 0,0-1 0,-8 4 0,0 1-404,7-4-412,0 0-1,0 1 1,0-1-1,0 1 1,0 0-1,1 1 1,0-1-1,-1 1 1,1 0-1,1 0 1,-1 0-1,0 0 1,1 0-1,-3 7 1,23-2-18904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9 296,'7'-1'690,"26"-6"26122,-36 8-26204,1 1-1,-1-1 0,0 1 1,1 0-1,-1 0 0,1 0 1,-4 4-1,1-1-602,1 2 0,-1-1 0,1 0 0,1 1 0,-1 0 0,1-1 0,0 1 0,1 1 0,-1-1 0,2 0 1,-1 1-1,1-1 0,0 1 0,0-1 0,1 1 0,0-1 0,0 1 0,1-1 0,0 1 0,4 13 0,-3-12-5,0 0 0,-1-1 0,0 1 0,-1 0 0,0 0 0,0 0 0,-1 0 0,0-1 0,-1 1 0,0 0 0,0-1 0,-1 1 0,-4 9 0,4-12 0,1-1 0,-1 1 0,-1-1 0,1 0 0,-1 0 0,0 0 0,0 0 0,0-1 0,0 0 0,-1 0 0,0 0 0,0 0 0,0-1 0,0 0 0,-1 0 0,1 0 0,-1 0 0,0-1 0,-11 3 0,13-5-66,-1 1-1,1-1 1,-1 0 0,1-1-1,-1 1 1,1-1 0,-1 1-1,1-1 1,0-1 0,0 1-1,-1-1 1,1 1 0,0-1-1,0 0 1,0-1 0,1 1-1,-1-1 1,1 1 0,-1-1-1,1 0 1,0 0 0,0-1-1,-4-5 1,6 7-1027,1 0 1,-1 1-1,1-1 1,0 0-1,0 0 1,0 1-1,0-1 1,0 0-1,0 0 1,0 0-1,1 1 1,-1-1-1,0 0 1,1 1-1,0-1 1,-1 0-1,1 1 1,1-2-1,8-14-5722,2 5 4491,1-1 1210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6 252,'3'-1'743,"1"0"1,-1 0-1,0 0 0,0 1 0,1-1 1,-1 1-1,1 0 0,-1-1 0,0 2 1,1-1-1,-1 0 0,1 1 1,-1 0-1,0-1 0,0 1 0,1 1 1,-1-1-1,0 0 0,5 3 0,-6-1 274,1-1-1,0 0 0,-1 1 0,0 0 1,1-1-1,-1 1 0,0 0 0,0 0 0,2 6 1,7 23 2720,-9-19-3432,0 1 0,0 0 0,-2 0 0,0 0 0,0 0 0,-4 20 0,-22 84 1207,18-87-1413,7-24-105,-3 10-533,0 0 0,-1 0 0,0 0 0,-2-1 0,0 1 0,-18 29 0,25-46 174,0 0 0,-1 1 1,1-1-1,0 0 0,-2 2-2188,1-2 2188,1 0 0,0 1 0,-1-1 0,1 0 1,0 0-1,-1 0 0,1 0 0,0 0 0,-1 0 1,1 0-1,-1 0 0,1 0 0,0 0 1,-1 0-1,1 0 0,-1 0 0,1 0 0,0 0 1,-1 0-1,1 0 0,0 0 0,-1-1 0,1 1 1,0 0-1,-1 0 0,1 0 0,0-1 0,-1 1 1,0-1-1095,-7-10-7064,4 3 5609,2 3 2826,-4-5-788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7:12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91 120 140,'-5'-3'327,"-24"-17"3163,1-3 6012,27 22-8527,-1-1 0,0 1 0,0 0 0,0 0 0,0 1 0,0-1 0,0 0 0,0 1 0,-4-1 0,0 2 4190,17 5-2139,1-3-2890,-1 1-1,1-1 1,0-1-1,0 0 1,0-1 0,0 0-1,0 0 1,0-2-1,0 1 1,18-5-1,11-3-265,68-24 0,-24 5-118,-76 25-502,54-11-5334,-42 12 140,-2 4-3713,-13 1 4386,1 3 2658,-5-3 1702,6 5-90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0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79 160,'2'-20'1885,"1"-1"5376,2-17 15540,-4 47-22656,1 0 0,-1 0 0,2-1 0,3 11 1,2 8-216,25 138 70,-7 1 0,-7 1 0,-7 1 0,-8 0 0,-23 232 0,10-296-50,-5 0 1,-30 118-1,32-193-3727,1-14-7882,7-29-5183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0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21 608,'0'-1'619,"0"1"1,0-1-1,0 0 1,0 1-1,0-1 1,0 0-1,0 0 0,0 1 1,0-1-1,0 0 1,0 0-1,0 1 1,0-1-1,-1 0 0,1 1 1,0-1-1,-1 0 1,1 1-1,0-1 1,-1 1-1,1-1 0,-1 0 1,1 1-1,-1-1 1,1 1-1,-1-1 1,1 1-1,-1 0 0,1-1 1,-1 1-1,0-1 1,1 1-1,-2 0 0,-12 1 10174,1 4-9261,8-4-2823,-22 8 1339,13-5-47,0 0 1,0 1 0,1 1-1,0 0 1,0 1 0,1 0-1,-16 13 1,-51 51-1235,-114 137 1,134-141 407,41-42-3387,15-18-545,13-15-2767,37-44-1451,-10 11 6573,-7 10 1367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0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39 596,'12'-7'1336,"-1"1"0,2 1-1,18-6 1,-22 8 693,1 1 0,0 0-1,0 1 1,0 0-1,0 0 1,0 1 0,0 0-1,0 1 1,11 2 0,30 12 3390,-1 7-5037,0 3 0,63 41 0,-13-6-410,-54-30-3543,-35-21 1159,0 0-1,0 1 0,-1 1 1,-1 0-1,1 0 0,9 18 1,3 6-7154,-10-20 7616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09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368 129 464,'10'-34'6412,"-9"29"-4256,0 0 1,-1 0-1,0-1 0,0 1 1,0 0-1,-1 0 1,0 0-1,-2-10 0,-7-7 3177,9 20-5301,0 1-1,0 0 1,-1-1 0,1 1-1,-1 0 1,1 0-1,-1 0 1,1 0-1,-1 0 1,0 0 0,1 1-1,-1-1 1,0 0-1,0 1 1,0-1 0,1 1-1,-1 0 1,0 0-1,0 0 1,0 0-1,0 0 1,0 0 0,0 0-1,1 0 1,-1 1-1,0-1 1,0 1-1,0-1 1,-2 2 0,-4 1 8,-1 0-1,1 1 1,0 0 0,-14 9 0,-5 6-40,1 2 0,0 1 0,-41 47 0,53-52 0,1 0 0,1 0 0,0 2 0,2-1 0,0 1 0,1 1 0,-7 21 0,12-28 0,1 0 0,0 0 0,1 0 0,0 22 0,1-30 0,1-1 0,0 1 0,1-1 0,-1 1 0,1-1 0,0 1 0,0-1 0,0 1 0,1-1 0,-1 0 0,1 0 0,0 0 0,0 0 0,1 0 0,-1 0 0,6 6 0,-6-8 0,0-1 0,-1 0 0,1 1 0,0-1 0,0 0 0,0 0 0,0 0 0,0 0 0,0 0 0,0-1 0,0 1 0,1-1 0,-1 1 0,0-1 0,0 0 0,0 0 0,1 0 0,-1 0 0,0 0 0,0 0 0,1-1 0,-1 1 0,0-1 0,0 1 0,0-1 0,0 0 0,3-1 0,3-3 0,0 0 0,0-1 0,0 1 0,12-14 0,-10 10 0,-10 9 0,0 0 0,0 0 0,0 0 0,-1 0 0,1 0 0,0-1 0,0 1 0,0 0 0,0 0 0,0 0 0,0 0 0,0 0 0,0 0 0,0 0 0,0 0 0,0 0 0,0 0 0,0 0 0,0-1 0,0 1 0,0 0 0,0 0 0,0 0 0,0 0 0,0 0 0,0 0 0,0 0 0,0 0 0,0 0 0,0 0 0,0 0 0,1 0 0,-1-1 0,0 1 0,0 0 0,0 0 0,0 0 0,0 0 0,0 0 0,0 0 0,0 0 0,0 0 0,0 0 0,0 0 0,-6 9 0,-34 134 0,13 53 0,-2 10 0,17-176-5865,1-4-2962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0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10 116 876,'-1'2'988,"0"0"0,-1 0 1,1 0-1,0 0 0,1 0 0,-1 0 0,0 1 0,1-1 1,-1 0-1,1 0 0,-1 0 0,1 1 0,0-1 1,1 4-1,-1-1-62,1 0 1,0 0 0,0 0-1,1-1 1,0 1 0,3 6-1,3 3 316,1 1 1,20 24-1,-27-36-1057,1 0-1,-1-1 1,0 1 0,1-1 0,-1 0 0,1 0 0,0 0 0,0 0-1,0 0 1,0-1 0,0 1 0,0-1 0,0 1 0,1-1 0,4 1-1,-6-2-38,0 0 0,0 0 0,0 0 0,0-1-1,0 1 1,0 0 0,0-1 0,0 0-1,0 1 1,0-1 0,0 0 0,0 0 0,0 0-1,0 0 1,0 0 0,-1 0 0,1-1-1,-1 1 1,1-1 0,-1 1 0,1-1 0,-1 1-1,0-1 1,0 0 0,2-3 0,16-30-41,-15 26-105,0 0-1,0 0 1,1 0 0,0 1 0,1 0 0,0 0 0,0 0-1,0 1 1,1 0 0,11-8 0,-17 14 0,0 1 0,0-1 0,0 1 0,1 0 0,-1 0 0,0-1 0,0 1 0,0 0 0,1 0 0,-1 0 0,0 0 0,0 1 0,0-1 0,1 0 0,-1 0 0,0 1 0,0-1 0,0 1 0,0-1 0,0 1 0,0-1 0,0 1 0,0 0 0,0-1 0,0 1 0,0 0 0,0 0 0,0 0 0,-1 0 0,1 0 0,0 0 0,0 0 0,-1 0 0,2 2 0,19 42 0,-20-42 0,16 55 0,-15-47 0,0 0 0,1 0 0,1-1 0,-1 1 0,2-1 0,0 1 0,0-1 0,9 12 0,-14-21-162,1 0 0,0-1 0,0 1 0,0 0 0,0 0 0,0-1 0,0 1 0,0-1 0,0 1 0,0-1 0,0 1 0,0-1 0,0 1 0,0-1 0,0 0 0,1 0 0,-1 0 0,0 0 0,0 0 0,0 0 0,0 0 0,2 0 0,0-1-762,0 1 0,0-1 0,0-1 0,0 1 0,0 0 0,0-1 0,0 1 0,3-3 0,27-24-9072,-18 12 6757,33-46-467,-8-3 3637,-4-4 4230,-5-2 4827,-29 66-7788,10-20 4183,-12 24-4942,0 0-1,1 0 0,-1 0 0,1 0 0,-1 0 1,1 0-1,0 1 0,-1-1 0,1 0 0,0 0 1,0 1-1,-1-1 0,1 0 0,0 1 1,0-1-1,0 1 0,0-1 0,0 1 0,1-1 1,-1 2-417,-1-1 1,1 0-1,0 1 1,0-1-1,-1 1 1,1 0 0,0-1-1,-1 1 1,1 0-1,-1-1 1,1 1-1,-1 0 1,1-1-1,-1 1 1,1 0 0,-1 0-1,0 0 1,1 0-1,-1-1 1,0 1-1,0 0 1,0 0-1,1 2 1,3 26-84,-3-25 44,9 138 15,-2-20 0,-8-122-33,0 1 1,0 0-1,0-1 1,0 1-1,0-1 0,0 1 1,0 0-1,0-1 1,0 1-1,0-1 0,0 1 1,0-1-1,0 1 1,0 0-1,0-1 0,-1 1 1,1-1-1,0 1 1,-1-1-1,1 1 0,0-1 1,-1 1-1,1-1 0,0 1 1,-1-1-1,1 1 1,-1-1-1,0 1 0,0-1-114,0 0 0,0 0 0,0 1 0,0-1-1,0 0 1,0 0 0,-1-1 0,1 1-1,0 0 1,0 0 0,0 0 0,0-1-1,0 1 1,-2-2 0,-41-25-4291,34 20 3977,-1 0 1286,0-2 0,1 1 0,-12-14 0,-14-11 3718,25 21-4333,10 12-209,1 0 0,0-1 1,0 1-1,0 0 0,0 0 0,0 0 1,0 0-1,0-1 0,0 1 0,0 0 1,0 0-1,0 0 0,0 0 0,0-1 1,0 1-1,0 0 0,0 0 0,0 0 1,0 0-1,0-1 0,0 1 0,1 0 1,-1 0-1,0 0 0,0 0 0,0-1 1,0 1-1,0 0 0,0 0 0,0 0 1,1 0-1,-1 0 0,0 0 0,0 0 1,0-1-1,0 1 0,0 0 0,1 0 1,-1 0-1,0 0 0,0 0 0,32-1-53,23 2-2349,59-7-1,-82 4 1142,-22 1-1758,-1 0 0,1-1 0,0 0 0,-1-1 0,13-5 0,10-7-1874,1-2 4015,-12 6 4053,12 1 8679,-32 10-11199,1 0 0,0 0 0,-1 0 1,1 0-1,-1 1 0,1-1 0,-1 0 0,1 1 0,-1-1 1,1 1-1,-1-1 0,1 1 0,-1 0 0,1 0 0,-1-1 1,0 1-1,2 2 0,11 19 2442,-7-2-3098,13 34 0,-18-50 0,0 0 0,0 0 0,0-1 0,0 1 0,0-1 0,1 1 0,0-1 0,0 0 0,0 0 0,4 3 0,-6-5 0,1-1 0,-1 1 0,1 0 0,-1-1 0,1 1 0,-1-1 0,1 0 0,-1 0 0,1 1 0,0-1 0,-1 0 0,1 0 0,-1 0 0,1-1 0,0 1 0,-1 0 0,1 0 0,-1-1 0,1 1 0,-1-1 0,1 0 0,1-1 0,36-24 0,-9 4 0,-28 21 0,1 0 0,-1 0 0,1 1 0,-1-1 0,0 1 0,1-1 0,-1 1 0,1 0 0,-1 0 0,1 0 0,-1 0 0,1 0 0,-1 1 0,1-1 0,-1 1 0,0-1 0,1 1 0,-1 0 0,0 0 0,0 0 0,1 0 0,-1 1 0,0-1 0,0 0 0,0 1 0,0 0 0,-1-1 0,1 1 0,0 0 0,-1 0 0,1 0 0,1 3 0,3 5 0,0 0 0,-1 1 0,0 0 0,0-1 0,4 21 0,-8-28-171,0 0 0,0 1 1,0-1-1,0 0 0,1 0 0,-1 0 0,4 4 0,-4-7 110,-1 1 0,0-1 0,1 0 0,-1 1-1,0-1 1,1 0 0,-1 1 0,1-1 0,-1 0-1,1 0 1,-1 1 0,1-1 0,-1 0 0,0 0-1,1 0 1,-1 0 0,1 0 0,-1 0 0,1 0 0,-1 0-1,1 0 1,-1 0 0,2 0 0,-1 0-66,0-1 0,0 1-1,0-1 1,0 0 0,1 0 0,-1 1 0,0-1 0,0 0 0,-1 0 0,1 0 0,0 0 0,0 0 0,1-2 0,3-3-3263,15-21-7048,2 0 4688,-14 17 5497,1 1 1,0 0-1,14-10 1,-23 19 369,1-1 0,-1 1 0,0 0 0,1-1 0,-1 1 0,1 0 0,-1 0 0,1-1 0,-1 1 0,1 0 0,-1 0 0,1-1 0,-1 1 0,1 0 0,-1 0 0,1 0 0,-1 0 0,1 0 0,-1 0 1,1 0-1,-1 0 0,1 0 0,-1 0 0,1 0 0,-1 0 0,1 0 0,0 1 0,-1-1 0,0 0 0,1 0 0,-1 0 0,1 1 0,-1-1 0,1 0 0,0 1 0,6 20 8516,-7 13 1165,-2-20-7240,2-10-2558,-4 14 0,0-16 0,-2-11 0,4 3 0,0 1 0,0-1 0,1 0 0,0 0 0,0 0 0,1 0 0,0 0 0,0-10 0,9-48 0,-9 56 0,2 1 0,-1-1 0,1 1 0,0 0 0,1-1 0,0 1 0,0 0 0,0 0 0,1 1 0,0-1 0,1 1 0,-1 0 0,1 0 0,0 0 0,1 1 0,7-7 0,-2 4 0,-8 5 0,-1 1 0,1 0 0,0 0 0,0 0 0,0 0 0,0 1 0,1-1 0,-1 1 0,0 0 0,1 0 0,-1 0 0,0 0 0,1 0 0,-1 1 0,1 0 0,-1 0 0,1 0 0,4 0 0,18 3-2664,0 2-3779,22 2-7424,-16-7 8910,8-2 1216,-20 2 2882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0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141 245 728,'-23'36'4893,"7"-10"3635,-12 7 8843,79-76-16128,-35 25-1243,-1 0 0,-1-1 0,0 0 0,-1-1 0,-2 0 0,0-1 0,-1-1 0,-1 1 0,7-27 0,-15 46 0,-1 0 0,1 0 0,-1 0 0,1-1 0,-1 1 0,0 0 0,1 0 0,-1 0 0,0-1 0,-1 1 0,1 0 0,0 0 0,-1 0 0,1-1 0,-1 1 0,0 0 0,0 0 0,1 0 0,-1 0 0,-1 0 0,1 0 0,0 0 0,0 1 0,-1-1 0,1 0 0,-1 1 0,1-1 0,-1 1 0,0-1 0,0 1 0,0 0 0,1 0 0,-1 0 0,0 0 0,0 0 0,-1 0 0,1 0 0,0 1 0,0-1 0,0 1 0,-5-1 0,1 1 0,0-1 0,-1 2 0,1-1 0,-1 1 0,1 0 0,0 0 0,-1 0 0,1 1 0,0 0 0,0 0 0,0 1 0,1 0 0,-10 6 0,5-1-42,0 1 0,0 1 0,2 0 0,-1 0-1,1 1 1,0 0 0,1 0 0,1 1 0,0 0 0,0 0 0,1 0 0,1 1 0,0-1 0,1 1-1,0 0 1,1 1 0,0-1 0,1 0 0,0 0 0,3 18 0,-2-20-77,2 0 0,-1 0 0,2 0 0,-1 0 0,1-1 0,1 1 1,0-1-1,1 0 0,-1 0 0,2 0 0,6 9 0,-7-12-29,1-1 0,0 1 0,0-1 0,0 0 0,1-1 0,0 0 0,0 0 0,0 0 0,1-1 0,-1 0-1,1 0 1,0-1 0,0 0 0,1-1 0,11 3 0,-11-4-2970,0 0 0,1 0-1,-1-1 1,0 0 0,1-1-1,17-4 1,27-10-2054,-24 2 4093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1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87 484,'-14'-27'4811,"8"17"184,0-1 3549,6 11-8390,0 0-1,0 0 0,0-1 0,0 1 0,0 0 0,0 0 1,0-1-1,0 1 0,0 0 0,0-1 0,0 1 1,0 0-1,0 0 0,0-1 0,0 1 0,0 0 0,0-1 1,0 1-1,1 0 0,-1 0 0,0-1 0,0 1 1,0 0-1,0 0 0,1-1 0,-1 1 0,0 0 1,0 0-1,0 0 0,1 0 0,-1-1 0,0 1 0,0 0 1,1 0-1,-1 0 0,0 0 0,0 0 0,1 0 1,-1-1-1,0 1 0,1 0 0,-1 0 0,0 0 0,0 0 1,1 0-1,-1 0 0,0 0 0,1 0 0,-1 0 1,0 0-1,0 1 0,1-1 0,-1 0 0,17 4 5504,-9 1-5657,-2 1 0,1 0 0,-1 0 0,1 0 0,-2 1 0,1 0 0,-1 0 0,8 16 0,29 66 0,16 97 0,-15-43 0,-40-135 0,0 0 0,0 0 0,1-1 0,0 1 0,1-1 0,0 1 0,9 10 0,-13-17 0,1 0 0,-1 1 0,0-1 0,1 0 0,-1 0 0,1 0 0,0 0 0,-1 0 0,1 0 0,0 0 0,0 0 0,-1-1 0,1 1 0,0-1 0,0 1 0,0-1 0,0 0 0,0 0 0,-1 0 0,1 0 0,0 0 0,0 0 0,0 0 0,0 0 0,0-1 0,0 1 0,-1-1 0,1 0 0,0 1 0,0-1 0,-1 0 0,1 0 0,0 0 0,-1 0 0,1 0 0,-1-1 0,0 1 0,1 0 0,1-4 0,8-6 0,-1-2 0,-1 0 0,0 0 0,0 0 0,-2-1 0,12-27 0,26-96 0,-30 86 0,14-62 0,-19 68 0,24-67 0,-22 96-3164,-12 15 2715,1 1-1,0 0 1,-1-1-1,1 1 1,0 0-1,0 0 1,-1 0-1,1-1 1,0 1 0,0 0-1,-1 0 1,1 0-1,0 0 1,0 0-1,-1 1 1,1-1-1,0 0 1,0 0-1,-1 0 1,1 1 0,0-1-1,0 0 1,-1 1-1,1-1 1,0 0-1,0 1 1,18 18-11959,-9-5 8759,3 1 2450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1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0 728,'-23'24'5820,"17"-21"-2309,1 0-1,-1 0 0,0 0 1,-10 2-1,-3 2 2667,-1 2-3691,16-6-2486,0 1 0,0-1 0,0 1 0,1 0 0,-1 0 0,1 0 0,0 0 0,0 0 0,0 1 0,1-1 0,-1 1 0,-1 7 0,1-5 0,1-1 0,0 1 0,0 0 0,0 0 0,1 0 0,0 0 0,1 0 0,0 13 0,0-19 0,0 0 0,0-1 0,0 1 0,0 0 0,0-1 0,0 1 0,1-1 0,-1 1 0,0 0 0,0-1 0,0 1 0,1-1 0,-1 1 0,0-1 0,1 1 0,-1 0 0,1-1 0,-1 1 0,0-1 0,1 0 0,-1 1 0,1-1 0,-1 1 0,1-1 0,0 0 0,-1 1 0,1-1 0,0 1 0,1-1 0,-1-1 0,0 1 0,0 0 0,0 0 0,1 0 0,-1-1 0,0 1 0,0 0 0,0-1 0,0 1 0,0-1 0,0 0 0,0 1 0,1-2 0,29-27 0,-17 9 0,-6 6 0,1 2 0,1-1 0,0 1 0,0 0 0,1 1 0,1 1 0,13-11 0,-23 20 0,-1 1 0,1-1 0,0 0 0,-1 1 0,1-1 0,0 1 0,0-1 0,0 1 0,-1 0 0,1 0 0,0 0 0,0 0 0,0 0 0,0 0 0,0 0 0,-1 1 0,1-1 0,0 1 0,0-1 0,-1 1 0,1 0 0,0 0 0,-1-1 0,1 1 0,0 0 0,-1 1 0,0-1 0,1 0 0,-1 0 0,0 1 0,1-1 0,-1 0 0,0 1 0,0-1 0,1 3 0,6 8 0,0 0 0,-1 1 0,8 20 0,-8-18 0,-2-5 0,11 22 0,-15-30 0,0-1 0,0 1 0,0-1 0,0 1 0,0-1 0,1 0 0,-1 0 0,0 1 0,1-1 0,-1 0 0,1 0 0,-1 0 0,1 0 0,-1-1 0,4 2 0,-4-2-288,0 0 1,0-1-1,-1 1 1,1 0-1,0-1 0,0 1 1,-1-1-1,1 1 1,0-1-1,-1 1 0,1-1 1,-1 1-1,1-1 1,-1 0-1,1 1 0,-1-1 1,1 0-1,-1 0 0,0 1 1,1-1-1,-1 0 1,0 0-1,1 0 0,-1-1 1,8-26-11244,-6 23 9455,5-26-4946,2-3 3674,-1 8 2208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1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6 620,'3'-5'15901,"3"20"-6499,5 25-2930,9 331-4940,-21-211-4770,1-29-6350,0-120 6400,7 15-11354,-1-19 12352,-5-7 1241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1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97 520,'3'-21'2876,"-3"7"2800,-1 1 4483,26 55 3373,-15-13-13532,14 29 0,-23-56 0,1 1 0,-1 0 0,1-1 0,0 1 0,0-1 0,0 1 0,0-1 0,1 0 0,-1 0 0,0 0 0,1 0 0,0 0 0,-1 0 0,1-1 0,5 2 0,-5-2 0,-1-1 0,1 0 0,0-1 0,0 1 0,-1 0 0,1-1 0,0 1 0,-1-1 0,1 0 0,0 0 0,-1 0 0,1 0 0,-1-1 0,0 1 0,1-1 0,-1 1 0,3-4 0,35-32 0,-34 27 0,7-5 0,-13 14 0,1 1 0,-1 0 0,1 0 0,0 0 0,-1 0 0,1 0 0,-1 0 0,1 0 0,0 0 0,-1 0 0,1 0 0,-1 0 0,1 1 0,0-1 0,-1 0 0,1 0 0,-1 0 0,1 1 0,-1-1 0,1 0 0,-1 1 0,1-1 0,-1 0 0,1 1 0,-1-1 0,0 1 0,1-1 0,-1 1 0,0-1 0,1 1 0,-1-1 0,0 1 0,1 0 0,6 10 0,1 1 0,9 25 0,2 1 0,-19-38-35,1 1 0,-1 0-1,0-1 1,1 1 0,-1-1 0,0 1 0,0 0 0,0-1-1,0 1 1,0-1 0,0 1 0,0 0 0,0-1 0,0 1-1,0 0 1,0-1 0,0 1 0,0-1 0,0 1 0,0 0-1,-1-1 1,1 1 0,0-1 0,0 1 0,-1 0 0,1-1-1,0 1 1,-1-1 0,1 1 0,-1-1 0,1 0 0,-1 1-1,1-1 1,-1 1 0,1-1 0,-1 0 0,0 1 0,0 0-11,0-1 1,1 1 0,-1-1 0,0 1 0,1-1 0,-1 1 0,0 0 0,1-1-1,-1 1 1,1 0 0,-1 0 0,1 0 0,-1-1 0,1 1 0,0 0 0,0 0 0,-1 0-1,1 0 1,0 1 0,0-1 87,1-1-1,-1 1 1,1 0-1,-1-1 1,1 1 0,-1-1-1,1 1 1,-1-1-1,1 1 1,0-1-1,-1 1 1,1-1 0,0 1-1,-1-1 1,1 0-1,0 1 1,0-1-1,0 0 1,-1 0 0,1 0-1,0 1 1,0-1-1,0 0 1,-1 0-1,1 0 1,2-1 0,22 1 1074,55 6-1116,-70-3 0,-9-3 0,-1 0 0,1 1 0,0-1 0,-1 0 0,1 1 0,0-1 0,0 0 0,-1 0 0,1 0 0,0 0 0,0 1 0,-1-1 0,1 0 0,0 0 0,-1 0 0,1-1 0,0 1 0,0 0 0,-1 0 0,1 0 0,0 0 0,-1-1 0,1 1 0,0 0 0,-1-1 0,1 1 0,0-1 0,-1 1 0,1 0 0,-1-1 0,1 1 0,0-2 0,8-7 0,0-1 0,-1 0 0,0 0 0,-1-1 0,0 0 0,-1 0 0,8-21 0,4-4 0,-9 20 0,-2 4 0,-1-1 0,10-25 0,-15 35 0,0 0 0,0 0 0,0 0 0,-1 0 0,1 0 0,-1 0 0,0 0 0,0 0 0,0 0 0,0 0 0,-1 0 0,1 0 0,-1 0 0,0 1 0,0-1 0,0 0 0,0 0 0,0 0 0,-3-4 0,3 6 0,1 1 0,-1-1 0,1 0 0,-1 1 0,0-1 0,1 0 0,-1 1 0,0-1 0,1 1 0,-1-1 0,0 1 0,0-1 0,0 1 0,1 0 0,-1-1 0,0 1 0,0 0 0,0 0 0,0 0 0,0 0 0,0-1 0,0 1 0,1 0 0,-1 1 0,0-1 0,0 0 0,0 0 0,-1 0 0,-1 2 0,0-1 0,1 0 0,-1 1 0,0-1 0,1 1 0,-1 0 0,1 0 0,-4 3 0,-3 5 0,1-1 0,0 1 0,-8 13 0,11-13 0,-1 0 0,2 1 0,-1-1 0,1 1 0,1 0 0,0 0 0,1 1 0,0-1 0,0 0 0,1 1 0,1-1 0,0 1 0,0-1 0,1 1 0,1-1 0,0 0 0,6 21 0,-3-19 0,0 0 0,0-1 0,1 1 0,1-1 0,0 0 0,1-1 0,0 0 0,1 0 0,0 0 0,0-1 0,1-1 0,0 0 0,1 0 0,17 10 0,-17-12-142,0 0 1,1-1-1,0-1 0,0 0 0,0 0 1,0-1-1,1-1 0,0 0 0,-1-1 1,1 0-1,0-1 0,0-1 0,1 0 1,14-2-1,3-14-25052,-22 9 22419,9-5 727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47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0 104,'2'8'23797,"7"80"-14935,8 63-8862,2 24 0,-43 796 0,1-512 0,22-393 0,-6 85 0,2-131-5264,5-19 4923,-1 0 1,1 0 0,0-1-1,0 1 1,-1 0-1,1-1 1,0 1 0,-1-1-1,1 1 1,0 0-1,-1-1 1,1 1 0,-1-1-1,1 1 1,-1-1 0,0 1-1,1-1 1,-1 1-1,1-1 1,-1 0 0,0 1-1,1-1 1,-1 0-1,-1 1 1,-9-27-18373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4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75 624,'0'-17'3120,"-1"13"-2011,1 0-1,-1 0 0,1-1 0,0 1 0,1 0 1,-1 0-1,1 0 0,-1 0 0,1-1 0,0 1 1,2-7 4543,-10 12-2432,-8 6 355,-1 8-2766,1 1 0,1 1 0,0 0 0,-16 27 0,11-17-473,-21 28-1297,-65 102-6022,126-189-15587,-5 12 21041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47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56,'30'7'4513,"16"11"9402,-12-4-5395,-12-7-6701,10 4-1381,-1 1 0,0 1 0,-1 2-1,0 1 1,-1 2 0,-1 0 0,-1 2-1,35 32 1,-35-25-3374,-21-19 1133,1-1 1,-1 1-1,-1 1 1,0-1-1,0 1 1,0 0-1,3 9 1,-7-10-2267,-1-7 3438,0 0 1,1 0-1,-1 0 0,0 0 0,0 0 1,1 0-1,-1 0 0,1 0 0,-1 0 1,1 0-1,-1 0 0,1 0 0,-1 0 1,2 1-1,5 4-810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48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0 330 108,'6'15'5659,"-5"-13"-4587,-1 0-1,1-1 1,0 1 0,0 0 0,0 0-1,0-1 1,0 1 0,0 0-1,0-1 1,0 1 0,0-1-1,3 2 1,1 2-520,0-1 0,0 1 0,1-1 0,0-1 0,-1 1 0,1-1 0,1 0 0,-1-1 0,0 1 0,1-1 0,-1-1 0,11 3 0,-12-4-206,0 0 1,1 0-1,-1 0 1,1-1-1,-1 0 0,0 0 1,1 0-1,-1-1 0,0 1 1,0-1-1,0-1 0,0 1 1,0-1-1,-1 1 0,1-1 1,5-5-1,-1 0-346,0-1 0,-1-1 0,0 1 0,0-1 0,-1 0 0,0-1 0,-1 0 0,-1 0 0,1 0 0,-2-1 0,7-21 0,-7 17 0,0 0 0,-1 0 0,-1-1 0,0 1 0,-1-1 0,-1 0 0,0 1 0,-5-25 0,5 38 0,-1 0 0,1 0 0,-1 0 0,0 0 0,0 0 0,0 0 0,0 1 0,0-1 0,-1 0 0,1 0 0,-1 1 0,0-1 0,0 1 0,0 0 0,0-1 0,0 1 0,0 0 0,-1 0 0,1 0 0,-1 1 0,1-1 0,-1 1 0,0-1 0,1 1 0,-1 0 0,-5-2 0,4 3 0,0 0 0,1 0 0,-1 0 0,0 1 0,1-1 0,-1 1 0,1 0 0,-1 0 0,1 0 0,-1 0 0,1 1 0,0-1 0,0 1 0,-1 0 0,1 0 0,0 0 0,1 0 0,-1 1 0,0-1 0,1 1 0,-1 0 0,-2 3 0,-2 5 0,0 0 0,0 0 0,1 0 0,0 1 0,1 0 0,1 0 0,0 1 0,-4 20 0,-10 109 0,14-99 0,-4 205 0,7-129 0,5 84 0,-6-167-4841,0-11-1036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50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1 351 104,'2'1'407,"0"1"0,0-1 1,0 1-1,0 0 0,0 0 0,0-1 1,0 1-1,2 4 0,-1 0 1738,0-1 1,0 1-1,0-1 0,-1 1 1,3 8-1,0 15 8947,-6-22-7444,-1-7-2266,-2-5-1382,1-1 0,0 1 0,1-1 0,-1 0 0,1 0 0,0 0 0,0 0 0,-1-11 0,-3-55 0,5 49 0,1 16 0,-1 0 0,1 0 0,0 0 0,1 0 0,0 0 0,0 0 0,0 0 0,1 0 0,0 1 0,3-9 0,-2 11 0,-1 1 0,0-1 0,1 1 0,0 0 0,0 0 0,0 0 0,0 0 0,0 0 0,1 1 0,-1 0 0,1-1 0,0 1 0,0 1 0,-1-1 0,1 0 0,0 1 0,1 0 0,3-1 0,0-1 0,1 1 0,0 1 0,-1-1 0,1 1 0,0 1 0,-1 0 0,1 0 0,0 0 0,-1 1 0,1 1 0,0-1 0,-1 1 0,1 1 0,-1 0 0,0 0 0,0 0 0,0 1 0,0 0 0,-1 1 0,14 10 0,-19-13 0,48 40 0,-44-38 0,-1 0 0,0 0 0,1-1 0,0 0 0,0 0 0,0-1 0,10 4 0,-5-6 0,0-1 0,0 0 0,0-1 0,0 0 0,0 0 0,-1-1 0,1-1 0,-1 0 0,10-5 0,-18 8 0,6-3 0,0 0 0,0-1 0,-1 0 0,0 0 0,0 0 0,0-1 0,0 0 0,-1-1 0,0 0 0,0 1 0,-1-2 0,0 1 0,0-1 0,-1 0 0,0 0 0,0 0 0,3-10 0,-7 13 0,1 1 0,-1 0 0,0 0 0,0 0 0,0 0 0,0 0 0,-1-1 0,1 1 0,-1 0 0,0 0 0,0 0 0,-1 0 0,1 0 0,-1 1 0,0-1 0,0 0 0,0 1 0,-1-1 0,1 1 0,-1 0 0,0 0 0,0 0 0,0 0 0,-5-3 0,6 4 0,-1 0 0,0 0 0,0 0 0,0 0 0,-1 1 0,1-1 0,0 1 0,-1 0 0,1 0 0,-1 1 0,1-1 0,-1 0 0,1 1 0,-1 0 0,1 0 0,-1 0 0,1 1 0,-1-1 0,1 1 0,-1-1 0,1 1 0,-1 0 0,1 1 0,0-1 0,0 1 0,-1-1 0,1 1 0,-4 3 0,-1 2 0,1 0 0,1 0 0,-1 1 0,1-1 0,1 1 0,-1 1 0,2-1 0,-1 1 0,1 0 0,0 0 0,1 0 0,0 0 0,0 1 0,1 0 0,0-1 0,1 1 0,-1 15 0,2-4 0,0 0 0,1 0 0,1 0 0,1 0 0,1 0 0,1 0 0,9 24 0,-12-40 0,0 1 0,1-1 0,-1 1 0,1-1 0,1 0 0,-1 0 0,0 0 0,1-1 0,0 1 0,0-1 0,1 0 0,-1 0 0,10 6 0,-10-8 0,-1 0 0,1-1 0,-1 0 0,1 0 0,0 0 0,-1 0 0,1 0 0,0-1 0,0 1 0,0-1 0,0 0 0,-1-1 0,1 1 0,0 0 0,0-1 0,-1 0 0,1 0 0,0 0 0,-1 0 0,1-1 0,-1 0 0,7-3 0,-1-1-674,1-1 0,-1 0-1,0-1 1,-1 0 0,1 0 0,8-12-1,42-62-6786,-40 53 6024,37-43-3284,-15 29 4540,-4 10 4003,3 0 5186,-5 4-3318,-41 38-5690,0-1 0,1 1 0,1 1 0,-1-1 0,1 0 0,1 1 0,0 0 0,-2 12 0,-4 9 0,6-22 0,1 0 0,0 0 0,0 1 0,2-1 0,-1 1 0,1-1 0,0 1 0,1-1 0,0 0 0,3 15 0,1-7 0,0 1 0,1-1 0,1-1 0,14 24 0,-13-26 0,-7-13 0,0 0 0,0-1 0,-1 1 0,1-1 0,0 1 0,-1 0 0,1 0 0,-1-1 0,1 1 0,-1 0 0,1 0 0,-1 0 0,0 0 0,1-1 0,-1 1 0,0 0 0,0 0 0,0 0 0,1 0 0,-1 0 0,0 0 0,0 0 0,0 0 0,-1 0 0,1 0 0,0 0 0,0-1 0,0 1 0,-1 0 0,1 0 0,0 0 0,-1 0 0,1 0 0,-1-1 0,1 1 0,-1 0 0,1 0 0,-1-1 0,0 1 0,1 0 0,-1-1 0,0 1 0,1-1 0,-1 1 0,0-1 0,0 1 0,0-1 0,1 1 0,-3-1 0,2 2 0,-1-1 0,1-1 0,0 1 0,-1 0 0,0 0 0,1 0 0,-1-1 0,1 1 0,-1-1 0,0 1 0,0-1 0,1 0 0,-1 0 0,0 0 0,1 0 0,-1 0 0,0 0 0,0 0 0,1 0 0,-1-1 0,0 1 0,1-1 0,-1 1 0,0-1 0,1 0 0,-1 0 0,1 1 0,-1-1 0,1 0 0,0 0 0,-1 0 0,1-1 0,0 1 0,0 0 0,-1 0 0,1-1 0,0 1 0,0-1 0,1 1 0,-1-1 0,0 1 0,0-1 0,1 0 0,-1 1 0,1-1 0,-1 0 0,1 1 0,0-1 0,0 0 0,0 1 0,0-1 0,0 0 0,0 0 0,0 1 0,0-1 0,1 0 0,-1 1 0,1-1 0,-1 0 0,1 1 0,1-3 0,-1 2 0,1 0 0,-1 0 0,1 0 0,0 1 0,0-1 0,-1 0 0,1 1 0,0-1 0,1 1 0,-1 0 0,0 0 0,0 0 0,0 0 0,1 0 0,-1 0 0,1 1 0,-1-1 0,0 1 0,5-1 0,55-2 0,-48 4 0,-11-1 0,36 0 0,71-9 0,-99 8 0,-1-1 0,0-1 0,0 0 0,0 0 0,0-1 0,0 0 0,-1 0 0,1-1 0,-1-1 0,0 1 0,-1-1 0,9-8 0,-14 9 0,1 0 0,-1 0 0,0 0 0,0 0 0,-1-1 0,1 0 0,-1 1 0,-1-1 0,1 0 0,-1 0 0,0 0 0,0 0 0,0 0 0,-1-8 0,0 10 0,0 0 0,-1 0 0,1-1 0,-1 1 0,0 0 0,0 0 0,0 0 0,-1 0 0,-3-6 0,4 8 0,0 0 0,0 0 0,-1 0 0,1 1 0,-1-1 0,1 1 0,-1-1 0,1 1 0,-1-1 0,0 1 0,0 0 0,0 0 0,0 0 0,0 0 0,0 0 0,0 0 0,0 1 0,0-1 0,-3 0 0,2 1 0,-1 0 0,1 0 0,-1 1 0,1-1 0,0 1 0,-1 0 0,1-1 0,0 1 0,-1 1 0,1-1 0,0 0 0,0 1 0,0 0 0,0 0 0,1-1 0,-1 2 0,0-1 0,1 0 0,-1 1 0,-1 2 0,-2 1 0,1 0 0,0 1 0,0 0 0,1 0 0,0 0 0,0 1 0,-3 8 0,2 1 0,0 0 0,1 1 0,1-1 0,1 1 0,0 30 0,2-37 0,0 0 0,1 0 0,0 0 0,1 0 0,0 0 0,1 0 0,0-1 0,1 1 0,0-1 0,7 13 0,-9-19 0,0-1 0,1 0 0,-1 0 0,1 0 0,-1-1 0,1 1 0,0-1 0,0 1 0,0-1 0,0 0 0,0 0 0,0 0 0,1-1 0,-1 1 0,1-1 0,-1 1 0,1-1 0,0 0 0,-1-1 0,1 1 0,0-1 0,0 0 0,-1 1 0,1-2 0,0 1 0,0 0 0,-1-1 0,1 0 0,0 1 0,-1-2 0,1 1 0,0 0 0,-1-1 0,0 1 0,1-1 0,-1 0 0,6-5 0,-3 3 0,18-14 0,43-22 0,-61 36 0,0 1 0,0 0 0,1 1 0,-1 0 0,1 0 0,0 0 0,0 1 0,0-1 0,-1 2 0,1-1 0,0 1 0,14 1 0,-20-1 0,1 1 0,0-1 0,-1 1 0,1 0 0,-1-1 0,1 1 0,-1 0 0,1 0 0,-1 0 0,1 0 0,-1 0 0,0 0 0,1 0 0,-1 0 0,0 1 0,0-1 0,0 0 0,1 3 0,10 30 0,-11-30 0,0 1 0,1-1 0,-1 1 0,1-1 0,0 0 0,3 6 0,-4-10 0,-1 0 0,1 0 0,-1 0 0,1 0 0,-1-1 0,1 1 0,-1 0 0,1 0 0,-1-1 0,1 1 0,-1 0 0,1-1 0,-1 1 0,0 0 0,1-1 0,-1 1 0,0-1 0,1 1 0,-1-1 0,0 1 0,0-1 0,1 1 0,-1-1 0,0 1 0,0-1 0,0 1 0,1-1 0,-1 1 0,0-1 0,0 0 0,7-20 0,-1-7 0,-2 9 0,0 0 0,9-21 0,-12 36 0,1 0 0,0 0 0,0 0 0,0 0 0,0 0 0,1 0 0,-1 1 0,1-1 0,0 1 0,0 0 0,0 0 0,1 0 0,-1 0 0,8-4 0,-9 6 0,0 0 0,1 0 0,-1 1 0,1-1 0,-1 1 0,1 0 0,-1-1 0,1 1 0,-1 0 0,1 0 0,-1 1 0,1-1 0,-1 0 0,1 1 0,-1 0 0,0-1 0,1 1 0,-1 0 0,0 0 0,1 0 0,-1 1 0,0-1 0,0 0 0,0 1 0,0 0 0,3 3 0,5 5 0,0 1 0,-1 0 0,12 19 0,-8-12 0,-2-1 0,-2-5 0,0 1 0,15 14 0,-22-25 0,0 1 0,0-1 0,0 0 0,1 0 0,-1-1 0,1 1 0,0 0 0,-1-1 0,1 0 0,0 1 0,0-1 0,0 0 0,0 0 0,-1-1 0,1 1 0,1-1 0,4 1 0,-5-2-333,0 0 1,0 0-1,0 0 1,0-1-1,0 1 1,0-1-1,0 1 1,-1-1-1,1 0 1,-1 0-1,0 0 1,1-1-1,-1 1 1,0 0-1,0-1 1,0 0-1,-1 1 1,1-1-1,-1 0 1,3-4-1,0-4-1085,1 0 0,-1 0 1,-1 0-1,4-15 0,-1-42 3941,-8-36 5671,-1 25-4839,24 127-3355,-11 13 0,-2 0 0,0 92 0,-7-153-113,-1 1 1,0 0-1,0-1 0,0 1 1,0-1-1,0 1 0,0-1 0,0 1 1,0 0-1,-1-1 0,1 1 1,0-1-1,0 1 0,0-1 1,0 1-1,-1-1 0,1 1 1,0-1-1,-1 1 0,1-1 1,0 1-1,-1-1 0,1 1 0,-1-1 1,1 0-1,0 1 0,-1-1 1,1 0-1,-1 1 0,1-1 1,-1 0-1,1 0 0,-1 1 1,0-1-1,1 0 0,-1 0 0,1 0 1,-1 0-1,1 0 0,-1 0 1,0 0-1,1 0 0,-1 0 1,1 0-1,-1 0 0,1 0 1,-1 0-1,1 0 0,-1-1 1,0 1-1,1 0 0,-1 0 0,1-1 1,-1 1-1,1 0 0,0-1 1,-1 1-1,1 0 0,-1-1 1,-35-26-8239,31 23 8098,-26-15 5561,-3 0 2491,20 3-5541,14 15-2258,0 1 0,0-1 0,0 1 0,0-1 0,0 1 0,0 0 0,0-1 0,0 1 0,0-1 0,1 1 0,-1 0 0,0-1 0,0 1 0,0 0 0,1-1 0,-1 1 0,0 0 0,1-1 0,-1 1 0,0 0 0,0-1 0,1 1 0,-1 0 0,1 0 0,-1-1 0,0 1 0,1 0 0,-1 0 0,1 0 0,-1 0 0,0 0 0,1 0 0,-1-1 0,1 1 0,-1 0 0,1 0 0,-1 0 0,0 0 0,1 1 0,0-1 0,26-3 0,-21 2 0,41-4-475,-16 2-1385,40-8-1,-59 7 1151,0 1 0,0-1 0,0-1-1,0 0 1,-1-1 0,17-11 0,14-16-13745,-15 10 7808,-9 7 5330,3-2 272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5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1012,'2'-6'18737,"1"21"-5778,-1-5-13041,4 11 129,72 289 43,-74-287-90,35 150 0,-32-150 0,1 0 0,1 0 0,0-1 0,2-1 0,16 26 0,-24-44 0,-1 1 0,1-1 0,0 1 0,0-1 0,0 0 0,0 0 0,0 0 0,1-1 0,4 4 0,-7-6 0,0 0 0,0 1 0,0-1 0,0 0 0,1 1 0,-1-1 0,0 0 0,0 0 0,0 0 0,0 0 0,1 0 0,-1 0 0,0-1 0,0 1 0,0 0 0,0 0 0,0-1 0,0 1 0,0-1 0,0 1 0,0-1 0,0 1 0,0-1 0,0 0 0,0 0 0,0 1 0,0-1 0,0 0 0,-1 0 0,1 0 0,0 0 0,-1 0 0,1 0 0,-1 0 0,1 0 0,-1 0 0,1 0 0,-1 0 0,1-2 0,8-21 0,-2 0 0,0 0 0,-2-1 0,3-25 0,1-4 0,-4 31 0,58-250 0,-62 270-287,0 1 0,0-1 0,0 1 0,0-1 0,0 1-1,1-1 1,-1 1 0,1 0 0,3-3 0,-3 3-649,0 0 1,1 0-1,0 0 0,-1 0 0,1 1 1,0 0-1,0-1 0,0 1 1,0 0-1,0 0 0,5-1 0,40 1-11218,-17 4 7637,-24-3 4187,19 3-796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15:59:52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269 487 196,'-2'11'917,"-1"0"1,0-1-1,-7 15 0,5-14 1223,-1-1-1,0 0 1,-1-1-1,0 0 1,-10 11 0,4-6 2102,-1-2 0,-24 18 1,-11 3-910,40-28-3333,0 1 0,1 0 0,0 1 0,0 0 0,-11 13 0,16-17 0,0 1 0,0 1 0,1-1 0,-1 0 0,1 1 0,0-1 0,0 1 0,0 0 0,1-1 0,0 1 0,0 0 0,0 0 0,0 9 0,1-13 0,-1-1 0,1 1 0,0-1 0,0 1 0,0-1 0,0 0 0,0 1 0,1-1 0,-1 1 0,0-1 0,0 1 0,0-1 0,0 1 0,0-1 0,1 0 0,-1 1 0,0-1 0,0 1 0,1-1 0,-1 0 0,0 1 0,0-1 0,1 0 0,-1 1 0,0-1 0,1 0 0,-1 0 0,1 1 0,-1-1 0,0 0 0,1 0 0,-1 0 0,1 1 0,18-6 0,17-19 0,-34 23 0,64-57 0,9-7 0,-73 64 4,0-1-1,0 0 1,1 1 0,-1-1 0,1 1-1,-1 0 1,1 0 0,-1 0 0,1 0-1,0 0 1,0 1 0,-1-1 0,1 1-1,0 0 1,0 0 0,-1 0 0,1 0-1,0 0 1,0 1 0,0-1 0,-1 1-1,1-1 1,0 1 0,3 2 0,2 2-8,0 0 0,0 0 0,-1 1 0,0 1 0,12 12 0,-14-13-72,0-1 0,0 0-1,0 0 1,0-1-1,1 1 1,0-1-1,0 0 1,0-1-1,0 1 1,10 3-1,-15-7-495,0 0 1,0 0-1,1 0 0,-1 0 0,0-1 0,0 1 1,0 0-1,1 0 0,-1-1 0,0 1 0,0 0 0,0-1 1,0 1-1,0-1 0,0 0 0,0 1 0,0-1 1,0 0-1,0 0 0,0 0 0,0 1 0,0-1 0,0 0 1,-1 0-1,1 0 0,0 0 0,-1 0 0,2-3 0,14-38-6568,-10 25 5314,3-7 1769,-1-1 0,-2 0 0,0 0 1,-1-1-1,1-37 0,-4-132 9522,-2 185-8826,-2-47 1863,1-104 9414,10 94-9777,-9 67-2139,1-1 0,-1 0 0,0 0 0,0 0 0,0 0 0,0 0 0,1 0 0,-1 0 0,0 0 0,1 1 0,-1-1 0,1 0 0,-1 0 0,1 0 0,-1 1 0,1-1 0,-1 0 0,1 0 0,0 1 0,-1-1 0,1 1 0,1-1 0,-2 1 0,1 0 0,0 0 0,-1 0 0,1 0 0,0 1 0,-1-1 0,1 0 0,0 0 0,-1 1 0,1-1 0,-1 0 0,1 1 0,-1-1 0,1 1 0,-1-1 0,1 1 0,-1-1 0,1 1 0,-1-1 0,0 1 0,1-1 0,-1 2 0,4 4 0,-1-1 0,0 1 0,-1 1 0,4 10 0,14 78 0,10 153 0,-15 100 0,-15-344 0,0 38 0,-1-28 0,1 1 0,0-1 0,1 1 0,5 24 0,-2-47-2773,7-46-9374,-6-19 4129,-5 22 7983,-5 10 5162,-3 1 6078,6 21-9658,3 19-1487,-1 0 0,0 0 1,1 0-1,-1 0 0,0 0 0,1 0 0,-1 0 1,0 0-1,1 0 0,-1 0 0,1 0 0,-1 0 0,0 0 1,1 0-1,-1 0 0,0 1 0,1-1 0,-1 0 0,0 0 1,0 0-1,1 0 0,-1 1 0,0-1 0,1 0 1,-1 0-1,0 1 0,0-1 0,0 0 0,1 1 0,29 34 2850,-22-26-2531,18 30-379,-23-33 0,0 0 0,0-1 0,1 1 0,0-1 0,0 0 0,0 0 0,1-1 0,-1 1 0,9 5 0,-9-9 0,0 0 0,0-1 0,-1 0 0,1 0 0,0 0 0,0 0 0,0 0 0,-1-1 0,1 0 0,0 0 0,-1 0 0,7-3 0,15-2 0,-16 6 0,-1 0 0,1 0 0,-1 0 0,0 1 0,1 1 0,8 2 0,36 4 0,-50-8 0,0 1 0,-1-1 0,1 1 0,0 0 0,0 0 0,-1 0 0,1 0 0,-1 1 0,1-1 0,-1 1 0,0 0 0,1-1 0,-1 1 0,3 3 0,-3-2 0,0-1 0,1 0 0,-1 0 0,1 0 0,-1 0 0,1 0 0,0-1 0,0 1 0,0-1 0,0 0 0,0 0 0,0 0 0,0 0 0,7 1 0,-4-2 0,0-1 0,-1 1 0,1-1 0,0 0 0,0-1 0,0 1 0,-1-1 0,1 0 0,6-4 0,-9 4 0,0 1 0,-1-1 0,1 1 0,-1-1 0,0 0 0,1 0 0,-1 0 0,0-1 0,0 1 0,0 0 0,-1-1 0,1 1 0,-1-1 0,1 0 0,-1 1 0,0-1 0,0 0 0,0 0 0,1-3 0,0-5 0,1 0 0,0 0 0,7-14 0,-5 14 0,-1 1 0,0-2 0,2-13 0,-3 10 0,-1 0 0,-1-1 0,0 1 0,-1 0 0,0 0 0,-2-1 0,0 1 0,0 0 0,-1 0 0,-1 0 0,-1 1 0,-7-19 0,11 32 0,1 0 0,0 0 0,-1 0 0,1 1 0,0-1 0,-1 0 0,1 0 0,-1 0 0,0 0 0,1 0 0,-1 1 0,1-1 0,-1 0 0,0 1 0,0-1 0,1 0 0,-1 1 0,0-1 0,0 1 0,0-1 0,0 1 0,0-1 0,0 1 0,0 0 0,0 0 0,0-1 0,0 1 0,0 0 0,0 0 0,0 0 0,0 0 0,0 0 0,0 0 0,0 0 0,0 0 0,0 1 0,0-1 0,1 0 0,-1 0 0,0 1 0,0-1 0,0 1 0,0-1 0,0 1 0,0-1 0,1 1 0,-1 0 0,0-1 0,0 1 0,1 0 0,-1 0 0,0-1 0,1 1 0,-1 0 0,1 0 0,-1 2 0,-4 4 0,1 0 0,0 0 0,0 1 0,1-1 0,-4 12 0,2 4 0,1-1 0,1 0 0,0 1 0,2 0 0,3 44 0,4-18 0,18 81 0,-20-113 0,1 0 0,0-1 0,1 0 0,1 0 0,1 0 0,0-1 0,1 0 0,0 0 0,13 13 0,-17-22 0,1 0 0,-1-1 0,1 1 0,1-1 0,-1-1 0,1 1 0,0-1 0,0 0 0,0 0 0,0-1 0,1 0 0,-1-1 0,1 1 0,0-1 0,0-1 0,0 0 0,0 0 0,0 0 0,0-1 0,0 0 0,11-2 0,14-7-3027,-26 7 1082,-1-1 1,0-1-1,-1 1 1,1-1-1,6-5 1,22-26-10159,-13 9 8301,0-1 2038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70C6-0EB6-AB4C-B6F2-DFBA4991C1ED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6A36-EFE3-384E-8CE4-826E1013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111/ecoj.12095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news.brown.edu</a:t>
            </a:r>
            <a:r>
              <a:rPr lang="en-US" dirty="0"/>
              <a:t>/articles/2017/02/impulse</a:t>
            </a:r>
          </a:p>
          <a:p>
            <a:r>
              <a:rPr lang="en-US" dirty="0"/>
              <a:t>Suggested readings: </a:t>
            </a:r>
          </a:p>
          <a:p>
            <a:r>
              <a:rPr lang="en-US" dirty="0"/>
              <a:t>https://</a:t>
            </a:r>
            <a:r>
              <a:rPr lang="en-US" dirty="0" err="1"/>
              <a:t>scholar.harvard.edu</a:t>
            </a:r>
            <a:r>
              <a:rPr lang="en-US" dirty="0"/>
              <a:t>/files/</a:t>
            </a:r>
            <a:r>
              <a:rPr lang="en-US" dirty="0" err="1"/>
              <a:t>laibson</a:t>
            </a:r>
            <a:r>
              <a:rPr lang="en-US" dirty="0"/>
              <a:t>/files/</a:t>
            </a:r>
            <a:r>
              <a:rPr lang="en-US" dirty="0" err="1"/>
              <a:t>intertemporal_choice.pdf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scholar.harvard.edu</a:t>
            </a:r>
            <a:r>
              <a:rPr lang="en-US" dirty="0"/>
              <a:t>/files/</a:t>
            </a:r>
            <a:r>
              <a:rPr lang="en-US" dirty="0" err="1"/>
              <a:t>laibson</a:t>
            </a:r>
            <a:r>
              <a:rPr lang="en-US" dirty="0"/>
              <a:t>/files/intertemporal_choice_handbook_vol_2_ericson_laibson.pdf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D3BF3-D352-46FC-8343-31F56E6730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11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7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12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2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27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02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07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47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08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27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4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31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5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09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1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2524" marR="0" lvl="3" indent="-457189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EB641B"/>
              </a:buClr>
              <a:buSzPct val="60000"/>
              <a:buFont typeface="Wingdings"/>
              <a:buChar char="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 economics, time preference determines intertemporal choices, such as saving, investment, and health behaviors.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Good predictor of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health-related behavior (obesity/smoking) and saving decisions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 (Sutter et al., 2010, AER)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Adolescent Time Preferences Predict Lifetime Outcomes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Golsteyn, Grönqvist, &amp; Lindahl, 2014, EJ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2194505" marR="0" lvl="4" indent="-609585" algn="l" defTabSz="914400" rtl="0" eaLnBrk="1" fontAlgn="auto" latinLnBrk="0" hangingPunct="1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Clr>
                <a:srgbClr val="39639D"/>
              </a:buClr>
              <a:buSzPct val="60000"/>
              <a:buFont typeface="+mj-lt"/>
              <a:buAutoNum type="arabicPeriod"/>
              <a:tabLst/>
              <a:defRPr/>
            </a:pPr>
            <a:r>
              <a:rPr lang="en-US" sz="3200" dirty="0"/>
              <a:t>Impatience and Uncertainty: Experimental Decisions Predict Adolescents’ Field Behavior, Sutter et al. (2013), American Economic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01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C1-F938-39E6-B3F4-EE600A5A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E25C-DA30-F293-094D-6C39E109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DE2F-3C96-91B6-5144-86EF252C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E73F-BD8A-1A31-E1EA-8D0C5BAD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04F0-4178-CE82-D356-35F16147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162-2B14-4CA9-34B5-4C54D72A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6F61-CB65-7BDF-539B-E50D55B1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BF6-4C90-201F-92CF-20B24306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8521-5721-D7E9-C5BD-1A005E7D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9494-39DF-3752-31D7-E1A2FF29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542-42B3-DEF2-8D99-F6F5CFA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B492-7744-AEE7-3E0D-9B0B34D5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855A-1C3C-BCAF-BA93-EFB9556B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939B-A777-DBE7-E457-B3D5F694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3945-DAEF-EC24-6450-36E5355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2EDA-922E-3FB8-D74A-041F33C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B4D5-9E31-2CBB-683F-631D34E8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82937-D4A7-B2A4-73BE-97B71BF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E170-5ED5-DBDC-9598-3BC575CC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24D56-BF9A-22ED-C2A7-99F5991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357D-6133-6A46-144D-403593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33A-AC9A-D625-3179-1A32B69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C2B-4EC1-0AC9-08A1-712C1D60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498-10A5-5B38-CA4A-8DBAEECD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DD02-8608-91C6-80F3-31687FF44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33F49-49EF-E36F-8072-31F0522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AD18D-8600-3D9E-F7DF-BB27CC9E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029-141B-BFFF-73FF-A66219D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EEDD-A397-2580-48D3-A253530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DE71-0437-F5AA-9446-18C06C7C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63A9C-6008-2E20-B9B1-4A0FAA4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86955-7AF9-A7DD-C41A-4F16D1B5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460A-1480-FE9F-9A17-937A23D5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E15C2-1EC8-B992-ECD0-C588952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E9E-720E-BC87-9443-2F895F70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9D3E-C868-F812-8E13-F0D1739F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DD15-EEED-CEA6-C707-385C1B29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3A3A-B88B-08AF-C900-1A564267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EA202-647A-AEC1-3A69-F88FA614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9A85-DB44-0343-144A-E9A91DDC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8560-3CD4-5BD1-7073-6C81305E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6E01-2CBA-5305-A8C9-6AD316FC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6486-D790-8717-6108-668B5D01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77FDC-5172-3106-DC82-8A74194A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6034-A474-10C9-4218-96F7806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1F6A-2BBC-CE28-A15A-988E24A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4D11-D1AA-1913-F28A-FD5D027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097-F062-EBFB-5A2D-5A8B95B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CE19-3113-5CA8-4A83-BAE90D3A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656D-219D-B693-BDCA-F6240A89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D2FF-C4E7-28CC-49DB-885EA070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D90F-5BDA-FDD3-D096-145F86BF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6B89-CA2C-7B4B-1E75-F21BA63F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54FBD-B0CE-D003-3384-B360414AE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0770-FE73-D5A6-3F31-3F45F9FD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6A0-DB60-4C90-0E5C-A4438A16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0272-25A5-F266-476F-DCEC769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08-E356-0558-FF8F-2DC1400D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9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2/9/2025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08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8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05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29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8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2/9/2025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00B9F-3D16-F369-AF91-1E7E3797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78A3-0C92-DA57-BF84-76D00ED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5C56-5483-A3CC-1AD0-7E2B0047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E89A-86BA-FD42-9062-6FDC96000E9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BC52-95E6-A71C-B80B-178C8A1F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8E87-786F-0E40-8A5E-1DB601037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2/9/2025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.png"/><Relationship Id="rId21" Type="http://schemas.openxmlformats.org/officeDocument/2006/relationships/image" Target="../media/image12.png"/><Relationship Id="rId42" Type="http://schemas.openxmlformats.org/officeDocument/2006/relationships/customXml" Target="../ink/ink20.xml"/><Relationship Id="rId63" Type="http://schemas.openxmlformats.org/officeDocument/2006/relationships/image" Target="../media/image33.png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59" Type="http://schemas.openxmlformats.org/officeDocument/2006/relationships/image" Target="../media/image81.png"/><Relationship Id="rId170" Type="http://schemas.openxmlformats.org/officeDocument/2006/relationships/customXml" Target="../ink/ink84.xml"/><Relationship Id="rId191" Type="http://schemas.openxmlformats.org/officeDocument/2006/relationships/image" Target="../media/image97.png"/><Relationship Id="rId205" Type="http://schemas.openxmlformats.org/officeDocument/2006/relationships/image" Target="../media/image104.png"/><Relationship Id="rId107" Type="http://schemas.openxmlformats.org/officeDocument/2006/relationships/image" Target="../media/image55.png"/><Relationship Id="rId11" Type="http://schemas.openxmlformats.org/officeDocument/2006/relationships/image" Target="../media/image7.png"/><Relationship Id="rId32" Type="http://schemas.openxmlformats.org/officeDocument/2006/relationships/customXml" Target="../ink/ink15.xml"/><Relationship Id="rId53" Type="http://schemas.openxmlformats.org/officeDocument/2006/relationships/image" Target="../media/image28.png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149" Type="http://schemas.openxmlformats.org/officeDocument/2006/relationships/image" Target="../media/image76.png"/><Relationship Id="rId5" Type="http://schemas.openxmlformats.org/officeDocument/2006/relationships/image" Target="../media/image4.png"/><Relationship Id="rId95" Type="http://schemas.openxmlformats.org/officeDocument/2006/relationships/image" Target="../media/image49.png"/><Relationship Id="rId160" Type="http://schemas.openxmlformats.org/officeDocument/2006/relationships/customXml" Target="../ink/ink79.xml"/><Relationship Id="rId181" Type="http://schemas.openxmlformats.org/officeDocument/2006/relationships/image" Target="../media/image92.png"/><Relationship Id="rId22" Type="http://schemas.openxmlformats.org/officeDocument/2006/relationships/customXml" Target="../ink/ink10.xml"/><Relationship Id="rId43" Type="http://schemas.openxmlformats.org/officeDocument/2006/relationships/image" Target="../media/image23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1.png"/><Relationship Id="rId85" Type="http://schemas.openxmlformats.org/officeDocument/2006/relationships/image" Target="../media/image44.png"/><Relationship Id="rId150" Type="http://schemas.openxmlformats.org/officeDocument/2006/relationships/customXml" Target="../ink/ink74.xml"/><Relationship Id="rId171" Type="http://schemas.openxmlformats.org/officeDocument/2006/relationships/image" Target="../media/image87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12" Type="http://schemas.openxmlformats.org/officeDocument/2006/relationships/customXml" Target="../ink/ink5.xml"/><Relationship Id="rId33" Type="http://schemas.openxmlformats.org/officeDocument/2006/relationships/image" Target="../media/image18.png"/><Relationship Id="rId108" Type="http://schemas.openxmlformats.org/officeDocument/2006/relationships/customXml" Target="../ink/ink53.xml"/><Relationship Id="rId129" Type="http://schemas.openxmlformats.org/officeDocument/2006/relationships/image" Target="../media/image66.png"/><Relationship Id="rId54" Type="http://schemas.openxmlformats.org/officeDocument/2006/relationships/customXml" Target="../ink/ink26.xml"/><Relationship Id="rId75" Type="http://schemas.openxmlformats.org/officeDocument/2006/relationships/image" Target="../media/image39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2.png"/><Relationship Id="rId182" Type="http://schemas.openxmlformats.org/officeDocument/2006/relationships/customXml" Target="../ink/ink90.xml"/><Relationship Id="rId6" Type="http://schemas.openxmlformats.org/officeDocument/2006/relationships/customXml" Target="../ink/ink2.xml"/><Relationship Id="rId23" Type="http://schemas.openxmlformats.org/officeDocument/2006/relationships/image" Target="../media/image13.png"/><Relationship Id="rId119" Type="http://schemas.openxmlformats.org/officeDocument/2006/relationships/image" Target="../media/image61.png"/><Relationship Id="rId44" Type="http://schemas.openxmlformats.org/officeDocument/2006/relationships/customXml" Target="../ink/ink21.xml"/><Relationship Id="rId65" Type="http://schemas.openxmlformats.org/officeDocument/2006/relationships/image" Target="../media/image34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77.png"/><Relationship Id="rId172" Type="http://schemas.openxmlformats.org/officeDocument/2006/relationships/customXml" Target="../ink/ink85.xml"/><Relationship Id="rId193" Type="http://schemas.openxmlformats.org/officeDocument/2006/relationships/image" Target="../media/image98.png"/><Relationship Id="rId207" Type="http://schemas.openxmlformats.org/officeDocument/2006/relationships/image" Target="../media/image105.png"/><Relationship Id="rId13" Type="http://schemas.openxmlformats.org/officeDocument/2006/relationships/image" Target="../media/image8.png"/><Relationship Id="rId109" Type="http://schemas.openxmlformats.org/officeDocument/2006/relationships/image" Target="../media/image56.png"/><Relationship Id="rId34" Type="http://schemas.openxmlformats.org/officeDocument/2006/relationships/customXml" Target="../ink/ink16.xml"/><Relationship Id="rId55" Type="http://schemas.openxmlformats.org/officeDocument/2006/relationships/image" Target="../media/image29.png"/><Relationship Id="rId76" Type="http://schemas.openxmlformats.org/officeDocument/2006/relationships/customXml" Target="../ink/ink37.xml"/><Relationship Id="rId97" Type="http://schemas.openxmlformats.org/officeDocument/2006/relationships/image" Target="../media/image50.png"/><Relationship Id="rId120" Type="http://schemas.openxmlformats.org/officeDocument/2006/relationships/customXml" Target="../ink/ink59.xml"/><Relationship Id="rId141" Type="http://schemas.openxmlformats.org/officeDocument/2006/relationships/image" Target="../media/image72.png"/><Relationship Id="rId7" Type="http://schemas.openxmlformats.org/officeDocument/2006/relationships/image" Target="../media/image5.png"/><Relationship Id="rId162" Type="http://schemas.openxmlformats.org/officeDocument/2006/relationships/customXml" Target="../ink/ink80.xml"/><Relationship Id="rId183" Type="http://schemas.openxmlformats.org/officeDocument/2006/relationships/image" Target="../media/image93.png"/><Relationship Id="rId24" Type="http://schemas.openxmlformats.org/officeDocument/2006/relationships/customXml" Target="../ink/ink11.xml"/><Relationship Id="rId45" Type="http://schemas.openxmlformats.org/officeDocument/2006/relationships/image" Target="../media/image24.png"/><Relationship Id="rId66" Type="http://schemas.openxmlformats.org/officeDocument/2006/relationships/customXml" Target="../ink/ink32.xml"/><Relationship Id="rId87" Type="http://schemas.openxmlformats.org/officeDocument/2006/relationships/image" Target="../media/image45.png"/><Relationship Id="rId110" Type="http://schemas.openxmlformats.org/officeDocument/2006/relationships/customXml" Target="../ink/ink54.xml"/><Relationship Id="rId131" Type="http://schemas.openxmlformats.org/officeDocument/2006/relationships/image" Target="../media/image67.png"/><Relationship Id="rId61" Type="http://schemas.openxmlformats.org/officeDocument/2006/relationships/image" Target="../media/image32.png"/><Relationship Id="rId82" Type="http://schemas.openxmlformats.org/officeDocument/2006/relationships/customXml" Target="../ink/ink40.xml"/><Relationship Id="rId152" Type="http://schemas.openxmlformats.org/officeDocument/2006/relationships/customXml" Target="../ink/ink75.xml"/><Relationship Id="rId173" Type="http://schemas.openxmlformats.org/officeDocument/2006/relationships/image" Target="../media/image88.png"/><Relationship Id="rId194" Type="http://schemas.openxmlformats.org/officeDocument/2006/relationships/customXml" Target="../ink/ink96.xml"/><Relationship Id="rId199" Type="http://schemas.openxmlformats.org/officeDocument/2006/relationships/image" Target="../media/image101.png"/><Relationship Id="rId203" Type="http://schemas.openxmlformats.org/officeDocument/2006/relationships/image" Target="../media/image103.png"/><Relationship Id="rId208" Type="http://schemas.openxmlformats.org/officeDocument/2006/relationships/customXml" Target="../ink/ink103.xml"/><Relationship Id="rId19" Type="http://schemas.openxmlformats.org/officeDocument/2006/relationships/image" Target="../media/image11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56" Type="http://schemas.openxmlformats.org/officeDocument/2006/relationships/customXml" Target="../ink/ink27.xml"/><Relationship Id="rId77" Type="http://schemas.openxmlformats.org/officeDocument/2006/relationships/image" Target="../media/image40.png"/><Relationship Id="rId100" Type="http://schemas.openxmlformats.org/officeDocument/2006/relationships/customXml" Target="../ink/ink49.xml"/><Relationship Id="rId105" Type="http://schemas.openxmlformats.org/officeDocument/2006/relationships/image" Target="../media/image54.png"/><Relationship Id="rId126" Type="http://schemas.openxmlformats.org/officeDocument/2006/relationships/customXml" Target="../ink/ink62.xml"/><Relationship Id="rId147" Type="http://schemas.openxmlformats.org/officeDocument/2006/relationships/image" Target="../media/image75.png"/><Relationship Id="rId168" Type="http://schemas.openxmlformats.org/officeDocument/2006/relationships/customXml" Target="../ink/ink83.xml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5.xml"/><Relationship Id="rId93" Type="http://schemas.openxmlformats.org/officeDocument/2006/relationships/image" Target="../media/image48.png"/><Relationship Id="rId98" Type="http://schemas.openxmlformats.org/officeDocument/2006/relationships/customXml" Target="../ink/ink48.xml"/><Relationship Id="rId121" Type="http://schemas.openxmlformats.org/officeDocument/2006/relationships/image" Target="../media/image62.png"/><Relationship Id="rId142" Type="http://schemas.openxmlformats.org/officeDocument/2006/relationships/customXml" Target="../ink/ink70.xml"/><Relationship Id="rId163" Type="http://schemas.openxmlformats.org/officeDocument/2006/relationships/image" Target="../media/image83.png"/><Relationship Id="rId184" Type="http://schemas.openxmlformats.org/officeDocument/2006/relationships/customXml" Target="../ink/ink91.xml"/><Relationship Id="rId189" Type="http://schemas.openxmlformats.org/officeDocument/2006/relationships/image" Target="../media/image96.png"/><Relationship Id="rId3" Type="http://schemas.openxmlformats.org/officeDocument/2006/relationships/hyperlink" Target="http://www.youtube.com/watch?v=0etEItEINZw" TargetMode="External"/><Relationship Id="rId25" Type="http://schemas.openxmlformats.org/officeDocument/2006/relationships/image" Target="../media/image14.png"/><Relationship Id="rId46" Type="http://schemas.openxmlformats.org/officeDocument/2006/relationships/customXml" Target="../ink/ink22.xml"/><Relationship Id="rId67" Type="http://schemas.openxmlformats.org/officeDocument/2006/relationships/image" Target="../media/image35.png"/><Relationship Id="rId116" Type="http://schemas.openxmlformats.org/officeDocument/2006/relationships/customXml" Target="../ink/ink57.xml"/><Relationship Id="rId137" Type="http://schemas.openxmlformats.org/officeDocument/2006/relationships/image" Target="../media/image70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62" Type="http://schemas.openxmlformats.org/officeDocument/2006/relationships/customXml" Target="../ink/ink30.xml"/><Relationship Id="rId83" Type="http://schemas.openxmlformats.org/officeDocument/2006/relationships/image" Target="../media/image43.png"/><Relationship Id="rId88" Type="http://schemas.openxmlformats.org/officeDocument/2006/relationships/customXml" Target="../ink/ink43.xml"/><Relationship Id="rId111" Type="http://schemas.openxmlformats.org/officeDocument/2006/relationships/image" Target="../media/image57.png"/><Relationship Id="rId132" Type="http://schemas.openxmlformats.org/officeDocument/2006/relationships/customXml" Target="../ink/ink65.xml"/><Relationship Id="rId153" Type="http://schemas.openxmlformats.org/officeDocument/2006/relationships/image" Target="../media/image78.png"/><Relationship Id="rId174" Type="http://schemas.openxmlformats.org/officeDocument/2006/relationships/customXml" Target="../ink/ink86.xml"/><Relationship Id="rId179" Type="http://schemas.openxmlformats.org/officeDocument/2006/relationships/image" Target="../media/image91.png"/><Relationship Id="rId195" Type="http://schemas.openxmlformats.org/officeDocument/2006/relationships/image" Target="../media/image99.png"/><Relationship Id="rId209" Type="http://schemas.openxmlformats.org/officeDocument/2006/relationships/image" Target="../media/image106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15" Type="http://schemas.openxmlformats.org/officeDocument/2006/relationships/image" Target="../media/image9.png"/><Relationship Id="rId36" Type="http://schemas.openxmlformats.org/officeDocument/2006/relationships/customXml" Target="../ink/ink17.xml"/><Relationship Id="rId57" Type="http://schemas.openxmlformats.org/officeDocument/2006/relationships/image" Target="../media/image30.png"/><Relationship Id="rId106" Type="http://schemas.openxmlformats.org/officeDocument/2006/relationships/customXml" Target="../ink/ink52.xml"/><Relationship Id="rId127" Type="http://schemas.openxmlformats.org/officeDocument/2006/relationships/image" Target="../media/image65.png"/><Relationship Id="rId10" Type="http://schemas.openxmlformats.org/officeDocument/2006/relationships/customXml" Target="../ink/ink4.xml"/><Relationship Id="rId31" Type="http://schemas.openxmlformats.org/officeDocument/2006/relationships/image" Target="../media/image17.png"/><Relationship Id="rId52" Type="http://schemas.openxmlformats.org/officeDocument/2006/relationships/customXml" Target="../ink/ink25.xml"/><Relationship Id="rId73" Type="http://schemas.openxmlformats.org/officeDocument/2006/relationships/image" Target="../media/image38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1.png"/><Relationship Id="rId101" Type="http://schemas.openxmlformats.org/officeDocument/2006/relationships/image" Target="../media/image52.png"/><Relationship Id="rId122" Type="http://schemas.openxmlformats.org/officeDocument/2006/relationships/customXml" Target="../ink/ink60.xml"/><Relationship Id="rId143" Type="http://schemas.openxmlformats.org/officeDocument/2006/relationships/image" Target="../media/image73.png"/><Relationship Id="rId148" Type="http://schemas.openxmlformats.org/officeDocument/2006/relationships/customXml" Target="../ink/ink73.xml"/><Relationship Id="rId164" Type="http://schemas.openxmlformats.org/officeDocument/2006/relationships/customXml" Target="../ink/ink81.xml"/><Relationship Id="rId169" Type="http://schemas.openxmlformats.org/officeDocument/2006/relationships/image" Target="../media/image86.png"/><Relationship Id="rId185" Type="http://schemas.openxmlformats.org/officeDocument/2006/relationships/image" Target="../media/image94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80" Type="http://schemas.openxmlformats.org/officeDocument/2006/relationships/customXml" Target="../ink/ink89.xml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47" Type="http://schemas.openxmlformats.org/officeDocument/2006/relationships/image" Target="../media/image25.png"/><Relationship Id="rId68" Type="http://schemas.openxmlformats.org/officeDocument/2006/relationships/customXml" Target="../ink/ink33.xml"/><Relationship Id="rId89" Type="http://schemas.openxmlformats.org/officeDocument/2006/relationships/image" Target="../media/image46.png"/><Relationship Id="rId112" Type="http://schemas.openxmlformats.org/officeDocument/2006/relationships/customXml" Target="../ink/ink55.xml"/><Relationship Id="rId133" Type="http://schemas.openxmlformats.org/officeDocument/2006/relationships/image" Target="../media/image68.png"/><Relationship Id="rId154" Type="http://schemas.openxmlformats.org/officeDocument/2006/relationships/customXml" Target="../ink/ink76.xml"/><Relationship Id="rId175" Type="http://schemas.openxmlformats.org/officeDocument/2006/relationships/image" Target="../media/image89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37" Type="http://schemas.openxmlformats.org/officeDocument/2006/relationships/image" Target="../media/image20.png"/><Relationship Id="rId58" Type="http://schemas.openxmlformats.org/officeDocument/2006/relationships/customXml" Target="../ink/ink28.xml"/><Relationship Id="rId79" Type="http://schemas.openxmlformats.org/officeDocument/2006/relationships/image" Target="../media/image41.png"/><Relationship Id="rId102" Type="http://schemas.openxmlformats.org/officeDocument/2006/relationships/customXml" Target="../ink/ink50.xml"/><Relationship Id="rId123" Type="http://schemas.openxmlformats.org/officeDocument/2006/relationships/image" Target="../media/image63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84.png"/><Relationship Id="rId186" Type="http://schemas.openxmlformats.org/officeDocument/2006/relationships/customXml" Target="../ink/ink92.xml"/><Relationship Id="rId211" Type="http://schemas.openxmlformats.org/officeDocument/2006/relationships/image" Target="../media/image107.png"/><Relationship Id="rId27" Type="http://schemas.openxmlformats.org/officeDocument/2006/relationships/image" Target="../media/image15.png"/><Relationship Id="rId48" Type="http://schemas.openxmlformats.org/officeDocument/2006/relationships/customXml" Target="../ink/ink23.xml"/><Relationship Id="rId69" Type="http://schemas.openxmlformats.org/officeDocument/2006/relationships/image" Target="../media/image36.png"/><Relationship Id="rId113" Type="http://schemas.openxmlformats.org/officeDocument/2006/relationships/image" Target="../media/image58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79.png"/><Relationship Id="rId176" Type="http://schemas.openxmlformats.org/officeDocument/2006/relationships/customXml" Target="../ink/ink87.xml"/><Relationship Id="rId197" Type="http://schemas.openxmlformats.org/officeDocument/2006/relationships/image" Target="../media/image100.png"/><Relationship Id="rId201" Type="http://schemas.openxmlformats.org/officeDocument/2006/relationships/image" Target="../media/image102.png"/><Relationship Id="rId17" Type="http://schemas.openxmlformats.org/officeDocument/2006/relationships/image" Target="../media/image10.png"/><Relationship Id="rId38" Type="http://schemas.openxmlformats.org/officeDocument/2006/relationships/customXml" Target="../ink/ink18.xml"/><Relationship Id="rId59" Type="http://schemas.openxmlformats.org/officeDocument/2006/relationships/image" Target="../media/image31.png"/><Relationship Id="rId103" Type="http://schemas.openxmlformats.org/officeDocument/2006/relationships/image" Target="../media/image53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47.png"/><Relationship Id="rId145" Type="http://schemas.openxmlformats.org/officeDocument/2006/relationships/image" Target="../media/image74.png"/><Relationship Id="rId166" Type="http://schemas.openxmlformats.org/officeDocument/2006/relationships/customXml" Target="../ink/ink82.xml"/><Relationship Id="rId187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13.xml"/><Relationship Id="rId49" Type="http://schemas.openxmlformats.org/officeDocument/2006/relationships/image" Target="../media/image26.png"/><Relationship Id="rId114" Type="http://schemas.openxmlformats.org/officeDocument/2006/relationships/customXml" Target="../ink/ink56.xml"/><Relationship Id="rId60" Type="http://schemas.openxmlformats.org/officeDocument/2006/relationships/customXml" Target="../ink/ink29.xml"/><Relationship Id="rId81" Type="http://schemas.openxmlformats.org/officeDocument/2006/relationships/image" Target="../media/image42.png"/><Relationship Id="rId135" Type="http://schemas.openxmlformats.org/officeDocument/2006/relationships/image" Target="../media/image69.png"/><Relationship Id="rId156" Type="http://schemas.openxmlformats.org/officeDocument/2006/relationships/customXml" Target="../ink/ink77.xml"/><Relationship Id="rId177" Type="http://schemas.openxmlformats.org/officeDocument/2006/relationships/image" Target="../media/image90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18" Type="http://schemas.openxmlformats.org/officeDocument/2006/relationships/customXml" Target="../ink/ink8.xml"/><Relationship Id="rId39" Type="http://schemas.openxmlformats.org/officeDocument/2006/relationships/image" Target="../media/image21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4.png"/><Relationship Id="rId146" Type="http://schemas.openxmlformats.org/officeDocument/2006/relationships/customXml" Target="../ink/ink72.xml"/><Relationship Id="rId167" Type="http://schemas.openxmlformats.org/officeDocument/2006/relationships/image" Target="../media/image85.png"/><Relationship Id="rId188" Type="http://schemas.openxmlformats.org/officeDocument/2006/relationships/customXml" Target="../ink/ink93.xml"/><Relationship Id="rId71" Type="http://schemas.openxmlformats.org/officeDocument/2006/relationships/image" Target="../media/image37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16.png"/><Relationship Id="rId40" Type="http://schemas.openxmlformats.org/officeDocument/2006/relationships/customXml" Target="../ink/ink19.xml"/><Relationship Id="rId115" Type="http://schemas.openxmlformats.org/officeDocument/2006/relationships/image" Target="../media/image59.png"/><Relationship Id="rId136" Type="http://schemas.openxmlformats.org/officeDocument/2006/relationships/customXml" Target="../ink/ink67.xml"/><Relationship Id="rId157" Type="http://schemas.openxmlformats.org/officeDocument/2006/relationships/image" Target="../media/image80.png"/><Relationship Id="rId178" Type="http://schemas.openxmlformats.org/officeDocument/2006/relationships/customXml" Target="../ink/ink8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7.xml"/><Relationship Id="rId13" Type="http://schemas.openxmlformats.org/officeDocument/2006/relationships/image" Target="../media/image113.png"/><Relationship Id="rId18" Type="http://schemas.openxmlformats.org/officeDocument/2006/relationships/customXml" Target="../ink/ink112.xml"/><Relationship Id="rId3" Type="http://schemas.openxmlformats.org/officeDocument/2006/relationships/image" Target="../media/image108.png"/><Relationship Id="rId21" Type="http://schemas.openxmlformats.org/officeDocument/2006/relationships/image" Target="../media/image117.png"/><Relationship Id="rId7" Type="http://schemas.openxmlformats.org/officeDocument/2006/relationships/image" Target="../media/image110.png"/><Relationship Id="rId12" Type="http://schemas.openxmlformats.org/officeDocument/2006/relationships/customXml" Target="../ink/ink109.xml"/><Relationship Id="rId17" Type="http://schemas.openxmlformats.org/officeDocument/2006/relationships/image" Target="../media/image115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11.xml"/><Relationship Id="rId20" Type="http://schemas.openxmlformats.org/officeDocument/2006/relationships/customXml" Target="../ink/ink1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6.xml"/><Relationship Id="rId11" Type="http://schemas.openxmlformats.org/officeDocument/2006/relationships/image" Target="../media/image112.png"/><Relationship Id="rId5" Type="http://schemas.openxmlformats.org/officeDocument/2006/relationships/image" Target="../media/image109.png"/><Relationship Id="rId15" Type="http://schemas.openxmlformats.org/officeDocument/2006/relationships/image" Target="../media/image114.png"/><Relationship Id="rId23" Type="http://schemas.openxmlformats.org/officeDocument/2006/relationships/image" Target="../media/image118.png"/><Relationship Id="rId10" Type="http://schemas.openxmlformats.org/officeDocument/2006/relationships/customXml" Target="../ink/ink108.xml"/><Relationship Id="rId19" Type="http://schemas.openxmlformats.org/officeDocument/2006/relationships/image" Target="../media/image116.png"/><Relationship Id="rId4" Type="http://schemas.openxmlformats.org/officeDocument/2006/relationships/customXml" Target="../ink/ink105.xml"/><Relationship Id="rId9" Type="http://schemas.openxmlformats.org/officeDocument/2006/relationships/image" Target="../media/image111.png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7.xml"/><Relationship Id="rId13" Type="http://schemas.openxmlformats.org/officeDocument/2006/relationships/image" Target="../media/image123.png"/><Relationship Id="rId3" Type="http://schemas.openxmlformats.org/officeDocument/2006/relationships/image" Target="../media/image108.png"/><Relationship Id="rId7" Type="http://schemas.openxmlformats.org/officeDocument/2006/relationships/image" Target="../media/image120.png"/><Relationship Id="rId12" Type="http://schemas.openxmlformats.org/officeDocument/2006/relationships/customXml" Target="../ink/ink119.xml"/><Relationship Id="rId17" Type="http://schemas.openxmlformats.org/officeDocument/2006/relationships/image" Target="../media/image125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6.xml"/><Relationship Id="rId11" Type="http://schemas.openxmlformats.org/officeDocument/2006/relationships/image" Target="../media/image122.png"/><Relationship Id="rId5" Type="http://schemas.openxmlformats.org/officeDocument/2006/relationships/image" Target="../media/image119.png"/><Relationship Id="rId15" Type="http://schemas.openxmlformats.org/officeDocument/2006/relationships/image" Target="../media/image124.png"/><Relationship Id="rId10" Type="http://schemas.openxmlformats.org/officeDocument/2006/relationships/customXml" Target="../ink/ink118.xml"/><Relationship Id="rId4" Type="http://schemas.openxmlformats.org/officeDocument/2006/relationships/customXml" Target="../ink/ink115.xml"/><Relationship Id="rId9" Type="http://schemas.openxmlformats.org/officeDocument/2006/relationships/image" Target="../media/image121.png"/><Relationship Id="rId14" Type="http://schemas.openxmlformats.org/officeDocument/2006/relationships/customXml" Target="../ink/ink1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29.jpe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heducation.com.sg/ise-investments-9781260571158-asia-group#configurable-product-options-titl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jpeg"/><Relationship Id="rId4" Type="http://schemas.openxmlformats.org/officeDocument/2006/relationships/image" Target="../media/image13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CQZ8HDaBs8cu2kmi8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66184" y="11365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endParaRPr lang="en-US" sz="2400" dirty="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5393" y="6070600"/>
            <a:ext cx="2590800" cy="685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733" dirty="0">
                <a:latin typeface="Tw Cen MT"/>
              </a:rPr>
              <a:t>HE Tai-</a:t>
            </a:r>
            <a:r>
              <a:rPr lang="en-US" sz="3733" dirty="0" err="1">
                <a:latin typeface="Tw Cen MT"/>
              </a:rPr>
              <a:t>Sen</a:t>
            </a:r>
            <a:endParaRPr lang="en-US" sz="3733" dirty="0">
              <a:latin typeface="Tw Cen MT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177794" y="5973618"/>
            <a:ext cx="4963734" cy="812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067" b="1">
                <a:latin typeface="Tw Cen MT"/>
                <a:cs typeface="Tw Cen MT"/>
              </a:rPr>
              <a:t>FINANCIAL </a:t>
            </a:r>
            <a:r>
              <a:rPr lang="en-US" sz="3067" b="1" dirty="0">
                <a:latin typeface="Tw Cen MT"/>
                <a:cs typeface="Tw Cen MT"/>
              </a:rPr>
              <a:t>ECONOMICS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CAB024-CF3D-481B-09F5-0DED8454C1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4953" y="97941"/>
            <a:ext cx="3811989" cy="30944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A465896E-2D61-FA0D-7925-8CDCE51E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59" y="2389129"/>
            <a:ext cx="11826607" cy="312420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Lecture 1: introduction</a:t>
            </a:r>
            <a:b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                 —what is an investment?</a:t>
            </a:r>
            <a:b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1C5CDA-6A71-36AE-6A2B-089850349171}"/>
              </a:ext>
            </a:extLst>
          </p:cNvPr>
          <p:cNvSpPr txBox="1">
            <a:spLocks/>
          </p:cNvSpPr>
          <p:nvPr/>
        </p:nvSpPr>
        <p:spPr>
          <a:xfrm>
            <a:off x="341746" y="759689"/>
            <a:ext cx="11176000" cy="5941361"/>
          </a:xfrm>
          <a:prstGeom prst="rect">
            <a:avLst/>
          </a:prstGeom>
        </p:spPr>
        <p:txBody>
          <a:bodyPr vert="horz">
            <a:noAutofit/>
          </a:bodyPr>
          <a:lstStyle>
            <a:lvl1pPr marL="426709" indent="-426709" algn="l" rtl="0" eaLnBrk="1" latinLnBrk="0" hangingPunct="1">
              <a:spcBef>
                <a:spcPts val="933"/>
              </a:spcBef>
              <a:buClr>
                <a:schemeClr val="accent2"/>
              </a:buClr>
              <a:buSzPct val="60000"/>
              <a:buFont typeface="Wingdings"/>
              <a:buChar char=""/>
              <a:defRPr sz="3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53419" indent="-365751" algn="l" rtl="0" eaLnBrk="1" latinLnBrk="0" hangingPunct="1">
              <a:spcBef>
                <a:spcPts val="733"/>
              </a:spcBef>
              <a:buClr>
                <a:schemeClr val="accent1"/>
              </a:buClr>
              <a:buSzPct val="70000"/>
              <a:buFont typeface="Wingdings 2"/>
              <a:buChar char=""/>
              <a:defRPr sz="3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-304792" algn="l" rtl="0" eaLnBrk="1" latinLnBrk="0" hangingPunct="1">
              <a:spcBef>
                <a:spcPts val="667"/>
              </a:spcBef>
              <a:buClr>
                <a:schemeClr val="accent2"/>
              </a:buClr>
              <a:buSzPct val="75000"/>
              <a:buFont typeface="Wingdings"/>
              <a:buChar char=""/>
              <a:defRPr sz="3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-304792" algn="l" rtl="0" eaLnBrk="1" latinLnBrk="0" hangingPunct="1">
              <a:spcBef>
                <a:spcPts val="533"/>
              </a:spcBef>
              <a:buClr>
                <a:schemeClr val="accent3"/>
              </a:buClr>
              <a:buSzPct val="7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-304792" algn="l" rtl="0" eaLnBrk="1" latinLnBrk="0" hangingPunct="1">
              <a:spcBef>
                <a:spcPts val="533"/>
              </a:spcBef>
              <a:buClr>
                <a:schemeClr val="accent4"/>
              </a:buClr>
              <a:buSzPct val="65000"/>
              <a:buFont typeface="Wingdings"/>
              <a:buChar char="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4090" indent="-30479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69841" indent="-304792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35592" indent="-30479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1342" indent="-304792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What is an Investment? The CHEQUE Example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The Discounted Cash Flow (DCF) Model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DA1F28">
                  <a:lumMod val="60000"/>
                  <a:lumOff val="40000"/>
                </a:srgbClr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Course Framework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Course Outline</a:t>
            </a:r>
          </a:p>
          <a:p>
            <a:pPr marL="426710" lvl="1" indent="0">
              <a:buClr>
                <a:srgbClr val="DA1F28"/>
              </a:buClr>
              <a:buNone/>
              <a:defRPr/>
            </a:pPr>
            <a:endParaRPr lang="en-US" sz="2800" dirty="0">
              <a:solidFill>
                <a:sysClr val="windowText" lastClr="000000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72365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D1351-D0CA-E8E6-FDEB-95CA19D0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87" y="1391293"/>
            <a:ext cx="11119169" cy="43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5E288-C937-E4BF-9FA0-8F3C0D2A2B1C}"/>
              </a:ext>
            </a:extLst>
          </p:cNvPr>
          <p:cNvSpPr txBox="1"/>
          <p:nvPr/>
        </p:nvSpPr>
        <p:spPr>
          <a:xfrm>
            <a:off x="171043" y="637683"/>
            <a:ext cx="11662611" cy="436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The CHEQUE example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I write this $100 cheque.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You can cash this cheque a year from now.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w Cen MT (body)"/>
              </a:rPr>
              <a:t>I sell the cheque for $90.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Question: How much are you willing to pay for this CHEQUE? Your Answer: $</a:t>
            </a:r>
            <a:r>
              <a:rPr kumimoji="0" lang="en-US" sz="36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            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(It is an open-end question!)</a:t>
            </a:r>
          </a:p>
        </p:txBody>
      </p:sp>
    </p:spTree>
    <p:extLst>
      <p:ext uri="{BB962C8B-B14F-4D97-AF65-F5344CB8AC3E}">
        <p14:creationId xmlns:p14="http://schemas.microsoft.com/office/powerpoint/2010/main" val="3886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5E288-C937-E4BF-9FA0-8F3C0D2A2B1C}"/>
              </a:ext>
            </a:extLst>
          </p:cNvPr>
          <p:cNvSpPr txBox="1"/>
          <p:nvPr/>
        </p:nvSpPr>
        <p:spPr>
          <a:xfrm>
            <a:off x="529389" y="526472"/>
            <a:ext cx="11020927" cy="4834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 (body)"/>
              </a:rPr>
              <a:t>Step 1: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Identify the cash flows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 (body)"/>
              </a:rPr>
              <a:t>Step 2: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Determine the </a:t>
            </a:r>
            <a:r>
              <a:rPr kumimoji="0" lang="en-US" sz="3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required rate of return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Risk-free rate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Risk premium</a:t>
            </a:r>
          </a:p>
          <a:p>
            <a:pPr marL="32004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 (body)"/>
              </a:rPr>
              <a:t>Question: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 (body)"/>
              </a:rPr>
              <a:t>You may wonder whether I ignore the inflation rate? Where is 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 (body)"/>
              </a:rPr>
              <a:t>Step 3: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Calculate the present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   Here is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A2BF">
                    <a:lumMod val="20000"/>
                    <a:lumOff val="80000"/>
                  </a:srgbClr>
                </a:solidFill>
                <a:effectLst/>
                <a:uLnTx/>
                <a:uFillTx/>
                <a:latin typeface="Tw Cen MT (body)"/>
                <a:hlinkClick r:id="rId3"/>
              </a:rPr>
              <a:t>a youtube video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to refresh your memory.</a:t>
            </a:r>
          </a:p>
          <a:p>
            <a:pPr>
              <a:spcBef>
                <a:spcPts val="700"/>
              </a:spcBef>
              <a:buClr>
                <a:srgbClr val="DA1F28"/>
              </a:buClr>
              <a:buSzPct val="60000"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 (body)"/>
              </a:rPr>
              <a:t>Step 4: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Compare your valuation with the price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B31C72-11C6-2FF5-9519-56699DDC9092}"/>
              </a:ext>
            </a:extLst>
          </p:cNvPr>
          <p:cNvGrpSpPr/>
          <p:nvPr/>
        </p:nvGrpSpPr>
        <p:grpSpPr>
          <a:xfrm>
            <a:off x="4171357" y="2013902"/>
            <a:ext cx="663120" cy="728280"/>
            <a:chOff x="4171357" y="2013902"/>
            <a:chExt cx="663120" cy="72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69A289B-22AE-C4C4-5E19-2CCEA0FC7730}"/>
                    </a:ext>
                  </a:extLst>
                </p14:cNvPr>
                <p14:cNvContentPartPr/>
                <p14:nvPr/>
              </p14:nvContentPartPr>
              <p14:xfrm>
                <a:off x="4320397" y="2522222"/>
                <a:ext cx="10440" cy="21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69A289B-22AE-C4C4-5E19-2CCEA0FC77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14277" y="2516102"/>
                  <a:ext cx="2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1C7E14-1861-8096-46A7-AE9EC3191F7C}"/>
                    </a:ext>
                  </a:extLst>
                </p14:cNvPr>
                <p14:cNvContentPartPr/>
                <p14:nvPr/>
              </p14:nvContentPartPr>
              <p14:xfrm>
                <a:off x="4171357" y="2375342"/>
                <a:ext cx="204840" cy="366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1C7E14-1861-8096-46A7-AE9EC3191F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65237" y="2369222"/>
                  <a:ext cx="2170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D40ABD-0953-4F06-C38D-34559E1927CC}"/>
                    </a:ext>
                  </a:extLst>
                </p14:cNvPr>
                <p14:cNvContentPartPr/>
                <p14:nvPr/>
              </p14:nvContentPartPr>
              <p14:xfrm>
                <a:off x="4257757" y="2297222"/>
                <a:ext cx="117720" cy="159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D40ABD-0953-4F06-C38D-34559E1927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51637" y="2291102"/>
                  <a:ext cx="129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ACA33A9-1E5F-BB6B-42D0-FFB954F191F4}"/>
                    </a:ext>
                  </a:extLst>
                </p14:cNvPr>
                <p14:cNvContentPartPr/>
                <p14:nvPr/>
              </p14:nvContentPartPr>
              <p14:xfrm>
                <a:off x="4464037" y="2013902"/>
                <a:ext cx="135360" cy="20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ACA33A9-1E5F-BB6B-42D0-FFB954F191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57917" y="2007782"/>
                  <a:ext cx="147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30973F-40F3-18A7-0F36-560992D885DF}"/>
                    </a:ext>
                  </a:extLst>
                </p14:cNvPr>
                <p14:cNvContentPartPr/>
                <p14:nvPr/>
              </p14:nvContentPartPr>
              <p14:xfrm>
                <a:off x="4653397" y="2031542"/>
                <a:ext cx="92520" cy="180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30973F-40F3-18A7-0F36-560992D885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47277" y="2025422"/>
                  <a:ext cx="104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E7B6CF6-7DD3-0057-AEBC-2FA06D0DE307}"/>
                    </a:ext>
                  </a:extLst>
                </p14:cNvPr>
                <p14:cNvContentPartPr/>
                <p14:nvPr/>
              </p14:nvContentPartPr>
              <p14:xfrm>
                <a:off x="4810357" y="2211902"/>
                <a:ext cx="24120" cy="19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E7B6CF6-7DD3-0057-AEBC-2FA06D0DE3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04237" y="2205782"/>
                  <a:ext cx="3636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7E006D4-28F0-1300-5463-38FEFD33B197}"/>
                  </a:ext>
                </a:extLst>
              </p14:cNvPr>
              <p14:cNvContentPartPr/>
              <p14:nvPr/>
            </p14:nvContentPartPr>
            <p14:xfrm>
              <a:off x="4921957" y="1941182"/>
              <a:ext cx="342360" cy="283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7E006D4-28F0-1300-5463-38FEFD33B19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15837" y="1935062"/>
                <a:ext cx="35460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4034D56-7FE7-BF51-B373-A0BA927B0AC6}"/>
              </a:ext>
            </a:extLst>
          </p:cNvPr>
          <p:cNvGrpSpPr/>
          <p:nvPr/>
        </p:nvGrpSpPr>
        <p:grpSpPr>
          <a:xfrm>
            <a:off x="5557357" y="1972862"/>
            <a:ext cx="805680" cy="276480"/>
            <a:chOff x="5557357" y="1972862"/>
            <a:chExt cx="80568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AEFB1A-F18E-6B4A-6217-DC0E3D1A7B54}"/>
                    </a:ext>
                  </a:extLst>
                </p14:cNvPr>
                <p14:cNvContentPartPr/>
                <p14:nvPr/>
              </p14:nvContentPartPr>
              <p14:xfrm>
                <a:off x="5568157" y="2082662"/>
                <a:ext cx="44640" cy="81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AEFB1A-F18E-6B4A-6217-DC0E3D1A7B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62037" y="2076542"/>
                  <a:ext cx="56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E02D66-6209-6483-E067-7450CAE3A03E}"/>
                    </a:ext>
                  </a:extLst>
                </p14:cNvPr>
                <p14:cNvContentPartPr/>
                <p14:nvPr/>
              </p14:nvContentPartPr>
              <p14:xfrm>
                <a:off x="5557357" y="2018222"/>
                <a:ext cx="23400" cy="28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E02D66-6209-6483-E067-7450CAE3A0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51237" y="2012102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D5D3BD-DD08-3FC8-3C26-97D4457AE961}"/>
                    </a:ext>
                  </a:extLst>
                </p14:cNvPr>
                <p14:cNvContentPartPr/>
                <p14:nvPr/>
              </p14:nvContentPartPr>
              <p14:xfrm>
                <a:off x="5616757" y="2099582"/>
                <a:ext cx="130320" cy="73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D5D3BD-DD08-3FC8-3C26-97D4457AE96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10637" y="2093462"/>
                  <a:ext cx="142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D17E30-5E3C-35C2-98F3-9A2041B46BD6}"/>
                    </a:ext>
                  </a:extLst>
                </p14:cNvPr>
                <p14:cNvContentPartPr/>
                <p14:nvPr/>
              </p14:nvContentPartPr>
              <p14:xfrm>
                <a:off x="5749957" y="1972862"/>
                <a:ext cx="144000" cy="195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D17E30-5E3C-35C2-98F3-9A2041B46B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3837" y="1966742"/>
                  <a:ext cx="156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C3D431E-5E89-D5B9-01B7-E6820F00F9A2}"/>
                    </a:ext>
                  </a:extLst>
                </p14:cNvPr>
                <p14:cNvContentPartPr/>
                <p14:nvPr/>
              </p14:nvContentPartPr>
              <p14:xfrm>
                <a:off x="5905117" y="1998422"/>
                <a:ext cx="39960" cy="205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C3D431E-5E89-D5B9-01B7-E6820F00F9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98997" y="1992302"/>
                  <a:ext cx="52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D88E538-23A7-EFF2-E356-192B4AAEEF16}"/>
                    </a:ext>
                  </a:extLst>
                </p14:cNvPr>
                <p14:cNvContentPartPr/>
                <p14:nvPr/>
              </p14:nvContentPartPr>
              <p14:xfrm>
                <a:off x="5929597" y="2102462"/>
                <a:ext cx="225000" cy="11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D88E538-23A7-EFF2-E356-192B4AAEEF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23477" y="2096342"/>
                  <a:ext cx="237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10EB6A-D61F-4B6D-9F82-BC9ACCE4FE2B}"/>
                    </a:ext>
                  </a:extLst>
                </p14:cNvPr>
                <p14:cNvContentPartPr/>
                <p14:nvPr/>
              </p14:nvContentPartPr>
              <p14:xfrm>
                <a:off x="6202477" y="2126222"/>
                <a:ext cx="56520" cy="72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10EB6A-D61F-4B6D-9F82-BC9ACCE4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96357" y="2120102"/>
                  <a:ext cx="68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A33712-2460-FC4D-B6CB-115006054980}"/>
                    </a:ext>
                  </a:extLst>
                </p14:cNvPr>
                <p14:cNvContentPartPr/>
                <p14:nvPr/>
              </p14:nvContentPartPr>
              <p14:xfrm>
                <a:off x="6266557" y="2177342"/>
                <a:ext cx="96480" cy="72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A33712-2460-FC4D-B6CB-11500605498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60437" y="2171222"/>
                  <a:ext cx="10872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0EB63A-9161-546F-A4B7-EEDF46B641E8}"/>
              </a:ext>
            </a:extLst>
          </p:cNvPr>
          <p:cNvGrpSpPr/>
          <p:nvPr/>
        </p:nvGrpSpPr>
        <p:grpSpPr>
          <a:xfrm>
            <a:off x="6625477" y="2090582"/>
            <a:ext cx="149040" cy="249840"/>
            <a:chOff x="6625477" y="2090582"/>
            <a:chExt cx="14904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1ACC19-3242-F545-FDAC-5868ACF876BA}"/>
                    </a:ext>
                  </a:extLst>
                </p14:cNvPr>
                <p14:cNvContentPartPr/>
                <p14:nvPr/>
              </p14:nvContentPartPr>
              <p14:xfrm>
                <a:off x="6626197" y="2220182"/>
                <a:ext cx="16920" cy="70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1ACC19-3242-F545-FDAC-5868ACF876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20077" y="2214062"/>
                  <a:ext cx="29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9E2FA4-52E4-F27D-E7CB-F26760DEE02E}"/>
                    </a:ext>
                  </a:extLst>
                </p14:cNvPr>
                <p14:cNvContentPartPr/>
                <p14:nvPr/>
              </p14:nvContentPartPr>
              <p14:xfrm>
                <a:off x="6625477" y="2090582"/>
                <a:ext cx="18720" cy="5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9E2FA4-52E4-F27D-E7CB-F26760DEE0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19357" y="2084462"/>
                  <a:ext cx="3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5D6A2B-EBDE-2A16-99AC-018D17B91334}"/>
                    </a:ext>
                  </a:extLst>
                </p14:cNvPr>
                <p14:cNvContentPartPr/>
                <p14:nvPr/>
              </p14:nvContentPartPr>
              <p14:xfrm>
                <a:off x="6684157" y="2126942"/>
                <a:ext cx="90360" cy="213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5D6A2B-EBDE-2A16-99AC-018D17B913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78037" y="2120822"/>
                  <a:ext cx="1026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BB79DC-E73D-14D0-33BE-D7ABF3C2C612}"/>
              </a:ext>
            </a:extLst>
          </p:cNvPr>
          <p:cNvGrpSpPr/>
          <p:nvPr/>
        </p:nvGrpSpPr>
        <p:grpSpPr>
          <a:xfrm>
            <a:off x="6968197" y="2022542"/>
            <a:ext cx="840240" cy="262800"/>
            <a:chOff x="6968197" y="2022542"/>
            <a:chExt cx="84024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CFB802-9B25-E416-B251-0B166A2E5C41}"/>
                    </a:ext>
                  </a:extLst>
                </p14:cNvPr>
                <p14:cNvContentPartPr/>
                <p14:nvPr/>
              </p14:nvContentPartPr>
              <p14:xfrm>
                <a:off x="6968197" y="2121542"/>
                <a:ext cx="146520" cy="151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CFB802-9B25-E416-B251-0B166A2E5C4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62077" y="2115422"/>
                  <a:ext cx="15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425B01-C76F-500F-78FD-D48EEE930EAC}"/>
                    </a:ext>
                  </a:extLst>
                </p14:cNvPr>
                <p14:cNvContentPartPr/>
                <p14:nvPr/>
              </p14:nvContentPartPr>
              <p14:xfrm>
                <a:off x="7145317" y="2022542"/>
                <a:ext cx="375480" cy="26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425B01-C76F-500F-78FD-D48EEE930E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39197" y="2016422"/>
                  <a:ext cx="387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432F9F-77CD-654E-4C4A-2D0F8E57E8C4}"/>
                    </a:ext>
                  </a:extLst>
                </p14:cNvPr>
                <p14:cNvContentPartPr/>
                <p14:nvPr/>
              </p14:nvContentPartPr>
              <p14:xfrm>
                <a:off x="7498837" y="2046302"/>
                <a:ext cx="87120" cy="228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432F9F-77CD-654E-4C4A-2D0F8E57E8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92717" y="2040182"/>
                  <a:ext cx="99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810202-C781-3766-6D83-0877E6C0AF1D}"/>
                    </a:ext>
                  </a:extLst>
                </p14:cNvPr>
                <p14:cNvContentPartPr/>
                <p14:nvPr/>
              </p14:nvContentPartPr>
              <p14:xfrm>
                <a:off x="7649677" y="2116142"/>
                <a:ext cx="158760" cy="165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810202-C781-3766-6D83-0877E6C0AF1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43557" y="2110022"/>
                  <a:ext cx="171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ECFD67-288A-ABCF-DE71-21468F85D5E8}"/>
                    </a:ext>
                  </a:extLst>
                </p14:cNvPr>
                <p14:cNvContentPartPr/>
                <p14:nvPr/>
              </p14:nvContentPartPr>
              <p14:xfrm>
                <a:off x="7653277" y="2143142"/>
                <a:ext cx="81720" cy="44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ECFD67-288A-ABCF-DE71-21468F85D5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47157" y="2137022"/>
                  <a:ext cx="939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9C4AD0-ED5A-F8F2-ADDA-7C10245350E0}"/>
              </a:ext>
            </a:extLst>
          </p:cNvPr>
          <p:cNvGrpSpPr/>
          <p:nvPr/>
        </p:nvGrpSpPr>
        <p:grpSpPr>
          <a:xfrm>
            <a:off x="7973677" y="2069702"/>
            <a:ext cx="191880" cy="165960"/>
            <a:chOff x="7973677" y="2069702"/>
            <a:chExt cx="19188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171426-FAA8-8BD3-ADA7-D7376D1BE8EF}"/>
                    </a:ext>
                  </a:extLst>
                </p14:cNvPr>
                <p14:cNvContentPartPr/>
                <p14:nvPr/>
              </p14:nvContentPartPr>
              <p14:xfrm>
                <a:off x="7973677" y="2149622"/>
                <a:ext cx="16560" cy="55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171426-FAA8-8BD3-ADA7-D7376D1BE8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67557" y="2143502"/>
                  <a:ext cx="28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0E0D67E-72DC-84D8-CA19-19CA08CFD138}"/>
                    </a:ext>
                  </a:extLst>
                </p14:cNvPr>
                <p14:cNvContentPartPr/>
                <p14:nvPr/>
              </p14:nvContentPartPr>
              <p14:xfrm>
                <a:off x="7985557" y="2069702"/>
                <a:ext cx="18720" cy="9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0E0D67E-72DC-84D8-CA19-19CA08CFD1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79437" y="2063582"/>
                  <a:ext cx="30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9C174F-1732-C5C5-D590-88680AB64C7D}"/>
                    </a:ext>
                  </a:extLst>
                </p14:cNvPr>
                <p14:cNvContentPartPr/>
                <p14:nvPr/>
              </p14:nvContentPartPr>
              <p14:xfrm>
                <a:off x="8070517" y="2150702"/>
                <a:ext cx="95040" cy="84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9C174F-1732-C5C5-D590-88680AB64C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64397" y="2144582"/>
                  <a:ext cx="1072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5CD180D-10F3-6EE6-A9C3-533AADD5759E}"/>
              </a:ext>
            </a:extLst>
          </p:cNvPr>
          <p:cNvGrpSpPr/>
          <p:nvPr/>
        </p:nvGrpSpPr>
        <p:grpSpPr>
          <a:xfrm>
            <a:off x="8413237" y="1935422"/>
            <a:ext cx="449280" cy="217440"/>
            <a:chOff x="8413237" y="1935422"/>
            <a:chExt cx="44928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D0D749C-8FBC-07D8-BEDF-7AD38323F94F}"/>
                    </a:ext>
                  </a:extLst>
                </p14:cNvPr>
                <p14:cNvContentPartPr/>
                <p14:nvPr/>
              </p14:nvContentPartPr>
              <p14:xfrm>
                <a:off x="8413237" y="1969262"/>
                <a:ext cx="110520" cy="183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D0D749C-8FBC-07D8-BEDF-7AD38323F9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7117" y="1963142"/>
                  <a:ext cx="122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5246B0-B0B7-3030-C1CD-90DC0B3F5787}"/>
                    </a:ext>
                  </a:extLst>
                </p14:cNvPr>
                <p14:cNvContentPartPr/>
                <p14:nvPr/>
              </p14:nvContentPartPr>
              <p14:xfrm>
                <a:off x="8547517" y="2032622"/>
                <a:ext cx="11520" cy="8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5246B0-B0B7-3030-C1CD-90DC0B3F57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41397" y="2026502"/>
                  <a:ext cx="23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97565E-8A83-C440-3037-1279954590FA}"/>
                    </a:ext>
                  </a:extLst>
                </p14:cNvPr>
                <p14:cNvContentPartPr/>
                <p14:nvPr/>
              </p14:nvContentPartPr>
              <p14:xfrm>
                <a:off x="8561197" y="1962782"/>
                <a:ext cx="46800" cy="28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97565E-8A83-C440-3037-1279954590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55077" y="1956662"/>
                  <a:ext cx="59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99414C-4D49-838A-782F-DF72208B78BF}"/>
                    </a:ext>
                  </a:extLst>
                </p14:cNvPr>
                <p14:cNvContentPartPr/>
                <p14:nvPr/>
              </p14:nvContentPartPr>
              <p14:xfrm>
                <a:off x="8633197" y="1944422"/>
                <a:ext cx="93240" cy="133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99414C-4D49-838A-782F-DF72208B78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27077" y="1938302"/>
                  <a:ext cx="105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602BEF-5C55-DD03-60A5-F6485B964C93}"/>
                    </a:ext>
                  </a:extLst>
                </p14:cNvPr>
                <p14:cNvContentPartPr/>
                <p14:nvPr/>
              </p14:nvContentPartPr>
              <p14:xfrm>
                <a:off x="8765677" y="1935422"/>
                <a:ext cx="96840" cy="17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602BEF-5C55-DD03-60A5-F6485B964C9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9557" y="1929302"/>
                  <a:ext cx="1090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C6F2AF-29A8-31A5-CC21-7FF2D8D2405F}"/>
              </a:ext>
            </a:extLst>
          </p:cNvPr>
          <p:cNvGrpSpPr/>
          <p:nvPr/>
        </p:nvGrpSpPr>
        <p:grpSpPr>
          <a:xfrm>
            <a:off x="9002917" y="1874222"/>
            <a:ext cx="1095480" cy="231840"/>
            <a:chOff x="9002917" y="1874222"/>
            <a:chExt cx="109548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0875DB1-D728-0FDE-9CD8-EAFFEDB2CA1E}"/>
                    </a:ext>
                  </a:extLst>
                </p14:cNvPr>
                <p14:cNvContentPartPr/>
                <p14:nvPr/>
              </p14:nvContentPartPr>
              <p14:xfrm>
                <a:off x="9002917" y="1950902"/>
                <a:ext cx="124200" cy="137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0875DB1-D728-0FDE-9CD8-EAFFEDB2CA1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96797" y="1944782"/>
                  <a:ext cx="136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1AA32B-D1C0-A100-0BDA-D9D835CFF8BE}"/>
                    </a:ext>
                  </a:extLst>
                </p14:cNvPr>
                <p14:cNvContentPartPr/>
                <p14:nvPr/>
              </p14:nvContentPartPr>
              <p14:xfrm>
                <a:off x="9165637" y="1958822"/>
                <a:ext cx="84600" cy="145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1AA32B-D1C0-A100-0BDA-D9D835CFF8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59517" y="1952702"/>
                  <a:ext cx="96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87339C-BA09-BD09-9447-A9AC349B260E}"/>
                    </a:ext>
                  </a:extLst>
                </p14:cNvPr>
                <p14:cNvContentPartPr/>
                <p14:nvPr/>
              </p14:nvContentPartPr>
              <p14:xfrm>
                <a:off x="9245917" y="1973942"/>
                <a:ext cx="87480" cy="110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87339C-BA09-BD09-9447-A9AC349B26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39797" y="1967822"/>
                  <a:ext cx="99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8DC502-63CB-BF8A-4060-B3772EBADA34}"/>
                    </a:ext>
                  </a:extLst>
                </p14:cNvPr>
                <p14:cNvContentPartPr/>
                <p14:nvPr/>
              </p14:nvContentPartPr>
              <p14:xfrm>
                <a:off x="9361117" y="1941182"/>
                <a:ext cx="102600" cy="144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8DC502-63CB-BF8A-4060-B3772EBADA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54997" y="1935062"/>
                  <a:ext cx="114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5457701-EAE5-D20D-10BF-01E23AC059AE}"/>
                    </a:ext>
                  </a:extLst>
                </p14:cNvPr>
                <p14:cNvContentPartPr/>
                <p14:nvPr/>
              </p14:nvContentPartPr>
              <p14:xfrm>
                <a:off x="9554077" y="1933262"/>
                <a:ext cx="129600" cy="159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457701-EAE5-D20D-10BF-01E23AC059A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47957" y="1927142"/>
                  <a:ext cx="141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CDA811-EC5D-DC9E-DD19-363A91B941D4}"/>
                    </a:ext>
                  </a:extLst>
                </p14:cNvPr>
                <p14:cNvContentPartPr/>
                <p14:nvPr/>
              </p14:nvContentPartPr>
              <p14:xfrm>
                <a:off x="9650197" y="1894022"/>
                <a:ext cx="210600" cy="141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CDA811-EC5D-DC9E-DD19-363A91B941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44077" y="1887902"/>
                  <a:ext cx="222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008349-AA33-F124-59BE-2AC56D57FE61}"/>
                    </a:ext>
                  </a:extLst>
                </p14:cNvPr>
                <p14:cNvContentPartPr/>
                <p14:nvPr/>
              </p14:nvContentPartPr>
              <p14:xfrm>
                <a:off x="9782317" y="1874222"/>
                <a:ext cx="226800" cy="150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008349-AA33-F124-59BE-2AC56D57FE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776197" y="1868102"/>
                  <a:ext cx="239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89CE01-61AC-AD0F-CED0-D633E380136C}"/>
                    </a:ext>
                  </a:extLst>
                </p14:cNvPr>
                <p14:cNvContentPartPr/>
                <p14:nvPr/>
              </p14:nvContentPartPr>
              <p14:xfrm>
                <a:off x="10076077" y="2096342"/>
                <a:ext cx="22320" cy="9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89CE01-61AC-AD0F-CED0-D633E38013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69957" y="2090222"/>
                  <a:ext cx="34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1EE4BE7-1791-45BE-5325-9FCD13DE9718}"/>
              </a:ext>
            </a:extLst>
          </p:cNvPr>
          <p:cNvGrpSpPr/>
          <p:nvPr/>
        </p:nvGrpSpPr>
        <p:grpSpPr>
          <a:xfrm>
            <a:off x="4889917" y="2329982"/>
            <a:ext cx="619200" cy="406440"/>
            <a:chOff x="4889917" y="2329982"/>
            <a:chExt cx="61920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1ECE97-C949-0F06-26F4-B75C984CB24F}"/>
                    </a:ext>
                  </a:extLst>
                </p14:cNvPr>
                <p14:cNvContentPartPr/>
                <p14:nvPr/>
              </p14:nvContentPartPr>
              <p14:xfrm>
                <a:off x="4889917" y="2329982"/>
                <a:ext cx="140040" cy="32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1ECE97-C949-0F06-26F4-B75C984CB24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83797" y="2323862"/>
                  <a:ext cx="1522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29089B-C5D1-3AC0-5D62-8E4A45FB4A22}"/>
                    </a:ext>
                  </a:extLst>
                </p14:cNvPr>
                <p14:cNvContentPartPr/>
                <p14:nvPr/>
              </p14:nvContentPartPr>
              <p14:xfrm>
                <a:off x="5019517" y="2488742"/>
                <a:ext cx="48240" cy="175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29089B-C5D1-3AC0-5D62-8E4A45FB4A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13397" y="2482622"/>
                  <a:ext cx="60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F8EDE5-1761-60FD-F09F-E83EA993B2BF}"/>
                    </a:ext>
                  </a:extLst>
                </p14:cNvPr>
                <p14:cNvContentPartPr/>
                <p14:nvPr/>
              </p14:nvContentPartPr>
              <p14:xfrm>
                <a:off x="5158117" y="2559302"/>
                <a:ext cx="75600" cy="8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F8EDE5-1761-60FD-F09F-E83EA993B2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51997" y="2553182"/>
                  <a:ext cx="87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C11FAF-1397-6E19-AA80-9E30E5752D77}"/>
                    </a:ext>
                  </a:extLst>
                </p14:cNvPr>
                <p14:cNvContentPartPr/>
                <p14:nvPr/>
              </p14:nvContentPartPr>
              <p14:xfrm>
                <a:off x="5261797" y="2560022"/>
                <a:ext cx="81360" cy="12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C11FAF-1397-6E19-AA80-9E30E5752D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55677" y="2553902"/>
                  <a:ext cx="93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4E56A26-C587-45CC-296F-CC13E807825A}"/>
                    </a:ext>
                  </a:extLst>
                </p14:cNvPr>
                <p14:cNvContentPartPr/>
                <p14:nvPr/>
              </p14:nvContentPartPr>
              <p14:xfrm>
                <a:off x="5376637" y="2579822"/>
                <a:ext cx="132480" cy="156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4E56A26-C587-45CC-296F-CC13E80782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70517" y="2573702"/>
                  <a:ext cx="14472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D6E8A37-81F3-4443-77F9-4E5504B7434B}"/>
              </a:ext>
            </a:extLst>
          </p:cNvPr>
          <p:cNvGrpSpPr/>
          <p:nvPr/>
        </p:nvGrpSpPr>
        <p:grpSpPr>
          <a:xfrm>
            <a:off x="5804677" y="2494862"/>
            <a:ext cx="737640" cy="258120"/>
            <a:chOff x="5804677" y="2494862"/>
            <a:chExt cx="73764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869104-AE53-576B-23D5-2A73D4B33679}"/>
                    </a:ext>
                  </a:extLst>
                </p14:cNvPr>
                <p14:cNvContentPartPr/>
                <p14:nvPr/>
              </p14:nvContentPartPr>
              <p14:xfrm>
                <a:off x="5804677" y="2630942"/>
                <a:ext cx="87840" cy="115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869104-AE53-576B-23D5-2A73D4B336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98557" y="2624822"/>
                  <a:ext cx="100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9E7848-38CC-31AE-6A2A-316B74314097}"/>
                    </a:ext>
                  </a:extLst>
                </p14:cNvPr>
                <p14:cNvContentPartPr/>
                <p14:nvPr/>
              </p14:nvContentPartPr>
              <p14:xfrm>
                <a:off x="5904757" y="2631662"/>
                <a:ext cx="91800" cy="120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9E7848-38CC-31AE-6A2A-316B743140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98637" y="2625542"/>
                  <a:ext cx="104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566274-CCF3-5CC6-5C26-6FD29C79C2A6}"/>
                    </a:ext>
                  </a:extLst>
                </p14:cNvPr>
                <p14:cNvContentPartPr/>
                <p14:nvPr/>
              </p14:nvContentPartPr>
              <p14:xfrm>
                <a:off x="6008077" y="2684222"/>
                <a:ext cx="185400" cy="68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566274-CCF3-5CC6-5C26-6FD29C79C2A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01957" y="2678102"/>
                  <a:ext cx="197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61E885-CDA2-5525-CA9F-42BE51734DFD}"/>
                    </a:ext>
                  </a:extLst>
                </p14:cNvPr>
                <p14:cNvContentPartPr/>
                <p14:nvPr/>
              </p14:nvContentPartPr>
              <p14:xfrm>
                <a:off x="6206797" y="2597462"/>
                <a:ext cx="167040" cy="150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61E885-CDA2-5525-CA9F-42BE51734D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00677" y="2591342"/>
                  <a:ext cx="179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27C21FE-E038-E9AD-6080-3ADD829D1F17}"/>
                    </a:ext>
                  </a:extLst>
                </p14:cNvPr>
                <p14:cNvContentPartPr/>
                <p14:nvPr/>
              </p14:nvContentPartPr>
              <p14:xfrm>
                <a:off x="6398677" y="2656862"/>
                <a:ext cx="104400" cy="58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27C21FE-E038-E9AD-6080-3ADD829D1F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92557" y="2650742"/>
                  <a:ext cx="116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D0ADECB-3B5D-6F77-E5D3-92DC167B618E}"/>
                    </a:ext>
                  </a:extLst>
                </p14:cNvPr>
                <p14:cNvContentPartPr/>
                <p14:nvPr/>
              </p14:nvContentPartPr>
              <p14:xfrm>
                <a:off x="6523597" y="2494862"/>
                <a:ext cx="18720" cy="18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D0ADECB-3B5D-6F77-E5D3-92DC167B61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17477" y="2488742"/>
                  <a:ext cx="3096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A9514FE-5006-0EB9-35A5-8F7F7C6FAE6C}"/>
              </a:ext>
            </a:extLst>
          </p:cNvPr>
          <p:cNvGrpSpPr/>
          <p:nvPr/>
        </p:nvGrpSpPr>
        <p:grpSpPr>
          <a:xfrm>
            <a:off x="6732037" y="2441222"/>
            <a:ext cx="2570760" cy="257760"/>
            <a:chOff x="6732037" y="2441222"/>
            <a:chExt cx="257076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850A7C-EA6A-5E26-2EE0-304E17539155}"/>
                    </a:ext>
                  </a:extLst>
                </p14:cNvPr>
                <p14:cNvContentPartPr/>
                <p14:nvPr/>
              </p14:nvContentPartPr>
              <p14:xfrm>
                <a:off x="6747517" y="2608262"/>
                <a:ext cx="17280" cy="69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850A7C-EA6A-5E26-2EE0-304E1753915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41397" y="2602142"/>
                  <a:ext cx="29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7D8816D-FF25-FE7B-49F7-2266786765E1}"/>
                    </a:ext>
                  </a:extLst>
                </p14:cNvPr>
                <p14:cNvContentPartPr/>
                <p14:nvPr/>
              </p14:nvContentPartPr>
              <p14:xfrm>
                <a:off x="6732037" y="2526182"/>
                <a:ext cx="24480" cy="47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7D8816D-FF25-FE7B-49F7-2266786765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25917" y="2520062"/>
                  <a:ext cx="3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10B62B-0A75-AB80-718C-CE2A2BB57A3D}"/>
                    </a:ext>
                  </a:extLst>
                </p14:cNvPr>
                <p14:cNvContentPartPr/>
                <p14:nvPr/>
              </p14:nvContentPartPr>
              <p14:xfrm>
                <a:off x="6815917" y="2576582"/>
                <a:ext cx="190800" cy="115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10B62B-0A75-AB80-718C-CE2A2BB57A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09797" y="2570462"/>
                  <a:ext cx="203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71B4EB6-BD74-B6C3-9B70-1D092CAE6972}"/>
                    </a:ext>
                  </a:extLst>
                </p14:cNvPr>
                <p14:cNvContentPartPr/>
                <p14:nvPr/>
              </p14:nvContentPartPr>
              <p14:xfrm>
                <a:off x="7038397" y="2553182"/>
                <a:ext cx="170280" cy="145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71B4EB6-BD74-B6C3-9B70-1D092CAE69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2277" y="2547062"/>
                  <a:ext cx="182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C3B89B-65DC-135C-6717-8755A049E473}"/>
                    </a:ext>
                  </a:extLst>
                </p14:cNvPr>
                <p14:cNvContentPartPr/>
                <p14:nvPr/>
              </p14:nvContentPartPr>
              <p14:xfrm>
                <a:off x="7241437" y="2544182"/>
                <a:ext cx="67320" cy="108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C3B89B-65DC-135C-6717-8755A049E4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35317" y="2538062"/>
                  <a:ext cx="79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09A0149-1B5F-28CB-09B1-2B490793554E}"/>
                    </a:ext>
                  </a:extLst>
                </p14:cNvPr>
                <p14:cNvContentPartPr/>
                <p14:nvPr/>
              </p14:nvContentPartPr>
              <p14:xfrm>
                <a:off x="7318837" y="2560382"/>
                <a:ext cx="71280" cy="10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09A0149-1B5F-28CB-09B1-2B49079355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312717" y="2554262"/>
                  <a:ext cx="83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2701C2-4991-D415-4A87-A8EBCE1127B1}"/>
                    </a:ext>
                  </a:extLst>
                </p14:cNvPr>
                <p14:cNvContentPartPr/>
                <p14:nvPr/>
              </p14:nvContentPartPr>
              <p14:xfrm>
                <a:off x="7425757" y="2520422"/>
                <a:ext cx="127440" cy="148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2701C2-4991-D415-4A87-A8EBCE1127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19637" y="2514302"/>
                  <a:ext cx="139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606253-1C64-608D-FC8D-FDDE087F22C7}"/>
                    </a:ext>
                  </a:extLst>
                </p14:cNvPr>
                <p14:cNvContentPartPr/>
                <p14:nvPr/>
              </p14:nvContentPartPr>
              <p14:xfrm>
                <a:off x="7691797" y="2449142"/>
                <a:ext cx="349560" cy="166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606253-1C64-608D-FC8D-FDDE087F22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677" y="2443022"/>
                  <a:ext cx="361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E07547-B34C-08D3-952F-DC52062B3CC3}"/>
                    </a:ext>
                  </a:extLst>
                </p14:cNvPr>
                <p14:cNvContentPartPr/>
                <p14:nvPr/>
              </p14:nvContentPartPr>
              <p14:xfrm>
                <a:off x="8054317" y="2441222"/>
                <a:ext cx="95760" cy="146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E07547-B34C-08D3-952F-DC52062B3C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48197" y="2435102"/>
                  <a:ext cx="108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2CE7BA3-9576-B28D-BD30-4348F9504BBD}"/>
                    </a:ext>
                  </a:extLst>
                </p14:cNvPr>
                <p14:cNvContentPartPr/>
                <p14:nvPr/>
              </p14:nvContentPartPr>
              <p14:xfrm>
                <a:off x="8220637" y="2500982"/>
                <a:ext cx="57600" cy="24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2CE7BA3-9576-B28D-BD30-4348F9504B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14517" y="2494862"/>
                  <a:ext cx="69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A7EFE3D-60FE-9D54-B56E-EDF522146048}"/>
                    </a:ext>
                  </a:extLst>
                </p14:cNvPr>
                <p14:cNvContentPartPr/>
                <p14:nvPr/>
              </p14:nvContentPartPr>
              <p14:xfrm>
                <a:off x="8229277" y="2578382"/>
                <a:ext cx="43200" cy="60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A7EFE3D-60FE-9D54-B56E-EDF52214604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23157" y="2572262"/>
                  <a:ext cx="55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366D50-1349-CF37-91C9-851EEC4B976B}"/>
                    </a:ext>
                  </a:extLst>
                </p14:cNvPr>
                <p14:cNvContentPartPr/>
                <p14:nvPr/>
              </p14:nvContentPartPr>
              <p14:xfrm>
                <a:off x="8424397" y="2562542"/>
                <a:ext cx="39960" cy="78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366D50-1349-CF37-91C9-851EEC4B97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18277" y="2556422"/>
                  <a:ext cx="52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3F7462-158A-DD9C-E2F8-CC7303846608}"/>
                    </a:ext>
                  </a:extLst>
                </p14:cNvPr>
                <p14:cNvContentPartPr/>
                <p14:nvPr/>
              </p14:nvContentPartPr>
              <p14:xfrm>
                <a:off x="8410717" y="2467142"/>
                <a:ext cx="32040" cy="75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3F7462-158A-DD9C-E2F8-CC73038466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04597" y="2461022"/>
                  <a:ext cx="44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5273AC-084B-8C16-7680-CE2950680E33}"/>
                    </a:ext>
                  </a:extLst>
                </p14:cNvPr>
                <p14:cNvContentPartPr/>
                <p14:nvPr/>
              </p14:nvContentPartPr>
              <p14:xfrm>
                <a:off x="8507557" y="2544902"/>
                <a:ext cx="100080" cy="92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5273AC-084B-8C16-7680-CE2950680E3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01437" y="2538782"/>
                  <a:ext cx="112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7868467-D493-4F59-B1E6-2565CE3E5472}"/>
                    </a:ext>
                  </a:extLst>
                </p14:cNvPr>
                <p14:cNvContentPartPr/>
                <p14:nvPr/>
              </p14:nvContentPartPr>
              <p14:xfrm>
                <a:off x="8617717" y="2456702"/>
                <a:ext cx="518040" cy="192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7868467-D493-4F59-B1E6-2565CE3E54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11597" y="2450582"/>
                  <a:ext cx="530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74D959-1DE1-55DA-3C9C-1FA627A3CF32}"/>
                    </a:ext>
                  </a:extLst>
                </p14:cNvPr>
                <p14:cNvContentPartPr/>
                <p14:nvPr/>
              </p14:nvContentPartPr>
              <p14:xfrm>
                <a:off x="9145837" y="2507822"/>
                <a:ext cx="156960" cy="100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74D959-1DE1-55DA-3C9C-1FA627A3CF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39717" y="2501702"/>
                  <a:ext cx="16920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2EA77FD-3A80-28F2-D442-88B7AC9ACCD7}"/>
              </a:ext>
            </a:extLst>
          </p:cNvPr>
          <p:cNvGrpSpPr/>
          <p:nvPr/>
        </p:nvGrpSpPr>
        <p:grpSpPr>
          <a:xfrm>
            <a:off x="9523837" y="2333582"/>
            <a:ext cx="1610280" cy="281880"/>
            <a:chOff x="9523837" y="2333582"/>
            <a:chExt cx="161028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F76F32E-C3AA-8317-AF0C-7C980F2C4696}"/>
                    </a:ext>
                  </a:extLst>
                </p14:cNvPr>
                <p14:cNvContentPartPr/>
                <p14:nvPr/>
              </p14:nvContentPartPr>
              <p14:xfrm>
                <a:off x="9523837" y="2428262"/>
                <a:ext cx="418320" cy="147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F76F32E-C3AA-8317-AF0C-7C980F2C469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17717" y="2422142"/>
                  <a:ext cx="430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6AF549A-05B2-E0D6-4FF0-3CB0B0363FC3}"/>
                    </a:ext>
                  </a:extLst>
                </p14:cNvPr>
                <p14:cNvContentPartPr/>
                <p14:nvPr/>
              </p14:nvContentPartPr>
              <p14:xfrm>
                <a:off x="9965917" y="2413862"/>
                <a:ext cx="93600" cy="20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6AF549A-05B2-E0D6-4FF0-3CB0B0363F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59797" y="2407742"/>
                  <a:ext cx="105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AFF5E0E-5CE2-0C83-30FF-72622B562DA7}"/>
                    </a:ext>
                  </a:extLst>
                </p14:cNvPr>
                <p14:cNvContentPartPr/>
                <p14:nvPr/>
              </p14:nvContentPartPr>
              <p14:xfrm>
                <a:off x="10276237" y="2374982"/>
                <a:ext cx="29880" cy="215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AFF5E0E-5CE2-0C83-30FF-72622B562DA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70117" y="2368862"/>
                  <a:ext cx="42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DF3BA1-C7F4-0038-11E7-1513C124F8CA}"/>
                    </a:ext>
                  </a:extLst>
                </p14:cNvPr>
                <p14:cNvContentPartPr/>
                <p14:nvPr/>
              </p14:nvContentPartPr>
              <p14:xfrm>
                <a:off x="10210717" y="2465342"/>
                <a:ext cx="272880" cy="17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DF3BA1-C7F4-0038-11E7-1513C124F8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04597" y="2459222"/>
                  <a:ext cx="285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7A2766E-E1A8-BC42-8702-1CD242A16095}"/>
                    </a:ext>
                  </a:extLst>
                </p14:cNvPr>
                <p14:cNvContentPartPr/>
                <p14:nvPr/>
              </p14:nvContentPartPr>
              <p14:xfrm>
                <a:off x="10548397" y="2333582"/>
                <a:ext cx="585720" cy="210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7A2766E-E1A8-BC42-8702-1CD242A1609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542277" y="2327462"/>
                  <a:ext cx="59796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BC2D049-DFD8-C711-7325-46FE837C9959}"/>
              </a:ext>
            </a:extLst>
          </p:cNvPr>
          <p:cNvGrpSpPr/>
          <p:nvPr/>
        </p:nvGrpSpPr>
        <p:grpSpPr>
          <a:xfrm>
            <a:off x="11374597" y="2356262"/>
            <a:ext cx="716400" cy="201240"/>
            <a:chOff x="11374597" y="2356262"/>
            <a:chExt cx="71640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C58015A-29EE-935E-450C-CF5ABA7F9D6A}"/>
                    </a:ext>
                  </a:extLst>
                </p14:cNvPr>
                <p14:cNvContentPartPr/>
                <p14:nvPr/>
              </p14:nvContentPartPr>
              <p14:xfrm>
                <a:off x="11374597" y="2363102"/>
                <a:ext cx="29520" cy="109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C58015A-29EE-935E-450C-CF5ABA7F9D6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68477" y="2356982"/>
                  <a:ext cx="41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E6002D-57AB-B04A-E503-2EB00F8BFFFD}"/>
                    </a:ext>
                  </a:extLst>
                </p14:cNvPr>
                <p14:cNvContentPartPr/>
                <p14:nvPr/>
              </p14:nvContentPartPr>
              <p14:xfrm>
                <a:off x="11448757" y="2356262"/>
                <a:ext cx="497520" cy="189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E6002D-57AB-B04A-E503-2EB00F8BFFF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442637" y="2350142"/>
                  <a:ext cx="509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DDE5824-7249-F36F-3AA1-7B19E1D3741F}"/>
                    </a:ext>
                  </a:extLst>
                </p14:cNvPr>
                <p14:cNvContentPartPr/>
                <p14:nvPr/>
              </p14:nvContentPartPr>
              <p14:xfrm>
                <a:off x="11980477" y="2428622"/>
                <a:ext cx="39240" cy="128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DDE5824-7249-F36F-3AA1-7B19E1D3741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974357" y="2422502"/>
                  <a:ext cx="51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451A785-8FD0-3CB5-B1FC-04D594DFDE14}"/>
                    </a:ext>
                  </a:extLst>
                </p14:cNvPr>
                <p14:cNvContentPartPr/>
                <p14:nvPr/>
              </p14:nvContentPartPr>
              <p14:xfrm>
                <a:off x="11953477" y="2505662"/>
                <a:ext cx="137520" cy="48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451A785-8FD0-3CB5-B1FC-04D594DFDE1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947357" y="2499542"/>
                  <a:ext cx="1497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EFEBE87-49BD-FCE9-9F43-5B188E2C6838}"/>
              </a:ext>
            </a:extLst>
          </p:cNvPr>
          <p:cNvGrpSpPr/>
          <p:nvPr/>
        </p:nvGrpSpPr>
        <p:grpSpPr>
          <a:xfrm>
            <a:off x="10765117" y="2679542"/>
            <a:ext cx="851760" cy="294480"/>
            <a:chOff x="10765117" y="2679542"/>
            <a:chExt cx="85176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E9D0DA-A204-FAD3-3CCF-8CA092AE6E2F}"/>
                    </a:ext>
                  </a:extLst>
                </p14:cNvPr>
                <p14:cNvContentPartPr/>
                <p14:nvPr/>
              </p14:nvContentPartPr>
              <p14:xfrm>
                <a:off x="10765117" y="2723102"/>
                <a:ext cx="184320" cy="115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E9D0DA-A204-FAD3-3CCF-8CA092AE6E2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58997" y="2716982"/>
                  <a:ext cx="196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4A9DAA0-8460-0B1F-003D-D527E85F5C34}"/>
                    </a:ext>
                  </a:extLst>
                </p14:cNvPr>
                <p14:cNvContentPartPr/>
                <p14:nvPr/>
              </p14:nvContentPartPr>
              <p14:xfrm>
                <a:off x="10950517" y="2736422"/>
                <a:ext cx="201240" cy="114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4A9DAA0-8460-0B1F-003D-D527E85F5C3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44397" y="2730302"/>
                  <a:ext cx="213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221D7A3-8433-56BE-994F-CFFD1D7EE7A2}"/>
                    </a:ext>
                  </a:extLst>
                </p14:cNvPr>
                <p14:cNvContentPartPr/>
                <p14:nvPr/>
              </p14:nvContentPartPr>
              <p14:xfrm>
                <a:off x="11129077" y="2701142"/>
                <a:ext cx="227160" cy="156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221D7A3-8433-56BE-994F-CFFD1D7EE7A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122957" y="2695022"/>
                  <a:ext cx="239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00CE75F-453F-317C-F86F-2056382464D7}"/>
                    </a:ext>
                  </a:extLst>
                </p14:cNvPr>
                <p14:cNvContentPartPr/>
                <p14:nvPr/>
              </p14:nvContentPartPr>
              <p14:xfrm>
                <a:off x="11340757" y="2679542"/>
                <a:ext cx="141120" cy="214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00CE75F-453F-317C-F86F-2056382464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34637" y="2673422"/>
                  <a:ext cx="153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7596D19-F6CB-75FB-816E-AFA3AE7F59DC}"/>
                    </a:ext>
                  </a:extLst>
                </p14:cNvPr>
                <p14:cNvContentPartPr/>
                <p14:nvPr/>
              </p14:nvContentPartPr>
              <p14:xfrm>
                <a:off x="11585557" y="2939102"/>
                <a:ext cx="31320" cy="34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7596D19-F6CB-75FB-816E-AFA3AE7F59D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579437" y="2932982"/>
                  <a:ext cx="4356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2D59492-303D-0998-9A10-7F862308E701}"/>
              </a:ext>
            </a:extLst>
          </p:cNvPr>
          <p:cNvGrpSpPr/>
          <p:nvPr/>
        </p:nvGrpSpPr>
        <p:grpSpPr>
          <a:xfrm>
            <a:off x="7187077" y="3502142"/>
            <a:ext cx="329400" cy="203400"/>
            <a:chOff x="7187077" y="3502142"/>
            <a:chExt cx="32940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A56D989-A8BC-8ECD-CAC5-A2336C2B3FF6}"/>
                    </a:ext>
                  </a:extLst>
                </p14:cNvPr>
                <p14:cNvContentPartPr/>
                <p14:nvPr/>
              </p14:nvContentPartPr>
              <p14:xfrm>
                <a:off x="7187077" y="3546782"/>
                <a:ext cx="289800" cy="51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A56D989-A8BC-8ECD-CAC5-A2336C2B3FF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180957" y="3540662"/>
                  <a:ext cx="302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C3DCEC-90EA-C312-9E38-4732DA811C4C}"/>
                    </a:ext>
                  </a:extLst>
                </p14:cNvPr>
                <p14:cNvContentPartPr/>
                <p14:nvPr/>
              </p14:nvContentPartPr>
              <p14:xfrm>
                <a:off x="7372117" y="3502142"/>
                <a:ext cx="144360" cy="2034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C3DCEC-90EA-C312-9E38-4732DA811C4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65997" y="3496022"/>
                  <a:ext cx="1566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16B0DE5-E430-4CD1-94AF-FA20D5CF2E25}"/>
              </a:ext>
            </a:extLst>
          </p:cNvPr>
          <p:cNvGrpSpPr/>
          <p:nvPr/>
        </p:nvGrpSpPr>
        <p:grpSpPr>
          <a:xfrm>
            <a:off x="7741477" y="3387302"/>
            <a:ext cx="762120" cy="361440"/>
            <a:chOff x="7741477" y="3387302"/>
            <a:chExt cx="76212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9B6C68-CD0E-C763-29AF-2D04A59AD810}"/>
                    </a:ext>
                  </a:extLst>
                </p14:cNvPr>
                <p14:cNvContentPartPr/>
                <p14:nvPr/>
              </p14:nvContentPartPr>
              <p14:xfrm>
                <a:off x="7741477" y="3387302"/>
                <a:ext cx="147240" cy="309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9B6C68-CD0E-C763-29AF-2D04A59AD8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735357" y="3381182"/>
                  <a:ext cx="1594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C453DE-9499-62D2-1350-A11410E6B3CF}"/>
                    </a:ext>
                  </a:extLst>
                </p14:cNvPr>
                <p14:cNvContentPartPr/>
                <p14:nvPr/>
              </p14:nvContentPartPr>
              <p14:xfrm>
                <a:off x="7840837" y="3632102"/>
                <a:ext cx="121320" cy="52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C453DE-9499-62D2-1350-A11410E6B3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834717" y="3625982"/>
                  <a:ext cx="133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8F84AA-200C-5328-2B91-628976AD8A8B}"/>
                    </a:ext>
                  </a:extLst>
                </p14:cNvPr>
                <p14:cNvContentPartPr/>
                <p14:nvPr/>
              </p14:nvContentPartPr>
              <p14:xfrm>
                <a:off x="7984837" y="3612662"/>
                <a:ext cx="86760" cy="74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8F84AA-200C-5328-2B91-628976AD8A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8717" y="3606542"/>
                  <a:ext cx="9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DF19A45-81A9-77EA-50E1-7ECB2E559C3E}"/>
                    </a:ext>
                  </a:extLst>
                </p14:cNvPr>
                <p14:cNvContentPartPr/>
                <p14:nvPr/>
              </p14:nvContentPartPr>
              <p14:xfrm>
                <a:off x="8098597" y="3564782"/>
                <a:ext cx="29160" cy="101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DF19A45-81A9-77EA-50E1-7ECB2E559C3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092477" y="3558662"/>
                  <a:ext cx="41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48BAE22-6847-A8A0-5D42-A381B6965C56}"/>
                    </a:ext>
                  </a:extLst>
                </p14:cNvPr>
                <p14:cNvContentPartPr/>
                <p14:nvPr/>
              </p14:nvContentPartPr>
              <p14:xfrm>
                <a:off x="8062957" y="3623462"/>
                <a:ext cx="83160" cy="302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48BAE22-6847-A8A0-5D42-A381B6965C5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56837" y="3617342"/>
                  <a:ext cx="95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090AC9-A3FF-ABE2-EF86-1955EAD5716C}"/>
                    </a:ext>
                  </a:extLst>
                </p14:cNvPr>
                <p14:cNvContentPartPr/>
                <p14:nvPr/>
              </p14:nvContentPartPr>
              <p14:xfrm>
                <a:off x="8232157" y="3609062"/>
                <a:ext cx="52560" cy="83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090AC9-A3FF-ABE2-EF86-1955EAD571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26037" y="3602942"/>
                  <a:ext cx="64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34D19A3-3757-E0C0-F43F-3A8847C8A094}"/>
                    </a:ext>
                  </a:extLst>
                </p14:cNvPr>
                <p14:cNvContentPartPr/>
                <p14:nvPr/>
              </p14:nvContentPartPr>
              <p14:xfrm>
                <a:off x="8326117" y="3601862"/>
                <a:ext cx="83160" cy="123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34D19A3-3757-E0C0-F43F-3A8847C8A0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19997" y="3595742"/>
                  <a:ext cx="95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F1B492-83E3-75BE-B800-3C1E4883A9AF}"/>
                    </a:ext>
                  </a:extLst>
                </p14:cNvPr>
                <p14:cNvContentPartPr/>
                <p14:nvPr/>
              </p14:nvContentPartPr>
              <p14:xfrm>
                <a:off x="8335477" y="3581702"/>
                <a:ext cx="168120" cy="167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F1B492-83E3-75BE-B800-3C1E4883A9A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29357" y="3575582"/>
                  <a:ext cx="1803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A2D9816-7A73-B3C3-F8CF-49423226237E}"/>
              </a:ext>
            </a:extLst>
          </p:cNvPr>
          <p:cNvGrpSpPr/>
          <p:nvPr/>
        </p:nvGrpSpPr>
        <p:grpSpPr>
          <a:xfrm>
            <a:off x="8852797" y="3548942"/>
            <a:ext cx="1477080" cy="385920"/>
            <a:chOff x="8852797" y="3548942"/>
            <a:chExt cx="147708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739513F-81CB-ED3F-3A7A-656AE2A42A6D}"/>
                    </a:ext>
                  </a:extLst>
                </p14:cNvPr>
                <p14:cNvContentPartPr/>
                <p14:nvPr/>
              </p14:nvContentPartPr>
              <p14:xfrm>
                <a:off x="8852797" y="3560102"/>
                <a:ext cx="117000" cy="154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739513F-81CB-ED3F-3A7A-656AE2A42A6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46677" y="3553982"/>
                  <a:ext cx="129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C82467-A668-18E4-2040-7DC42342630C}"/>
                    </a:ext>
                  </a:extLst>
                </p14:cNvPr>
                <p14:cNvContentPartPr/>
                <p14:nvPr/>
              </p14:nvContentPartPr>
              <p14:xfrm>
                <a:off x="9039637" y="3548942"/>
                <a:ext cx="85680" cy="342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C82467-A668-18E4-2040-7DC4234263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33517" y="3542822"/>
                  <a:ext cx="979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E0BEA1-75EA-DEF5-AF8D-72C0BA8D85F4}"/>
                    </a:ext>
                  </a:extLst>
                </p14:cNvPr>
                <p14:cNvContentPartPr/>
                <p14:nvPr/>
              </p14:nvContentPartPr>
              <p14:xfrm>
                <a:off x="9161317" y="3581702"/>
                <a:ext cx="114840" cy="353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E0BEA1-75EA-DEF5-AF8D-72C0BA8D85F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55197" y="3575582"/>
                  <a:ext cx="127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7DED9A-7755-D8FD-E7E0-DEDA0E2092E5}"/>
                    </a:ext>
                  </a:extLst>
                </p14:cNvPr>
                <p14:cNvContentPartPr/>
                <p14:nvPr/>
              </p14:nvContentPartPr>
              <p14:xfrm>
                <a:off x="9303877" y="3642902"/>
                <a:ext cx="118080" cy="120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7DED9A-7755-D8FD-E7E0-DEDA0E2092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97757" y="3636782"/>
                  <a:ext cx="130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A5E4F2B-DEF2-51B0-879A-85F45D2C8169}"/>
                    </a:ext>
                  </a:extLst>
                </p14:cNvPr>
                <p14:cNvContentPartPr/>
                <p14:nvPr/>
              </p14:nvContentPartPr>
              <p14:xfrm>
                <a:off x="9474157" y="3618062"/>
                <a:ext cx="70560" cy="129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A5E4F2B-DEF2-51B0-879A-85F45D2C816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68037" y="3611942"/>
                  <a:ext cx="82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860E3F3-F31E-E1C7-793A-318C43621703}"/>
                    </a:ext>
                  </a:extLst>
                </p14:cNvPr>
                <p14:cNvContentPartPr/>
                <p14:nvPr/>
              </p14:nvContentPartPr>
              <p14:xfrm>
                <a:off x="9570277" y="3581702"/>
                <a:ext cx="356400" cy="215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860E3F3-F31E-E1C7-793A-318C4362170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64157" y="3575582"/>
                  <a:ext cx="368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BCAD7CC-B2AF-3A8D-4472-E8BC608740D1}"/>
                    </a:ext>
                  </a:extLst>
                </p14:cNvPr>
                <p14:cNvContentPartPr/>
                <p14:nvPr/>
              </p14:nvContentPartPr>
              <p14:xfrm>
                <a:off x="9966277" y="3617702"/>
                <a:ext cx="232920" cy="171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BCAD7CC-B2AF-3A8D-4472-E8BC608740D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59797" y="3611582"/>
                  <a:ext cx="245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24AD378-0CB1-9485-A248-6073525EEFC6}"/>
                    </a:ext>
                  </a:extLst>
                </p14:cNvPr>
                <p14:cNvContentPartPr/>
                <p14:nvPr/>
              </p14:nvContentPartPr>
              <p14:xfrm>
                <a:off x="10146637" y="3676742"/>
                <a:ext cx="183240" cy="179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24AD378-0CB1-9485-A248-6073525EEFC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140517" y="3670622"/>
                  <a:ext cx="19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E380750-9450-6C83-1A4A-17776C30541A}"/>
                    </a:ext>
                  </a:extLst>
                </p14:cNvPr>
                <p14:cNvContentPartPr/>
                <p14:nvPr/>
              </p14:nvContentPartPr>
              <p14:xfrm>
                <a:off x="10162477" y="3733622"/>
                <a:ext cx="88920" cy="44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E380750-9450-6C83-1A4A-17776C30541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56357" y="3727502"/>
                  <a:ext cx="1011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07377AA-B9E9-3FDC-1D1E-AC2C07506C0F}"/>
              </a:ext>
            </a:extLst>
          </p:cNvPr>
          <p:cNvGrpSpPr/>
          <p:nvPr/>
        </p:nvGrpSpPr>
        <p:grpSpPr>
          <a:xfrm>
            <a:off x="10614637" y="3700142"/>
            <a:ext cx="519480" cy="213840"/>
            <a:chOff x="10614637" y="3700142"/>
            <a:chExt cx="51948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4301B07-5189-C436-EA5D-1EAD23E349EB}"/>
                    </a:ext>
                  </a:extLst>
                </p14:cNvPr>
                <p14:cNvContentPartPr/>
                <p14:nvPr/>
              </p14:nvContentPartPr>
              <p14:xfrm>
                <a:off x="10614637" y="3708062"/>
                <a:ext cx="85680" cy="135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4301B07-5189-C436-EA5D-1EAD23E349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08517" y="3701942"/>
                  <a:ext cx="97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079A41F-55B6-AABD-36CE-79930B529588}"/>
                    </a:ext>
                  </a:extLst>
                </p14:cNvPr>
                <p14:cNvContentPartPr/>
                <p14:nvPr/>
              </p14:nvContentPartPr>
              <p14:xfrm>
                <a:off x="10756837" y="3700142"/>
                <a:ext cx="74160" cy="1206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079A41F-55B6-AABD-36CE-79930B5295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750717" y="3694022"/>
                  <a:ext cx="86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0993106-3F33-4C1B-FAF8-23A713A0805C}"/>
                    </a:ext>
                  </a:extLst>
                </p14:cNvPr>
                <p14:cNvContentPartPr/>
                <p14:nvPr/>
              </p14:nvContentPartPr>
              <p14:xfrm>
                <a:off x="10848277" y="3722102"/>
                <a:ext cx="98640" cy="143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0993106-3F33-4C1B-FAF8-23A713A080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42157" y="3715982"/>
                  <a:ext cx="110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84F75B5-0CEC-597C-F1A3-01C664B99107}"/>
                    </a:ext>
                  </a:extLst>
                </p14:cNvPr>
                <p14:cNvContentPartPr/>
                <p14:nvPr/>
              </p14:nvContentPartPr>
              <p14:xfrm>
                <a:off x="11000557" y="3733262"/>
                <a:ext cx="47880" cy="180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84F75B5-0CEC-597C-F1A3-01C664B991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94437" y="3727142"/>
                  <a:ext cx="60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ACA3DE-19A6-BABF-111B-5518353B689E}"/>
                    </a:ext>
                  </a:extLst>
                </p14:cNvPr>
                <p14:cNvContentPartPr/>
                <p14:nvPr/>
              </p14:nvContentPartPr>
              <p14:xfrm>
                <a:off x="10942957" y="3823982"/>
                <a:ext cx="191160" cy="4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ACA3DE-19A6-BABF-111B-5518353B689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36837" y="3817862"/>
                  <a:ext cx="20340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1534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C624-C9A6-BA55-257D-1F3817547C31}"/>
              </a:ext>
            </a:extLst>
          </p:cNvPr>
          <p:cNvSpPr txBox="1">
            <a:spLocks/>
          </p:cNvSpPr>
          <p:nvPr/>
        </p:nvSpPr>
        <p:spPr>
          <a:xfrm>
            <a:off x="497305" y="526472"/>
            <a:ext cx="8153400" cy="3276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Future value and compounding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C16F3-DC29-0CE2-BBAE-62CFB2150B66}"/>
              </a:ext>
            </a:extLst>
          </p:cNvPr>
          <p:cNvSpPr/>
          <p:nvPr/>
        </p:nvSpPr>
        <p:spPr>
          <a:xfrm>
            <a:off x="4150265" y="1415077"/>
            <a:ext cx="34628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2700">
                  <a:solidFill>
                    <a:srgbClr val="464646">
                      <a:satMod val="155000"/>
                    </a:srgbClr>
                  </a:solidFill>
                  <a:prstDash val="solid"/>
                </a:ln>
                <a:solidFill>
                  <a:srgbClr val="DEF5FA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w Cen MT"/>
              </a:rPr>
              <a:t>365 days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08E05C-1231-A948-89AA-05E429BB8FA9}"/>
              </a:ext>
            </a:extLst>
          </p:cNvPr>
          <p:cNvCxnSpPr>
            <a:cxnSpLocks/>
          </p:cNvCxnSpPr>
          <p:nvPr/>
        </p:nvCxnSpPr>
        <p:spPr>
          <a:xfrm flipV="1">
            <a:off x="2069432" y="2486793"/>
            <a:ext cx="7892715" cy="71189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E23630-9BE0-083D-8831-CAED827EFEDB}"/>
              </a:ext>
            </a:extLst>
          </p:cNvPr>
          <p:cNvCxnSpPr>
            <a:cxnSpLocks/>
          </p:cNvCxnSpPr>
          <p:nvPr/>
        </p:nvCxnSpPr>
        <p:spPr>
          <a:xfrm flipH="1" flipV="1">
            <a:off x="2087662" y="2558891"/>
            <a:ext cx="5675" cy="729741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A16CE-DB73-1E09-7CFF-A764DA17675C}"/>
              </a:ext>
            </a:extLst>
          </p:cNvPr>
          <p:cNvCxnSpPr>
            <a:cxnSpLocks/>
          </p:cNvCxnSpPr>
          <p:nvPr/>
        </p:nvCxnSpPr>
        <p:spPr>
          <a:xfrm flipH="1" flipV="1">
            <a:off x="9956472" y="2557982"/>
            <a:ext cx="5675" cy="730650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5CF665-E7D3-F0FC-6A7D-7411FF3FF66B}"/>
              </a:ext>
            </a:extLst>
          </p:cNvPr>
          <p:cNvSpPr txBox="1"/>
          <p:nvPr/>
        </p:nvSpPr>
        <p:spPr>
          <a:xfrm>
            <a:off x="3876143" y="2586777"/>
            <a:ext cx="427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w Cen MT (body)"/>
              </a:rPr>
              <a:t>Suppose the interest rate is 5%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7F826E-BE7F-F663-D794-FD5C86E0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53" y="3348065"/>
            <a:ext cx="2292662" cy="1077551"/>
          </a:xfrm>
          <a:prstGeom prst="rect">
            <a:avLst/>
          </a:prstGeom>
        </p:spPr>
      </p:pic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FBEF252B-A1ED-5AF1-CDAE-BCAF0E41B05D}"/>
              </a:ext>
            </a:extLst>
          </p:cNvPr>
          <p:cNvSpPr/>
          <p:nvPr/>
        </p:nvSpPr>
        <p:spPr>
          <a:xfrm>
            <a:off x="8810141" y="3348065"/>
            <a:ext cx="2292662" cy="1050803"/>
          </a:xfrm>
          <a:prstGeom prst="roundRect">
            <a:avLst/>
          </a:prstGeom>
          <a:solidFill>
            <a:srgbClr val="2DA2BF">
              <a:alpha val="40000"/>
            </a:srgbClr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Tw Cen MT"/>
                <a:ea typeface="+mn-ea"/>
                <a:cs typeface="+mn-cs"/>
              </a:rPr>
              <a:t>?</a:t>
            </a:r>
            <a:r>
              <a:rPr kumimoji="0" lang="en-US" sz="4200" b="0" i="0" u="none" strike="noStrike" kern="0" cap="none" spc="0" normalizeH="0" baseline="0" noProof="0" dirty="0">
                <a:ln>
                  <a:noFill/>
                </a:ln>
                <a:solidFill>
                  <a:srgbClr val="DA1F28"/>
                </a:solidFill>
                <a:effectLst/>
                <a:uLnTx/>
                <a:uFillTx/>
                <a:latin typeface="Academy Engraved LET"/>
                <a:ea typeface="+mn-ea"/>
                <a:cs typeface="Academy Engraved LET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248783-FA74-D160-C902-0ACFE8235C9C}"/>
              </a:ext>
            </a:extLst>
          </p:cNvPr>
          <p:cNvSpPr txBox="1"/>
          <p:nvPr/>
        </p:nvSpPr>
        <p:spPr>
          <a:xfrm>
            <a:off x="8650705" y="4483367"/>
            <a:ext cx="338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w Cen MT (body)"/>
              </a:rPr>
              <a:t>100*(1+5%)=105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2FAA7B-BEE7-2838-8276-53A17FA85104}"/>
              </a:ext>
            </a:extLst>
          </p:cNvPr>
          <p:cNvGrpSpPr/>
          <p:nvPr/>
        </p:nvGrpSpPr>
        <p:grpSpPr>
          <a:xfrm>
            <a:off x="9722917" y="5084702"/>
            <a:ext cx="410040" cy="644400"/>
            <a:chOff x="9722917" y="5084702"/>
            <a:chExt cx="410040" cy="64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E2E96D5-A94D-74D0-84A0-A6AE0DAA96E7}"/>
                    </a:ext>
                  </a:extLst>
                </p14:cNvPr>
                <p14:cNvContentPartPr/>
                <p14:nvPr/>
              </p14:nvContentPartPr>
              <p14:xfrm>
                <a:off x="9921637" y="5084702"/>
                <a:ext cx="45360" cy="644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E2E96D5-A94D-74D0-84A0-A6AE0DAA96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15517" y="5078582"/>
                  <a:ext cx="5760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D610F0-9099-FC43-61A0-5DCCB6315725}"/>
                    </a:ext>
                  </a:extLst>
                </p14:cNvPr>
                <p14:cNvContentPartPr/>
                <p14:nvPr/>
              </p14:nvContentPartPr>
              <p14:xfrm>
                <a:off x="9722917" y="5152022"/>
                <a:ext cx="195840" cy="163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D610F0-9099-FC43-61A0-5DCCB63157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16797" y="5145902"/>
                  <a:ext cx="208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89D4C71-D5B1-4E83-9DAE-1F03E1C3D9AF}"/>
                    </a:ext>
                  </a:extLst>
                </p14:cNvPr>
                <p14:cNvContentPartPr/>
                <p14:nvPr/>
              </p14:nvContentPartPr>
              <p14:xfrm>
                <a:off x="9879877" y="5154902"/>
                <a:ext cx="253080" cy="130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89D4C71-D5B1-4E83-9DAE-1F03E1C3D9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73757" y="5148782"/>
                  <a:ext cx="2653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38886B-301D-BDEF-D2EA-3A8080645D20}"/>
              </a:ext>
            </a:extLst>
          </p:cNvPr>
          <p:cNvGrpSpPr/>
          <p:nvPr/>
        </p:nvGrpSpPr>
        <p:grpSpPr>
          <a:xfrm>
            <a:off x="9004717" y="5856182"/>
            <a:ext cx="837720" cy="399600"/>
            <a:chOff x="9004717" y="5856182"/>
            <a:chExt cx="83772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CB6D55-0D3C-98BE-5B48-C37F4AEA1819}"/>
                    </a:ext>
                  </a:extLst>
                </p14:cNvPr>
                <p14:cNvContentPartPr/>
                <p14:nvPr/>
              </p14:nvContentPartPr>
              <p14:xfrm>
                <a:off x="9004717" y="5856182"/>
                <a:ext cx="137160" cy="38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CB6D55-0D3C-98BE-5B48-C37F4AEA18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98597" y="5850062"/>
                  <a:ext cx="1494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186936-E086-897B-AF5F-DDC4C1B85606}"/>
                    </a:ext>
                  </a:extLst>
                </p14:cNvPr>
                <p14:cNvContentPartPr/>
                <p14:nvPr/>
              </p14:nvContentPartPr>
              <p14:xfrm>
                <a:off x="9111997" y="6108542"/>
                <a:ext cx="622080" cy="133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186936-E086-897B-AF5F-DDC4C1B856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05877" y="6102422"/>
                  <a:ext cx="634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E42D9B8-69BE-553F-4EDB-9523EB50A675}"/>
                    </a:ext>
                  </a:extLst>
                </p14:cNvPr>
                <p14:cNvContentPartPr/>
                <p14:nvPr/>
              </p14:nvContentPartPr>
              <p14:xfrm>
                <a:off x="9719677" y="6074342"/>
                <a:ext cx="122760" cy="18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E42D9B8-69BE-553F-4EDB-9523EB50A6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13557" y="6068222"/>
                  <a:ext cx="1350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53ED07-F3BC-9D81-6593-1F92DF466E4C}"/>
              </a:ext>
            </a:extLst>
          </p:cNvPr>
          <p:cNvGrpSpPr/>
          <p:nvPr/>
        </p:nvGrpSpPr>
        <p:grpSpPr>
          <a:xfrm>
            <a:off x="10192717" y="5867342"/>
            <a:ext cx="720360" cy="371880"/>
            <a:chOff x="10192717" y="5867342"/>
            <a:chExt cx="72036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D4D703-4B6E-A95B-17C7-582A23017F9E}"/>
                    </a:ext>
                  </a:extLst>
                </p14:cNvPr>
                <p14:cNvContentPartPr/>
                <p14:nvPr/>
              </p14:nvContentPartPr>
              <p14:xfrm>
                <a:off x="10192717" y="5947622"/>
                <a:ext cx="224640" cy="221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D4D703-4B6E-A95B-17C7-582A23017F9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86597" y="5941502"/>
                  <a:ext cx="236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10E49E1-F1A6-3694-5B68-B66053BB75A6}"/>
                    </a:ext>
                  </a:extLst>
                </p14:cNvPr>
                <p14:cNvContentPartPr/>
                <p14:nvPr/>
              </p14:nvContentPartPr>
              <p14:xfrm>
                <a:off x="10394317" y="6099182"/>
                <a:ext cx="131760" cy="76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10E49E1-F1A6-3694-5B68-B66053BB75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88197" y="6093062"/>
                  <a:ext cx="1440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E84E70-A0E2-7180-3E54-E63BD3E701BE}"/>
                    </a:ext>
                  </a:extLst>
                </p14:cNvPr>
                <p14:cNvContentPartPr/>
                <p14:nvPr/>
              </p14:nvContentPartPr>
              <p14:xfrm>
                <a:off x="10567837" y="5867342"/>
                <a:ext cx="19440" cy="274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E84E70-A0E2-7180-3E54-E63BD3E701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561717" y="5861222"/>
                  <a:ext cx="31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83015B-4151-8C56-A4FC-5D684B0BEF37}"/>
                    </a:ext>
                  </a:extLst>
                </p14:cNvPr>
                <p14:cNvContentPartPr/>
                <p14:nvPr/>
              </p14:nvContentPartPr>
              <p14:xfrm>
                <a:off x="10618957" y="6053102"/>
                <a:ext cx="294120" cy="186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83015B-4151-8C56-A4FC-5D684B0BEF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12837" y="6046982"/>
                  <a:ext cx="306360" cy="19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860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C624-C9A6-BA55-257D-1F3817547C31}"/>
              </a:ext>
            </a:extLst>
          </p:cNvPr>
          <p:cNvSpPr txBox="1">
            <a:spLocks/>
          </p:cNvSpPr>
          <p:nvPr/>
        </p:nvSpPr>
        <p:spPr>
          <a:xfrm>
            <a:off x="497305" y="526472"/>
            <a:ext cx="8153400" cy="3276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Present value and discounting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C16F3-DC29-0CE2-BBAE-62CFB2150B66}"/>
              </a:ext>
            </a:extLst>
          </p:cNvPr>
          <p:cNvSpPr/>
          <p:nvPr/>
        </p:nvSpPr>
        <p:spPr>
          <a:xfrm>
            <a:off x="4150265" y="1415077"/>
            <a:ext cx="34628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2700">
                  <a:solidFill>
                    <a:srgbClr val="464646">
                      <a:satMod val="155000"/>
                    </a:srgbClr>
                  </a:solidFill>
                  <a:prstDash val="solid"/>
                </a:ln>
                <a:solidFill>
                  <a:srgbClr val="DEF5FA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w Cen MT"/>
              </a:rPr>
              <a:t>365 days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08E05C-1231-A948-89AA-05E429BB8FA9}"/>
              </a:ext>
            </a:extLst>
          </p:cNvPr>
          <p:cNvCxnSpPr>
            <a:cxnSpLocks/>
          </p:cNvCxnSpPr>
          <p:nvPr/>
        </p:nvCxnSpPr>
        <p:spPr>
          <a:xfrm flipV="1">
            <a:off x="2069432" y="2486793"/>
            <a:ext cx="7892715" cy="71189"/>
          </a:xfrm>
          <a:prstGeom prst="line">
            <a:avLst/>
          </a:prstGeom>
          <a:noFill/>
          <a:ln w="1905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E23630-9BE0-083D-8831-CAED827EFEDB}"/>
              </a:ext>
            </a:extLst>
          </p:cNvPr>
          <p:cNvCxnSpPr>
            <a:cxnSpLocks/>
          </p:cNvCxnSpPr>
          <p:nvPr/>
        </p:nvCxnSpPr>
        <p:spPr>
          <a:xfrm flipH="1" flipV="1">
            <a:off x="2087662" y="2558891"/>
            <a:ext cx="5675" cy="729741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A16CE-DB73-1E09-7CFF-A764DA17675C}"/>
              </a:ext>
            </a:extLst>
          </p:cNvPr>
          <p:cNvCxnSpPr>
            <a:cxnSpLocks/>
          </p:cNvCxnSpPr>
          <p:nvPr/>
        </p:nvCxnSpPr>
        <p:spPr>
          <a:xfrm flipH="1" flipV="1">
            <a:off x="9956472" y="2557982"/>
            <a:ext cx="5675" cy="730650"/>
          </a:xfrm>
          <a:prstGeom prst="straightConnector1">
            <a:avLst/>
          </a:prstGeom>
          <a:noFill/>
          <a:ln w="1905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5CF665-E7D3-F0FC-6A7D-7411FF3FF66B}"/>
              </a:ext>
            </a:extLst>
          </p:cNvPr>
          <p:cNvSpPr txBox="1"/>
          <p:nvPr/>
        </p:nvSpPr>
        <p:spPr>
          <a:xfrm>
            <a:off x="3876143" y="2586777"/>
            <a:ext cx="427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w Cen MT (body)"/>
              </a:rPr>
              <a:t>Suppose the interest rate is 5%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7F826E-BE7F-F663-D794-FD5C86E0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816" y="3355462"/>
            <a:ext cx="2292662" cy="1077551"/>
          </a:xfrm>
          <a:prstGeom prst="rect">
            <a:avLst/>
          </a:prstGeom>
        </p:spPr>
      </p:pic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FBEF252B-A1ED-5AF1-CDAE-BCAF0E41B05D}"/>
              </a:ext>
            </a:extLst>
          </p:cNvPr>
          <p:cNvSpPr/>
          <p:nvPr/>
        </p:nvSpPr>
        <p:spPr>
          <a:xfrm>
            <a:off x="923101" y="3338550"/>
            <a:ext cx="2292662" cy="1050803"/>
          </a:xfrm>
          <a:prstGeom prst="roundRect">
            <a:avLst/>
          </a:prstGeom>
          <a:solidFill>
            <a:srgbClr val="2DA2BF">
              <a:alpha val="40000"/>
            </a:srgbClr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Tw Cen MT"/>
                <a:ea typeface="+mn-ea"/>
                <a:cs typeface="+mn-cs"/>
              </a:rPr>
              <a:t>?</a:t>
            </a:r>
            <a:r>
              <a:rPr kumimoji="0" lang="en-US" sz="4200" b="0" i="0" u="none" strike="noStrike" kern="0" cap="none" spc="0" normalizeH="0" baseline="0" noProof="0" dirty="0">
                <a:ln>
                  <a:noFill/>
                </a:ln>
                <a:solidFill>
                  <a:srgbClr val="DA1F28"/>
                </a:solidFill>
                <a:effectLst/>
                <a:uLnTx/>
                <a:uFillTx/>
                <a:latin typeface="Academy Engraved LET"/>
                <a:ea typeface="+mn-ea"/>
                <a:cs typeface="Academy Engraved LET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248783-FA74-D160-C902-0ACFE8235C9C}"/>
              </a:ext>
            </a:extLst>
          </p:cNvPr>
          <p:cNvSpPr txBox="1"/>
          <p:nvPr/>
        </p:nvSpPr>
        <p:spPr>
          <a:xfrm>
            <a:off x="601859" y="4433013"/>
            <a:ext cx="338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100/(1+5%)=95.24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AF3D13-4BB0-9336-9723-4AEBF54FB14C}"/>
              </a:ext>
            </a:extLst>
          </p:cNvPr>
          <p:cNvGrpSpPr/>
          <p:nvPr/>
        </p:nvGrpSpPr>
        <p:grpSpPr>
          <a:xfrm>
            <a:off x="1630837" y="5125022"/>
            <a:ext cx="1942560" cy="1219680"/>
            <a:chOff x="1630837" y="5125022"/>
            <a:chExt cx="1942560" cy="12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177B90D-14A0-2E77-F5E7-11C036906720}"/>
                    </a:ext>
                  </a:extLst>
                </p14:cNvPr>
                <p14:cNvContentPartPr/>
                <p14:nvPr/>
              </p14:nvContentPartPr>
              <p14:xfrm>
                <a:off x="2138797" y="5125022"/>
                <a:ext cx="30600" cy="757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177B90D-14A0-2E77-F5E7-11C0369067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32677" y="5118902"/>
                  <a:ext cx="4284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948BD0-A8FF-6BFD-D433-148C0F261E71}"/>
                    </a:ext>
                  </a:extLst>
                </p14:cNvPr>
                <p14:cNvContentPartPr/>
                <p14:nvPr/>
              </p14:nvContentPartPr>
              <p14:xfrm>
                <a:off x="1969237" y="5168582"/>
                <a:ext cx="99360" cy="128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948BD0-A8FF-6BFD-D433-148C0F261E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63117" y="5162462"/>
                  <a:ext cx="111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41CF6E-3F2B-78A2-C0F2-AC951F1CD83C}"/>
                    </a:ext>
                  </a:extLst>
                </p14:cNvPr>
                <p14:cNvContentPartPr/>
                <p14:nvPr/>
              </p14:nvContentPartPr>
              <p14:xfrm>
                <a:off x="2129797" y="5172542"/>
                <a:ext cx="187920" cy="127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41CF6E-3F2B-78A2-C0F2-AC951F1CD8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23677" y="5166422"/>
                  <a:ext cx="200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C54683-F4C7-022B-1DA0-39B1578B383B}"/>
                    </a:ext>
                  </a:extLst>
                </p14:cNvPr>
                <p14:cNvContentPartPr/>
                <p14:nvPr/>
              </p14:nvContentPartPr>
              <p14:xfrm>
                <a:off x="1630837" y="5957342"/>
                <a:ext cx="109800" cy="352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C54683-F4C7-022B-1DA0-39B1578B38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4717" y="5951222"/>
                  <a:ext cx="1220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9D23F7-3420-8585-7F70-CDA5E736BD1C}"/>
                    </a:ext>
                  </a:extLst>
                </p14:cNvPr>
                <p14:cNvContentPartPr/>
                <p14:nvPr/>
              </p14:nvContentPartPr>
              <p14:xfrm>
                <a:off x="1739197" y="6143102"/>
                <a:ext cx="809640" cy="20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9D23F7-3420-8585-7F70-CDA5E736BD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33077" y="6136982"/>
                  <a:ext cx="821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774B31-9E7D-7096-FE9A-03A97816B0F7}"/>
                    </a:ext>
                  </a:extLst>
                </p14:cNvPr>
                <p14:cNvContentPartPr/>
                <p14:nvPr/>
              </p14:nvContentPartPr>
              <p14:xfrm>
                <a:off x="2815237" y="5978942"/>
                <a:ext cx="200520" cy="269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774B31-9E7D-7096-FE9A-03A97816B0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09117" y="5972822"/>
                  <a:ext cx="2127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40C30F-4F06-82BB-A322-20E70AF28561}"/>
                    </a:ext>
                  </a:extLst>
                </p14:cNvPr>
                <p14:cNvContentPartPr/>
                <p14:nvPr/>
              </p14:nvContentPartPr>
              <p14:xfrm>
                <a:off x="3035197" y="5941862"/>
                <a:ext cx="538200" cy="376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D40C30F-4F06-82BB-A322-20E70AF285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29077" y="5935742"/>
                  <a:ext cx="550440" cy="38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74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C624-C9A6-BA55-257D-1F3817547C31}"/>
              </a:ext>
            </a:extLst>
          </p:cNvPr>
          <p:cNvSpPr txBox="1">
            <a:spLocks/>
          </p:cNvSpPr>
          <p:nvPr/>
        </p:nvSpPr>
        <p:spPr>
          <a:xfrm>
            <a:off x="497305" y="526472"/>
            <a:ext cx="11361320" cy="548856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3600" dirty="0">
                <a:latin typeface="Tw Cen MT (body)"/>
              </a:rPr>
              <a:t> Suppose the required rate of return is 10%. Please calculate the present value of the $100 cheque.</a:t>
            </a:r>
          </a:p>
          <a:p>
            <a:endParaRPr lang="en-US" sz="3600" dirty="0">
              <a:latin typeface="Tw Cen MT (body)"/>
            </a:endParaRPr>
          </a:p>
          <a:p>
            <a:endParaRPr lang="en-US" sz="3600" dirty="0">
              <a:latin typeface="Tw Cen MT (body)"/>
            </a:endParaRPr>
          </a:p>
          <a:p>
            <a:endParaRPr lang="en-US" sz="3600" dirty="0">
              <a:latin typeface="Tw Cen MT (body)"/>
            </a:endParaRPr>
          </a:p>
          <a:p>
            <a:endParaRPr lang="en-US" sz="3600" dirty="0">
              <a:latin typeface="Tw Cen MT (body)"/>
            </a:endParaRPr>
          </a:p>
          <a:p>
            <a:r>
              <a:rPr lang="en-US" sz="3600" dirty="0">
                <a:latin typeface="Tw Cen MT (body)"/>
              </a:rPr>
              <a:t>The valuation ($90.9) is higher than the price ($90). </a:t>
            </a:r>
          </a:p>
          <a:p>
            <a:pPr marL="0" indent="0">
              <a:buNone/>
            </a:pPr>
            <a:r>
              <a:rPr lang="en-US" sz="3600" dirty="0">
                <a:latin typeface="Tw Cen MT (body)"/>
              </a:rPr>
              <a:t>    =&gt;You should buy it.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EE6305F-D7B4-F660-1E83-A3CBE8C2C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687274"/>
              </p:ext>
            </p:extLst>
          </p:nvPr>
        </p:nvGraphicFramePr>
        <p:xfrm>
          <a:off x="3899259" y="2291911"/>
          <a:ext cx="4393482" cy="1294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419100" progId="Equation.3">
                  <p:embed/>
                </p:oleObj>
              </mc:Choice>
              <mc:Fallback>
                <p:oleObj name="Equation" r:id="rId3" imgW="1422400" imgH="4191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EE6305F-D7B4-F660-1E83-A3CBE8C2C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9259" y="2291911"/>
                        <a:ext cx="4393482" cy="1294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75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C624-C9A6-BA55-257D-1F3817547C31}"/>
              </a:ext>
            </a:extLst>
          </p:cNvPr>
          <p:cNvSpPr txBox="1">
            <a:spLocks/>
          </p:cNvSpPr>
          <p:nvPr/>
        </p:nvSpPr>
        <p:spPr>
          <a:xfrm>
            <a:off x="385010" y="526472"/>
            <a:ext cx="11806990" cy="32766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1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Let’s make the example a bit more complicated. Suppose the required rate of return is still 10%. You receive two $100 cheques. You can cash one check a year from now and the other two years for now. </a:t>
            </a:r>
            <a:b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</a:br>
            <a:b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</a:b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Please calculate the present value of the two $100 cheques.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E3B30F6-CED0-4D90-8DB3-6F0A03620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798206"/>
              </p:ext>
            </p:extLst>
          </p:nvPr>
        </p:nvGraphicFramePr>
        <p:xfrm>
          <a:off x="1351072" y="3803072"/>
          <a:ext cx="8880256" cy="1226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300" imgH="419100" progId="Equation.3">
                  <p:embed/>
                </p:oleObj>
              </mc:Choice>
              <mc:Fallback>
                <p:oleObj name="Equation" r:id="rId3" imgW="3035300" imgH="4191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E3B30F6-CED0-4D90-8DB3-6F0A03620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1072" y="3803072"/>
                        <a:ext cx="8880256" cy="1226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43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What is an Investment?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C624-C9A6-BA55-257D-1F3817547C31}"/>
              </a:ext>
            </a:extLst>
          </p:cNvPr>
          <p:cNvSpPr txBox="1">
            <a:spLocks/>
          </p:cNvSpPr>
          <p:nvPr/>
        </p:nvSpPr>
        <p:spPr>
          <a:xfrm>
            <a:off x="529389" y="2435483"/>
            <a:ext cx="11806990" cy="3276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</a:t>
            </a:r>
            <a:r>
              <a:rPr lang="en-US" sz="4000" dirty="0">
                <a:solidFill>
                  <a:prstClr val="black"/>
                </a:solidFill>
                <a:latin typeface="Tw Cen MT (body)"/>
              </a:rPr>
              <a:t>N periods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</a:b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</a:b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F815D4-6E25-91FB-0F11-7D5F569FA8F3}"/>
              </a:ext>
            </a:extLst>
          </p:cNvPr>
          <p:cNvCxnSpPr>
            <a:cxnSpLocks/>
          </p:cNvCxnSpPr>
          <p:nvPr/>
        </p:nvCxnSpPr>
        <p:spPr>
          <a:xfrm>
            <a:off x="5518484" y="4497349"/>
            <a:ext cx="577516" cy="0"/>
          </a:xfrm>
          <a:prstGeom prst="straightConnector1">
            <a:avLst/>
          </a:prstGeom>
          <a:noFill/>
          <a:ln w="38100" cap="flat" cmpd="sng" algn="ctr">
            <a:solidFill>
              <a:srgbClr val="2DA2BF"/>
            </a:solidFill>
            <a:prstDash val="solid"/>
            <a:tailEnd type="arrow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48AC6-58FC-6A28-EB5D-EEB75CAA1776}"/>
              </a:ext>
            </a:extLst>
          </p:cNvPr>
          <p:cNvSpPr/>
          <p:nvPr/>
        </p:nvSpPr>
        <p:spPr>
          <a:xfrm>
            <a:off x="6298465" y="3954424"/>
            <a:ext cx="5171639" cy="1085849"/>
          </a:xfrm>
          <a:prstGeom prst="rect">
            <a:avLst/>
          </a:prstGeom>
          <a:solidFill>
            <a:srgbClr val="2DA2BF"/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(body)"/>
              </a:rPr>
              <a:t>The Discounted Cash Flow Model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060F86-0811-8148-CE14-9C7912684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07" y="963619"/>
            <a:ext cx="3407118" cy="13355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226CB8-0569-A49D-0F46-EED6B7F96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036" y="1011835"/>
            <a:ext cx="3407118" cy="13355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9A7942-9D2F-D7F4-44DE-17C78EE77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465" y="1031798"/>
            <a:ext cx="3407118" cy="13355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D42BF1-1EB5-736E-43B3-208515EE3FC2}"/>
              </a:ext>
            </a:extLst>
          </p:cNvPr>
          <p:cNvSpPr txBox="1"/>
          <p:nvPr/>
        </p:nvSpPr>
        <p:spPr>
          <a:xfrm>
            <a:off x="10953196" y="1699551"/>
            <a:ext cx="27663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w Cen MT (body)"/>
              </a:rPr>
              <a:t>……</a:t>
            </a:r>
            <a:endParaRPr lang="en-SG" b="1" dirty="0">
              <a:latin typeface="Tw Cen MT (body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EA839C-78FB-6BE7-F3F8-D7BB057754BD}"/>
                  </a:ext>
                </a:extLst>
              </p:cNvPr>
              <p:cNvSpPr txBox="1"/>
              <p:nvPr/>
            </p:nvSpPr>
            <p:spPr>
              <a:xfrm>
                <a:off x="1665545" y="3672058"/>
                <a:ext cx="3766645" cy="1650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𝐶𝐹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EA839C-78FB-6BE7-F3F8-D7BB05775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545" y="3672058"/>
                <a:ext cx="3766645" cy="1650580"/>
              </a:xfrm>
              <a:prstGeom prst="rect">
                <a:avLst/>
              </a:prstGeom>
              <a:blipFill>
                <a:blip r:embed="rId4"/>
                <a:stretch>
                  <a:fillRect l="-15152" t="-104545" b="-162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92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The Discounted Cash Flow Model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DA9D3F-5533-B4E6-E728-4E48C157D386}"/>
              </a:ext>
            </a:extLst>
          </p:cNvPr>
          <p:cNvSpPr txBox="1">
            <a:spLocks/>
          </p:cNvSpPr>
          <p:nvPr/>
        </p:nvSpPr>
        <p:spPr>
          <a:xfrm>
            <a:off x="336884" y="526473"/>
            <a:ext cx="11534274" cy="60157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How does the CHEQUE example relate to the investments in the real world?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Think about a share of stock, a government bond, a condo for rent, and even your college education …. How do they resemble the CHEQUE example?</a:t>
            </a:r>
          </a:p>
        </p:txBody>
      </p:sp>
    </p:spTree>
    <p:extLst>
      <p:ext uri="{BB962C8B-B14F-4D97-AF65-F5344CB8AC3E}">
        <p14:creationId xmlns:p14="http://schemas.microsoft.com/office/powerpoint/2010/main" val="1718131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The Discounted Cash Flow Model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DA9D3F-5533-B4E6-E728-4E48C157D386}"/>
              </a:ext>
            </a:extLst>
          </p:cNvPr>
          <p:cNvSpPr txBox="1">
            <a:spLocks/>
          </p:cNvSpPr>
          <p:nvPr/>
        </p:nvSpPr>
        <p:spPr>
          <a:xfrm>
            <a:off x="336883" y="526473"/>
            <a:ext cx="11694695" cy="60157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You can see these investments as streams of CHEQUEs.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So, you can now use the DCF model to EVALUATE these investments.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</a:t>
            </a:r>
            <a:r>
              <a:rPr lang="en-US" sz="3600" dirty="0">
                <a:solidFill>
                  <a:prstClr val="black"/>
                </a:solidFill>
                <a:latin typeface="Tw Cen MT (body)"/>
              </a:rPr>
              <a:t>FOUR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STEPS: </a:t>
            </a:r>
          </a:p>
          <a:p>
            <a:pPr marL="594360" marR="0" lvl="2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w Cen MT (body)"/>
              </a:rPr>
              <a:t>1.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Identify the cash flow(s)</a:t>
            </a:r>
          </a:p>
          <a:p>
            <a:pPr marL="594360" marR="0" lvl="2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w Cen MT (body)"/>
              </a:rPr>
              <a:t>2.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Determine an appropriate required rate of return</a:t>
            </a:r>
          </a:p>
          <a:p>
            <a:pPr marL="594360" marR="0" lvl="2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w Cen MT (body)"/>
              </a:rPr>
              <a:t>3.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Calculate the present value</a:t>
            </a:r>
          </a:p>
          <a:p>
            <a:pPr marL="594360" lvl="2" indent="0">
              <a:buClr>
                <a:srgbClr val="DA1F28"/>
              </a:buClr>
              <a:buNone/>
              <a:defRPr/>
            </a:pPr>
            <a:r>
              <a:rPr lang="en-US" sz="3600" dirty="0">
                <a:solidFill>
                  <a:srgbClr val="00B0F0"/>
                </a:solidFill>
                <a:latin typeface="Tw Cen MT (body)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w Cen MT (body)"/>
              </a:rPr>
              <a:t>.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Compare your valuation with the price</a:t>
            </a:r>
          </a:p>
          <a:p>
            <a:pPr marL="594360" marR="0" lvl="2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886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The Discounted Cash Flow Model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DA9D3F-5533-B4E6-E728-4E48C157D386}"/>
              </a:ext>
            </a:extLst>
          </p:cNvPr>
          <p:cNvSpPr txBox="1">
            <a:spLocks/>
          </p:cNvSpPr>
          <p:nvPr/>
        </p:nvSpPr>
        <p:spPr>
          <a:xfrm>
            <a:off x="401051" y="638768"/>
            <a:ext cx="9464843" cy="417386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Is it really </a:t>
            </a:r>
            <a:r>
              <a:rPr lang="en-US" sz="3600" dirty="0">
                <a:solidFill>
                  <a:prstClr val="black"/>
                </a:solidFill>
                <a:latin typeface="Tw Cen MT (body)"/>
              </a:rPr>
              <a:t>that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simple? Certainly not.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Now, suppose you want to evaluate a stock: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Cash flows ?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Risk premium ?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Market Price(P) = Intrinsic Value(V) ?</a:t>
            </a:r>
          </a:p>
        </p:txBody>
      </p:sp>
    </p:spTree>
    <p:extLst>
      <p:ext uri="{BB962C8B-B14F-4D97-AF65-F5344CB8AC3E}">
        <p14:creationId xmlns:p14="http://schemas.microsoft.com/office/powerpoint/2010/main" val="23697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The Discounted Cash Flow Model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E72F96-D14E-5F3B-3358-C9D4F0CC2547}"/>
              </a:ext>
            </a:extLst>
          </p:cNvPr>
          <p:cNvSpPr txBox="1">
            <a:spLocks/>
          </p:cNvSpPr>
          <p:nvPr/>
        </p:nvSpPr>
        <p:spPr>
          <a:xfrm>
            <a:off x="340322" y="787148"/>
            <a:ext cx="4360266" cy="578510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Two capital budgeting techniques: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 (body)"/>
              </a:rPr>
              <a:t>Net Present Value (NPV)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: the present value of cash inflows - the present value of cash outflows </a:t>
            </a:r>
          </a:p>
          <a:p>
            <a:pPr marL="937260" marR="0" lvl="2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Char char="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 (body)"/>
              </a:rPr>
              <a:t>Investment rule: Invest if NPV&gt;0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 startAt="2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 (body)"/>
              </a:rPr>
              <a:t>Internal rate of return (IRR)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: the interest rate that makes NPV=0</a:t>
            </a:r>
          </a:p>
          <a:p>
            <a:pPr marL="937260" marR="0" lvl="2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Char char="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 (body)"/>
              </a:rPr>
              <a:t>Investment rule: Invest if IRR&gt;required rate of return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B5B40-D9D1-1F87-10B9-1267C276F3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2347" y="829343"/>
                <a:ext cx="6959331" cy="5199313"/>
              </a:xfrm>
              <a:prstGeom prst="rect">
                <a:avLst/>
              </a:prstGeom>
            </p:spPr>
            <p:txBody>
              <a:bodyPr vert="horz">
                <a:normAutofit lnSpcReduction="10000"/>
              </a:bodyPr>
              <a:lstStyle>
                <a:lvl1pPr marL="320040" indent="-320040" algn="l" rtl="0" eaLnBrk="1" latinLnBrk="0" hangingPunct="1">
                  <a:spcBef>
                    <a:spcPts val="700"/>
                  </a:spcBef>
                  <a:buClr>
                    <a:schemeClr val="accent2"/>
                  </a:buClr>
                  <a:buSzPct val="60000"/>
                  <a:buFont typeface="Wingdings"/>
                  <a:buChar char=""/>
                  <a:defRPr sz="2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ts val="550"/>
                  </a:spcBef>
                  <a:buClr>
                    <a:schemeClr val="accent1"/>
                  </a:buClr>
                  <a:buSzPct val="70000"/>
                  <a:buFont typeface="Wingdings 2"/>
                  <a:buChar char="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5000"/>
                  <a:buFont typeface="Wingdings"/>
                  <a:buChar char="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1" latinLnBrk="0" hangingPunct="1">
                  <a:spcBef>
                    <a:spcPts val="400"/>
                  </a:spcBef>
                  <a:buClr>
                    <a:schemeClr val="accent3"/>
                  </a:buClr>
                  <a:buSzPct val="75000"/>
                  <a:buFont typeface="Wingdings"/>
                  <a:buChar char="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1" latinLnBrk="0" hangingPunct="1">
                  <a:spcBef>
                    <a:spcPts val="400"/>
                  </a:spcBef>
                  <a:buClr>
                    <a:schemeClr val="accent4"/>
                  </a:buClr>
                  <a:buSzPct val="65000"/>
                  <a:buFont typeface="Wingdings"/>
                  <a:buChar char="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None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algn="just">
                  <a:buClr>
                    <a:srgbClr val="DA1F28"/>
                  </a:buClr>
                </a:pPr>
                <a:r>
                  <a:rPr lang="en-US" sz="2400" b="1" dirty="0">
                    <a:solidFill>
                      <a:prstClr val="black"/>
                    </a:solidFill>
                    <a:latin typeface="Tw Cen MT (body)"/>
                  </a:rPr>
                  <a:t>Example:</a:t>
                </a:r>
              </a:p>
              <a:p>
                <a:pPr marL="320040" lvl="1" indent="0" algn="just">
                  <a:buClr>
                    <a:srgbClr val="2DA2BF"/>
                  </a:buClr>
                  <a:buFont typeface="Wingdings 2"/>
                  <a:buNone/>
                </a:pPr>
                <a:r>
                  <a:rPr lang="en-SG" sz="2400" b="0" i="0" u="none" strike="noStrike" dirty="0">
                    <a:solidFill>
                      <a:srgbClr val="000000"/>
                    </a:solidFill>
                    <a:effectLst/>
                    <a:latin typeface="Tw Cen MT" panose="020B0602020104020603" pitchFamily="34" charset="77"/>
                  </a:rPr>
                  <a:t>Suppose an investment project will generate $1,000 in 3 years. The costs of this project are $400 at the beginning of each of the first two years. The required rate of return for this project is 10%. Should you invest in the project?</a:t>
                </a:r>
                <a:endParaRPr lang="en-US" sz="2400" dirty="0">
                  <a:solidFill>
                    <a:prstClr val="black"/>
                  </a:solidFill>
                  <a:latin typeface="Tw Cen MT" panose="020B0602020104020603" pitchFamily="34" charset="77"/>
                </a:endParaRPr>
              </a:p>
              <a:p>
                <a:pPr marL="834390" lvl="1" indent="-514350">
                  <a:buClr>
                    <a:srgbClr val="2DA2BF"/>
                  </a:buClr>
                  <a:buFont typeface="+mj-lt"/>
                  <a:buAutoNum type="arabicPeriod"/>
                </a:pPr>
                <a:r>
                  <a:rPr lang="en-US" sz="2800" dirty="0">
                    <a:solidFill>
                      <a:srgbClr val="EC767C"/>
                    </a:solidFill>
                    <a:latin typeface="Tw Cen MT (body)"/>
                  </a:rPr>
                  <a:t>NPV</a:t>
                </a:r>
                <a:endParaRPr lang="en-US" sz="1800" i="1" dirty="0">
                  <a:effectLst/>
                  <a:latin typeface="Cambria Math" panose="020405030504060302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1051560" lvl="3" indent="0">
                  <a:buClr>
                    <a:srgbClr val="2DA2BF"/>
                  </a:buClr>
                  <a:buNone/>
                </a:pPr>
                <a14:m>
                  <m:oMath xmlns:m="http://schemas.openxmlformats.org/officeDocument/2006/math">
                    <m:r>
                      <a:rPr lang="en-SG" sz="180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𝑁𝑃𝑉</m:t>
                    </m:r>
                    <m:r>
                      <a:rPr lang="en-SG" sz="180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=−400−</m:t>
                    </m:r>
                    <m:f>
                      <m:f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SG" sz="18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00</m:t>
                        </m:r>
                      </m:num>
                      <m:den>
                        <m:d>
                          <m:dPr>
                            <m:ctrlPr>
                              <a:rPr lang="en-SG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18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Times New Roman" panose="02020603050405020304" pitchFamily="18" charset="0"/>
                              </a:rPr>
                              <m:t>1+10%</m:t>
                            </m:r>
                          </m:e>
                        </m:d>
                      </m:den>
                    </m:f>
                    <m:r>
                      <a:rPr lang="en-SG" sz="180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SG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1800" i="1">
                            <a:effectLst/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1000</m:t>
                        </m:r>
                      </m:num>
                      <m:den>
                        <m:sSup>
                          <m:sSupPr>
                            <m:ctrlPr>
                              <a:rPr lang="en-SG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SG" sz="1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G" sz="1800" i="1">
                                    <a:effectLst/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Times New Roman" panose="02020603050405020304" pitchFamily="18" charset="0"/>
                                  </a:rPr>
                                  <m:t>1+10%</m:t>
                                </m:r>
                              </m:e>
                            </m:d>
                          </m:e>
                          <m:sup>
                            <m:r>
                              <a:rPr lang="en-SG" sz="1800" i="1">
                                <a:effectLst/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SG" sz="1800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763.6</m:t>
                    </m:r>
                    <m:r>
                      <a:rPr lang="en-SG" sz="1800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+751.3=−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12.3</m:t>
                    </m:r>
                    <m:r>
                      <a:rPr lang="en-SG" sz="1800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n-SG" sz="1800" dirty="0">
                    <a:effectLst/>
                  </a:rPr>
                  <a:t> </a:t>
                </a:r>
              </a:p>
              <a:p>
                <a:pPr marL="1051560" lvl="3" indent="0">
                  <a:buClr>
                    <a:srgbClr val="2DA2BF"/>
                  </a:buClr>
                  <a:buNone/>
                </a:pPr>
                <a:r>
                  <a:rPr lang="en-SG" sz="1800" dirty="0">
                    <a:solidFill>
                      <a:prstClr val="black"/>
                    </a:solidFill>
                    <a:latin typeface="Tw Cen MT (body)"/>
                  </a:rPr>
                  <a:t>NPV&lt;0=&gt; No</a:t>
                </a:r>
                <a:endParaRPr lang="en-US" sz="1800" dirty="0">
                  <a:solidFill>
                    <a:prstClr val="black"/>
                  </a:solidFill>
                  <a:latin typeface="Tw Cen MT (body)"/>
                </a:endParaRPr>
              </a:p>
              <a:p>
                <a:pPr marL="834390" lvl="1" indent="-514350">
                  <a:buClr>
                    <a:srgbClr val="2DA2BF"/>
                  </a:buClr>
                  <a:buFont typeface="+mj-lt"/>
                  <a:buAutoNum type="arabicPeriod" startAt="2"/>
                </a:pPr>
                <a:r>
                  <a:rPr lang="en-US" sz="2800" dirty="0">
                    <a:solidFill>
                      <a:srgbClr val="EC767C"/>
                    </a:solidFill>
                    <a:latin typeface="Tw Cen MT (body)"/>
                  </a:rPr>
                  <a:t>IRR</a:t>
                </a:r>
                <a:endParaRPr lang="en-US" sz="2800" dirty="0">
                  <a:solidFill>
                    <a:prstClr val="black"/>
                  </a:solidFill>
                  <a:latin typeface="Tw Cen MT (body)"/>
                </a:endParaRPr>
              </a:p>
              <a:p>
                <a:pPr marL="320040" lvl="1" indent="0">
                  <a:buClr>
                    <a:srgbClr val="2DA2BF"/>
                  </a:buClr>
                  <a:buNone/>
                </a:pPr>
                <a:r>
                  <a:rPr lang="en-SG" sz="1800" dirty="0">
                    <a:ea typeface="PMingLiU" panose="02020500000000000000" pitchFamily="18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SG" sz="1800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𝑁𝑃𝑉</m:t>
                    </m:r>
                    <m:r>
                      <a:rPr lang="en-SG" sz="1800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=−400−</m:t>
                    </m:r>
                    <m:f>
                      <m:f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SG" sz="18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00</m:t>
                        </m:r>
                      </m:num>
                      <m:den>
                        <m:d>
                          <m:dPr>
                            <m:ctrlPr>
                              <a:rPr lang="en-SG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18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</m:den>
                    </m:f>
                    <m:r>
                      <a:rPr lang="en-SG" sz="1800" i="1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SG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1800" i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1000</m:t>
                        </m:r>
                      </m:num>
                      <m:den>
                        <m:sSup>
                          <m:sSupPr>
                            <m:ctrlPr>
                              <a:rPr lang="en-SG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SG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G" sz="1800" i="1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Times New Roman" panose="02020603050405020304" pitchFamily="18" charset="0"/>
                                  </a:rPr>
                                  <m:t>1+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PMingLiU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SG" sz="1800" i="1">
                                <a:latin typeface="Cambria Math" panose="02040503050406030204" pitchFamily="18" charset="0"/>
                                <a:ea typeface="PMingLiU" panose="02020500000000000000" pitchFamily="18" charset="-12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SG" sz="1800" i="1">
                        <a:effectLst/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SG" sz="1800" dirty="0">
                    <a:effectLst/>
                  </a:rPr>
                  <a:t> </a:t>
                </a:r>
                <a:r>
                  <a:rPr lang="en-US" sz="1800" dirty="0">
                    <a:solidFill>
                      <a:prstClr val="black"/>
                    </a:solidFill>
                    <a:latin typeface="Tw Cen MT (body)"/>
                  </a:rPr>
                  <a:t> =&gt; r=9.3%</a:t>
                </a:r>
              </a:p>
              <a:p>
                <a:pPr marL="320040" lvl="1" indent="0">
                  <a:buClr>
                    <a:srgbClr val="2DA2BF"/>
                  </a:buClr>
                  <a:buFont typeface="Wingdings 2"/>
                  <a:buNone/>
                </a:pPr>
                <a:r>
                  <a:rPr lang="en-US" sz="1800" dirty="0">
                    <a:solidFill>
                      <a:prstClr val="black"/>
                    </a:solidFill>
                    <a:latin typeface="Tw Cen MT (body)"/>
                  </a:rPr>
                  <a:t>           9.3% (IRR) &lt; 10% (required rate of return) =&gt; No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B5B40-D9D1-1F87-10B9-1267C276F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347" y="829343"/>
                <a:ext cx="6959331" cy="5199313"/>
              </a:xfrm>
              <a:prstGeom prst="rect">
                <a:avLst/>
              </a:prstGeom>
              <a:blipFill>
                <a:blip r:embed="rId3"/>
                <a:stretch>
                  <a:fillRect l="-182" t="-1707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03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Course Framework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EFF74E-87C6-E060-1A7C-B1BCD3986321}"/>
              </a:ext>
            </a:extLst>
          </p:cNvPr>
          <p:cNvSpPr txBox="1">
            <a:spLocks/>
          </p:cNvSpPr>
          <p:nvPr/>
        </p:nvSpPr>
        <p:spPr>
          <a:xfrm>
            <a:off x="272716" y="772115"/>
            <a:ext cx="11668913" cy="5933485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This module consists of four major parts: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 Part 1: Financial System and Instruments (Ch1-4)</a:t>
            </a:r>
          </a:p>
          <a:p>
            <a:pPr marL="92583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Financial System and Financial Instruments</a:t>
            </a:r>
          </a:p>
          <a:p>
            <a:pPr marL="92583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How Securities are Traded and Mutual Funds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Part 2: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Portfolio Theory (Ch 5-7)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 (body)"/>
                <a:cs typeface="Arial" charset="0"/>
              </a:rPr>
              <a:t>Suppose you have one million dollars. How would you allocate it into different asset categories? </a:t>
            </a:r>
          </a:p>
          <a:p>
            <a:pPr marL="86868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Risk Aversion and Capital Allocation</a:t>
            </a:r>
          </a:p>
          <a:p>
            <a:pPr marL="86868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Optimal Risky Portfolio</a:t>
            </a:r>
            <a:endParaRPr lang="en-US" sz="1800" dirty="0">
              <a:solidFill>
                <a:sysClr val="windowText" lastClr="000000"/>
              </a:solidFill>
              <a:latin typeface="Tw Cen MT (body)"/>
              <a:cs typeface="Arial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Part 3: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Security Analysis (Ch 14-15, 18)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7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Stock Valuation</a:t>
            </a:r>
          </a:p>
          <a:p>
            <a:pPr marL="777240" marR="0" lvl="1" indent="-4572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DA1F28"/>
              </a:buClr>
              <a:buSzPct val="7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Bond Valuation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</a:rPr>
              <a:t> Part 4: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Equilibrium in Capital Markets (Ch 9, 11-12)</a:t>
            </a:r>
          </a:p>
          <a:p>
            <a:pPr marL="868680" marR="0" lvl="1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Capital Asset Pricing Model</a:t>
            </a:r>
          </a:p>
          <a:p>
            <a:pPr marL="868680" marR="0" lvl="1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Market Efficiency</a:t>
            </a:r>
          </a:p>
          <a:p>
            <a:pPr marL="868680" marR="0" lvl="1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arenR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Behavioral Finance</a:t>
            </a:r>
          </a:p>
          <a:p>
            <a:pPr marL="34290" indent="0">
              <a:spcBef>
                <a:spcPts val="550"/>
              </a:spcBef>
              <a:buClr>
                <a:srgbClr val="DA1F28"/>
              </a:buClr>
              <a:buSzPct val="80000"/>
              <a:buNone/>
              <a:defRPr/>
            </a:pP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072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Course 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4C3526B-E4AE-B76D-5281-96D6FD754A77}"/>
              </a:ext>
            </a:extLst>
          </p:cNvPr>
          <p:cNvSpPr txBox="1">
            <a:spLocks/>
          </p:cNvSpPr>
          <p:nvPr/>
        </p:nvSpPr>
        <p:spPr>
          <a:xfrm>
            <a:off x="505326" y="802104"/>
            <a:ext cx="11181347" cy="5582652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9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 What should I buy??</a:t>
            </a:r>
            <a:r>
              <a:rPr kumimoji="0" lang="en-US" sz="9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?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9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After taking this module, you will have developed financial intuition that will give you the confidence to make well-informed investment decisions in your life.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694F12-61D3-0768-6EBC-E8E1999AC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5808" y="1432759"/>
            <a:ext cx="4256683" cy="21606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DAA26F-35FC-422F-2A6B-90EC250A2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0272" y="1432759"/>
            <a:ext cx="4211629" cy="21606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5502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Course 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BB5E39-4FA3-CA31-11A3-BB4AE5414F33}"/>
              </a:ext>
            </a:extLst>
          </p:cNvPr>
          <p:cNvSpPr txBox="1">
            <a:spLocks/>
          </p:cNvSpPr>
          <p:nvPr/>
        </p:nvSpPr>
        <p:spPr>
          <a:xfrm>
            <a:off x="449179" y="826077"/>
            <a:ext cx="10940716" cy="47274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cs typeface="Arial" charset="0"/>
              </a:rPr>
              <a:t> Textbook: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 Cen MT (body)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ISE Investments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, 12</a:t>
            </a:r>
            <a:r>
              <a:rPr kumimoji="0" lang="en-US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th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Edition.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Zvi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Bodie, Alex Kane, and Alan J. Marcus. (2020). Please feel free to use an earlier edition of this textbook (e.g., Investments, Asia Global Edition. 2013.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Zvi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 Bodie, Alex Kane, Alan J. Marcus, and Ravi Jain).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  <a:cs typeface="Arial" charset="0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Arial" charset="0"/>
            </a:endParaRPr>
          </a:p>
        </p:txBody>
      </p:sp>
      <p:pic>
        <p:nvPicPr>
          <p:cNvPr id="7" name="Picture 4" descr="ISE Investments">
            <a:extLst>
              <a:ext uri="{FF2B5EF4-FFF2-40B4-BE49-F238E27FC236}">
                <a16:creationId xmlns:a16="http://schemas.microsoft.com/office/drawing/2014/main" id="{E9999921-7205-99E6-A3BE-621291E6F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327" y="4098064"/>
            <a:ext cx="1877931" cy="236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ock photo">
            <a:extLst>
              <a:ext uri="{FF2B5EF4-FFF2-40B4-BE49-F238E27FC236}">
                <a16:creationId xmlns:a16="http://schemas.microsoft.com/office/drawing/2014/main" id="{724B7CB9-ACCD-32D3-38DC-AC071A5B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953" y="4098064"/>
            <a:ext cx="1822663" cy="236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503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Course Outline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7C329-1F63-2456-CBC5-EC5BA4285EDF}"/>
              </a:ext>
            </a:extLst>
          </p:cNvPr>
          <p:cNvSpPr txBox="1"/>
          <p:nvPr/>
        </p:nvSpPr>
        <p:spPr>
          <a:xfrm>
            <a:off x="618501" y="712212"/>
            <a:ext cx="11385885" cy="378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 Lecture (2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hr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)+Tutorial (1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hr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)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 Grading: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Coursework (40%)</a:t>
            </a:r>
          </a:p>
          <a:p>
            <a:pPr marL="1565910" lvl="3" indent="-514350">
              <a:spcBef>
                <a:spcPts val="500"/>
              </a:spcBef>
              <a:buClr>
                <a:srgbClr val="DA1F28"/>
              </a:buClr>
              <a:buSzPct val="75000"/>
              <a:buFont typeface="Wingdings"/>
              <a:buChar char="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Participation (15% - 25%)</a:t>
            </a:r>
          </a:p>
          <a:p>
            <a:pPr marL="1565910" lvl="3" indent="-514350">
              <a:spcBef>
                <a:spcPts val="500"/>
              </a:spcBef>
              <a:buClr>
                <a:srgbClr val="DA1F28"/>
              </a:buClr>
              <a:buSzPct val="75000"/>
              <a:buFont typeface="Wingdings"/>
              <a:buChar char="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Midterm Quiz (15% - </a:t>
            </a:r>
            <a:r>
              <a:rPr lang="en-US" sz="3600" dirty="0">
                <a:solidFill>
                  <a:prstClr val="black"/>
                </a:solidFill>
                <a:latin typeface="Tw Cen MT (body)"/>
                <a:cs typeface="Arial" charset="0"/>
              </a:rPr>
              <a:t>25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%)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Final Exam (60%)</a:t>
            </a:r>
          </a:p>
        </p:txBody>
      </p:sp>
    </p:spTree>
    <p:extLst>
      <p:ext uri="{BB962C8B-B14F-4D97-AF65-F5344CB8AC3E}">
        <p14:creationId xmlns:p14="http://schemas.microsoft.com/office/powerpoint/2010/main" val="101511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65FE3-F2F4-BF04-5FD4-36E1D2AEF89A}"/>
              </a:ext>
            </a:extLst>
          </p:cNvPr>
          <p:cNvSpPr/>
          <p:nvPr/>
        </p:nvSpPr>
        <p:spPr>
          <a:xfrm>
            <a:off x="3034145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" panose="020B0602020104020603" pitchFamily="34" charset="77"/>
              </a:rPr>
              <a:t>Exit Survey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4A3B-ED7D-0771-761E-55D4098AC2C4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7C329-1F63-2456-CBC5-EC5BA4285EDF}"/>
              </a:ext>
            </a:extLst>
          </p:cNvPr>
          <p:cNvSpPr txBox="1"/>
          <p:nvPr/>
        </p:nvSpPr>
        <p:spPr>
          <a:xfrm>
            <a:off x="618501" y="712212"/>
            <a:ext cx="11101431" cy="426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(body)"/>
                <a:cs typeface="Arial" charset="0"/>
              </a:rPr>
              <a:t> Please fill in the exit survey before you leave: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  <a:hlinkClick r:id="rId3"/>
              </a:rPr>
              <a:t>https://forms.gle/CQZ8HDaBs8cu2kmi8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(body)"/>
              <a:cs typeface="Arial" charset="0"/>
            </a:endParaRPr>
          </a:p>
          <a:p>
            <a:pPr marL="937260" marR="0" lvl="1" indent="-5715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What Finance/Accounting modules have you taken?</a:t>
            </a:r>
          </a:p>
          <a:p>
            <a:pPr marL="937260" marR="0" lvl="1" indent="-5715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Do you have any experience in investing (stocks, bonds, mutual funds, etc.)?</a:t>
            </a:r>
          </a:p>
          <a:p>
            <a:pPr marL="937260" marR="0" lvl="1" indent="-5715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Why do you want to take this module?</a:t>
            </a:r>
          </a:p>
          <a:p>
            <a:pPr marL="937260" marR="0" lvl="1" indent="-5715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w Cen MT (body)"/>
              </a:rPr>
              <a:t>What do you expect to learn from this module?</a:t>
            </a:r>
          </a:p>
          <a:p>
            <a:pPr marL="937260" marR="0" lvl="1" indent="-57150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Tw Cen MT (body)"/>
                <a:cs typeface="Arial" charset="0"/>
              </a:rPr>
              <a:t>Five Financial Literacy Questions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 (body)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0890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2511</Words>
  <Application>Microsoft Office PowerPoint</Application>
  <PresentationFormat>Widescreen</PresentationFormat>
  <Paragraphs>236</Paragraphs>
  <Slides>19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Academy Engraved LET</vt:lpstr>
      <vt:lpstr>PMingLiU</vt:lpstr>
      <vt:lpstr>Tw Cen MT (body)</vt:lpstr>
      <vt:lpstr>Arial</vt:lpstr>
      <vt:lpstr>Calibri</vt:lpstr>
      <vt:lpstr>Calibri Light</vt:lpstr>
      <vt:lpstr>Cambria Math</vt:lpstr>
      <vt:lpstr>Tw Cen MT</vt:lpstr>
      <vt:lpstr>Wingdings</vt:lpstr>
      <vt:lpstr>Wingdings 2</vt:lpstr>
      <vt:lpstr>Office Theme</vt:lpstr>
      <vt:lpstr>Widescreen Presentation</vt:lpstr>
      <vt:lpstr>Equation</vt:lpstr>
      <vt:lpstr>Lecture 1: introduction                   —what is an investment?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time preference</dc:title>
  <dc:creator>#LIM PUI YEE#</dc:creator>
  <cp:lastModifiedBy>#GOH BO JUN, ISSAC (WU BOJUN)#</cp:lastModifiedBy>
  <cp:revision>34</cp:revision>
  <dcterms:created xsi:type="dcterms:W3CDTF">2022-07-09T07:25:24Z</dcterms:created>
  <dcterms:modified xsi:type="dcterms:W3CDTF">2025-02-09T16:09:41Z</dcterms:modified>
</cp:coreProperties>
</file>