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sldIdLst>
    <p:sldId id="256" r:id="rId3"/>
    <p:sldId id="395" r:id="rId4"/>
    <p:sldId id="472" r:id="rId5"/>
    <p:sldId id="473" r:id="rId6"/>
    <p:sldId id="474" r:id="rId7"/>
    <p:sldId id="475" r:id="rId8"/>
    <p:sldId id="478" r:id="rId9"/>
    <p:sldId id="479" r:id="rId10"/>
    <p:sldId id="480" r:id="rId11"/>
    <p:sldId id="481" r:id="rId12"/>
    <p:sldId id="482" r:id="rId13"/>
    <p:sldId id="483" r:id="rId14"/>
    <p:sldId id="48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3099B-CA38-4C01-A137-28D236767C47}" v="6" dt="2025-04-12T07:21:22.8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89312"/>
  </p:normalViewPr>
  <p:slideViewPr>
    <p:cSldViewPr snapToGrid="0" snapToObjects="1">
      <p:cViewPr>
        <p:scale>
          <a:sx n="75" d="100"/>
          <a:sy n="75" d="100"/>
        </p:scale>
        <p:origin x="946" y="413"/>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AN ZHU EN#" userId="9c038d62-e560-4ab3-ba62-0b2d27497b2c" providerId="ADAL" clId="{D3B06001-4AF5-45AF-8065-142B63C27C30}"/>
    <pc:docChg chg="undo custSel addSld delSld modSld">
      <pc:chgData name="#JOHN TAN ZHU EN#" userId="9c038d62-e560-4ab3-ba62-0b2d27497b2c" providerId="ADAL" clId="{D3B06001-4AF5-45AF-8065-142B63C27C30}" dt="2023-02-13T09:32:10.350" v="679" actId="47"/>
      <pc:docMkLst>
        <pc:docMk/>
      </pc:docMkLst>
      <pc:sldChg chg="addSp delSp modSp add del mod">
        <pc:chgData name="#JOHN TAN ZHU EN#" userId="9c038d62-e560-4ab3-ba62-0b2d27497b2c" providerId="ADAL" clId="{D3B06001-4AF5-45AF-8065-142B63C27C30}" dt="2023-02-13T08:54:57.508" v="224" actId="47"/>
        <pc:sldMkLst>
          <pc:docMk/>
          <pc:sldMk cId="2256809351" sldId="309"/>
        </pc:sldMkLst>
      </pc:sldChg>
      <pc:sldChg chg="addSp delSp modSp add del mod addAnim delAnim">
        <pc:chgData name="#JOHN TAN ZHU EN#" userId="9c038d62-e560-4ab3-ba62-0b2d27497b2c" providerId="ADAL" clId="{D3B06001-4AF5-45AF-8065-142B63C27C30}" dt="2023-02-13T09:21:11.438" v="579" actId="47"/>
        <pc:sldMkLst>
          <pc:docMk/>
          <pc:sldMk cId="926710537" sldId="312"/>
        </pc:sldMkLst>
      </pc:sldChg>
      <pc:sldChg chg="addSp modSp mod modAnim modNotesTx">
        <pc:chgData name="#JOHN TAN ZHU EN#" userId="9c038d62-e560-4ab3-ba62-0b2d27497b2c" providerId="ADAL" clId="{D3B06001-4AF5-45AF-8065-142B63C27C30}" dt="2023-02-13T09:18:04.416" v="514"/>
        <pc:sldMkLst>
          <pc:docMk/>
          <pc:sldMk cId="723655709" sldId="395"/>
        </pc:sldMkLst>
      </pc:sldChg>
      <pc:sldChg chg="del">
        <pc:chgData name="#JOHN TAN ZHU EN#" userId="9c038d62-e560-4ab3-ba62-0b2d27497b2c" providerId="ADAL" clId="{D3B06001-4AF5-45AF-8065-142B63C27C30}" dt="2023-02-13T09:32:01.859" v="661" actId="47"/>
        <pc:sldMkLst>
          <pc:docMk/>
          <pc:sldMk cId="552892650" sldId="453"/>
        </pc:sldMkLst>
      </pc:sldChg>
      <pc:sldChg chg="del">
        <pc:chgData name="#JOHN TAN ZHU EN#" userId="9c038d62-e560-4ab3-ba62-0b2d27497b2c" providerId="ADAL" clId="{D3B06001-4AF5-45AF-8065-142B63C27C30}" dt="2023-02-13T09:32:02.391" v="662" actId="47"/>
        <pc:sldMkLst>
          <pc:docMk/>
          <pc:sldMk cId="3302520935" sldId="454"/>
        </pc:sldMkLst>
      </pc:sldChg>
      <pc:sldChg chg="del">
        <pc:chgData name="#JOHN TAN ZHU EN#" userId="9c038d62-e560-4ab3-ba62-0b2d27497b2c" providerId="ADAL" clId="{D3B06001-4AF5-45AF-8065-142B63C27C30}" dt="2023-02-13T09:32:02.837" v="663" actId="47"/>
        <pc:sldMkLst>
          <pc:docMk/>
          <pc:sldMk cId="781056089" sldId="455"/>
        </pc:sldMkLst>
      </pc:sldChg>
      <pc:sldChg chg="del">
        <pc:chgData name="#JOHN TAN ZHU EN#" userId="9c038d62-e560-4ab3-ba62-0b2d27497b2c" providerId="ADAL" clId="{D3B06001-4AF5-45AF-8065-142B63C27C30}" dt="2023-02-13T09:32:03.362" v="664" actId="47"/>
        <pc:sldMkLst>
          <pc:docMk/>
          <pc:sldMk cId="3557165483" sldId="456"/>
        </pc:sldMkLst>
      </pc:sldChg>
      <pc:sldChg chg="del">
        <pc:chgData name="#JOHN TAN ZHU EN#" userId="9c038d62-e560-4ab3-ba62-0b2d27497b2c" providerId="ADAL" clId="{D3B06001-4AF5-45AF-8065-142B63C27C30}" dt="2023-02-13T09:32:04.002" v="665" actId="47"/>
        <pc:sldMkLst>
          <pc:docMk/>
          <pc:sldMk cId="4123616609" sldId="457"/>
        </pc:sldMkLst>
      </pc:sldChg>
      <pc:sldChg chg="del">
        <pc:chgData name="#JOHN TAN ZHU EN#" userId="9c038d62-e560-4ab3-ba62-0b2d27497b2c" providerId="ADAL" clId="{D3B06001-4AF5-45AF-8065-142B63C27C30}" dt="2023-02-13T09:32:04.643" v="666" actId="47"/>
        <pc:sldMkLst>
          <pc:docMk/>
          <pc:sldMk cId="3098655987" sldId="458"/>
        </pc:sldMkLst>
      </pc:sldChg>
      <pc:sldChg chg="del">
        <pc:chgData name="#JOHN TAN ZHU EN#" userId="9c038d62-e560-4ab3-ba62-0b2d27497b2c" providerId="ADAL" clId="{D3B06001-4AF5-45AF-8065-142B63C27C30}" dt="2023-02-13T09:32:04.890" v="667" actId="47"/>
        <pc:sldMkLst>
          <pc:docMk/>
          <pc:sldMk cId="104140572" sldId="459"/>
        </pc:sldMkLst>
      </pc:sldChg>
      <pc:sldChg chg="del">
        <pc:chgData name="#JOHN TAN ZHU EN#" userId="9c038d62-e560-4ab3-ba62-0b2d27497b2c" providerId="ADAL" clId="{D3B06001-4AF5-45AF-8065-142B63C27C30}" dt="2023-02-13T09:32:05.139" v="668" actId="47"/>
        <pc:sldMkLst>
          <pc:docMk/>
          <pc:sldMk cId="555795392" sldId="460"/>
        </pc:sldMkLst>
      </pc:sldChg>
      <pc:sldChg chg="del">
        <pc:chgData name="#JOHN TAN ZHU EN#" userId="9c038d62-e560-4ab3-ba62-0b2d27497b2c" providerId="ADAL" clId="{D3B06001-4AF5-45AF-8065-142B63C27C30}" dt="2023-02-13T09:32:05.422" v="669" actId="47"/>
        <pc:sldMkLst>
          <pc:docMk/>
          <pc:sldMk cId="2979224059" sldId="461"/>
        </pc:sldMkLst>
      </pc:sldChg>
      <pc:sldChg chg="del">
        <pc:chgData name="#JOHN TAN ZHU EN#" userId="9c038d62-e560-4ab3-ba62-0b2d27497b2c" providerId="ADAL" clId="{D3B06001-4AF5-45AF-8065-142B63C27C30}" dt="2023-02-13T09:32:05.751" v="670" actId="47"/>
        <pc:sldMkLst>
          <pc:docMk/>
          <pc:sldMk cId="1268468305" sldId="462"/>
        </pc:sldMkLst>
      </pc:sldChg>
      <pc:sldChg chg="del">
        <pc:chgData name="#JOHN TAN ZHU EN#" userId="9c038d62-e560-4ab3-ba62-0b2d27497b2c" providerId="ADAL" clId="{D3B06001-4AF5-45AF-8065-142B63C27C30}" dt="2023-02-13T09:32:06.028" v="671" actId="47"/>
        <pc:sldMkLst>
          <pc:docMk/>
          <pc:sldMk cId="2242291580" sldId="463"/>
        </pc:sldMkLst>
      </pc:sldChg>
      <pc:sldChg chg="del">
        <pc:chgData name="#JOHN TAN ZHU EN#" userId="9c038d62-e560-4ab3-ba62-0b2d27497b2c" providerId="ADAL" clId="{D3B06001-4AF5-45AF-8065-142B63C27C30}" dt="2023-02-13T09:32:06.522" v="672" actId="47"/>
        <pc:sldMkLst>
          <pc:docMk/>
          <pc:sldMk cId="1229668671" sldId="464"/>
        </pc:sldMkLst>
      </pc:sldChg>
      <pc:sldChg chg="del">
        <pc:chgData name="#JOHN TAN ZHU EN#" userId="9c038d62-e560-4ab3-ba62-0b2d27497b2c" providerId="ADAL" clId="{D3B06001-4AF5-45AF-8065-142B63C27C30}" dt="2023-02-13T09:32:06.923" v="673" actId="47"/>
        <pc:sldMkLst>
          <pc:docMk/>
          <pc:sldMk cId="3011431448" sldId="465"/>
        </pc:sldMkLst>
      </pc:sldChg>
      <pc:sldChg chg="del">
        <pc:chgData name="#JOHN TAN ZHU EN#" userId="9c038d62-e560-4ab3-ba62-0b2d27497b2c" providerId="ADAL" clId="{D3B06001-4AF5-45AF-8065-142B63C27C30}" dt="2023-02-13T09:32:07.302" v="674" actId="47"/>
        <pc:sldMkLst>
          <pc:docMk/>
          <pc:sldMk cId="1501022498" sldId="466"/>
        </pc:sldMkLst>
      </pc:sldChg>
      <pc:sldChg chg="del">
        <pc:chgData name="#JOHN TAN ZHU EN#" userId="9c038d62-e560-4ab3-ba62-0b2d27497b2c" providerId="ADAL" clId="{D3B06001-4AF5-45AF-8065-142B63C27C30}" dt="2023-02-13T09:32:07.723" v="675" actId="47"/>
        <pc:sldMkLst>
          <pc:docMk/>
          <pc:sldMk cId="4185459407" sldId="467"/>
        </pc:sldMkLst>
      </pc:sldChg>
      <pc:sldChg chg="del">
        <pc:chgData name="#JOHN TAN ZHU EN#" userId="9c038d62-e560-4ab3-ba62-0b2d27497b2c" providerId="ADAL" clId="{D3B06001-4AF5-45AF-8065-142B63C27C30}" dt="2023-02-13T09:32:08.129" v="676" actId="47"/>
        <pc:sldMkLst>
          <pc:docMk/>
          <pc:sldMk cId="726686047" sldId="468"/>
        </pc:sldMkLst>
      </pc:sldChg>
      <pc:sldChg chg="del">
        <pc:chgData name="#JOHN TAN ZHU EN#" userId="9c038d62-e560-4ab3-ba62-0b2d27497b2c" providerId="ADAL" clId="{D3B06001-4AF5-45AF-8065-142B63C27C30}" dt="2023-02-13T09:32:08.557" v="677" actId="47"/>
        <pc:sldMkLst>
          <pc:docMk/>
          <pc:sldMk cId="1180512315" sldId="469"/>
        </pc:sldMkLst>
      </pc:sldChg>
      <pc:sldChg chg="del">
        <pc:chgData name="#JOHN TAN ZHU EN#" userId="9c038d62-e560-4ab3-ba62-0b2d27497b2c" providerId="ADAL" clId="{D3B06001-4AF5-45AF-8065-142B63C27C30}" dt="2023-02-13T09:32:08.998" v="678" actId="47"/>
        <pc:sldMkLst>
          <pc:docMk/>
          <pc:sldMk cId="2159856919" sldId="470"/>
        </pc:sldMkLst>
      </pc:sldChg>
      <pc:sldChg chg="del">
        <pc:chgData name="#JOHN TAN ZHU EN#" userId="9c038d62-e560-4ab3-ba62-0b2d27497b2c" providerId="ADAL" clId="{D3B06001-4AF5-45AF-8065-142B63C27C30}" dt="2023-02-13T09:32:10.350" v="679" actId="47"/>
        <pc:sldMkLst>
          <pc:docMk/>
          <pc:sldMk cId="2679638667" sldId="471"/>
        </pc:sldMkLst>
      </pc:sldChg>
      <pc:sldChg chg="delSp modSp add mod delAnim">
        <pc:chgData name="#JOHN TAN ZHU EN#" userId="9c038d62-e560-4ab3-ba62-0b2d27497b2c" providerId="ADAL" clId="{D3B06001-4AF5-45AF-8065-142B63C27C30}" dt="2023-02-13T08:49:07.906" v="62" actId="14100"/>
        <pc:sldMkLst>
          <pc:docMk/>
          <pc:sldMk cId="2390177173" sldId="472"/>
        </pc:sldMkLst>
      </pc:sldChg>
      <pc:sldChg chg="modSp add mod">
        <pc:chgData name="#JOHN TAN ZHU EN#" userId="9c038d62-e560-4ab3-ba62-0b2d27497b2c" providerId="ADAL" clId="{D3B06001-4AF5-45AF-8065-142B63C27C30}" dt="2023-02-13T08:50:15.324" v="101" actId="255"/>
        <pc:sldMkLst>
          <pc:docMk/>
          <pc:sldMk cId="2290742256" sldId="473"/>
        </pc:sldMkLst>
      </pc:sldChg>
      <pc:sldChg chg="modSp add mod">
        <pc:chgData name="#JOHN TAN ZHU EN#" userId="9c038d62-e560-4ab3-ba62-0b2d27497b2c" providerId="ADAL" clId="{D3B06001-4AF5-45AF-8065-142B63C27C30}" dt="2023-02-13T08:51:21.382" v="104" actId="255"/>
        <pc:sldMkLst>
          <pc:docMk/>
          <pc:sldMk cId="2517304617" sldId="474"/>
        </pc:sldMkLst>
      </pc:sldChg>
      <pc:sldChg chg="addSp modSp add mod">
        <pc:chgData name="#JOHN TAN ZHU EN#" userId="9c038d62-e560-4ab3-ba62-0b2d27497b2c" providerId="ADAL" clId="{D3B06001-4AF5-45AF-8065-142B63C27C30}" dt="2023-02-13T09:08:43.729" v="472" actId="20577"/>
        <pc:sldMkLst>
          <pc:docMk/>
          <pc:sldMk cId="1201936608" sldId="475"/>
        </pc:sldMkLst>
      </pc:sldChg>
      <pc:sldChg chg="add del">
        <pc:chgData name="#JOHN TAN ZHU EN#" userId="9c038d62-e560-4ab3-ba62-0b2d27497b2c" providerId="ADAL" clId="{D3B06001-4AF5-45AF-8065-142B63C27C30}" dt="2023-02-13T08:54:16.618" v="133" actId="2890"/>
        <pc:sldMkLst>
          <pc:docMk/>
          <pc:sldMk cId="1649944009" sldId="476"/>
        </pc:sldMkLst>
      </pc:sldChg>
      <pc:sldChg chg="addSp delSp modSp add mod">
        <pc:chgData name="#JOHN TAN ZHU EN#" userId="9c038d62-e560-4ab3-ba62-0b2d27497b2c" providerId="ADAL" clId="{D3B06001-4AF5-45AF-8065-142B63C27C30}" dt="2023-02-13T09:08:55.370" v="474" actId="20577"/>
        <pc:sldMkLst>
          <pc:docMk/>
          <pc:sldMk cId="3516059375" sldId="476"/>
        </pc:sldMkLst>
      </pc:sldChg>
      <pc:sldChg chg="add del">
        <pc:chgData name="#JOHN TAN ZHU EN#" userId="9c038d62-e560-4ab3-ba62-0b2d27497b2c" providerId="ADAL" clId="{D3B06001-4AF5-45AF-8065-142B63C27C30}" dt="2023-02-13T08:54:27.279" v="135" actId="2890"/>
        <pc:sldMkLst>
          <pc:docMk/>
          <pc:sldMk cId="3730961490" sldId="476"/>
        </pc:sldMkLst>
      </pc:sldChg>
      <pc:sldChg chg="modSp add del mod">
        <pc:chgData name="#JOHN TAN ZHU EN#" userId="9c038d62-e560-4ab3-ba62-0b2d27497b2c" providerId="ADAL" clId="{D3B06001-4AF5-45AF-8065-142B63C27C30}" dt="2023-02-13T09:09:47.006" v="477" actId="47"/>
        <pc:sldMkLst>
          <pc:docMk/>
          <pc:sldMk cId="3298583346" sldId="477"/>
        </pc:sldMkLst>
      </pc:sldChg>
      <pc:sldChg chg="addSp delSp modSp add mod">
        <pc:chgData name="#JOHN TAN ZHU EN#" userId="9c038d62-e560-4ab3-ba62-0b2d27497b2c" providerId="ADAL" clId="{D3B06001-4AF5-45AF-8065-142B63C27C30}" dt="2023-02-13T09:07:39.247" v="462" actId="20577"/>
        <pc:sldMkLst>
          <pc:docMk/>
          <pc:sldMk cId="1919898104" sldId="478"/>
        </pc:sldMkLst>
      </pc:sldChg>
      <pc:sldChg chg="addSp modSp add mod">
        <pc:chgData name="#JOHN TAN ZHU EN#" userId="9c038d62-e560-4ab3-ba62-0b2d27497b2c" providerId="ADAL" clId="{D3B06001-4AF5-45AF-8065-142B63C27C30}" dt="2023-02-13T09:07:51.124" v="470" actId="20577"/>
        <pc:sldMkLst>
          <pc:docMk/>
          <pc:sldMk cId="3523049888" sldId="479"/>
        </pc:sldMkLst>
      </pc:sldChg>
      <pc:sldChg chg="addSp delSp modSp add mod">
        <pc:chgData name="#JOHN TAN ZHU EN#" userId="9c038d62-e560-4ab3-ba62-0b2d27497b2c" providerId="ADAL" clId="{D3B06001-4AF5-45AF-8065-142B63C27C30}" dt="2023-02-13T09:13:21.375" v="512" actId="207"/>
        <pc:sldMkLst>
          <pc:docMk/>
          <pc:sldMk cId="3740207276" sldId="480"/>
        </pc:sldMkLst>
      </pc:sldChg>
      <pc:sldChg chg="addSp delSp modSp add mod modAnim">
        <pc:chgData name="#JOHN TAN ZHU EN#" userId="9c038d62-e560-4ab3-ba62-0b2d27497b2c" providerId="ADAL" clId="{D3B06001-4AF5-45AF-8065-142B63C27C30}" dt="2023-02-13T09:21:28.065" v="581"/>
        <pc:sldMkLst>
          <pc:docMk/>
          <pc:sldMk cId="1961510589" sldId="481"/>
        </pc:sldMkLst>
      </pc:sldChg>
      <pc:sldChg chg="addSp modSp add mod modAnim modNotesTx">
        <pc:chgData name="#JOHN TAN ZHU EN#" userId="9c038d62-e560-4ab3-ba62-0b2d27497b2c" providerId="ADAL" clId="{D3B06001-4AF5-45AF-8065-142B63C27C30}" dt="2023-02-13T09:21:07.349" v="578" actId="1037"/>
        <pc:sldMkLst>
          <pc:docMk/>
          <pc:sldMk cId="326386230" sldId="482"/>
        </pc:sldMkLst>
      </pc:sldChg>
      <pc:sldChg chg="modSp add mod modNotesTx">
        <pc:chgData name="#JOHN TAN ZHU EN#" userId="9c038d62-e560-4ab3-ba62-0b2d27497b2c" providerId="ADAL" clId="{D3B06001-4AF5-45AF-8065-142B63C27C30}" dt="2023-02-13T09:22:54.358" v="619" actId="255"/>
        <pc:sldMkLst>
          <pc:docMk/>
          <pc:sldMk cId="932032408" sldId="483"/>
        </pc:sldMkLst>
      </pc:sldChg>
      <pc:sldChg chg="add del">
        <pc:chgData name="#JOHN TAN ZHU EN#" userId="9c038d62-e560-4ab3-ba62-0b2d27497b2c" providerId="ADAL" clId="{D3B06001-4AF5-45AF-8065-142B63C27C30}" dt="2023-02-13T09:20:37.618" v="530" actId="2890"/>
        <pc:sldMkLst>
          <pc:docMk/>
          <pc:sldMk cId="1092332327" sldId="483"/>
        </pc:sldMkLst>
      </pc:sldChg>
      <pc:sldChg chg="add">
        <pc:chgData name="#JOHN TAN ZHU EN#" userId="9c038d62-e560-4ab3-ba62-0b2d27497b2c" providerId="ADAL" clId="{D3B06001-4AF5-45AF-8065-142B63C27C30}" dt="2023-02-13T09:23:00.456" v="620" actId="2890"/>
        <pc:sldMkLst>
          <pc:docMk/>
          <pc:sldMk cId="259481073" sldId="484"/>
        </pc:sldMkLst>
      </pc:sldChg>
      <pc:sldChg chg="addSp modSp add mod modNotesTx">
        <pc:chgData name="#JOHN TAN ZHU EN#" userId="9c038d62-e560-4ab3-ba62-0b2d27497b2c" providerId="ADAL" clId="{D3B06001-4AF5-45AF-8065-142B63C27C30}" dt="2023-02-13T09:28:41.541" v="638" actId="1076"/>
        <pc:sldMkLst>
          <pc:docMk/>
          <pc:sldMk cId="754168445" sldId="485"/>
        </pc:sldMkLst>
      </pc:sldChg>
      <pc:sldChg chg="addSp delSp modSp add mod modNotesTx">
        <pc:chgData name="#JOHN TAN ZHU EN#" userId="9c038d62-e560-4ab3-ba62-0b2d27497b2c" providerId="ADAL" clId="{D3B06001-4AF5-45AF-8065-142B63C27C30}" dt="2023-02-13T09:31:39.856" v="660" actId="20577"/>
        <pc:sldMkLst>
          <pc:docMk/>
          <pc:sldMk cId="2172342559" sldId="486"/>
        </pc:sldMkLst>
      </pc:sldChg>
    </pc:docChg>
  </pc:docChgLst>
  <pc:docChgLst>
    <pc:chgData name="#GOH BO JUN, ISSAC (WU BOJUN)#" userId="ce8c5c95-f0eb-4abf-bc55-35adb6fccc0a" providerId="ADAL" clId="{D9D3099B-CA38-4C01-A137-28D236767C47}"/>
    <pc:docChg chg="modSld">
      <pc:chgData name="#GOH BO JUN, ISSAC (WU BOJUN)#" userId="ce8c5c95-f0eb-4abf-bc55-35adb6fccc0a" providerId="ADAL" clId="{D9D3099B-CA38-4C01-A137-28D236767C47}" dt="2025-04-12T07:21:22.887" v="57"/>
      <pc:docMkLst>
        <pc:docMk/>
      </pc:docMkLst>
      <pc:sldChg chg="addSp modSp mod">
        <pc:chgData name="#GOH BO JUN, ISSAC (WU BOJUN)#" userId="ce8c5c95-f0eb-4abf-bc55-35adb6fccc0a" providerId="ADAL" clId="{D9D3099B-CA38-4C01-A137-28D236767C47}" dt="2025-04-11T16:45:53.589" v="47"/>
        <pc:sldMkLst>
          <pc:docMk/>
          <pc:sldMk cId="1961510589" sldId="481"/>
        </pc:sldMkLst>
        <pc:grpChg chg="mod">
          <ac:chgData name="#GOH BO JUN, ISSAC (WU BOJUN)#" userId="ce8c5c95-f0eb-4abf-bc55-35adb6fccc0a" providerId="ADAL" clId="{D9D3099B-CA38-4C01-A137-28D236767C47}" dt="2025-04-11T16:45:35.612" v="3"/>
          <ac:grpSpMkLst>
            <pc:docMk/>
            <pc:sldMk cId="1961510589" sldId="481"/>
            <ac:grpSpMk id="9" creationId="{20582085-EE82-AC4D-005D-186099631627}"/>
          </ac:grpSpMkLst>
        </pc:grpChg>
        <pc:grpChg chg="mod">
          <ac:chgData name="#GOH BO JUN, ISSAC (WU BOJUN)#" userId="ce8c5c95-f0eb-4abf-bc55-35adb6fccc0a" providerId="ADAL" clId="{D9D3099B-CA38-4C01-A137-28D236767C47}" dt="2025-04-11T16:45:39.575" v="15"/>
          <ac:grpSpMkLst>
            <pc:docMk/>
            <pc:sldMk cId="1961510589" sldId="481"/>
            <ac:grpSpMk id="21" creationId="{2A3702D6-B5C7-792B-7962-6778BF4D1AC0}"/>
          </ac:grpSpMkLst>
        </pc:grpChg>
        <pc:grpChg chg="mod">
          <ac:chgData name="#GOH BO JUN, ISSAC (WU BOJUN)#" userId="ce8c5c95-f0eb-4abf-bc55-35adb6fccc0a" providerId="ADAL" clId="{D9D3099B-CA38-4C01-A137-28D236767C47}" dt="2025-04-11T16:45:42.253" v="20"/>
          <ac:grpSpMkLst>
            <pc:docMk/>
            <pc:sldMk cId="1961510589" sldId="481"/>
            <ac:grpSpMk id="26" creationId="{EB6280EB-9A39-EDC3-57B9-FD7939C96F88}"/>
          </ac:grpSpMkLst>
        </pc:grpChg>
        <pc:grpChg chg="mod">
          <ac:chgData name="#GOH BO JUN, ISSAC (WU BOJUN)#" userId="ce8c5c95-f0eb-4abf-bc55-35adb6fccc0a" providerId="ADAL" clId="{D9D3099B-CA38-4C01-A137-28D236767C47}" dt="2025-04-11T16:45:45.590" v="27"/>
          <ac:grpSpMkLst>
            <pc:docMk/>
            <pc:sldMk cId="1961510589" sldId="481"/>
            <ac:grpSpMk id="33" creationId="{F4D77F7C-A19F-6A4F-2F3D-0D8D0A2758C9}"/>
          </ac:grpSpMkLst>
        </pc:grpChg>
        <pc:grpChg chg="mod">
          <ac:chgData name="#GOH BO JUN, ISSAC (WU BOJUN)#" userId="ce8c5c95-f0eb-4abf-bc55-35adb6fccc0a" providerId="ADAL" clId="{D9D3099B-CA38-4C01-A137-28D236767C47}" dt="2025-04-11T16:45:53.589" v="47"/>
          <ac:grpSpMkLst>
            <pc:docMk/>
            <pc:sldMk cId="1961510589" sldId="481"/>
            <ac:grpSpMk id="53" creationId="{80B3870F-DB01-3E79-ADB5-B86053AFB98A}"/>
          </ac:grpSpMkLst>
        </pc:grpChg>
        <pc:grpChg chg="mod">
          <ac:chgData name="#GOH BO JUN, ISSAC (WU BOJUN)#" userId="ce8c5c95-f0eb-4abf-bc55-35adb6fccc0a" providerId="ADAL" clId="{D9D3099B-CA38-4C01-A137-28D236767C47}" dt="2025-04-11T16:45:53.589" v="47"/>
          <ac:grpSpMkLst>
            <pc:docMk/>
            <pc:sldMk cId="1961510589" sldId="481"/>
            <ac:grpSpMk id="54" creationId="{60233CE9-5C96-D4E6-A77D-F4BAB83F76EA}"/>
          </ac:grpSpMkLst>
        </pc:grpChg>
        <pc:grpChg chg="mod">
          <ac:chgData name="#GOH BO JUN, ISSAC (WU BOJUN)#" userId="ce8c5c95-f0eb-4abf-bc55-35adb6fccc0a" providerId="ADAL" clId="{D9D3099B-CA38-4C01-A137-28D236767C47}" dt="2025-04-11T16:45:53.589" v="47"/>
          <ac:grpSpMkLst>
            <pc:docMk/>
            <pc:sldMk cId="1961510589" sldId="481"/>
            <ac:grpSpMk id="55" creationId="{9D037B36-7C78-CB20-8F18-1AFE0F1D12AD}"/>
          </ac:grpSpMkLst>
        </pc:grpChg>
        <pc:inkChg chg="add">
          <ac:chgData name="#GOH BO JUN, ISSAC (WU BOJUN)#" userId="ce8c5c95-f0eb-4abf-bc55-35adb6fccc0a" providerId="ADAL" clId="{D9D3099B-CA38-4C01-A137-28D236767C47}" dt="2025-04-11T16:45:32.202" v="0" actId="9405"/>
          <ac:inkMkLst>
            <pc:docMk/>
            <pc:sldMk cId="1961510589" sldId="481"/>
            <ac:inkMk id="3" creationId="{04043E40-B557-BFF7-8E54-62FB6FD65D45}"/>
          </ac:inkMkLst>
        </pc:inkChg>
        <pc:inkChg chg="add mod">
          <ac:chgData name="#GOH BO JUN, ISSAC (WU BOJUN)#" userId="ce8c5c95-f0eb-4abf-bc55-35adb6fccc0a" providerId="ADAL" clId="{D9D3099B-CA38-4C01-A137-28D236767C47}" dt="2025-04-11T16:45:35.612" v="3"/>
          <ac:inkMkLst>
            <pc:docMk/>
            <pc:sldMk cId="1961510589" sldId="481"/>
            <ac:inkMk id="4" creationId="{357C4915-1571-D567-779E-E3E44EF1F04C}"/>
          </ac:inkMkLst>
        </pc:inkChg>
        <pc:inkChg chg="add mod">
          <ac:chgData name="#GOH BO JUN, ISSAC (WU BOJUN)#" userId="ce8c5c95-f0eb-4abf-bc55-35adb6fccc0a" providerId="ADAL" clId="{D9D3099B-CA38-4C01-A137-28D236767C47}" dt="2025-04-11T16:45:35.612" v="3"/>
          <ac:inkMkLst>
            <pc:docMk/>
            <pc:sldMk cId="1961510589" sldId="481"/>
            <ac:inkMk id="6" creationId="{F14557A3-E9ED-E460-B83D-23475419CA97}"/>
          </ac:inkMkLst>
        </pc:inkChg>
        <pc:inkChg chg="add mod">
          <ac:chgData name="#GOH BO JUN, ISSAC (WU BOJUN)#" userId="ce8c5c95-f0eb-4abf-bc55-35adb6fccc0a" providerId="ADAL" clId="{D9D3099B-CA38-4C01-A137-28D236767C47}" dt="2025-04-11T16:45:39.575" v="15"/>
          <ac:inkMkLst>
            <pc:docMk/>
            <pc:sldMk cId="1961510589" sldId="481"/>
            <ac:inkMk id="10" creationId="{DE6CBD9A-2B0F-1A0F-705A-F4B97D91BBE6}"/>
          </ac:inkMkLst>
        </pc:inkChg>
        <pc:inkChg chg="add mod">
          <ac:chgData name="#GOH BO JUN, ISSAC (WU BOJUN)#" userId="ce8c5c95-f0eb-4abf-bc55-35adb6fccc0a" providerId="ADAL" clId="{D9D3099B-CA38-4C01-A137-28D236767C47}" dt="2025-04-11T16:45:39.575" v="15"/>
          <ac:inkMkLst>
            <pc:docMk/>
            <pc:sldMk cId="1961510589" sldId="481"/>
            <ac:inkMk id="11" creationId="{42CD95EA-44D5-3E7D-1373-CEFC11780715}"/>
          </ac:inkMkLst>
        </pc:inkChg>
        <pc:inkChg chg="add mod">
          <ac:chgData name="#GOH BO JUN, ISSAC (WU BOJUN)#" userId="ce8c5c95-f0eb-4abf-bc55-35adb6fccc0a" providerId="ADAL" clId="{D9D3099B-CA38-4C01-A137-28D236767C47}" dt="2025-04-11T16:45:39.575" v="15"/>
          <ac:inkMkLst>
            <pc:docMk/>
            <pc:sldMk cId="1961510589" sldId="481"/>
            <ac:inkMk id="12" creationId="{DAADFAAB-8A4B-FC14-C36F-882FFC722463}"/>
          </ac:inkMkLst>
        </pc:inkChg>
        <pc:inkChg chg="add">
          <ac:chgData name="#GOH BO JUN, ISSAC (WU BOJUN)#" userId="ce8c5c95-f0eb-4abf-bc55-35adb6fccc0a" providerId="ADAL" clId="{D9D3099B-CA38-4C01-A137-28D236767C47}" dt="2025-04-11T16:45:37.364" v="7" actId="9405"/>
          <ac:inkMkLst>
            <pc:docMk/>
            <pc:sldMk cId="1961510589" sldId="481"/>
            <ac:inkMk id="13" creationId="{4D77CD4C-802D-723D-B9B0-AF939280E8DF}"/>
          </ac:inkMkLst>
        </pc:inkChg>
        <pc:inkChg chg="add mod">
          <ac:chgData name="#GOH BO JUN, ISSAC (WU BOJUN)#" userId="ce8c5c95-f0eb-4abf-bc55-35adb6fccc0a" providerId="ADAL" clId="{D9D3099B-CA38-4C01-A137-28D236767C47}" dt="2025-04-11T16:45:39.575" v="15"/>
          <ac:inkMkLst>
            <pc:docMk/>
            <pc:sldMk cId="1961510589" sldId="481"/>
            <ac:inkMk id="14" creationId="{D20F851C-39DA-1968-E068-11C269F2EE4B}"/>
          </ac:inkMkLst>
        </pc:inkChg>
        <pc:inkChg chg="add mod">
          <ac:chgData name="#GOH BO JUN, ISSAC (WU BOJUN)#" userId="ce8c5c95-f0eb-4abf-bc55-35adb6fccc0a" providerId="ADAL" clId="{D9D3099B-CA38-4C01-A137-28D236767C47}" dt="2025-04-11T16:45:39.575" v="15"/>
          <ac:inkMkLst>
            <pc:docMk/>
            <pc:sldMk cId="1961510589" sldId="481"/>
            <ac:inkMk id="15" creationId="{4BCA031E-D4F9-F30A-30DC-E1C9032DD9DD}"/>
          </ac:inkMkLst>
        </pc:inkChg>
        <pc:inkChg chg="add mod">
          <ac:chgData name="#GOH BO JUN, ISSAC (WU BOJUN)#" userId="ce8c5c95-f0eb-4abf-bc55-35adb6fccc0a" providerId="ADAL" clId="{D9D3099B-CA38-4C01-A137-28D236767C47}" dt="2025-04-11T16:45:39.575" v="15"/>
          <ac:inkMkLst>
            <pc:docMk/>
            <pc:sldMk cId="1961510589" sldId="481"/>
            <ac:inkMk id="16" creationId="{F1528256-8176-1697-D109-E5405BC02D46}"/>
          </ac:inkMkLst>
        </pc:inkChg>
        <pc:inkChg chg="add mod">
          <ac:chgData name="#GOH BO JUN, ISSAC (WU BOJUN)#" userId="ce8c5c95-f0eb-4abf-bc55-35adb6fccc0a" providerId="ADAL" clId="{D9D3099B-CA38-4C01-A137-28D236767C47}" dt="2025-04-11T16:45:39.575" v="15"/>
          <ac:inkMkLst>
            <pc:docMk/>
            <pc:sldMk cId="1961510589" sldId="481"/>
            <ac:inkMk id="17" creationId="{64E5CFD7-112C-ACC0-756C-2D77E0A3BC86}"/>
          </ac:inkMkLst>
        </pc:inkChg>
        <pc:inkChg chg="add">
          <ac:chgData name="#GOH BO JUN, ISSAC (WU BOJUN)#" userId="ce8c5c95-f0eb-4abf-bc55-35adb6fccc0a" providerId="ADAL" clId="{D9D3099B-CA38-4C01-A137-28D236767C47}" dt="2025-04-11T16:45:38.549" v="12" actId="9405"/>
          <ac:inkMkLst>
            <pc:docMk/>
            <pc:sldMk cId="1961510589" sldId="481"/>
            <ac:inkMk id="18" creationId="{674E3EC3-F1D8-4F2E-9486-5614EE930F61}"/>
          </ac:inkMkLst>
        </pc:inkChg>
        <pc:inkChg chg="add mod">
          <ac:chgData name="#GOH BO JUN, ISSAC (WU BOJUN)#" userId="ce8c5c95-f0eb-4abf-bc55-35adb6fccc0a" providerId="ADAL" clId="{D9D3099B-CA38-4C01-A137-28D236767C47}" dt="2025-04-11T16:45:39.575" v="15"/>
          <ac:inkMkLst>
            <pc:docMk/>
            <pc:sldMk cId="1961510589" sldId="481"/>
            <ac:inkMk id="19" creationId="{66C2C4AB-2C08-66F8-CF4B-92587D9F7311}"/>
          </ac:inkMkLst>
        </pc:inkChg>
        <pc:inkChg chg="add mod">
          <ac:chgData name="#GOH BO JUN, ISSAC (WU BOJUN)#" userId="ce8c5c95-f0eb-4abf-bc55-35adb6fccc0a" providerId="ADAL" clId="{D9D3099B-CA38-4C01-A137-28D236767C47}" dt="2025-04-11T16:45:39.575" v="15"/>
          <ac:inkMkLst>
            <pc:docMk/>
            <pc:sldMk cId="1961510589" sldId="481"/>
            <ac:inkMk id="20" creationId="{2764BB20-CC3A-220A-34CE-10566EB2C9F7}"/>
          </ac:inkMkLst>
        </pc:inkChg>
        <pc:inkChg chg="add mod">
          <ac:chgData name="#GOH BO JUN, ISSAC (WU BOJUN)#" userId="ce8c5c95-f0eb-4abf-bc55-35adb6fccc0a" providerId="ADAL" clId="{D9D3099B-CA38-4C01-A137-28D236767C47}" dt="2025-04-11T16:45:42.253" v="20"/>
          <ac:inkMkLst>
            <pc:docMk/>
            <pc:sldMk cId="1961510589" sldId="481"/>
            <ac:inkMk id="22" creationId="{E761A13B-727F-F8BB-8D34-64891A8AE5B6}"/>
          </ac:inkMkLst>
        </pc:inkChg>
        <pc:inkChg chg="add mod">
          <ac:chgData name="#GOH BO JUN, ISSAC (WU BOJUN)#" userId="ce8c5c95-f0eb-4abf-bc55-35adb6fccc0a" providerId="ADAL" clId="{D9D3099B-CA38-4C01-A137-28D236767C47}" dt="2025-04-11T16:45:42.253" v="20"/>
          <ac:inkMkLst>
            <pc:docMk/>
            <pc:sldMk cId="1961510589" sldId="481"/>
            <ac:inkMk id="23" creationId="{E87151BB-9558-2DDA-3627-C20AE72F0C91}"/>
          </ac:inkMkLst>
        </pc:inkChg>
        <pc:inkChg chg="add mod">
          <ac:chgData name="#GOH BO JUN, ISSAC (WU BOJUN)#" userId="ce8c5c95-f0eb-4abf-bc55-35adb6fccc0a" providerId="ADAL" clId="{D9D3099B-CA38-4C01-A137-28D236767C47}" dt="2025-04-11T16:45:42.253" v="20"/>
          <ac:inkMkLst>
            <pc:docMk/>
            <pc:sldMk cId="1961510589" sldId="481"/>
            <ac:inkMk id="24" creationId="{4022DEE7-A5FF-A1EE-CB50-97DBCFC92A16}"/>
          </ac:inkMkLst>
        </pc:inkChg>
        <pc:inkChg chg="add mod">
          <ac:chgData name="#GOH BO JUN, ISSAC (WU BOJUN)#" userId="ce8c5c95-f0eb-4abf-bc55-35adb6fccc0a" providerId="ADAL" clId="{D9D3099B-CA38-4C01-A137-28D236767C47}" dt="2025-04-11T16:45:45.590" v="27"/>
          <ac:inkMkLst>
            <pc:docMk/>
            <pc:sldMk cId="1961510589" sldId="481"/>
            <ac:inkMk id="25" creationId="{4CC77055-CEF9-22A7-3980-A03A1B71E13E}"/>
          </ac:inkMkLst>
        </pc:inkChg>
        <pc:inkChg chg="add mod">
          <ac:chgData name="#GOH BO JUN, ISSAC (WU BOJUN)#" userId="ce8c5c95-f0eb-4abf-bc55-35adb6fccc0a" providerId="ADAL" clId="{D9D3099B-CA38-4C01-A137-28D236767C47}" dt="2025-04-11T16:45:45.590" v="27"/>
          <ac:inkMkLst>
            <pc:docMk/>
            <pc:sldMk cId="1961510589" sldId="481"/>
            <ac:inkMk id="27" creationId="{1AD464BB-F633-9C9C-609A-395994F33872}"/>
          </ac:inkMkLst>
        </pc:inkChg>
        <pc:inkChg chg="add mod">
          <ac:chgData name="#GOH BO JUN, ISSAC (WU BOJUN)#" userId="ce8c5c95-f0eb-4abf-bc55-35adb6fccc0a" providerId="ADAL" clId="{D9D3099B-CA38-4C01-A137-28D236767C47}" dt="2025-04-11T16:45:45.590" v="27"/>
          <ac:inkMkLst>
            <pc:docMk/>
            <pc:sldMk cId="1961510589" sldId="481"/>
            <ac:inkMk id="28" creationId="{B3B7F34E-1092-3793-62EF-E3576AFF2373}"/>
          </ac:inkMkLst>
        </pc:inkChg>
        <pc:inkChg chg="add mod">
          <ac:chgData name="#GOH BO JUN, ISSAC (WU BOJUN)#" userId="ce8c5c95-f0eb-4abf-bc55-35adb6fccc0a" providerId="ADAL" clId="{D9D3099B-CA38-4C01-A137-28D236767C47}" dt="2025-04-11T16:45:45.590" v="27"/>
          <ac:inkMkLst>
            <pc:docMk/>
            <pc:sldMk cId="1961510589" sldId="481"/>
            <ac:inkMk id="29" creationId="{630FB3BC-0486-D1FB-3401-639B72FE59D0}"/>
          </ac:inkMkLst>
        </pc:inkChg>
        <pc:inkChg chg="add mod">
          <ac:chgData name="#GOH BO JUN, ISSAC (WU BOJUN)#" userId="ce8c5c95-f0eb-4abf-bc55-35adb6fccc0a" providerId="ADAL" clId="{D9D3099B-CA38-4C01-A137-28D236767C47}" dt="2025-04-11T16:45:45.590" v="27"/>
          <ac:inkMkLst>
            <pc:docMk/>
            <pc:sldMk cId="1961510589" sldId="481"/>
            <ac:inkMk id="30" creationId="{E8217674-19DD-5E0D-9E60-449C297EE4AB}"/>
          </ac:inkMkLst>
        </pc:inkChg>
        <pc:inkChg chg="add mod">
          <ac:chgData name="#GOH BO JUN, ISSAC (WU BOJUN)#" userId="ce8c5c95-f0eb-4abf-bc55-35adb6fccc0a" providerId="ADAL" clId="{D9D3099B-CA38-4C01-A137-28D236767C47}" dt="2025-04-11T16:45:45.590" v="27"/>
          <ac:inkMkLst>
            <pc:docMk/>
            <pc:sldMk cId="1961510589" sldId="481"/>
            <ac:inkMk id="31" creationId="{DC0F89A2-8F3B-BF28-5C64-4FDAD8D9942A}"/>
          </ac:inkMkLst>
        </pc:inkChg>
        <pc:inkChg chg="add mod">
          <ac:chgData name="#GOH BO JUN, ISSAC (WU BOJUN)#" userId="ce8c5c95-f0eb-4abf-bc55-35adb6fccc0a" providerId="ADAL" clId="{D9D3099B-CA38-4C01-A137-28D236767C47}" dt="2025-04-11T16:45:45.590" v="27"/>
          <ac:inkMkLst>
            <pc:docMk/>
            <pc:sldMk cId="1961510589" sldId="481"/>
            <ac:inkMk id="32" creationId="{3161C591-9C83-2469-5D5D-319DB3E3E2A0}"/>
          </ac:inkMkLst>
        </pc:inkChg>
        <pc:inkChg chg="add mod">
          <ac:chgData name="#GOH BO JUN, ISSAC (WU BOJUN)#" userId="ce8c5c95-f0eb-4abf-bc55-35adb6fccc0a" providerId="ADAL" clId="{D9D3099B-CA38-4C01-A137-28D236767C47}" dt="2025-04-11T16:45:53.589" v="47"/>
          <ac:inkMkLst>
            <pc:docMk/>
            <pc:sldMk cId="1961510589" sldId="481"/>
            <ac:inkMk id="34" creationId="{587794CC-DC46-FA9B-E5B0-31CAF14340BB}"/>
          </ac:inkMkLst>
        </pc:inkChg>
        <pc:inkChg chg="add mod">
          <ac:chgData name="#GOH BO JUN, ISSAC (WU BOJUN)#" userId="ce8c5c95-f0eb-4abf-bc55-35adb6fccc0a" providerId="ADAL" clId="{D9D3099B-CA38-4C01-A137-28D236767C47}" dt="2025-04-11T16:45:53.589" v="47"/>
          <ac:inkMkLst>
            <pc:docMk/>
            <pc:sldMk cId="1961510589" sldId="481"/>
            <ac:inkMk id="35" creationId="{A8D3F086-DD66-7E13-5309-05359ADCB33B}"/>
          </ac:inkMkLst>
        </pc:inkChg>
        <pc:inkChg chg="add">
          <ac:chgData name="#GOH BO JUN, ISSAC (WU BOJUN)#" userId="ce8c5c95-f0eb-4abf-bc55-35adb6fccc0a" providerId="ADAL" clId="{D9D3099B-CA38-4C01-A137-28D236767C47}" dt="2025-04-11T16:45:47.952" v="30" actId="9405"/>
          <ac:inkMkLst>
            <pc:docMk/>
            <pc:sldMk cId="1961510589" sldId="481"/>
            <ac:inkMk id="36" creationId="{AE728948-CEE0-D7B9-786C-737F2DD3C15B}"/>
          </ac:inkMkLst>
        </pc:inkChg>
        <pc:inkChg chg="add">
          <ac:chgData name="#GOH BO JUN, ISSAC (WU BOJUN)#" userId="ce8c5c95-f0eb-4abf-bc55-35adb6fccc0a" providerId="ADAL" clId="{D9D3099B-CA38-4C01-A137-28D236767C47}" dt="2025-04-11T16:45:48.177" v="31" actId="9405"/>
          <ac:inkMkLst>
            <pc:docMk/>
            <pc:sldMk cId="1961510589" sldId="481"/>
            <ac:inkMk id="37" creationId="{2DB086BF-7CC2-7272-AD49-DCD9962B73AB}"/>
          </ac:inkMkLst>
        </pc:inkChg>
        <pc:inkChg chg="add">
          <ac:chgData name="#GOH BO JUN, ISSAC (WU BOJUN)#" userId="ce8c5c95-f0eb-4abf-bc55-35adb6fccc0a" providerId="ADAL" clId="{D9D3099B-CA38-4C01-A137-28D236767C47}" dt="2025-04-11T16:45:48.444" v="32" actId="9405"/>
          <ac:inkMkLst>
            <pc:docMk/>
            <pc:sldMk cId="1961510589" sldId="481"/>
            <ac:inkMk id="38" creationId="{A7F6F068-66D6-7864-AF01-1D485E4F314E}"/>
          </ac:inkMkLst>
        </pc:inkChg>
        <pc:inkChg chg="add mod">
          <ac:chgData name="#GOH BO JUN, ISSAC (WU BOJUN)#" userId="ce8c5c95-f0eb-4abf-bc55-35adb6fccc0a" providerId="ADAL" clId="{D9D3099B-CA38-4C01-A137-28D236767C47}" dt="2025-04-11T16:45:53.589" v="47"/>
          <ac:inkMkLst>
            <pc:docMk/>
            <pc:sldMk cId="1961510589" sldId="481"/>
            <ac:inkMk id="39" creationId="{D5A47E07-3E9D-759F-7A2A-F94D9F8AB76A}"/>
          </ac:inkMkLst>
        </pc:inkChg>
        <pc:inkChg chg="add mod">
          <ac:chgData name="#GOH BO JUN, ISSAC (WU BOJUN)#" userId="ce8c5c95-f0eb-4abf-bc55-35adb6fccc0a" providerId="ADAL" clId="{D9D3099B-CA38-4C01-A137-28D236767C47}" dt="2025-04-11T16:45:53.589" v="47"/>
          <ac:inkMkLst>
            <pc:docMk/>
            <pc:sldMk cId="1961510589" sldId="481"/>
            <ac:inkMk id="40" creationId="{8E50C2EA-5442-A3E1-D6EC-9B14CDC9B48B}"/>
          </ac:inkMkLst>
        </pc:inkChg>
        <pc:inkChg chg="add">
          <ac:chgData name="#GOH BO JUN, ISSAC (WU BOJUN)#" userId="ce8c5c95-f0eb-4abf-bc55-35adb6fccc0a" providerId="ADAL" clId="{D9D3099B-CA38-4C01-A137-28D236767C47}" dt="2025-04-11T16:45:49.226" v="35" actId="9405"/>
          <ac:inkMkLst>
            <pc:docMk/>
            <pc:sldMk cId="1961510589" sldId="481"/>
            <ac:inkMk id="41" creationId="{D9438F38-5352-9EA8-8EBF-0887792FC973}"/>
          </ac:inkMkLst>
        </pc:inkChg>
        <pc:inkChg chg="add">
          <ac:chgData name="#GOH BO JUN, ISSAC (WU BOJUN)#" userId="ce8c5c95-f0eb-4abf-bc55-35adb6fccc0a" providerId="ADAL" clId="{D9D3099B-CA38-4C01-A137-28D236767C47}" dt="2025-04-11T16:45:49.532" v="36" actId="9405"/>
          <ac:inkMkLst>
            <pc:docMk/>
            <pc:sldMk cId="1961510589" sldId="481"/>
            <ac:inkMk id="42" creationId="{C42A9AF7-FCD7-34FB-C997-317D64F4A50B}"/>
          </ac:inkMkLst>
        </pc:inkChg>
        <pc:inkChg chg="add">
          <ac:chgData name="#GOH BO JUN, ISSAC (WU BOJUN)#" userId="ce8c5c95-f0eb-4abf-bc55-35adb6fccc0a" providerId="ADAL" clId="{D9D3099B-CA38-4C01-A137-28D236767C47}" dt="2025-04-11T16:45:49.671" v="37" actId="9405"/>
          <ac:inkMkLst>
            <pc:docMk/>
            <pc:sldMk cId="1961510589" sldId="481"/>
            <ac:inkMk id="43" creationId="{B7E5068F-4A4C-D2AC-1BBC-5C95F7BB7DD9}"/>
          </ac:inkMkLst>
        </pc:inkChg>
        <pc:inkChg chg="add mod">
          <ac:chgData name="#GOH BO JUN, ISSAC (WU BOJUN)#" userId="ce8c5c95-f0eb-4abf-bc55-35adb6fccc0a" providerId="ADAL" clId="{D9D3099B-CA38-4C01-A137-28D236767C47}" dt="2025-04-11T16:45:53.589" v="47"/>
          <ac:inkMkLst>
            <pc:docMk/>
            <pc:sldMk cId="1961510589" sldId="481"/>
            <ac:inkMk id="44" creationId="{90487203-AEEB-6952-04BB-E4EDD2F48FCF}"/>
          </ac:inkMkLst>
        </pc:inkChg>
        <pc:inkChg chg="add">
          <ac:chgData name="#GOH BO JUN, ISSAC (WU BOJUN)#" userId="ce8c5c95-f0eb-4abf-bc55-35adb6fccc0a" providerId="ADAL" clId="{D9D3099B-CA38-4C01-A137-28D236767C47}" dt="2025-04-11T16:45:50.205" v="39" actId="9405"/>
          <ac:inkMkLst>
            <pc:docMk/>
            <pc:sldMk cId="1961510589" sldId="481"/>
            <ac:inkMk id="45" creationId="{5585E4FA-DFEC-9A29-43F9-53C284739AFB}"/>
          </ac:inkMkLst>
        </pc:inkChg>
        <pc:inkChg chg="add">
          <ac:chgData name="#GOH BO JUN, ISSAC (WU BOJUN)#" userId="ce8c5c95-f0eb-4abf-bc55-35adb6fccc0a" providerId="ADAL" clId="{D9D3099B-CA38-4C01-A137-28D236767C47}" dt="2025-04-11T16:45:50.361" v="40" actId="9405"/>
          <ac:inkMkLst>
            <pc:docMk/>
            <pc:sldMk cId="1961510589" sldId="481"/>
            <ac:inkMk id="46" creationId="{1D5A7AF9-F467-C831-3E71-ED964436B9F0}"/>
          </ac:inkMkLst>
        </pc:inkChg>
        <pc:inkChg chg="add">
          <ac:chgData name="#GOH BO JUN, ISSAC (WU BOJUN)#" userId="ce8c5c95-f0eb-4abf-bc55-35adb6fccc0a" providerId="ADAL" clId="{D9D3099B-CA38-4C01-A137-28D236767C47}" dt="2025-04-11T16:45:50.891" v="41" actId="9405"/>
          <ac:inkMkLst>
            <pc:docMk/>
            <pc:sldMk cId="1961510589" sldId="481"/>
            <ac:inkMk id="47" creationId="{BCBD16F9-A2FC-457E-F0A9-2D5694B4A935}"/>
          </ac:inkMkLst>
        </pc:inkChg>
        <pc:inkChg chg="add mod">
          <ac:chgData name="#GOH BO JUN, ISSAC (WU BOJUN)#" userId="ce8c5c95-f0eb-4abf-bc55-35adb6fccc0a" providerId="ADAL" clId="{D9D3099B-CA38-4C01-A137-28D236767C47}" dt="2025-04-11T16:45:53.589" v="47"/>
          <ac:inkMkLst>
            <pc:docMk/>
            <pc:sldMk cId="1961510589" sldId="481"/>
            <ac:inkMk id="48" creationId="{997183FC-BE65-2B49-3C89-E9BB0B2C78C9}"/>
          </ac:inkMkLst>
        </pc:inkChg>
        <pc:inkChg chg="add">
          <ac:chgData name="#GOH BO JUN, ISSAC (WU BOJUN)#" userId="ce8c5c95-f0eb-4abf-bc55-35adb6fccc0a" providerId="ADAL" clId="{D9D3099B-CA38-4C01-A137-28D236767C47}" dt="2025-04-11T16:45:51.687" v="43" actId="9405"/>
          <ac:inkMkLst>
            <pc:docMk/>
            <pc:sldMk cId="1961510589" sldId="481"/>
            <ac:inkMk id="49" creationId="{F93BC931-84C6-8C50-AC5E-9F6EBDD05273}"/>
          </ac:inkMkLst>
        </pc:inkChg>
        <pc:inkChg chg="add">
          <ac:chgData name="#GOH BO JUN, ISSAC (WU BOJUN)#" userId="ce8c5c95-f0eb-4abf-bc55-35adb6fccc0a" providerId="ADAL" clId="{D9D3099B-CA38-4C01-A137-28D236767C47}" dt="2025-04-11T16:45:52.396" v="44" actId="9405"/>
          <ac:inkMkLst>
            <pc:docMk/>
            <pc:sldMk cId="1961510589" sldId="481"/>
            <ac:inkMk id="50" creationId="{B226EA50-70D1-3BE9-838C-10C4262DBE55}"/>
          </ac:inkMkLst>
        </pc:inkChg>
        <pc:inkChg chg="add">
          <ac:chgData name="#GOH BO JUN, ISSAC (WU BOJUN)#" userId="ce8c5c95-f0eb-4abf-bc55-35adb6fccc0a" providerId="ADAL" clId="{D9D3099B-CA38-4C01-A137-28D236767C47}" dt="2025-04-11T16:45:52.601" v="45" actId="9405"/>
          <ac:inkMkLst>
            <pc:docMk/>
            <pc:sldMk cId="1961510589" sldId="481"/>
            <ac:inkMk id="51" creationId="{5EFA6DA5-4BE5-31D6-1C8A-96EE46F24EC9}"/>
          </ac:inkMkLst>
        </pc:inkChg>
        <pc:inkChg chg="add mod">
          <ac:chgData name="#GOH BO JUN, ISSAC (WU BOJUN)#" userId="ce8c5c95-f0eb-4abf-bc55-35adb6fccc0a" providerId="ADAL" clId="{D9D3099B-CA38-4C01-A137-28D236767C47}" dt="2025-04-11T16:45:53.589" v="47"/>
          <ac:inkMkLst>
            <pc:docMk/>
            <pc:sldMk cId="1961510589" sldId="481"/>
            <ac:inkMk id="52" creationId="{E2B9E92F-9CB9-FF4C-24F1-BC2A4A1604C7}"/>
          </ac:inkMkLst>
        </pc:inkChg>
      </pc:sldChg>
      <pc:sldChg chg="addSp modSp mod">
        <pc:chgData name="#GOH BO JUN, ISSAC (WU BOJUN)#" userId="ce8c5c95-f0eb-4abf-bc55-35adb6fccc0a" providerId="ADAL" clId="{D9D3099B-CA38-4C01-A137-28D236767C47}" dt="2025-04-12T07:21:22.887" v="57"/>
        <pc:sldMkLst>
          <pc:docMk/>
          <pc:sldMk cId="754168445" sldId="485"/>
        </pc:sldMkLst>
        <pc:grpChg chg="mod">
          <ac:chgData name="#GOH BO JUN, ISSAC (WU BOJUN)#" userId="ce8c5c95-f0eb-4abf-bc55-35adb6fccc0a" providerId="ADAL" clId="{D9D3099B-CA38-4C01-A137-28D236767C47}" dt="2025-04-12T07:21:22.887" v="57"/>
          <ac:grpSpMkLst>
            <pc:docMk/>
            <pc:sldMk cId="754168445" sldId="485"/>
            <ac:grpSpMk id="15" creationId="{C1A53DC4-653F-DF23-E5A1-8735B5A2C247}"/>
          </ac:grpSpMkLst>
        </pc:grpChg>
        <pc:grpChg chg="mod">
          <ac:chgData name="#GOH BO JUN, ISSAC (WU BOJUN)#" userId="ce8c5c95-f0eb-4abf-bc55-35adb6fccc0a" providerId="ADAL" clId="{D9D3099B-CA38-4C01-A137-28D236767C47}" dt="2025-04-12T07:21:22.887" v="57"/>
          <ac:grpSpMkLst>
            <pc:docMk/>
            <pc:sldMk cId="754168445" sldId="485"/>
            <ac:grpSpMk id="16" creationId="{E316ECE1-B8AF-AA5E-0846-E5361C6191D0}"/>
          </ac:grpSpMkLst>
        </pc:grpChg>
        <pc:inkChg chg="add mod">
          <ac:chgData name="#GOH BO JUN, ISSAC (WU BOJUN)#" userId="ce8c5c95-f0eb-4abf-bc55-35adb6fccc0a" providerId="ADAL" clId="{D9D3099B-CA38-4C01-A137-28D236767C47}" dt="2025-04-12T07:21:22.887" v="57"/>
          <ac:inkMkLst>
            <pc:docMk/>
            <pc:sldMk cId="754168445" sldId="485"/>
            <ac:inkMk id="3" creationId="{CACBD873-7139-B29E-4F20-8E4958425853}"/>
          </ac:inkMkLst>
        </pc:inkChg>
        <pc:inkChg chg="add mod">
          <ac:chgData name="#GOH BO JUN, ISSAC (WU BOJUN)#" userId="ce8c5c95-f0eb-4abf-bc55-35adb6fccc0a" providerId="ADAL" clId="{D9D3099B-CA38-4C01-A137-28D236767C47}" dt="2025-04-12T07:21:22.887" v="57"/>
          <ac:inkMkLst>
            <pc:docMk/>
            <pc:sldMk cId="754168445" sldId="485"/>
            <ac:inkMk id="4" creationId="{B92BF9A3-83AE-21F4-938A-D082D5C4F8DD}"/>
          </ac:inkMkLst>
        </pc:inkChg>
        <pc:inkChg chg="add mod">
          <ac:chgData name="#GOH BO JUN, ISSAC (WU BOJUN)#" userId="ce8c5c95-f0eb-4abf-bc55-35adb6fccc0a" providerId="ADAL" clId="{D9D3099B-CA38-4C01-A137-28D236767C47}" dt="2025-04-12T07:21:22.887" v="57"/>
          <ac:inkMkLst>
            <pc:docMk/>
            <pc:sldMk cId="754168445" sldId="485"/>
            <ac:inkMk id="6" creationId="{9C3C1A22-AD46-B019-C889-E758F644BF38}"/>
          </ac:inkMkLst>
        </pc:inkChg>
        <pc:inkChg chg="add mod">
          <ac:chgData name="#GOH BO JUN, ISSAC (WU BOJUN)#" userId="ce8c5c95-f0eb-4abf-bc55-35adb6fccc0a" providerId="ADAL" clId="{D9D3099B-CA38-4C01-A137-28D236767C47}" dt="2025-04-12T07:21:22.887" v="57"/>
          <ac:inkMkLst>
            <pc:docMk/>
            <pc:sldMk cId="754168445" sldId="485"/>
            <ac:inkMk id="9" creationId="{0722885A-2D26-1563-80D8-748CFDE3EBCD}"/>
          </ac:inkMkLst>
        </pc:inkChg>
        <pc:inkChg chg="add mod">
          <ac:chgData name="#GOH BO JUN, ISSAC (WU BOJUN)#" userId="ce8c5c95-f0eb-4abf-bc55-35adb6fccc0a" providerId="ADAL" clId="{D9D3099B-CA38-4C01-A137-28D236767C47}" dt="2025-04-12T07:21:22.887" v="57"/>
          <ac:inkMkLst>
            <pc:docMk/>
            <pc:sldMk cId="754168445" sldId="485"/>
            <ac:inkMk id="10" creationId="{7FAA5404-3FD6-6843-9897-BF77B4D1CE2E}"/>
          </ac:inkMkLst>
        </pc:inkChg>
        <pc:inkChg chg="add mod">
          <ac:chgData name="#GOH BO JUN, ISSAC (WU BOJUN)#" userId="ce8c5c95-f0eb-4abf-bc55-35adb6fccc0a" providerId="ADAL" clId="{D9D3099B-CA38-4C01-A137-28D236767C47}" dt="2025-04-12T07:21:22.887" v="57"/>
          <ac:inkMkLst>
            <pc:docMk/>
            <pc:sldMk cId="754168445" sldId="485"/>
            <ac:inkMk id="11" creationId="{CB5A86BE-D5D6-E1BB-808C-46985F57A5F1}"/>
          </ac:inkMkLst>
        </pc:inkChg>
        <pc:inkChg chg="add mod">
          <ac:chgData name="#GOH BO JUN, ISSAC (WU BOJUN)#" userId="ce8c5c95-f0eb-4abf-bc55-35adb6fccc0a" providerId="ADAL" clId="{D9D3099B-CA38-4C01-A137-28D236767C47}" dt="2025-04-12T07:21:22.887" v="57"/>
          <ac:inkMkLst>
            <pc:docMk/>
            <pc:sldMk cId="754168445" sldId="485"/>
            <ac:inkMk id="12" creationId="{E7E0FC79-A968-A8DB-0AFE-B249C77A96EC}"/>
          </ac:inkMkLst>
        </pc:inkChg>
        <pc:inkChg chg="add">
          <ac:chgData name="#GOH BO JUN, ISSAC (WU BOJUN)#" userId="ce8c5c95-f0eb-4abf-bc55-35adb6fccc0a" providerId="ADAL" clId="{D9D3099B-CA38-4C01-A137-28D236767C47}" dt="2025-04-12T07:21:21.925" v="55" actId="9405"/>
          <ac:inkMkLst>
            <pc:docMk/>
            <pc:sldMk cId="754168445" sldId="485"/>
            <ac:inkMk id="13" creationId="{2B3F5B16-8D55-597B-2051-82C16B8A7009}"/>
          </ac:inkMkLst>
        </pc:inkChg>
        <pc:inkChg chg="add mod">
          <ac:chgData name="#GOH BO JUN, ISSAC (WU BOJUN)#" userId="ce8c5c95-f0eb-4abf-bc55-35adb6fccc0a" providerId="ADAL" clId="{D9D3099B-CA38-4C01-A137-28D236767C47}" dt="2025-04-12T07:21:22.887" v="57"/>
          <ac:inkMkLst>
            <pc:docMk/>
            <pc:sldMk cId="754168445" sldId="485"/>
            <ac:inkMk id="14" creationId="{EC9B6085-A009-F63D-237D-EFED99356172}"/>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2.199"/>
    </inkml:context>
    <inkml:brush xml:id="br0">
      <inkml:brushProperty name="width" value="0.035" units="cm"/>
      <inkml:brushProperty name="height" value="0.035" units="cm"/>
    </inkml:brush>
  </inkml:definitions>
  <inkml:trace contextRef="#ctx0" brushRef="#br0">27 54 536,'-7'-9'3996,"-10"-18"19753,15 13-19267,2 13-4482,1 1 0,0-1 0,-1 1 0,1 0 0,0-1 0,0 1 0,-1 0 0,1 0 0,0-1 0,0 1 0,0 0 0,-1 0 0,1 0 0,0 0 0,0 0 0,-1 0 0,1 0 0,0 0 0,0 1 0,1-1 0,-1 0 0,1 1 0,0 1 0,0-1 0,0 1 0,-1-1 0,1 1 0,-1-1 0,1 1 0,-1 0 0,1 0 0,-1 0 0,0 0 0,0 0 0,0 0 0,0 0 0,0 0 0,1 4 0,10 41 0,1 24 0,7 127 0,-17 76 0,-4-184 0,2-89-127,-1 0-1,0 0 1,0 0-1,0 0 1,0 0-1,-1 0 1,1 1-1,0-1 1,0 0-1,-1 0 1,1 0-1,0 0 1,-1 0-1,1 0 1,-1 0-1,1 0 1,-1 0-1,0 0 1,1-1-1,-1 1 1,0 0 0,0 0-1,-1 0 1,1 0-226,0-1 0,0 0 1,0 1-1,0-1 1,0 0-1,0 0 0,0 0 1,0 0-1,0 0 1,0 0-1,0 0 1,0-1-1,0 1 0,0 0 1,0-1-1,0 1 1,0 0-1,0-1 0,0 1 1,0-1-1,-1 0 1,-6-31-19279,9 15 17791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4.558"/>
    </inkml:context>
    <inkml:brush xml:id="br0">
      <inkml:brushProperty name="width" value="0.035" units="cm"/>
      <inkml:brushProperty name="height" value="0.035" units="cm"/>
    </inkml:brush>
  </inkml:definitions>
  <inkml:trace contextRef="#ctx0" brushRef="#br0">16 278 476,'-6'72'3579,"-1"129"19885,7-115-18276,0-77-5132,-1 17-56,0-16 0,1 1 0,0 0 0,0 0 0,1-1 0,0 1 0,1 0 0,0-1 0,5 13 0,-7-23 0,0 0 0,0 0 0,0 1 0,0-1 0,0 0 0,1 0 0,-1 0 0,0 0 0,0 0 0,0 0 0,0 0 0,1 0 0,-1 0 0,0 0 0,0 0 0,0 1 0,1-1 0,-1 0 0,0 0 0,0 0 0,0 0 0,0 0 0,1-1 0,-1 1 0,0 0 0,0 0 0,0 0 0,1 0 0,-1 0 0,0 0 0,0 0 0,0 0 0,0 0 0,1 0 0,-1 0 0,0-1 0,0 1 0,0 0 0,0 0 0,0 0 0,0 0 0,1 0 0,-1-1 0,0 1 0,0 0 0,0 0 0,0 0 0,0 0 0,0-1 0,0 1 0,5-10 0,9-46 0,-3-2 0,-2 0 0,0-71 0,-4 61 0,23-125 0,-24 173 0,1 1 0,1-1 0,0 1 0,18-32 0,-21 46 0,0 0 0,0 0 0,1 0 0,0 0 0,0 1 0,1-1 0,-1 1 0,1 0 0,0 0 0,0 1 0,0-1 0,0 1 0,1 0 0,-1 1 0,1 0 0,0-1 0,0 2 0,0-1 0,10-1 0,-1 1 0,-1 0 0,1 2 0,-1 0 0,1 0 0,0 1 0,23 5 0,-32-7-5295,17 22-22165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5.069"/>
    </inkml:context>
    <inkml:brush xml:id="br0">
      <inkml:brushProperty name="width" value="0.035" units="cm"/>
      <inkml:brushProperty name="height" value="0.035" units="cm"/>
    </inkml:brush>
  </inkml:definitions>
  <inkml:trace contextRef="#ctx0" brushRef="#br0">100 39 444,'-21'46'4299,"-29"59"17601,22-45-15780,66-168-6120,-30 87 0,21-44 0,-27 60 0,1 0 0,1-1 0,-1 1 0,1 1 0,-1-1 0,1 0 0,1 1 0,7-7 0,-11 11 0,0-1 0,0 0 0,0 1 0,0-1 0,0 1 0,0-1 0,0 1 0,0-1 0,0 1 0,0 0 0,0 0 0,0-1 0,0 1 0,0 0 0,0 0 0,0 0 0,1 0 0,-1 0 0,0 1 0,0-1 0,0 0 0,0 0 0,0 1 0,0-1 0,1 1 0,0 1 0,0-1 0,0 1 0,0-1 0,0 1 0,-1 0 0,1 0 0,-1 0 0,1 0 0,-1 0 0,0 0 0,2 3 0,1 7 0,1 0 0,-1 0 0,3 17 0,-7-26 0,12 61 0,9 37 0,-21-100 0,0 0 0,0-1 0,0 1 0,1 0 0,-1-1 0,0 1 0,0 0 0,0-1 0,1 1 0,-1-1 0,0 1 0,1 0 0,-1-1 0,1 1 0,-1-1 0,0 1 0,1-1 0,-1 0 0,1 1 0,-1-1 0,1 1 0,0-1 0,-1 0 0,1 1 0,-1-1 0,1 0 0,0 0 0,-1 1 0,1-1 0,0 0 0,0 0 0,1 0 0,0-1 0,-1 1 0,1-1 0,-1 1 0,1-1 0,-1 0 0,1 0 0,-1 0 0,0 0 0,1 0 0,-1 0 0,2-2 0,31-40 0,-18 16 0,16-23 0,-30 48 0,0 0 0,0-1 0,0 1 0,0 0 0,1 0 0,-1 0 0,1 0 0,0 0 0,0 1 0,-1-1 0,1 1 0,0 0 0,0 0 0,0 0 0,4-1 0,-4 2 0,0 1 0,-1-1 0,1 0 0,-1 1 0,1 0 0,-1 0 0,1-1 0,-1 1 0,1 1 0,-1-1 0,0 0 0,0 1 0,1-1 0,-1 1 0,0-1 0,0 1 0,-1 0 0,1 0 0,0 0 0,-1 0 0,1 0 0,-1 1 0,1-1 0,1 4 0,3 6 0,0 0 0,-1 1 0,6 18 0,-3-2 0,-4-13 0,0 0 0,1 0 0,11 21 0,-12-33-2279,16-51-27973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6.618"/>
    </inkml:context>
    <inkml:brush xml:id="br0">
      <inkml:brushProperty name="width" value="0.035" units="cm"/>
      <inkml:brushProperty name="height" value="0.035" units="cm"/>
    </inkml:brush>
  </inkml:definitions>
  <inkml:trace contextRef="#ctx0" brushRef="#br0">1 110 60,'5'-24'2492,"9"-23"4971,-13 44-6415,0 0 0,1 0 0,0 1 0,-1-1 0,1 0 0,0 1 0,0 0 0,0-1 1,1 1-1,-1 0 0,0 0 0,1 0 0,4-2 0,-6 3-929,-1 1 1,1 0-1,0 0 1,0-1-1,0 1 0,0 0 1,0 0-1,0 0 1,0 0-1,0 0 1,0 0-1,0 0 1,0 0-1,0 0 1,0 0-1,0 1 1,0-1-1,0 0 1,-1 1-1,1-1 1,0 1-1,0-1 1,0 1-1,0-1 1,-1 1-1,1-1 1,0 1-1,-1 0 1,1 0-1,0-1 1,-1 1-1,1 0 1,-1 0-1,1 0 0,-1-1 1,1 1-1,-1 0 1,0 0-1,1 0 1,-1 1-1,2 4 517,1 0-1,-2 0 0,1 0 1,1 12-1,-1 26-635,-1-1 0,-7 63 0,-21 88 0,18-138 0,-24 199 0,32-304-4615,0-5-2952,1-28-7858,-1 36 11777,1 15 2480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6.803"/>
    </inkml:context>
    <inkml:brush xml:id="br0">
      <inkml:brushProperty name="width" value="0.035" units="cm"/>
      <inkml:brushProperty name="height" value="0.035" units="cm"/>
    </inkml:brush>
  </inkml:definitions>
  <inkml:trace contextRef="#ctx0" brushRef="#br0">225 2 744,'-1'0'269,"1"0"1,0 0-1,-1-1 0,1 1 1,0 0-1,0 0 0,-1 0 0,1 0 1,0 0-1,-1 0 0,1-1 1,0 1-1,-1 0 0,1 0 0,0 0 1,-1 0-1,1 0 0,0 0 1,-1 0-1,1 0 0,0 0 0,-1 1 1,1-1-1,0 0 0,-1 0 1,1 0-1,0 0 0,-1 0 0,1 0 1,0 1-1,0-1 0,-1 0 1,1 1-1,-12 13 6640,-6 25 2649,15-32-7492,-13 26-1200,-3-1 0,0-1 0,-2-1 0,-44 49 0,55-68-2708,8-10 1090,1 1 0,-1-1 0,0 1 0,0-1 0,0 1 0,0-1 0,0 0 0,0 0 0,0 0 0,0 0 0,0-1 0,0 1 0,-3 0 0,5-27-18042,5 11 17575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6.988"/>
    </inkml:context>
    <inkml:brush xml:id="br0">
      <inkml:brushProperty name="width" value="0.035" units="cm"/>
      <inkml:brushProperty name="height" value="0.035" units="cm"/>
    </inkml:brush>
  </inkml:definitions>
  <inkml:trace contextRef="#ctx0" brushRef="#br0">1 1 352,'2'-1'517,"0"1"0,0 0 0,0 0 1,0 1-1,0-1 0,0 0 0,0 1 0,0-1 0,1 1 1,-1-1-1,0 1 0,-1 0 0,1 0 0,0 0 0,0 0 0,0 1 1,-1-1-1,1 0 0,0 1 0,-1-1 0,1 1 0,-1-1 0,2 3 1,6 7 3449,-1 1 1,11 20-1,-3-5 528,-14-24-4397,14 20 761,0-1 1,28 27-1,-39-44-801,0 0 0,0-1 0,0 1 0,1-1 0,-1 0-1,1-1 1,0 0 0,0 0 0,0 0 0,1 0 0,-1-1 0,0 0-1,1-1 1,0 1 0,10 0 0,-15-2-404,-1 0-1,0 0 1,0 0-1,1 0 1,-1 0-1,0-1 1,1 1-1,-1 0 1,0-1-1,0 1 1,0 0-1,1-1 1,-1 0-1,1 0 1,-1 0-535,0 0 1,-1 0-1,1 0 1,-1 0-1,1 0 1,-1 0-1,0 0 0,1 0 1,-1 0-1,0 0 1,0 0-1,0 0 0,1 0 1,-1-1-1,0 1 1,-1 0-1,1 0 1,0-1-1,1-19-6612,3 13 5131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7.362"/>
    </inkml:context>
    <inkml:brush xml:id="br0">
      <inkml:brushProperty name="width" value="0.035" units="cm"/>
      <inkml:brushProperty name="height" value="0.035" units="cm"/>
    </inkml:brush>
  </inkml:definitions>
  <inkml:trace contextRef="#ctx0" brushRef="#br0">43 0 1012,'0'13'16084,"0"5"-7670,-3 46-1607,-8 68-6289,-4 120-590,15-246 72,-5 113 0,-3-160-2829,9-19-14762,5-2 7673,-3 43 9039,0-17-363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7.519"/>
    </inkml:context>
    <inkml:brush xml:id="br0">
      <inkml:brushProperty name="width" value="0.035" units="cm"/>
      <inkml:brushProperty name="height" value="0.035" units="cm"/>
    </inkml:brush>
  </inkml:definitions>
  <inkml:trace contextRef="#ctx0" brushRef="#br0">251 15 576,'0'0'153,"-1"-1"-1,1 0 1,-1 0 0,1 0-1,-1 0 1,1 1-1,-1-1 1,1 0 0,-1 0-1,0 1 1,1-1 0,-1 0-1,0 1 1,0-1-1,0 1 1,1-1 0,-1 1-1,0 0 1,0-1 0,0 1-1,0 0 1,0-1-1,0 1 1,0 0 0,0 0-1,-1 0 1,0 0 529,0 1 1,0 0-1,0-1 1,0 1-1,1 0 1,-1 0-1,0 0 1,1 0-1,-1 0 1,0 0-1,1 1 1,-3 2-1,-6 7 5142,1 1 0,-15 26 1,15-23-4104,-30 38-4205,27-37-226,-2-2 1,-28 26-1,14-11-11360,26-26 13254,0 0 0,0 1 0,0-1 0,0 1 0,0-1 0,1 1 0,-2 7 0,1 9-512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7.705"/>
    </inkml:context>
    <inkml:brush xml:id="br0">
      <inkml:brushProperty name="width" value="0.035" units="cm"/>
      <inkml:brushProperty name="height" value="0.035" units="cm"/>
    </inkml:brush>
  </inkml:definitions>
  <inkml:trace contextRef="#ctx0" brushRef="#br0">1 0 588,'0'30'5163,"1"-26"-3579,0-1 0,0 1 0,1 0 0,-1-1 0,1 1 0,0-1 1,0 0-1,0 1 0,0-1 0,1 0 0,-1 0 0,1 0 0,0-1 0,6 6 0,12 4 1667,9 0-3251,1-2 0,0-1 0,0-1 0,1-2 0,55 4 0,-85-10 0,68 2 0,-65-2 0,-1 0 0,1-1 0,0 1 0,-1-1 0,1 0 0,-1 0 0,1-1 0,-1 0 0,0 1 0,0-1 0,0-1 0,7-4 0,-1-7-3625,-2-14-9514,-2 8 4326,-1 8 5759,11-12 50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8.070"/>
    </inkml:context>
    <inkml:brush xml:id="br0">
      <inkml:brushProperty name="width" value="0.035" units="cm"/>
      <inkml:brushProperty name="height" value="0.035" units="cm"/>
    </inkml:brush>
  </inkml:definitions>
  <inkml:trace contextRef="#ctx0" brushRef="#br0">86 142 436,'-4'3'743,"0"0"0,0 0 1,0 0-1,0 1 0,1-1 0,-5 6 0,4-3 1093,0-1-1,1 1 0,0 0 1,0 1-1,0-1 0,1 0 0,0 1 1,0 0-1,0-1 0,1 1 1,0 0-1,0 8 0,3 20 1431,-2-33-3266,0 0 0,0 1 0,0-1 0,1 0 0,-1 0 0,1 0 0,-1 0 0,1 0 0,0 0 0,0 0 0,0 0 0,0 0 0,0 0 0,1-1 0,-1 1 0,0 0 0,1-1 0,-1 1 0,1-1 0,0 1 0,-1-1 0,1 0 0,0 0 0,0 0 0,0 0 0,0 0 0,0 0 0,0 0 0,0 0 0,0-1 0,0 1 0,0-1 0,0 0 0,1 0 0,-1 0 0,4 0 0,-1-1 0,0 0 0,-1 0 0,1 0 0,0-1 0,-1 1 0,1-1 0,-1 0 0,0-1 0,1 1 0,-1-1 0,0 0 0,-1 0 0,1 0 0,0 0 0,5-8 0,-1-1 0,1-1 0,-1 0 0,-1 0 0,-1-1 0,0 0 0,0 0 0,-2 0 0,4-16 0,-6 23 0,0 0 0,-1 0 0,0-1 0,-1 1 0,1 0 0,-1-1 0,-1 1 0,0 0 0,0-1 0,0 1 0,0 0 0,-1 0 0,-1 0 0,1 0 0,-1 0 0,0 1 0,-1-1 0,-6-9 0,9 14 0,0 1 0,-1-1 0,0 0 0,1 1 0,-1-1 0,0 1 0,0-1 0,1 1 0,-1 0 0,0 0 0,-1 0 0,1 0 0,0 0 0,0 0 0,0 0 0,0 1 0,-1-1 0,1 1 0,0 0 0,-1-1 0,-2 1 0,1 1 0,0 0 0,1 0 0,-1 0 0,1 1 0,-1-1 0,1 1 0,0-1 0,0 1 0,-1 0 0,1 1 0,1-1 0,-4 3 0,-7 9 0,0 0 0,2 0 0,0 1 0,-11 19 0,20-31 0,-1 2 5,-1 1 18,0 1-1,0-1 1,1 1-1,-5 12 1,8-18-36,0 0 1,-1 0-1,1 0 0,0 0 1,0 0-1,0 0 0,-1-1 1,1 1-1,0 0 0,1 0 1,-1 0-1,0 0 0,0 0 1,0 0-1,0 0 0,1 0 1,-1 0-1,0 0 0,1-1 1,-1 1-1,1 0 0,-1 0 1,1 0-1,-1-1 0,1 1 1,0 0-1,-1-1 0,1 1 1,0 0-1,-1-1 0,1 1 1,0-1-1,0 1 0,0-1 1,-1 0-1,1 1 0,0-1 1,0 0-1,0 1 0,0-1 1,0 0-1,0 0 0,0 0 1,0 0-1,0 0 0,1 0 1,12 1-4782,1-2 0,0 0 0,-1 0 1,20-5-1,23-2-1782,-25 7 5295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8.237"/>
    </inkml:context>
    <inkml:brush xml:id="br0">
      <inkml:brushProperty name="width" value="0.035" units="cm"/>
      <inkml:brushProperty name="height" value="0.035" units="cm"/>
    </inkml:brush>
  </inkml:definitions>
  <inkml:trace contextRef="#ctx0" brushRef="#br0">403 1 620,'36'2'4466,"0"-2"7496,-12 0-1583,-23 0-10226,0 0 0,0 0 0,-1 0 1,1 0-1,0 0 0,0 0 0,-1 0 1,1 0-1,0 1 0,0-1 0,0 0 1,-1 0-1,1 1 0,0-1 0,-1 0 1,1 1-1,0-1 0,-1 1 0,1-1 1,0 1-1,-1-1 0,1 1 0,-1 0 1,1 0-1,0 0-74,-1 0 0,0 1 1,0-1-1,0 0 0,0 0 0,0 1 0,0-1 1,0 0-1,0 0 0,0 0 0,-1 1 0,1-1 1,0 0-1,-1 0 0,1 0 0,-1 0 1,1 0-1,-2 2 0,-4 6-79,-1 0 0,0 0 0,-1-1 0,0 0 0,0 0 0,0-1 0,-16 10 0,-3 4 0,-151 127-5159,-26 23-5543,201-169 9219,1 1 0,-1-1 0,1 1 0,0 0 0,0 0 0,0 0 0,-2 3 0,-3 11-2141,6-14 2338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8.547"/>
    </inkml:context>
    <inkml:brush xml:id="br0">
      <inkml:brushProperty name="width" value="0.035" units="cm"/>
      <inkml:brushProperty name="height" value="0.035" units="cm"/>
    </inkml:brush>
  </inkml:definitions>
  <inkml:trace contextRef="#ctx0" brushRef="#br0">1 178 632,'0'27'3751,"1"14"8936,0 0-244,-1-14-9193,0-25-3250,0 0 0,0 0 0,0 0 0,0 0 0,0 0 0,0-1 0,1 1 0,-1 0 0,0 0 0,1 0 0,0 0 0,-1-1 0,1 1 0,0 0 0,0 0 0,0-1 0,0 1 0,0-1 0,0 1 0,1-1 0,-1 1 0,0-1 0,1 0 0,-1 0 0,1 0 0,-1 0 0,1 0 0,0 0 0,-1 0 0,1 0 0,0 0 0,0-1 0,0 1 0,-1-1 0,1 1 0,0-1 0,0 0 0,0 0 0,0 0 0,0 0 0,2 0 0,3-1 0,0 0 0,0-1 0,0 1 0,0-2 0,0 1 0,-1 0 0,1-1 0,-1-1 0,11-6 0,-5 0 0,-1 0 0,0 0 0,-1-1 0,0 0 0,-1-1 0,0 0 0,-1-1 0,0 0 0,-1 0 0,10-26 0,-16 36 0,0 0 0,0 0 0,0 0 0,0 0 0,-1-1 0,0 1 0,1 0 0,-1-1 0,0 1 0,-1 0 0,1 0 0,0-1 0,-1 1 0,0 0 0,-1-4 0,1 6 0,1 0 0,-1 0 0,0 0 0,0 0 0,0 0 0,0 0 0,0 0 0,0 0 0,0 0 0,0 0 0,0 0 0,0 0 0,0 1 0,-1-1 0,1 1 0,0-1 0,-1 1 0,1-1 0,0 1 0,-1 0 0,1-1 0,0 1 0,-1 0 0,1 0 0,-1 0 0,1 0 0,0 0 0,-1 1 0,1-1 0,0 0 0,-1 1 0,1-1 0,0 1 0,-1-1 0,1 1 0,-2 1 0,-19 8 0,9-4 0,-1 0 0,-21 7 0,32-12 0,1-1 0,-1 1 0,1 0 0,-1-1 0,0 0 0,1 1 0,-1-1 0,1 0 0,-1-1 0,0 1 0,1 0 0,-1-1 0,1 1 0,-1-1 0,1 0 0,-1 0 0,1 0 0,-1 0 0,1 0 0,-4-3 0,5 3-206,0 0 0,0 0 0,0 0 0,1 0 0,-1 0 0,0 0 0,0 0 0,1-1 0,-1 1 0,1 0 0,-1 0 0,1-1 0,0 1 0,-1 0 0,1-1 0,0 1 0,0 0 0,0-1 0,0 1 0,0 0 0,0-1 0,0-1 0,1 0-1108,0-1 1,0 0-1,1 0 1,-1 1-1,1-1 1,0 1-1,4-6 1,26-29-11086,-13 21 8709,12-7 2406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8.737"/>
    </inkml:context>
    <inkml:brush xml:id="br0">
      <inkml:brushProperty name="width" value="0.035" units="cm"/>
      <inkml:brushProperty name="height" value="0.035" units="cm"/>
    </inkml:brush>
  </inkml:definitions>
  <inkml:trace contextRef="#ctx0" brushRef="#br0">1 37 916,'3'-3'726,"5"-4"4201,4-1 7357,0 10-1188,-5 6-8282,-10-16-2814,3 7 0,0-1 0,-1 1 0,1 0 0,-1-1 0,1 1 0,-1 0 0,1-1 0,-1 1 0,0 0 0,0 0 0,0 0 0,-1-2 0,0 1-2031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38.873"/>
    </inkml:context>
    <inkml:brush xml:id="br0">
      <inkml:brushProperty name="width" value="0.035" units="cm"/>
      <inkml:brushProperty name="height" value="0.035" units="cm"/>
    </inkml:brush>
  </inkml:definitions>
  <inkml:trace contextRef="#ctx0" brushRef="#br0">36 0 744,'-11'29'5271,"-8"42"18268,14-46-20330,5-23-3970,0-4-1288,2-9-4520,9-21-6685,-2 19 7228,1-3 2978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0.798"/>
    </inkml:context>
    <inkml:brush xml:id="br0">
      <inkml:brushProperty name="width" value="0.035" units="cm"/>
      <inkml:brushProperty name="height" value="0.035" units="cm"/>
    </inkml:brush>
  </inkml:definitions>
  <inkml:trace contextRef="#ctx0" brushRef="#br0">75 109 640,'-3'7'1419,"0"0"0,0 0 0,1 0 0,0 0 0,0 1 0,0-1 0,1 1 0,0 14 0,-1-3 1707,-21 115 2924,-1 11 1897,18-48-5718,32-201-2229,-3-18 0,-7 30 0,33-103 0,-48 190 0,1 1 0,0 0 0,0-1 0,0 1 0,0 0 0,1 0 0,0 0 0,-1 0 0,2 0 0,-1 1 0,0-1 0,1 1 0,5-4 0,-7 5 0,1 1 0,0-1 0,0 1 0,1 0 0,-1 0 0,0 0 0,0 0 0,0 0 0,1 1 0,-1-1 0,0 1 0,1 0 0,-1 0 0,0 0 0,1 1 0,-1-1 0,0 1 0,0 0 0,7 2 0,-5-1-251,6 2-3141,-10-3 2629,0-1-1,0 1 1,0 0-1,-1-1 1,1 1-1,0 0 1,0 0-1,-1 0 1,1 0-1,0 0 1,-1 0-1,1 0 1,-1 0-1,1 0 1,-1 0 0,0 0-1,1 1 1,1 4-761,9 12-8908,-9-15 9631,6 9-1224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1.020"/>
    </inkml:context>
    <inkml:brush xml:id="br0">
      <inkml:brushProperty name="width" value="0.035" units="cm"/>
      <inkml:brushProperty name="height" value="0.035" units="cm"/>
    </inkml:brush>
  </inkml:definitions>
  <inkml:trace contextRef="#ctx0" brushRef="#br0">38 1 752,'1'66'6664,"-1"39"12437,-3-36-12855,1-38-6246,1-17 0,0 1 0,-1 0 0,0 0 0,-6 19 0,8-33-5,0-1 1,0 0-1,0 0 1,0 0-1,0 0 1,0 0-1,0 1 1,0-1-1,0 0 1,0 0-1,-1 0 0,1 0 1,0 1-1,0-1 1,0 0-1,0 0 1,0 0-1,0 0 1,0 0-1,0 0 1,0 1-1,0-1 0,-1 0 1,1 0-1,0 0 1,0 0-1,0 0 1,0 0-1,0 0 1,-1 0-1,1 0 1,0 0-1,0 1 0,0-1 1,0 0-1,-1 0 1,1 0-1,0 0 1,0 0-1,0 0 1,0 0-1,0 0 1,-1 0-1,1 0 0,0 0 1,0-1-1,0 1 1,0 0-1,-1 0 1,1 0-1,0 0 1,0 0-1,0 0 1,0 0-1,-7-12-922,0-19-4027,11-30-13359,7 0 11383,-1 23 5621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1.192"/>
    </inkml:context>
    <inkml:brush xml:id="br0">
      <inkml:brushProperty name="width" value="0.035" units="cm"/>
      <inkml:brushProperty name="height" value="0.035" units="cm"/>
    </inkml:brush>
  </inkml:definitions>
  <inkml:trace contextRef="#ctx0" brushRef="#br0">72 36 876,'-10'-7'3164,"-5"8"7029,-11 14 6821,19-10-15498,-5 2-1952,10-9-968,16-18-4901,-1 7-6514,10-2 3798,-7 8 6851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1.633"/>
    </inkml:context>
    <inkml:brush xml:id="br0">
      <inkml:brushProperty name="width" value="0.035" units="cm"/>
      <inkml:brushProperty name="height" value="0.035" units="cm"/>
    </inkml:brush>
  </inkml:definitions>
  <inkml:trace contextRef="#ctx0" brushRef="#br0">96 61 1024,'-1'-19'3842,"2"-13"8651,1 23-1879,-1 33-5824,-56 643-4790,30-458 0,25-205-64,-1 0 1,1-1-1,-1 1 1,0 0-1,1-1 0,-2 1 1,1-1-1,0 1 1,-1-1-1,1 1 0,-1-1 1,-4 6-1,18-32-26577,-9 19 24682,10-12-601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3.508"/>
    </inkml:context>
    <inkml:brush xml:id="br0">
      <inkml:brushProperty name="width" value="0.035" units="cm"/>
      <inkml:brushProperty name="height" value="0.035" units="cm"/>
    </inkml:brush>
  </inkml:definitions>
  <inkml:trace contextRef="#ctx0" brushRef="#br0">225 14 372,'5'-14'31468,"-10"18"-31359,1 0 1,-1 0-1,1 1 0,0 0 0,0-1 0,1 1 1,-1 0-1,-2 8 0,-3 0-169,-15 21 60,-45 50 0,53-65 99,14-16-146,1 0 0,-2 0 0,1 0 0,0 0 0,0-1 1,-1 1-1,0-1 0,1 1 0,-1-1 0,0 0 0,0 0 1,0 0-1,-1 0 0,1-1 0,0 1 0,-1-1 0,1 0 0,-7 1 1,9-2-385,1 0 0,-1 0 0,1 0 0,-1 0 0,0 0 0,1 0 0,-1-1 0,1 1 0,-1 0 0,1 0 0,-1-1 0,1 1 0,-1 0 0,1-1 0,-1 1 0,1 0 0,-1-1 1,1 1-1,0-1 0,-1 1 0,1-1 0,0 1 0,-1-1 0,1 1 0,0-1 0,0 1 0,-1-1 0,1 0 0,0 1 0,0-1 0,0 1 0,0-1 0,0 1 0,0-1 0,0 0 0,0 1 0,0-1 1,0 1-1,0-1 0,0 0 0,0 1 0,1-1 0,-1 1 0,0-1 0,1 0 0,4-16-6696,1 2 5061,-5 13 2454,12-23-2430,2-3 913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3.680"/>
    </inkml:context>
    <inkml:brush xml:id="br0">
      <inkml:brushProperty name="width" value="0.035" units="cm"/>
      <inkml:brushProperty name="height" value="0.035" units="cm"/>
    </inkml:brush>
  </inkml:definitions>
  <inkml:trace contextRef="#ctx0" brushRef="#br0">1 1 468,'31'10'2812,"-24"-6"-829,0 0 1,-1 0 0,1 1 0,9 9 0,3 6 6747,23 32 1,-22-28-6631,5 7-2101,16 19 0,68 66 0,-100-108 0,1-1 0,0-1 0,0 0 0,0 0 0,17 6 0,-15-7 0,0-5-4259,5-11-10277,-2 1 5523,4 4 5840,-2-1 1639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4.090"/>
    </inkml:context>
    <inkml:brush xml:id="br0">
      <inkml:brushProperty name="width" value="0.035" units="cm"/>
      <inkml:brushProperty name="height" value="0.035" units="cm"/>
    </inkml:brush>
  </inkml:definitions>
  <inkml:trace contextRef="#ctx0" brushRef="#br0">1 1 744,'3'1'2046,"0"0"0,0 1-1,0-1 1,0 1 0,0 0 0,-1 0 0,1 0-1,0 1 1,-1-1 0,0 0 0,1 1 0,-1 0-1,2 3 1,0-1 152,14 17-1987,-1 0-1,-1 1 1,-1 1 0,-1 0 0,-1 2-1,14 39 1,-21-47-238,0 0 0,-2 0 1,0 1-1,-1 0 0,-1 0 0,-1 0 0,0 0 0,-2 0 1,0 0-1,-7 31 0,-3-8 27,-2 0 0,-2 0 0,-38 72 0,40-86 0,0 0 0,-14 54 0,26-78 0,0 0 0,1-1 0,-1 1 0,1 0 0,0 0 0,1-1 0,-1 1 0,0 0 0,1-1 0,0 1 0,0-1 0,0 1 0,0-1 0,1 1 0,-1-1 0,1 1 0,0-1 0,0 0 0,0 0 0,0 0 0,1 0 0,-1-1 0,1 1 0,0 0 0,-1-1 0,1 0 0,0 0 0,4 2 0,-2 0 0,1-1 0,0 0 0,0 0 0,0-1 0,0 0 0,1 0 0,-1 0 0,0-1 0,1 0 0,0 0 0,-1 0 0,1-1 0,-1 0 0,13-2 0,-14 1 32,0 0 0,0 0-1,0-1 1,-1 0 0,1 0 0,0 0 0,-1 0 0,0-1-1,1 1 1,-1-1 0,0 0 0,4-5 0,-3 2-328,1-1 1,-2 0-1,1 0 1,-1 0-1,0 0 1,4-13-1,-3 9-4758,0 1 0,1-1-1,7-9 1,5-3-972,2 2 3304,7-6 919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4.415"/>
    </inkml:context>
    <inkml:brush xml:id="br0">
      <inkml:brushProperty name="width" value="0.035" units="cm"/>
      <inkml:brushProperty name="height" value="0.035" units="cm"/>
    </inkml:brush>
  </inkml:definitions>
  <inkml:trace contextRef="#ctx0" brushRef="#br0">105 286 852,'-12'-10'5227,"8"7"-1872,1 0-1,-1 0 1,0 1 0,-1-1-1,1 1 1,-6-2 0,-2 1-154,11 3-3201,1 0 0,0 0 0,0 0 0,-1 0 0,1 0 0,0 0 0,0 0 0,-1 0 0,1 0 0,0 0 0,-1 0 0,1 0 0,0 1 0,0-1 0,-1 0 0,1 0 0,0 0 0,0 0 0,0 0 0,-1 0 0,1 1 0,0-1 0,0 0 0,0 0 0,-1 0 0,1 1 0,0-1 0,0 0 0,0 0 0,0 0 0,-1 1 0,1-1 0,0 0 0,0 0 0,0 1 0,0-1 0,0 1 0,4 10 0,12 8 0,-12-17 0,-1 1 0,1-1 0,0 0 0,0 0 0,0 0 0,0-1 0,0 1 0,0-1 0,1 0 0,-1 0 0,0 0 0,1-1 0,-1 0 0,1 0 0,-1 0 0,0 0 0,1 0 0,-1-1 0,0 0 0,1 0 0,-1 0 0,0-1 0,0 1 0,0-1 0,0 0 0,0 0 0,0 0 0,-1-1 0,7-5 0,-3 3 0,0-1 0,0-1 0,-1 1 0,0-1 0,0 0 0,-1 0 0,0-1 0,0 0 0,-1 0 0,0 0 0,0 0 0,-1-1 0,4-14 0,-4 11 0,-2 1 0,0-1 0,0 0 0,-1 0 0,-1 1 0,0-1 0,-4-18 0,5 27 0,0 1 0,-1-1 0,0 1 0,0-1 0,0 1 0,0-1 0,0 1 0,0-1 0,0 1 0,-1 0 0,1 0 0,-1 0 0,0 0 0,0 0 0,1 0 0,-1 0 0,0 0 0,-1 1 0,1-1 0,0 1 0,0-1 0,-1 1 0,1 0 0,-1 0 0,1 0 0,-1 1 0,1-1 0,-1 0 0,1 1 0,-1 0 0,0-1 0,1 1 0,-1 0 0,0 0 0,1 1 0,-1-1 0,0 1 0,1-1 0,-4 2 0,-8 3 0,0 1 0,0 0 0,1 1 0,0 1 0,0 0 0,1 0 0,0 2 0,0-1 0,1 2 0,0-1 0,1 1 0,-14 21 0,23-32-145,0 1 0,1 0 1,-1 0-1,0-1 0,1 1 0,-1 0 1,0 0-1,1 0 0,0 0 0,-1 0 1,1 0-1,-1 0 0,1 0 0,0 0 0,0 0 1,-1 0-1,1 0 0,0 0 0,0 0 1,0 0-1,0 0 0,0 0 0,1 2 0,0-2-237,-1-1-1,1 1 0,0 0 0,0-1 0,0 1 0,-1-1 0,1 0 0,0 1 0,0-1 0,0 0 1,0 1-1,0-1 0,0 0 0,0 0 0,0 0 0,0 0 0,0 0 0,0 0 0,0 0 0,1 0 0,10-1-4779,1-1 0,22-7 0,-29 7 4213,18-4-1817,2 1 1288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4.634"/>
    </inkml:context>
    <inkml:brush xml:id="br0">
      <inkml:brushProperty name="width" value="0.035" units="cm"/>
      <inkml:brushProperty name="height" value="0.035" units="cm"/>
    </inkml:brush>
  </inkml:definitions>
  <inkml:trace contextRef="#ctx0" brushRef="#br0">515 0 68,'3'0'442,"11"1"4173,6 1 8128,-19-1-12287,-1-1 0,1 0 0,-1 0 0,1 0 0,-1 0 0,1 0 0,-1 1 0,1-1 0,-1 0 0,1 1 0,-1-1 0,1 0 0,-1 1 0,0-1 0,1 0 0,-1 1 0,0-1 0,1 1 0,-1-1 0,0 1 0,1-1 0,-1 1 0,0-1 0,0 1 0,1 0 0,-6 11 2583,-196 222-3039,42-54 0,118-130-1039,1-2-4239,-42 65 1,49-64-12263,32-44 15384,3 9 967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4.929"/>
    </inkml:context>
    <inkml:brush xml:id="br0">
      <inkml:brushProperty name="width" value="0.035" units="cm"/>
      <inkml:brushProperty name="height" value="0.035" units="cm"/>
    </inkml:brush>
  </inkml:definitions>
  <inkml:trace contextRef="#ctx0" brushRef="#br0">1 55 648,'6'9'4549,"3"28"17949,-6-22-17430,-1-7-5068,0 0 0,0 0 0,1-1 0,1 1 0,-1-1 0,1 1 0,0-1 0,1 0 0,0 0 0,5 6 0,-7-11 0,0 1 0,0-1 0,1 1 0,-1-1 0,0 0 0,1 0 0,-1 0 0,1-1 0,-1 1 0,1-1 0,0 0 0,0 0 0,0 0 0,0-1 0,-1 1 0,1-1 0,0 0 0,0 0 0,0 0 0,0-1 0,0 1 0,0-1 0,4-1 0,2-2 0,-1 0 0,0 0 0,-1 0 0,1-1 0,-1 0 0,1-1 0,-2 0 0,1 0 0,8-10 0,-3 3 0,-1 0 0,-1-1 0,0 0 0,12-21 0,-22 33 0,-1 0 0,1 0 0,0 0 0,-1 0 0,1 0 0,-1 0 0,0 0 0,1 0 0,-1 0 0,0 0 0,0 0 0,-1 0 0,1 0 0,0 0 0,-1 0 0,1 1 0,-1-1 0,1 0 0,-1 0 0,0 0 0,0 0 0,0 0 0,-2-2 0,1 1 0,1 1 0,-1 0 0,0 0 0,0 0 0,0 0 0,0 1 0,0-1 0,0 0 0,-1 1 0,1 0 0,0-1 0,-1 1 0,1 0 0,-1 0 0,1 0 0,-1 1 0,-3-2 0,-1 2 18,1 0 1,-1 1-1,0 0 1,1 0-1,-1 0 0,1 1 1,0-1-1,-1 2 1,-7 3-1,-58 33-176,25-12-757,45-25-1044,-2 0 3952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7.138"/>
    </inkml:context>
    <inkml:brush xml:id="br0">
      <inkml:brushProperty name="width" value="0.035" units="cm"/>
      <inkml:brushProperty name="height" value="0.035" units="cm"/>
    </inkml:brush>
  </inkml:definitions>
  <inkml:trace contextRef="#ctx0" brushRef="#br0">42 292 416,'-4'50'3760,"0"-28"1484,-2-1-1,0 0 0,-11 25 1,16-45-4966,0 1 0,1-1 0,-1 1 1,1-1-1,-1 1 0,1 0 1,0-1-1,0 1 0,0-1 0,-1 1 1,1-1-1,1 1 0,-1 0 1,0-1-1,0 1 0,1 2 0,-1-4-230,1 0-1,-1 0 1,0 1-1,0-1 0,0 0 1,0 0-1,0 0 0,0 0 1,1 0-1,-1 0 1,0 0-1,0 0 0,0 0 1,0 0-1,1 0 0,-1 0 1,0 0-1,0 0 1,0 0-1,0 0 0,1 0 1,-1 0-1,0 0 0,0 0 1,0 0-1,1 0 1,-1 0-1,0 0 0,0 0 1,0 0-1,0 0 1,0 0-1,1 0 0,-1 0 1,0 0-1,0-1 0,0 1 1,0 0-1,0 0 1,0 0-1,1 0 0,-1-1 1,9-15 734,1-14-763,-1-1 1,-1 0 0,4-50 0,-7 46-25,1 1-1,19-62 1,-22 89 5,0 1 0,1-1 0,0 1 0,0 0 0,1 0 0,-1 0 0,1 1 0,0 0 0,1 0 0,0 0 0,6-4 0,9-5 0,40-21 0,-56 32-2525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7.592"/>
    </inkml:context>
    <inkml:brush xml:id="br0">
      <inkml:brushProperty name="width" value="0.035" units="cm"/>
      <inkml:brushProperty name="height" value="0.035" units="cm"/>
    </inkml:brush>
  </inkml:definitions>
  <inkml:trace contextRef="#ctx0" brushRef="#br0">38 107 864,'-13'25'4744,"2"-2"5504,-2-2 6015,24-64-15619,-4 29-644,29-52 0,-33 62 0,1-1 0,-1 0 0,1 1 0,0-1 0,0 1 0,1 0 0,-1 1 0,1-1 0,0 1 0,7-4 0,-11 6 0,1 0 0,0 1 0,0-1 0,-1 1 0,1-1 0,0 1 0,0 0 0,0 0 0,-1 0 0,1 0 0,0 0 0,0 0 0,0 1 0,0-1 0,-1 0 0,1 1 0,0 0 0,0-1 0,-1 1 0,1 0 0,0 0 0,-1 0 0,1 0 0,-1 0 0,1 0 0,-1 0 0,0 1 0,1-1 0,-1 0 0,0 1 0,0-1 0,0 1 0,0-1 0,0 1 0,0 0 0,-1-1 0,2 3 0,3 9 0,0 0 0,0 0 0,5 26 0,-7-25 0,-3-12 0,0 0 0,1 0 0,-1-1 0,1 1 0,-1 0 0,1-1 0,-1 1 0,1-1 0,0 1 0,0-1 0,0 1 0,0-1 0,0 0 0,0 1 0,0-1 0,1 0 0,-1 0 0,0 0 0,2 1 0,-1-2 0,-1 0 0,0 0 0,0 0 0,1 0 0,-1 0 0,0-1 0,0 1 0,0 0 0,1-1 0,-1 1 0,0-1 0,0 1 0,0-1 0,0 0 0,0 1 0,0-1 0,0 0 0,0 0 0,0 0 0,0 0 0,-1 0 0,1 0 0,0 0 0,0 0 0,-1 0 0,1 0 0,-1 0 0,1-2 0,4-5 0,0 1 0,0-1 0,0 1 0,1 0 0,0 1 0,13-12 0,-17 17 0,0 0 0,0 0 0,-1 0 0,1 0 0,0 0 0,0 0 0,0 0 0,0 1 0,0-1 0,0 1 0,0 0 0,1-1 0,-1 1 0,0 0 0,0 0 0,0 0 0,0 0 0,0 1 0,0-1 0,0 1 0,0-1 0,0 1 0,0 0 0,0-1 0,0 1 0,0 0 0,0 0 0,0 0 0,-1 1 0,1-1 0,0 0 0,-1 1 0,1-1 0,1 3 0,6 6 0,-1 1 0,0-1 0,9 17 0,-11-17 0,0 0 0,1 0 0,0 0 0,16 14 0,-20-22-2180,-5-6-2972,2 3 4657,-1 1-1,1-1 1,0 1-1,-1-1 1,1 1-1,-1-1 1,1 1-1,-1-1 1,1 1-1,-1 0 1,1-1-1,-1 1 1,1 0-1,-1 0 1,1-1-1,-1 1 1,0 0 0,1 0-1,-1 0 1,1 0-1,-2-1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7.951"/>
    </inkml:context>
    <inkml:brush xml:id="br0">
      <inkml:brushProperty name="width" value="0.035" units="cm"/>
      <inkml:brushProperty name="height" value="0.035" units="cm"/>
    </inkml:brush>
  </inkml:definitions>
  <inkml:trace contextRef="#ctx0" brushRef="#br0">67 1 356,'0'27'3778,"-1"14"8951,0 1-126,1-15-9306,-6 473-3297,7-499-96,-1-1-1,0 1 1,0-1-1,0 0 1,0 1 0,0-1-1,0 1 1,0-1-1,0 0 1,0 1 0,0-1-1,0 1 1,0-1-1,0 0 1,0 1-1,0-1 1,0 0 0,-1 1-1,1-1 1,0 1-1,0-1 1,0 0 0,-1 0-1,1 1 1,0-1-1,0 0 1,-1 1 0,1-1-1,0 0 1,-1 0-1,1 1 1,0-1 0,-1 0-1,1 0 1,0 0-1,-1 1 1,0-1-1,-13-9-8215,-4-12-2146,12 12 6407,-2-5 361,2 0 1818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8.176"/>
    </inkml:context>
    <inkml:brush xml:id="br0">
      <inkml:brushProperty name="width" value="0.035" units="cm"/>
      <inkml:brushProperty name="height" value="0.035" units="cm"/>
    </inkml:brush>
  </inkml:definitions>
  <inkml:trace contextRef="#ctx0" brushRef="#br0">15 0 136,'-2'4'525,"-1"1"0,1 0 1,1-1-1,-1 1 0,1 0 0,-2 8 1,3-7 902,-1 0 1,1 0-1,1 0 1,-1 0 0,1 0-1,0 0 1,0 0 0,3 7-1,0-2 1760,1 0 0,0 0 1,8 13-1,10 11 152,-15-25-3340,0 0 0,0-1 0,0-1 0,1 1 0,1-2 0,-1 1 0,1-1 0,1-1 0,-1 1 0,1-2 0,0 0 0,0 0 0,1-1 0,-1 0 0,1-1 0,0 0 0,0-1 0,23 1 0,-26-2 0,1-1 0,-1-1 0,0 0 0,0 0 0,0-1 0,0 0 0,0 0 0,0-1 0,0 0 0,-1-1 0,0 0 0,1 0 0,-2-1 0,1 0 0,0-1 0,-1 1 0,0-1 0,0-1 0,-1 1 0,0-1 0,0 0 0,0-1 0,-1 1 0,0-1 0,6-13 0,6-28-1417,3-4-4137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8.443"/>
    </inkml:context>
    <inkml:brush xml:id="br0">
      <inkml:brushProperty name="width" value="0.035" units="cm"/>
      <inkml:brushProperty name="height" value="0.035" units="cm"/>
    </inkml:brush>
  </inkml:definitions>
  <inkml:trace contextRef="#ctx0" brushRef="#br0">170 1 1392,'-18'23'5756,"14"-13"-1109,0-1-1,1 1 1,0-1-1,-3 21 0,1-10-2263,-6 28-2383,-96 492 0,104-523 36,1-7-122,1 0 1,0 0-1,0 1 1,1-1 0,1 15-1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8.758"/>
    </inkml:context>
    <inkml:brush xml:id="br0">
      <inkml:brushProperty name="width" value="0.035" units="cm"/>
      <inkml:brushProperty name="height" value="0.035" units="cm"/>
    </inkml:brush>
  </inkml:definitions>
  <inkml:trace contextRef="#ctx0" brushRef="#br0">56 313 436,'-11'4'4374,"11"-4"-3796,-1 1 0,1-1 0,-1 1 0,1-1 0,0 1 0,0-1 0,-1 1 1,1 0-1,0-1 0,0 1 0,0-1 0,-1 1 0,1 0 0,0-1 0,0 1 1,0 0-1,0-1 0,0 1 0,0 0 0,1 0 0,6 14 11958,4-9-9259,-8-5-3277,0-1 0,0 0 0,0 1 0,0-1 0,0-1 0,0 1 0,0 0 0,0-1 0,0 0 0,0 1 0,0-1 0,0-1 0,0 1 0,0 0 0,0-1 0,-1 1 0,1-1 0,0 0 0,-1 0 0,0 0 0,1 0 0,-1 0 0,0 0 0,0-1 0,3-3 0,5-9 0,0 1 0,-1-1 0,9-19 0,-18 33 0,6-12 0,-1-1 0,0 0 0,-1 0 0,0-1 0,3-25 0,-6 32 0,0 0 0,-1 0 0,0 0 0,0 0 0,-1 0 0,0 0 0,0 0 0,-1 1 0,0-1 0,0 0 0,-1 1 0,-5-11 0,7 17 0,0-1 0,0 1 0,0 0 0,0 0 0,0-1 0,-1 1 0,1 0 0,0 0 0,-1 0 0,1 0 0,-1 1 0,1-1 0,-1 0 0,1 1 0,-1-1 0,1 1 0,-1-1 0,0 1 0,1 0 0,-1 0 0,0-1 0,1 1 0,-1 0 0,0 1 0,0-1 0,1 0 0,-1 0 0,1 1 0,-1-1 0,0 1 0,1-1 0,-1 1 0,1 0 0,-1 0 0,1 0 0,-1 0 0,1 0 0,-2 1 0,-5 4 0,0 0 0,0 0 0,1 1 0,0-1 0,-8 11 0,-1 2 25,7-9-77,1 0 0,-1 0 1,1 1-1,1 0 0,0 1 0,-10 24 0,17-32-2862,22-3-23749,8-5 24567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8.965"/>
    </inkml:context>
    <inkml:brush xml:id="br0">
      <inkml:brushProperty name="width" value="0.035" units="cm"/>
      <inkml:brushProperty name="height" value="0.035" units="cm"/>
    </inkml:brush>
  </inkml:definitions>
  <inkml:trace contextRef="#ctx0" brushRef="#br0">646 1 676,'1'10'3312,"-11"10"7770,-6-1 1016,6-9-7182,7-6-4237,-145 167-679,30-31 0,-188 196-3194,302-331 762,0 0-1,0 0 1,0 0-1,1 0 1,-1 1 0,2-1-1,-1 1 1,-2 8-1,4-11 1844,0-1 0,1 0 1,0 1-1,0-1 0,0 1 0,0-1 0,0 1 0,0-1 1,1 3-1,5 10-976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9.225"/>
    </inkml:context>
    <inkml:brush xml:id="br0">
      <inkml:brushProperty name="width" value="0.035" units="cm"/>
      <inkml:brushProperty name="height" value="0.035" units="cm"/>
    </inkml:brush>
  </inkml:definitions>
  <inkml:trace contextRef="#ctx0" brushRef="#br0">1 92 136,'3'20'1068,"3"19"4229,-4-31-2807,0 1 0,0-1 0,1 0 0,5 12 0,-6-17-1570,0 1-1,0-1 1,0 0-1,0 0 1,1 0-1,-1 0 0,1 0 1,0 0-1,0-1 1,0 1-1,5 2 1,-3-3-523,-1 0-1,0 0 1,0 0 0,1-1 0,-1 0 0,10 2 0,-7-3-397,0 0 0,1-1 0,-1 1 0,0-1 0,0-1 0,0 1 0,0-1 0,0 0 0,-1-1 0,1 0 0,-1 0 0,1 0 0,-1-1 0,0 0 0,0 0 0,-1 0 0,1-1 0,6-7 0,-4 4 0,0 0 0,-1-1 0,0 0 0,-1 0 0,1-1 0,-2 0 0,1 0 0,-2 0 0,1 0 0,5-23 0,-9 31 0,0 0 0,-1-1 0,1 1 0,-1 0 0,0-1 0,0 1 0,0-1 0,0 1 0,0-1 0,0 1 0,-1 0 0,1-1 0,-1 1 0,1 0 0,-1-1 0,0 1 0,0 0 0,0 0 0,0-1 0,-1 1 0,1 0 0,0 0 0,-1 1 0,0-1 0,1 0 0,-1 0 0,0 1 0,-2-2 0,1 1 0,-1 0 0,0 1 0,0 0 0,0 0 0,0 0 0,1 0 0,-1 1 0,0-1 0,0 1 0,0 0 0,0 0 0,0 0 0,0 1 0,0 0 0,0-1 0,-4 3 0,-152 30-1013,151-33 861,7 0-2666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9.530"/>
    </inkml:context>
    <inkml:brush xml:id="br0">
      <inkml:brushProperty name="width" value="0.035" units="cm"/>
      <inkml:brushProperty name="height" value="0.035" units="cm"/>
    </inkml:brush>
  </inkml:definitions>
  <inkml:trace contextRef="#ctx0" brushRef="#br0">157 14 128,'-23'-5'3222,"14"3"1205,1 0 1,-1 0-1,-15 0 1,-5 8 4985,11 6-7123,11-6-2267,3-3-77,0 0 0,1 0 0,0 1 0,-1-1 0,-4 8 0,8-10-55,-1 0 1,1 0 0,-1 0 0,1 0 0,-1 0 0,1 1 0,0-1 0,0 0 0,0 0-1,-1 0 1,1 0 0,0 1 0,0-1 0,1 0 0,-1 0 0,0 0 0,0 0-1,1 1 1,-1-1 0,0 0 0,1 0 0,-1 0 0,1 0 0,-1 0 0,1 0-1,0 0 1,-1 0 0,1 0 0,1 1 0,20 21-17784,-6-7 10905,0-2 3772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49.670"/>
    </inkml:context>
    <inkml:brush xml:id="br0">
      <inkml:brushProperty name="width" value="0.035" units="cm"/>
      <inkml:brushProperty name="height" value="0.035" units="cm"/>
    </inkml:brush>
  </inkml:definitions>
  <inkml:trace contextRef="#ctx0" brushRef="#br0">73 0 924,'-14'20'4454,"-26"32"18645,22-33-18813,22-29-9079,7-18-10514,28-4 4746,-18 16 8811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0.031"/>
    </inkml:context>
    <inkml:brush xml:id="br0">
      <inkml:brushProperty name="width" value="0.035" units="cm"/>
      <inkml:brushProperty name="height" value="0.035" units="cm"/>
    </inkml:brush>
  </inkml:definitions>
  <inkml:trace contextRef="#ctx0" brushRef="#br0">80 0 1096,'-14'30'4931,"7"-9"6141,-7 38-1,6-23-6478,-28 92-4593,44-190 0,16-87 0,-24 146 0,1 0 0,0 1 0,-1-1 0,1 0 0,0 1 0,1-1 0,-1 1 0,0-1 0,1 1 0,-1 0 0,1-1 0,0 1 0,0 0 0,0 0 0,0 0 0,0 1 0,0-1 0,1 0 0,-1 1 0,0-1 0,1 1 0,-1 0 0,1 0 0,0 0 0,-1 0 0,1 0 0,0 1 0,5-1 0,3 1 0,1 0 0,-1 1 0,1 0 0,-1 1 0,20 6 0,5 1 0,-17-5-3168,31 20-20105,-31-11 18264,0 3 3776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0.204"/>
    </inkml:context>
    <inkml:brush xml:id="br0">
      <inkml:brushProperty name="width" value="0.035" units="cm"/>
      <inkml:brushProperty name="height" value="0.035" units="cm"/>
    </inkml:brush>
  </inkml:definitions>
  <inkml:trace contextRef="#ctx0" brushRef="#br0">79 0 140,'-16'43'4293,"9"-13"6864,-6 46 0,4-19-5141,1-28-6016,0-17 0,7-12 0,1 0 0,0 0 0,-1 0 0,1 0 0,0 0 0,-1 0 0,1 0 0,-1 0 0,1 0 0,0 0 0,-1 0 0,1 0 0,0 0 0,-1 0 0,1 0 0,0 0 0,-1-1 0,1 1 0,0 0 0,-1 0 0,1 0 0,0-1 0,-1 1 0,1 0 0,0 0 0,0-1 0,-1 1 0,1 0 0,0 0 0,0-1 0,0 1 0,-1 0 0,1-1 0,0 0 0,-7-18-2425,11-17-7123,7 1-981,-3 16 6360,6-12 323,-1 0 2028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0.359"/>
    </inkml:context>
    <inkml:brush xml:id="br0">
      <inkml:brushProperty name="width" value="0.035" units="cm"/>
      <inkml:brushProperty name="height" value="0.035" units="cm"/>
    </inkml:brush>
  </inkml:definitions>
  <inkml:trace contextRef="#ctx0" brushRef="#br0">109 58 760,'-1'-1'432,"-1"0"0,1 0-1,-1 0 1,1 0 0,-1 0-1,1 0 1,-1 0 0,0 1 0,1-1-1,-1 0 1,0 1 0,0 0-1,-2-1 1,-1 1 2050,0 0-1,0 1 1,1 0 0,-1 0-1,1 0 1,-9 3 0,-5 1 3642,1-2-3661,16-3-2544,1 0 1,0 0-1,0 0 0,-1 0 0,1 0 1,0 0-1,0 0 0,0 0 1,-1 0-1,1 0 0,0 0 0,0 0 1,-1 0-1,1 0 0,0 0 1,0 0-1,-1 0 0,1 0 0,0-1 1,0 1-1,0 0 0,-1 0 0,1 0 1,0 0-1,0 0 0,0-1 1,0 1-1,-1 0 0,1 0 0,0 0 1,0-1-1,0 1 0,0 0 1,0 0-1,0-1 0,0 1 0,-1 0 1,1 0-1,0 0 0,0-1 1,0 1-1,0 0 0,0 0 0,0-1 1,0 1-1,0 0 0,0-1 1,9-14-8687,10-3-2175,-9 10 6820,8 1 818,0-1 1758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0.890"/>
    </inkml:context>
    <inkml:brush xml:id="br0">
      <inkml:brushProperty name="width" value="0.035" units="cm"/>
      <inkml:brushProperty name="height" value="0.035" units="cm"/>
    </inkml:brush>
  </inkml:definitions>
  <inkml:trace contextRef="#ctx0" brushRef="#br0">46 7 136,'2'-6'16563,"-1"16"-11394,1 1-3574,6 39 333,-3 0 1,-1 87-1,-17 103 1348,7-164-3037,3-35-239,1-5 0,-1 0 0,-1-1 0,-11 39 0,9-59-3395,5-14 2784,1 0 1,0 0 0,-1 1-1,1-1 1,-1 0-1,0 0 1,1 0 0,-1-1-1,0 1 1,1 0-1,-1 0 1,0 0 0,0 0-1,0-1 1,0 1-1,0 0 1,0-1 0,-2 2-1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1.156"/>
    </inkml:context>
    <inkml:brush xml:id="br0">
      <inkml:brushProperty name="width" value="0.035" units="cm"/>
      <inkml:brushProperty name="height" value="0.035" units="cm"/>
    </inkml:brush>
  </inkml:definitions>
  <inkml:trace contextRef="#ctx0" brushRef="#br0">28 58 124,'-20'14'3409,"19"-12"-2714,0-1 0,1 0 0,-1 1 0,0-1 0,0 1 0,1-1 0,-1 1 0,1-1 0,0 1 0,-1-1 0,1 1 0,0 0 0,0-1 0,0 1 0,0-1 0,0 4 0,11 27 11873,0-10-8022,-7-16-4245,9 21-301,2-2 0,1 0 0,1 0 0,1-2 0,1 0 0,1-1 0,0-1 0,2-1 0,46 32 0,-62-48 0,0 0 0,1-1 0,-1 0 0,1 0 0,-1-1 0,1 0 0,0 0 0,0-1 0,0 1 0,0-2 0,0 1 0,0-1 0,0 0 0,13-2 0,-10 0 0,-1 0 0,-1-1 0,1 0 0,0-1 0,-1 0 0,1 0 0,-1-1 0,0 0 0,-1 0 0,9-8 0,1-3 0,0-1 0,-1-1 0,-1-1 0,-1 0 0,-1-1 0,0 0 0,18-44 0,3-27-1335,-27 63-1164,6-37-1,17 43-23617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1.686"/>
    </inkml:context>
    <inkml:brush xml:id="br0">
      <inkml:brushProperty name="width" value="0.035" units="cm"/>
      <inkml:brushProperty name="height" value="0.035" units="cm"/>
    </inkml:brush>
  </inkml:definitions>
  <inkml:trace contextRef="#ctx0" brushRef="#br0">9 1 444,'-1'0'388,"0"0"-1,1 1 1,-1-1-1,1 1 1,-1-1-1,0 1 1,1 0-1,-1-1 1,1 1-1,0-1 1,-1 1-1,1 0 1,0 0-1,-1-1 1,1 1 0,0 0-1,0-1 1,-1 1-1,1 0 1,0 0-1,0-1 1,0 1-1,0 0 1,0 0-1,0 0 1,0-1-1,0 1 1,1 0-1,-1 0 1,0-1 0,0 1-1,0 0 1,1-1-1,-1 1 1,1 0-1,-1-1 1,0 1-1,1 0 1,-1-1-1,1 1 1,-1-1-1,2 1 1,24 30 12587,-23-28-12388,22 23 66,-1 1 1,40 59-1,-56-74-641,-2 1 0,1-1 0,-2 1 0,1 0 1,-2 0-1,0 0 0,0 1 0,-2 0 0,1-1 0,0 27 0,-4-18-12,0 1 0,-1-1 0,-1 0 0,-1 0 0,-1-1 0,-8 25 0,11-41 0,-7 23 0,-1 0 0,-2-1 0,0 0 0,-24 36 0,27-51 0,1 1 0,0 0 0,1 0 0,0 1 0,1 0 0,-4 14 0,10-26 0,0-1 0,0 1 0,-1-1 0,1 1 0,1-1 0,-1 0 0,0 1 0,0-1 0,0 1 0,1-1 0,-1 1 0,1-1 0,-1 0 0,1 1 0,0-1 0,-1 0 0,1 0 0,0 1 0,0-1 0,0 0 0,0 0 0,0 0 0,0 0 0,0 0 0,0 0 0,0 0 0,0-1 0,1 1 0,-1 0 0,0 0 0,1-1 0,-1 1 0,0-1 0,1 0 0,2 1 0,7 2 0,0 0 0,1-2 0,17 2 0,-17-2 0,32 4 0,1-2 0,0-2 0,65-8 0,-84-2-8101,-14 4-370,7-17-6928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2.394"/>
    </inkml:context>
    <inkml:brush xml:id="br0">
      <inkml:brushProperty name="width" value="0.035" units="cm"/>
      <inkml:brushProperty name="height" value="0.035" units="cm"/>
    </inkml:brush>
  </inkml:definitions>
  <inkml:trace contextRef="#ctx0" brushRef="#br0">43 354 260,'-24'-38'32000,"23"38"-31982,0 1 0,0-1 0,0 1 0,0-1 0,0 1 0,0 0 0,0-1 0,0 1 0,0 0 0,0 0 0,0-1 0,1 1 0,-1 0 0,0 0 0,1 0 0,-1 0 0,1 0-1,-1 0 1,1 0 0,-1 0 0,1 0 0,0 0 0,-1 1 0,1-1 0,0 0 0,0 0 0,0 0 0,0 0 0,0 0 0,0 1 0,0-1 0,0 0 0,1 0 0,-1 1 0,0 2-30,1 0 1,-1-1-1,1 1 1,-1 0 0,1-1-1,0 1 1,0-1-1,1 1 1,-1-1-1,3 4 1,-3-6 11,1 0 0,-1 0 0,1-1 0,-1 1 0,1-1 0,-1 1 0,1-1 0,-1 0 0,1 1 0,-1-1 0,1 0 0,0 0 0,-1 0 0,1 0 0,-1-1 0,1 1 0,0 0 0,-1-1 0,1 1 0,-1-1 0,1 1 0,-1-1 0,0 0 0,2 0 0,35-21 0,-14 3 0,-1 0 0,-1-2 0,-1-1 0,-1-1 0,-1 0 0,-1-2 0,27-47 0,-38 55 0,0 0 0,-1 0 0,8-33 0,-14 49 0,1-1 0,-1 1 0,1 0 0,-1-1 0,0 1 0,0-1 0,0 1 0,0 0 0,0-1 0,0 1 0,0-1 0,-1 1 0,1-1 0,0 1 0,-1 0 0,1-1 0,-1 1 0,1 0 0,-1-1 0,0 1 0,1 0 0,-1 0 0,0 0 0,0 0 0,0 0 0,0 0 0,0 0 0,0 0 0,0 0 0,-1 0 0,1 0 0,0 1 0,0-1 0,-1 0 0,1 1 0,0-1 0,-1 1 0,1 0 0,0-1 0,-1 1 0,1 0 0,-1 0 0,1 0 0,-1 0 0,1 0 0,0 0 0,-3 0 0,-2 1 0,-1 0 0,0 0 0,1 1 0,0-1 0,-1 1 0,1 1 0,0-1 0,-11 8 0,1 0-49,0 1-1,1 1 1,0 1 0,1 0 0,1 1-1,0 0 1,1 1 0,-12 19 0,46-31-26425,-20-3 27350,23-3-4822,6 1 1934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2.600"/>
    </inkml:context>
    <inkml:brush xml:id="br0">
      <inkml:brushProperty name="width" value="0.035" units="cm"/>
      <inkml:brushProperty name="height" value="0.035" units="cm"/>
    </inkml:brush>
  </inkml:definitions>
  <inkml:trace contextRef="#ctx0" brushRef="#br0">678 13 272,'28'-13'29792,"-35"22"-27093,-281 258-4201,46-47-2995,136-104-15355,66-62 14939,18-16 3334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1T16:45:52.950"/>
    </inkml:context>
    <inkml:brush xml:id="br0">
      <inkml:brushProperty name="width" value="0.035" units="cm"/>
      <inkml:brushProperty name="height" value="0.035" units="cm"/>
    </inkml:brush>
  </inkml:definitions>
  <inkml:trace contextRef="#ctx0" brushRef="#br0">16 239 564,'-9'13'3642,"5"14"8779,6 2 72,1-12-8871,-3-16-3601,1 2-21,-1 0 0,1-1 0,0 1 0,-1 0 0,2 0 0,-1-1 0,0 1 0,0 0 0,1-1 0,-1 1 0,1-1 0,0 0 0,0 1 0,0-1 0,0 0 0,0 0 0,0 0 0,1-1 0,-1 1 0,0 0 0,1-1 0,0 0 0,4 2 0,-3-2 0,1 0 0,-1 0 0,0-1 0,0 0 0,0 1 0,1-2 0,-1 1 0,0 0 0,0-1 0,0 0 0,0 0 0,1 0 0,-1-1 0,-1 1 0,1-1 0,6-3 0,8-6 0,-1-1 0,0-1 0,0-1 0,-2 0 0,0-1 0,0-1 0,18-25 0,-22 25 0,0 0 0,-2 0 0,1-1 0,-2 0 0,-1 0 0,0-1 0,-1 0 0,7-32 0,-13 49 0,0-1 0,1 1 0,-1-1 0,0 0 0,0 1 0,0-1 0,0 1 0,0-1 0,0 0 0,0 1 0,-1-1 0,1 0 0,-1 1 0,1-1 0,-1 1 0,1-1 0,-1 1 0,0-1 0,0 1 0,0 0 0,0-1 0,0 1 0,0 0 0,0 0 0,0-1 0,0 1 0,-1 0 0,1 0 0,0 0 0,-1 1 0,1-1 0,-1 0 0,1 0 0,-1 1 0,1-1 0,-1 1 0,1 0 0,-1-1 0,0 1 0,1 0 0,-1 0 0,1 0 0,-1 0 0,0 0 0,1 0 0,-3 1 0,-12 0 0,1 2 0,0 0 0,-1 1 0,-14 5 0,12-3 0,-33 8-1463,-89 28-10637,128-41 2147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19.847"/>
    </inkml:context>
    <inkml:brush xml:id="br0">
      <inkml:brushProperty name="width" value="0.035" units="cm"/>
      <inkml:brushProperty name="height" value="0.035" units="cm"/>
    </inkml:brush>
  </inkml:definitions>
  <inkml:trace contextRef="#ctx0" brushRef="#br0">13 82 1136,'-12'-18'25479,"16"12"-19331,13-3-6148,1 2 0,-1 1 0,1 0 0,0 1 0,31-5 0,97-2 0,49 9-1087,-196 49-29673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0.046"/>
    </inkml:context>
    <inkml:brush xml:id="br0">
      <inkml:brushProperty name="width" value="0.035" units="cm"/>
      <inkml:brushProperty name="height" value="0.035" units="cm"/>
    </inkml:brush>
  </inkml:definitions>
  <inkml:trace contextRef="#ctx0" brushRef="#br0">85 22 796,'-16'2'1130,"-26"5"6012,16-2 7491,81-16-12441,1 1-1,62-2 1,128 10 295,-208 8-6403,15 14-8539,-36-13 4340,6 5 2866,1 0 2889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0.337"/>
    </inkml:context>
    <inkml:brush xml:id="br0">
      <inkml:brushProperty name="width" value="0.035" units="cm"/>
      <inkml:brushProperty name="height" value="0.035" units="cm"/>
    </inkml:brush>
  </inkml:definitions>
  <inkml:trace contextRef="#ctx0" brushRef="#br0">82 26 756,'-1'-1'-186,"-9"-11"930,-2 1 4989,1 9 2485,11 3-7787,-1 0 0,1-1 1,-1 1-1,1 0 1,-1 0-1,1-1 1,-1 1-1,1 0 0,0 0 1,-1 0-1,1-1 1,0 1-1,0 0 0,0 0 1,0 0-1,-1 0 1,1 0-1,1 0 0,-2 175 8871,-14 40-9302,-12 366 0,27-569-571,0 20-4148,6 21-7198,-5-50 10911,0-1 1,0 1-1,1 0 0,-1 0 0,1-1 1,0 1-1,0-1 0,0 0 1,0 1-1,4 3 0,-4-5 740,-1-1-1,1 1 0,0-1 0,0 0 1,0 1-1,0-1 0,1 0 0,-1 0 0,0 0 1,0 0-1,3 0 0,17 1-993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0.540"/>
    </inkml:context>
    <inkml:brush xml:id="br0">
      <inkml:brushProperty name="width" value="0.035" units="cm"/>
      <inkml:brushProperty name="height" value="0.035" units="cm"/>
    </inkml:brush>
  </inkml:definitions>
  <inkml:trace contextRef="#ctx0" brushRef="#br0">168 1 60,'3'5'862,"-1"0"-1,-1 0 1,1 0-1,-1 0 1,0 1 0,0-1-1,-1 0 1,1 1-1,-1-1 1,0 1 0,-1-1-1,0 8 1,-1 11 3530,1 30 87,-18 104 0,-25 53 3155,30-153-7116,-80 567-680,93-616 88,-2 16-1640,3 0-3759,0-22 3406,1 0 0,-1 0 0,1 0 0,-1 0-1,1 0 1,0 0 0,3 5 0,15-16-6572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0.927"/>
    </inkml:context>
    <inkml:brush xml:id="br0">
      <inkml:brushProperty name="width" value="0.035" units="cm"/>
      <inkml:brushProperty name="height" value="0.035" units="cm"/>
    </inkml:brush>
  </inkml:definitions>
  <inkml:trace contextRef="#ctx0" brushRef="#br0">97 1 472,'-12'12'2781,"-5"7"6040,-11 13 7236,7-16-11425,21-16-4632,-1 1 0,1-1 0,0 0 0,-1 1 0,1-1 0,-1 0 0,1 0 0,0 0 0,-1 1 0,1-1 0,-1 0 0,1 0 0,-1 0 0,1 0 0,-1 0 0,1 0 0,-1 0 0,1 0 0,-1 0 0,1 0 0,0 0 0,-1 0 0,1 0 0,-1 0 0,1 0 0,-1 0 0,1-1 0,-1 1 0,1 0 0,0 0 0,-1-1 0,1 1 0,0 0 0,-1 0 0,1-1 0,-1 1 0,1 0 0,0-1 0,0 1 0,-1 0 0,1-1 0,0 1 0,0-1 0,-1 1 0,1-1 0,0 1 0,0 0 0,0-1 0,0 1 0,0-1 0,0 1 0,0-1 0,0 1 0,0-1 0,-1-28 0,2 26 0,3-10-3530,0 4-5181,14 2-10314,-2 2 17592</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1.317"/>
    </inkml:context>
    <inkml:brush xml:id="br0">
      <inkml:brushProperty name="width" value="0.035" units="cm"/>
      <inkml:brushProperty name="height" value="0.035" units="cm"/>
    </inkml:brush>
  </inkml:definitions>
  <inkml:trace contextRef="#ctx0" brushRef="#br0">269 120 264,'-19'-27'482,"-24"-29"12685,40 52-11607,-1 0-1,1 1 1,-1 0 0,0-1-1,0 1 1,0 1 0,0-1-1,0 1 1,-1-1 0,1 1-1,-6-1 1,8 3-1554,0 0 0,0 0 0,0 0 0,1 0 0,-1 0 0,0 0 0,0 1 0,0-1 0,0 1-1,1 0 1,-1-1 0,0 1 0,0 0 0,1 0 0,-1 0 0,1 0 0,-1 0 0,1 0 0,-1 1 0,1-1 0,0 0 0,0 1 0,-1-1 0,1 1 0,0-1 0,0 1 0,-1 3-1,-4 7-14,0 0-1,-8 23 0,11-25 7,-16 44 3,3 0 0,2 1 0,-10 93 0,20-108 0,2 1 0,1 0 0,3 0 0,1-1 0,16 75 0,-15-98 0,2 1 0,0-1 0,1 0 0,0 0 0,2-1 0,0 0 0,15 20 0,-21-31 0,2 0 0,-1 0 0,0-1 0,1 0 0,0 0 0,0 0 0,0 0 0,0-1 0,1 0 0,11 5 0,-13-7 0,0 0 0,1 0 0,-1 0 0,1-1 0,-1 0 0,1 0 0,0 0 0,-1 0 0,1 0 0,-1-1 0,1 0 0,-1 0 0,0 0 0,1-1 0,-1 0 0,7-3 0,-2 0 0,-1-1 0,-1 1 0,1-1 0,-1-1 0,0 1 0,0-1 0,-1-1 0,0 1 0,0-1 0,-1 0 0,8-15 0,-7 12 0,-1-1 0,0 1 0,-1-1 0,0 0 0,-1 0 0,0-1 0,-1 1 0,1-21 0,-3 30 0,0 0 0,0 1 0,0-1 0,0 0 0,-1 1 0,1-1 0,-1 0 0,0 1 0,0-1 0,0 1 0,0-1 0,0 1 0,0 0 0,-1-1 0,-1-1 0,2 3 0,0 0 0,-1-1 0,1 1 0,-1 0 0,1 0 0,-1 1 0,1-1 0,-1 0 0,0 0 0,1 1 0,-1-1 0,0 1 0,1-1 0,-1 1 0,0 0 0,0 0 0,-2 0 0,-3 1 0,1 0 0,0 0 0,-1 1 0,1-1 0,0 1 0,0 1 0,0 0 0,1-1 0,-1 2 0,0-1 0,-5 5 0,-124 104 0,123-108-1137,11-14-1829,9-16-5779,11-3-3858,5 0 7211,-3 4 3836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1.706"/>
    </inkml:context>
    <inkml:brush xml:id="br0">
      <inkml:brushProperty name="width" value="0.035" units="cm"/>
      <inkml:brushProperty name="height" value="0.035" units="cm"/>
    </inkml:brush>
  </inkml:definitions>
  <inkml:trace contextRef="#ctx0" brushRef="#br0">195 150 584,'-4'-2'648,"-1"0"-1,1 0 1,-1 1 0,0 0-1,1 0 1,-1 0 0,-6 0-1,7 1 343,1 0 0,-1 1-1,0-1 1,1 1-1,-1-1 1,0 1-1,1 0 1,-1 1-1,1-1 1,0 0 0,-1 1-1,1 0 1,0 0-1,0 0 1,0 0-1,0 0 1,0 1 0,1-1-1,-1 1 1,1 0-1,-1 0 1,1 0-1,-3 4 1,3-3-526,0 1 0,1-1 0,-1 0 0,1 0 0,0 1 0,-1 5 0,1-4-464,1-1 0,-1 0 0,1 1 0,0-1 0,1 1 0,-1-1 0,1 0 0,0 1 0,1-1 0,-1 0 0,1 0 0,0 0 0,0 0 0,1 0 0,-1 0 0,1 0 0,6 7 0,-6-9 0,0-1 0,0 1 0,0 0 0,0-1 0,1 1 0,-1-1 0,1 0 0,0-1 0,0 1 0,-1 0 0,1-1 0,0 0 0,0 0 0,0 0 0,1 0 0,-1-1 0,0 0 0,0 0 0,0 0 0,0 0 0,0-1 0,1 1 0,6-3 0,-1 0 0,-1-1 0,0 0 0,0 0 0,0 0 0,0-2 0,-1 1 0,0-1 0,0 0 0,0 0 0,-1-1 0,0 0 0,0-1 0,-1 1 0,0-1 0,7-12 0,-9 14 0,-1 0 0,1-1 0,-1 0 0,0 0 0,0 0 0,-1 0 0,0 0 0,0-1 0,-1 1 0,0 0 0,0-1 0,-1 1 0,0-1 0,0 1 0,-1-1 0,0 1 0,0-1 0,-1 1 0,1 0 0,-2 0 0,-2-8 0,2 10 0,1 0 0,-1 0 0,0 1 0,0-1 0,0 1 0,0 0 0,-1 0 0,0 0 0,0 0 0,0 0 0,0 1 0,-1 0 0,0 0 0,1 0 0,-1 1 0,0-1 0,0 1 0,0 0 0,0 1 0,-1-1 0,1 1 0,0 0 0,-1 0 0,-6 0 0,3 2 0,0-1 0,0 2 0,1-1 0,-1 1 0,0 0 0,1 1 0,0 0 0,-1 0 0,1 1 0,1 0 0,-1 0 0,0 1 0,1 0 0,-8 7 0,-38 37 0,48-44 0,1 0 0,0 0 0,-1 0 0,2 1 0,-1 0 0,1-1 0,0 1 0,-3 9 0,5-14-37,1-1-1,0 1 1,0-1-1,0 1 1,0-1-1,0 1 1,0-1-1,0 1 1,0-1-1,0 1 1,0-1-1,0 1 1,0-1-1,0 1 1,0-1-1,0 1 1,1-1-1,-1 1 1,0-1-1,0 1 1,1-1-1,-1 0 1,0 1-1,0-1 1,1 1-1,-1-1 1,0 0-1,1 1 1,-1-1-1,1 0 1,-1 0-1,0 1 1,1-1-1,-1 0 1,1 0-1,-1 1 1,1-1-1,-1 0 1,1 0-1,-1 0 1,1 0-1,-1 0 1,1 0-1,-1 0 1,1 0-1,-1 0 1,1 0-1,-1 0 1,1 0-1,-1 0 1,1 0-1,0-1 1,32-6-5872,-28 5 3869,46-12-12368,1 2 8329,-9 2 4223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1.924"/>
    </inkml:context>
    <inkml:brush xml:id="br0">
      <inkml:brushProperty name="width" value="0.035" units="cm"/>
      <inkml:brushProperty name="height" value="0.035" units="cm"/>
    </inkml:brush>
  </inkml:definitions>
  <inkml:trace contextRef="#ctx0" brushRef="#br0">759 0 436,'42'2'3312,"-3"-2"7044,-3 6 8006,-36-6-18352,0 1 1,0-1 0,0 1-1,0-1 1,0 0-1,0 1 1,0-1 0,0 1-1,0-1 1,0 1-1,0-1 1,0 0 0,0 1-1,0-1 1,-1 1 0,1-1-1,0 0 1,0 1-1,-1-1 1,1 0 0,0 1-1,0-1 1,-1 0 0,1 0-1,0 1 1,-1-1-1,1 0 1,0 0 0,-1 1-1,1-1 1,-1 0 0,1 0-1,0 0 1,-1 1-1,-16 11-84,-55 31 74,44-27 0,-46 33 0,-104 99-210,-253 270-1,424-412 463,-10 14-3059,-10 15-7161,25-33 8917,0 1 0,0 0 1,0 0-1,1 0 1,-1 0-1,1 1 1,-1-1-1,1 0 0,0 1 1,1-1-1,-1 0 1,1 1-1,-1-1 1,1 1-1,0-1 0,1 7 1,5 2-553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2T07:21:22.250"/>
    </inkml:context>
    <inkml:brush xml:id="br0">
      <inkml:brushProperty name="width" value="0.035" units="cm"/>
      <inkml:brushProperty name="height" value="0.035" units="cm"/>
    </inkml:brush>
  </inkml:definitions>
  <inkml:trace contextRef="#ctx0" brushRef="#br0">57 36 220,'2'32'5709,"-11"48"19144,5-62-22872,1 5-1981,1 0 0,1-1 0,3 46 0,0-55 0,0 1 0,0 0 0,2-1 0,0 0 0,0 1 0,1-2 0,11 22 0,-14-31 0,-1 0 0,1-1 0,0 1 0,0 0 0,0-1 0,0 1 0,0-1 0,1 0 0,-1 0 0,1 0 0,-1 0 0,1 0 0,0-1 0,0 1 0,0-1 0,0 1 0,0-1 0,0 0 0,0 0 0,4 0 0,-2-1 0,0 0 0,0 0 0,0-1 0,0 1 0,0-1 0,0-1 0,-1 1 0,1 0 0,0-1 0,-1 0 0,9-5 0,6-6 0,-1 0 0,0-1 0,-1 0 0,23-28 0,-15 15 0,-1-1 0,35-54 0,-52 71 0,-1 0 0,0 0 0,-1 0 0,0-1 0,-1 1 0,0-1 0,0 0 0,-2-1 0,1 1 0,-2 0 0,1-24 0,-2 34 0,0-1 0,0 1 0,-1 0 0,1 0 0,-1-1 0,0 1 0,1 0 0,-1 0 0,0 0 0,0 0 0,0 0 0,-1 0 0,1 0 0,0 0 0,-1 0 0,1 0 0,-1 1 0,-3-4 0,2 3 0,-1 1 0,1-1 0,0 0 0,-1 1 0,1 0 0,-1 0 0,1 0 0,-1 0 0,0 1 0,-6-1 0,-8 1 0,1 1 0,0 1 0,-1 1 0,-17 5 0,20-5 0,-86 24 0,-47 8 0,129-34-834,18-1 686,0 0 0,1 0 1,-1 0-1,0 0 0,1 0 1,-1 0-1,1 0 0,-1 0 1,0 0-1,1 0 0,-1 0 1,1 0-1,-1 0 0,0-1 1,1 1-1,-1 0 1,1-1-1,-1 1 0,1 0 1,-1-1-1,1 1 0,-1 0 1,1-1-1,-1 1 0,1-1 1,0 1-1,-1-1 0,1 1 1,-1-1-1,1 1 0,0-2 1,25-14-23815,-5 11 21444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4/12/2025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https://www.nobelprize.org/nobel_prizes/economic-sciences/laureates/1990/presentation-speech.html</a:t>
            </a:r>
          </a:p>
          <a:p>
            <a:endParaRPr lang="en-US" dirty="0"/>
          </a:p>
          <a:p>
            <a:r>
              <a:rPr lang="en-US" sz="1200" b="0" i="0" kern="1200" dirty="0">
                <a:solidFill>
                  <a:schemeClr val="tx1"/>
                </a:solidFill>
                <a:effectLst/>
                <a:latin typeface="+mn-lt"/>
                <a:ea typeface="+mn-ea"/>
                <a:cs typeface="+mn-cs"/>
              </a:rPr>
              <a:t>Portfolio theory analyzes the decision-making problems of an individual portfolio manager. For this reason, the market price of various assets is regarded as given. The next step in the analysis is to explain how these asset prices are determined. This was achieved by development of the so-called Capital Asset Pricing Model, or CAPM. It is for this contribution that William Sharpe has been awarded. The CAPM shows that the optimum risk portfolio of a financial investor depends only on the portfolio manager's prediction about the prospects of different assets, not on his own risk preferences. The model also shows how risks can be bought and sold, and hence how risks can be spread via capital markets.</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a:t>
            </a:fld>
            <a:endParaRPr lang="en-US"/>
          </a:p>
        </p:txBody>
      </p:sp>
    </p:spTree>
    <p:extLst>
      <p:ext uri="{BB962C8B-B14F-4D97-AF65-F5344CB8AC3E}">
        <p14:creationId xmlns:p14="http://schemas.microsoft.com/office/powerpoint/2010/main" val="375995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159405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8</a:t>
            </a:fld>
            <a:endParaRPr lang="en-US"/>
          </a:p>
        </p:txBody>
      </p:sp>
    </p:spTree>
    <p:extLst>
      <p:ext uri="{BB962C8B-B14F-4D97-AF65-F5344CB8AC3E}">
        <p14:creationId xmlns:p14="http://schemas.microsoft.com/office/powerpoint/2010/main" val="1023573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9</a:t>
            </a:fld>
            <a:endParaRPr lang="en-US"/>
          </a:p>
        </p:txBody>
      </p:sp>
    </p:spTree>
    <p:extLst>
      <p:ext uri="{BB962C8B-B14F-4D97-AF65-F5344CB8AC3E}">
        <p14:creationId xmlns:p14="http://schemas.microsoft.com/office/powerpoint/2010/main" val="197494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If the market increases by 1%, the stock would increase, on average, by 2%.</a:t>
            </a:r>
          </a:p>
          <a:p>
            <a:pPr marL="228600" indent="-228600">
              <a:buAutoNum type="arabicPeriod"/>
            </a:pPr>
            <a:r>
              <a:rPr lang="en-US" dirty="0"/>
              <a:t>Market</a:t>
            </a:r>
            <a:r>
              <a:rPr lang="en-US" baseline="0" dirty="0"/>
              <a:t> beta=1</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10</a:t>
            </a:fld>
            <a:endParaRPr lang="en-US"/>
          </a:p>
        </p:txBody>
      </p:sp>
    </p:spTree>
    <p:extLst>
      <p:ext uri="{BB962C8B-B14F-4D97-AF65-F5344CB8AC3E}">
        <p14:creationId xmlns:p14="http://schemas.microsoft.com/office/powerpoint/2010/main" val="2084625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11</a:t>
            </a:fld>
            <a:endParaRPr lang="en-US"/>
          </a:p>
        </p:txBody>
      </p:sp>
    </p:spTree>
    <p:extLst>
      <p:ext uri="{BB962C8B-B14F-4D97-AF65-F5344CB8AC3E}">
        <p14:creationId xmlns:p14="http://schemas.microsoft.com/office/powerpoint/2010/main" val="3543199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E6A36-EFE3-384E-8CE4-826E101309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2533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2%+1.2*(10%-2%)=11.6%</a:t>
            </a:r>
          </a:p>
          <a:p>
            <a:endParaRPr lang="en-S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E6A36-EFE3-384E-8CE4-826E101309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716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4/12/2025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4/12/2025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4/12/2025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4/12/2025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4/12/2025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4/12/2025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4/12/2025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4/12/2025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4/12/2025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4/12/2025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4/12/2025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emf"/><Relationship Id="rId5" Type="http://schemas.openxmlformats.org/officeDocument/2006/relationships/oleObject" Target="../embeddings/oleObject5.bin"/><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8.emf"/><Relationship Id="rId9" Type="http://schemas.openxmlformats.org/officeDocument/2006/relationships/hyperlink" Target="http://www.columbia.edu/~ks20/FE-Notes/4700-07-Notes-CAPM.pdf" TargetMode="External"/></Relationships>
</file>

<file path=ppt/slides/_rels/slide10.xml.rels><?xml version="1.0" encoding="UTF-8" standalone="yes"?>
<Relationships xmlns="http://schemas.openxmlformats.org/package/2006/relationships"><Relationship Id="rId26" Type="http://schemas.openxmlformats.org/officeDocument/2006/relationships/image" Target="../media/image22.png"/><Relationship Id="rId21" Type="http://schemas.openxmlformats.org/officeDocument/2006/relationships/customXml" Target="../ink/ink10.xml"/><Relationship Id="rId42" Type="http://schemas.openxmlformats.org/officeDocument/2006/relationships/image" Target="../media/image30.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43.png"/><Relationship Id="rId84" Type="http://schemas.openxmlformats.org/officeDocument/2006/relationships/image" Target="../media/image51.png"/><Relationship Id="rId16" Type="http://schemas.openxmlformats.org/officeDocument/2006/relationships/image" Target="../media/image17.png"/><Relationship Id="rId11" Type="http://schemas.openxmlformats.org/officeDocument/2006/relationships/customXml" Target="../ink/ink5.xml"/><Relationship Id="rId32" Type="http://schemas.openxmlformats.org/officeDocument/2006/relationships/image" Target="../media/image25.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38.png"/><Relationship Id="rId74" Type="http://schemas.openxmlformats.org/officeDocument/2006/relationships/image" Target="../media/image46.png"/><Relationship Id="rId79" Type="http://schemas.openxmlformats.org/officeDocument/2006/relationships/customXml" Target="../ink/ink39.xml"/><Relationship Id="rId5" Type="http://schemas.openxmlformats.org/officeDocument/2006/relationships/customXml" Target="../ink/ink2.xml"/><Relationship Id="rId19" Type="http://schemas.openxmlformats.org/officeDocument/2006/relationships/customXml" Target="../ink/ink9.xml"/><Relationship Id="rId14" Type="http://schemas.openxmlformats.org/officeDocument/2006/relationships/image" Target="../media/image16.png"/><Relationship Id="rId22" Type="http://schemas.openxmlformats.org/officeDocument/2006/relationships/image" Target="../media/image20.png"/><Relationship Id="rId27" Type="http://schemas.openxmlformats.org/officeDocument/2006/relationships/customXml" Target="../ink/ink13.xml"/><Relationship Id="rId30" Type="http://schemas.openxmlformats.org/officeDocument/2006/relationships/image" Target="../media/image24.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33.png"/><Relationship Id="rId56" Type="http://schemas.openxmlformats.org/officeDocument/2006/relationships/image" Target="../media/image37.png"/><Relationship Id="rId64" Type="http://schemas.openxmlformats.org/officeDocument/2006/relationships/image" Target="../media/image41.png"/><Relationship Id="rId69" Type="http://schemas.openxmlformats.org/officeDocument/2006/relationships/customXml" Target="../ink/ink34.xml"/><Relationship Id="rId77" Type="http://schemas.openxmlformats.org/officeDocument/2006/relationships/customXml" Target="../ink/ink38.xml"/><Relationship Id="rId8" Type="http://schemas.openxmlformats.org/officeDocument/2006/relationships/image" Target="../media/image13.png"/><Relationship Id="rId51" Type="http://schemas.openxmlformats.org/officeDocument/2006/relationships/customXml" Target="../ink/ink25.xml"/><Relationship Id="rId72" Type="http://schemas.openxmlformats.org/officeDocument/2006/relationships/image" Target="../media/image45.png"/><Relationship Id="rId80" Type="http://schemas.openxmlformats.org/officeDocument/2006/relationships/image" Target="../media/image49.png"/><Relationship Id="rId85" Type="http://schemas.openxmlformats.org/officeDocument/2006/relationships/customXml" Target="../ink/ink42.xml"/><Relationship Id="rId3" Type="http://schemas.openxmlformats.org/officeDocument/2006/relationships/customXml" Target="../ink/ink1.xml"/><Relationship Id="rId12" Type="http://schemas.openxmlformats.org/officeDocument/2006/relationships/image" Target="../media/image15.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8.png"/><Relationship Id="rId46" Type="http://schemas.openxmlformats.org/officeDocument/2006/relationships/image" Target="../media/image32.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9.png"/><Relationship Id="rId41" Type="http://schemas.openxmlformats.org/officeDocument/2006/relationships/customXml" Target="../ink/ink20.xml"/><Relationship Id="rId54" Type="http://schemas.openxmlformats.org/officeDocument/2006/relationships/image" Target="../media/image36.png"/><Relationship Id="rId62" Type="http://schemas.openxmlformats.org/officeDocument/2006/relationships/image" Target="../media/image40.png"/><Relationship Id="rId70" Type="http://schemas.openxmlformats.org/officeDocument/2006/relationships/image" Target="../media/image44.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12.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3.png"/><Relationship Id="rId36" Type="http://schemas.openxmlformats.org/officeDocument/2006/relationships/image" Target="../media/image27.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14.png"/><Relationship Id="rId31" Type="http://schemas.openxmlformats.org/officeDocument/2006/relationships/customXml" Target="../ink/ink15.xml"/><Relationship Id="rId44" Type="http://schemas.openxmlformats.org/officeDocument/2006/relationships/image" Target="../media/image31.png"/><Relationship Id="rId52" Type="http://schemas.openxmlformats.org/officeDocument/2006/relationships/image" Target="../media/image35.png"/><Relationship Id="rId60" Type="http://schemas.openxmlformats.org/officeDocument/2006/relationships/image" Target="../media/image39.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48.png"/><Relationship Id="rId81" Type="http://schemas.openxmlformats.org/officeDocument/2006/relationships/customXml" Target="../ink/ink40.xml"/><Relationship Id="rId86" Type="http://schemas.openxmlformats.org/officeDocument/2006/relationships/image" Target="../media/image52.png"/><Relationship Id="rId4" Type="http://schemas.openxmlformats.org/officeDocument/2006/relationships/image" Target="../media/image11.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18.png"/><Relationship Id="rId39" Type="http://schemas.openxmlformats.org/officeDocument/2006/relationships/customXml" Target="../ink/ink19.xml"/><Relationship Id="rId34" Type="http://schemas.openxmlformats.org/officeDocument/2006/relationships/image" Target="../media/image26.png"/><Relationship Id="rId50" Type="http://schemas.openxmlformats.org/officeDocument/2006/relationships/image" Target="../media/image34.png"/><Relationship Id="rId55" Type="http://schemas.openxmlformats.org/officeDocument/2006/relationships/customXml" Target="../ink/ink27.xml"/><Relationship Id="rId76" Type="http://schemas.openxmlformats.org/officeDocument/2006/relationships/image" Target="../media/image47.png"/><Relationship Id="rId7" Type="http://schemas.openxmlformats.org/officeDocument/2006/relationships/customXml" Target="../ink/ink3.xml"/><Relationship Id="rId71" Type="http://schemas.openxmlformats.org/officeDocument/2006/relationships/customXml" Target="../ink/ink35.xml"/><Relationship Id="rId2" Type="http://schemas.openxmlformats.org/officeDocument/2006/relationships/notesSlide" Target="../notesSlides/notesSlide6.xml"/><Relationship Id="rId29" Type="http://schemas.openxmlformats.org/officeDocument/2006/relationships/customXml" Target="../ink/ink14.xml"/><Relationship Id="rId24" Type="http://schemas.openxmlformats.org/officeDocument/2006/relationships/image" Target="../media/image21.png"/><Relationship Id="rId40" Type="http://schemas.openxmlformats.org/officeDocument/2006/relationships/image" Target="../media/image29.png"/><Relationship Id="rId45" Type="http://schemas.openxmlformats.org/officeDocument/2006/relationships/customXml" Target="../ink/ink22.xml"/><Relationship Id="rId66" Type="http://schemas.openxmlformats.org/officeDocument/2006/relationships/image" Target="../media/image42.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customXml" Target="../ink/ink48.xml"/><Relationship Id="rId18" Type="http://schemas.openxmlformats.org/officeDocument/2006/relationships/image" Target="../media/image60.png"/><Relationship Id="rId3" Type="http://schemas.openxmlformats.org/officeDocument/2006/relationships/oleObject" Target="../embeddings/oleObject11.bin"/><Relationship Id="rId21" Type="http://schemas.openxmlformats.org/officeDocument/2006/relationships/customXml" Target="../ink/ink52.xml"/><Relationship Id="rId7" Type="http://schemas.openxmlformats.org/officeDocument/2006/relationships/customXml" Target="../ink/ink45.xml"/><Relationship Id="rId12" Type="http://schemas.openxmlformats.org/officeDocument/2006/relationships/image" Target="../media/image57.png"/><Relationship Id="rId17" Type="http://schemas.openxmlformats.org/officeDocument/2006/relationships/customXml" Target="../ink/ink50.xml"/><Relationship Id="rId2" Type="http://schemas.openxmlformats.org/officeDocument/2006/relationships/notesSlide" Target="../notesSlides/notesSlide9.xml"/><Relationship Id="rId16" Type="http://schemas.openxmlformats.org/officeDocument/2006/relationships/image" Target="../media/image59.png"/><Relationship Id="rId20"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customXml" Target="../ink/ink47.xml"/><Relationship Id="rId5" Type="http://schemas.openxmlformats.org/officeDocument/2006/relationships/customXml" Target="../ink/ink44.xml"/><Relationship Id="rId15" Type="http://schemas.openxmlformats.org/officeDocument/2006/relationships/customXml" Target="../ink/ink49.xml"/><Relationship Id="rId10" Type="http://schemas.openxmlformats.org/officeDocument/2006/relationships/image" Target="../media/image56.png"/><Relationship Id="rId19" Type="http://schemas.openxmlformats.org/officeDocument/2006/relationships/customXml" Target="../ink/ink51.xml"/><Relationship Id="rId4" Type="http://schemas.openxmlformats.org/officeDocument/2006/relationships/image" Target="../media/image12.emf"/><Relationship Id="rId9" Type="http://schemas.openxmlformats.org/officeDocument/2006/relationships/customXml" Target="../ink/ink46.xml"/><Relationship Id="rId14" Type="http://schemas.openxmlformats.org/officeDocument/2006/relationships/image" Target="../media/image58.png"/><Relationship Id="rId22"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711200" y="851697"/>
            <a:ext cx="11480800" cy="1888587"/>
          </a:xfrm>
        </p:spPr>
        <p:txBody>
          <a:bodyPr>
            <a:noAutofit/>
          </a:bodyPr>
          <a:lstStyle/>
          <a:p>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Lecture 9: Capital Asset Pricing Model</a:t>
            </a:r>
            <a:b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b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3" name="Picture 2">
            <a:extLst>
              <a:ext uri="{FF2B5EF4-FFF2-40B4-BE49-F238E27FC236}">
                <a16:creationId xmlns:a16="http://schemas.microsoft.com/office/drawing/2014/main" id="{FB6673D4-A416-73D8-5DD6-B8F45C57AFE2}"/>
              </a:ext>
            </a:extLst>
          </p:cNvPr>
          <p:cNvPicPr>
            <a:picLocks noChangeAspect="1"/>
          </p:cNvPicPr>
          <p:nvPr/>
        </p:nvPicPr>
        <p:blipFill>
          <a:blip r:embed="rId3"/>
          <a:stretch>
            <a:fillRect/>
          </a:stretch>
        </p:blipFill>
        <p:spPr>
          <a:xfrm>
            <a:off x="7290629" y="2740284"/>
            <a:ext cx="4605902" cy="31487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93155" y="611099"/>
            <a:ext cx="1146632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CAPM (9.1)</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Assumptions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Result 1: Market portfolio (M)</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Result 2: </a:t>
            </a:r>
            <a:r>
              <a:rPr kumimoji="0" lang="en-US" sz="2800" b="0" i="0" u="none" strike="noStrike" kern="1200" cap="none" spc="0" normalizeH="0" baseline="0" noProof="0" dirty="0">
                <a:ln>
                  <a:noFill/>
                </a:ln>
                <a:solidFill>
                  <a:srgbClr val="EC767C"/>
                </a:solidFill>
                <a:effectLst/>
                <a:uLnTx/>
                <a:uFillTx/>
                <a:latin typeface="Tw Cen MT"/>
                <a:ea typeface="+mn-ea"/>
                <a:cs typeface="+mn-cs"/>
              </a:rPr>
              <a:t>Capital market line (CML)</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Result 3: Risk-premium on the market portfolio</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Result 4: Risk-premium on individual assets and </a:t>
            </a:r>
            <a:r>
              <a:rPr kumimoji="0" lang="en-US" sz="2800" b="0" i="0" u="none" strike="noStrike" kern="1200" cap="none" spc="0" normalizeH="0" baseline="0" noProof="0" dirty="0">
                <a:ln>
                  <a:noFill/>
                </a:ln>
                <a:solidFill>
                  <a:srgbClr val="EC767C"/>
                </a:solidFill>
                <a:effectLst/>
                <a:uLnTx/>
                <a:uFillTx/>
                <a:latin typeface="Tw Cen MT"/>
                <a:ea typeface="+mn-ea"/>
                <a:cs typeface="+mn-cs"/>
              </a:rPr>
              <a:t>SML (security market line)</a:t>
            </a:r>
          </a:p>
          <a:p>
            <a:pPr marL="426710" lvl="1" indent="0">
              <a:buClr>
                <a:srgbClr val="DA1F28"/>
              </a:buClr>
              <a:buNone/>
              <a:defRPr/>
            </a:pPr>
            <a:endParaRPr lang="en-US" sz="2800" dirty="0">
              <a:solidFill>
                <a:sysClr val="windowText" lastClr="000000"/>
              </a:solidFill>
              <a:latin typeface="Tw Cen MT"/>
            </a:endParaRPr>
          </a:p>
        </p:txBody>
      </p:sp>
      <p:graphicFrame>
        <p:nvGraphicFramePr>
          <p:cNvPr id="2" name="Object 1">
            <a:extLst>
              <a:ext uri="{FF2B5EF4-FFF2-40B4-BE49-F238E27FC236}">
                <a16:creationId xmlns:a16="http://schemas.microsoft.com/office/drawing/2014/main" id="{3CD2D269-8AA4-9D1D-AFF0-321988EFB97A}"/>
              </a:ext>
            </a:extLst>
          </p:cNvPr>
          <p:cNvGraphicFramePr>
            <a:graphicFrameLocks noChangeAspect="1"/>
          </p:cNvGraphicFramePr>
          <p:nvPr>
            <p:extLst>
              <p:ext uri="{D42A27DB-BD31-4B8C-83A1-F6EECF244321}">
                <p14:modId xmlns:p14="http://schemas.microsoft.com/office/powerpoint/2010/main" val="3412750442"/>
              </p:ext>
            </p:extLst>
          </p:nvPr>
        </p:nvGraphicFramePr>
        <p:xfrm>
          <a:off x="2256399" y="3812974"/>
          <a:ext cx="4498731" cy="674564"/>
        </p:xfrm>
        <a:graphic>
          <a:graphicData uri="http://schemas.openxmlformats.org/presentationml/2006/ole">
            <mc:AlternateContent xmlns:mc="http://schemas.openxmlformats.org/markup-compatibility/2006">
              <mc:Choice xmlns:v="urn:schemas-microsoft-com:vml" Requires="v">
                <p:oleObj name="Equation" r:id="rId3" imgW="1524000" imgH="228600" progId="Equation.3">
                  <p:embed/>
                </p:oleObj>
              </mc:Choice>
              <mc:Fallback>
                <p:oleObj name="Equation" r:id="rId3" imgW="1524000" imgH="228600" progId="Equation.3">
                  <p:embed/>
                  <p:pic>
                    <p:nvPicPr>
                      <p:cNvPr id="2" name="Object 1">
                        <a:extLst>
                          <a:ext uri="{FF2B5EF4-FFF2-40B4-BE49-F238E27FC236}">
                            <a16:creationId xmlns:a16="http://schemas.microsoft.com/office/drawing/2014/main" id="{3CD2D269-8AA4-9D1D-AFF0-321988EFB97A}"/>
                          </a:ext>
                        </a:extLst>
                      </p:cNvPr>
                      <p:cNvPicPr/>
                      <p:nvPr/>
                    </p:nvPicPr>
                    <p:blipFill>
                      <a:blip r:embed="rId4"/>
                      <a:stretch>
                        <a:fillRect/>
                      </a:stretch>
                    </p:blipFill>
                    <p:spPr>
                      <a:xfrm>
                        <a:off x="2256399" y="3812974"/>
                        <a:ext cx="4498731" cy="674564"/>
                      </a:xfrm>
                      <a:prstGeom prst="rect">
                        <a:avLst/>
                      </a:prstGeom>
                    </p:spPr>
                  </p:pic>
                </p:oleObj>
              </mc:Fallback>
            </mc:AlternateContent>
          </a:graphicData>
        </a:graphic>
      </p:graphicFrame>
    </p:spTree>
    <p:extLst>
      <p:ext uri="{BB962C8B-B14F-4D97-AF65-F5344CB8AC3E}">
        <p14:creationId xmlns:p14="http://schemas.microsoft.com/office/powerpoint/2010/main" val="72365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Assumptions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261735" y="656819"/>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2500" b="1" i="0" u="none" strike="noStrike" kern="1200" cap="none" spc="0" normalizeH="0" baseline="0" noProof="0" dirty="0">
                <a:ln>
                  <a:noFill/>
                </a:ln>
                <a:solidFill>
                  <a:prstClr val="black"/>
                </a:solidFill>
                <a:effectLst/>
                <a:uLnTx/>
                <a:uFillTx/>
                <a:latin typeface="Tw Cen MT"/>
                <a:ea typeface="+mn-ea"/>
                <a:cs typeface="+mn-cs"/>
              </a:rPr>
              <a:t>Assumptions of the CAPM:</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Many investors</a:t>
            </a:r>
            <a:r>
              <a:rPr kumimoji="0" lang="en-US" sz="2400" b="0" i="0" u="none" strike="noStrike" kern="1200" cap="none" spc="0" normalizeH="0" baseline="0" noProof="0" dirty="0">
                <a:ln>
                  <a:noFill/>
                </a:ln>
                <a:solidFill>
                  <a:prstClr val="black"/>
                </a:solidFill>
                <a:effectLst/>
                <a:uLnTx/>
                <a:uFillTx/>
                <a:latin typeface="Tw Cen MT"/>
                <a:ea typeface="+mn-ea"/>
                <a:cs typeface="+mn-cs"/>
              </a:rPr>
              <a:t>: each with an endowment(wealth) that is small compared to the total endowment of all investors. Investors are price-takers. Investors only differ in their </a:t>
            </a:r>
            <a:r>
              <a:rPr kumimoji="0" lang="en-US" sz="2400" b="0" i="0" u="none" strike="noStrike" kern="1200" cap="none" spc="0" normalizeH="0" baseline="0" noProof="0" dirty="0">
                <a:ln>
                  <a:noFill/>
                </a:ln>
                <a:solidFill>
                  <a:srgbClr val="EC767C"/>
                </a:solidFill>
                <a:effectLst/>
                <a:uLnTx/>
                <a:uFillTx/>
                <a:latin typeface="Tw Cen MT"/>
                <a:ea typeface="+mn-ea"/>
                <a:cs typeface="+mn-cs"/>
              </a:rPr>
              <a:t>risk aversion </a:t>
            </a:r>
            <a:r>
              <a:rPr kumimoji="0" lang="en-US" sz="2400" b="0" i="0" u="none" strike="noStrike" kern="1200" cap="none" spc="0" normalizeH="0" baseline="0" noProof="0" dirty="0">
                <a:ln>
                  <a:noFill/>
                </a:ln>
                <a:solidFill>
                  <a:prstClr val="black"/>
                </a:solidFill>
                <a:effectLst/>
                <a:uLnTx/>
                <a:uFillTx/>
                <a:latin typeface="Tw Cen MT"/>
                <a:ea typeface="+mn-ea"/>
                <a:cs typeface="+mn-cs"/>
              </a:rPr>
              <a:t>and </a:t>
            </a:r>
            <a:r>
              <a:rPr lang="en-US" sz="2400" dirty="0">
                <a:solidFill>
                  <a:srgbClr val="EC767C"/>
                </a:solidFill>
                <a:latin typeface="Tw Cen MT"/>
              </a:rPr>
              <a:t>initial endowment (no investor is endowed with the risk-free asset)</a:t>
            </a:r>
            <a:r>
              <a:rPr kumimoji="0" lang="en-US" sz="2400" b="0" i="0" u="none" strike="noStrike" kern="1200" cap="none" spc="0" normalizeH="0" baseline="0" noProof="0" dirty="0">
                <a:ln>
                  <a:noFill/>
                </a:ln>
                <a:solidFill>
                  <a:prstClr val="black"/>
                </a:solidFill>
                <a:effectLst/>
                <a:uLnTx/>
                <a:uFillTx/>
                <a:latin typeface="Tw Cen MT"/>
                <a:ea typeface="+mn-ea"/>
                <a:cs typeface="+mn-cs"/>
              </a:rPr>
              <a:t>.</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One identical holding period</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Tw Cen MT"/>
                <a:ea typeface="+mn-ea"/>
                <a:cs typeface="+mn-cs"/>
              </a:rPr>
              <a:t>Investments are </a:t>
            </a:r>
            <a:r>
              <a:rPr kumimoji="0" lang="en-US" sz="2400" b="1" i="0" u="none" strike="noStrike" kern="1200" cap="none" spc="0" normalizeH="0" baseline="0" noProof="0" dirty="0">
                <a:ln>
                  <a:noFill/>
                </a:ln>
                <a:solidFill>
                  <a:prstClr val="black"/>
                </a:solidFill>
                <a:effectLst/>
                <a:uLnTx/>
                <a:uFillTx/>
                <a:latin typeface="Tw Cen MT"/>
                <a:ea typeface="+mn-ea"/>
                <a:cs typeface="+mn-cs"/>
              </a:rPr>
              <a:t>limited to publicly available financial assets </a:t>
            </a:r>
            <a:r>
              <a:rPr kumimoji="0" lang="en-US" sz="2400" b="0" i="0" u="none" strike="noStrike" kern="1200" cap="none" spc="0" normalizeH="0" baseline="0" noProof="0" dirty="0">
                <a:ln>
                  <a:noFill/>
                </a:ln>
                <a:solidFill>
                  <a:prstClr val="black"/>
                </a:solidFill>
                <a:effectLst/>
                <a:uLnTx/>
                <a:uFillTx/>
                <a:latin typeface="Tw Cen MT"/>
                <a:ea typeface="+mn-ea"/>
                <a:cs typeface="+mn-cs"/>
              </a:rPr>
              <a:t>(such as stocks, bonds and risk-free borrowing or lending arrangements). This assumption rules out investment in nontraded assets such as education and private enterprises.</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No taxes</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All investors are rational mean-variance optimizers (risk-averse).</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lang="en-US" sz="2400" b="1" dirty="0">
                <a:solidFill>
                  <a:srgbClr val="EC767C"/>
                </a:solidFill>
                <a:latin typeface="Tw Cen MT"/>
              </a:rPr>
              <a:t>Homogeneous expectations/beliefs</a:t>
            </a:r>
            <a:r>
              <a:rPr kumimoji="0" lang="en-US" sz="2400" b="0" i="0" u="none" strike="noStrike" kern="1200" cap="none" spc="0" normalizeH="0" baseline="0" noProof="0" dirty="0">
                <a:ln>
                  <a:noFill/>
                </a:ln>
                <a:solidFill>
                  <a:prstClr val="black"/>
                </a:solidFill>
                <a:effectLst/>
                <a:uLnTx/>
                <a:uFillTx/>
                <a:latin typeface="Tw Cen MT"/>
                <a:ea typeface="+mn-ea"/>
                <a:cs typeface="+mn-cs"/>
              </a:rPr>
              <a:t>: all investors analyze securities in the same way and share the same economic view of the world.</a:t>
            </a:r>
          </a:p>
          <a:p>
            <a:pPr marL="342900" marR="0" lvl="0" indent="-342900" algn="l" defTabSz="914400" rtl="0" eaLnBrk="1" fontAlgn="auto" latinLnBrk="0" hangingPunct="1">
              <a:lnSpc>
                <a:spcPct val="100000"/>
              </a:lnSpc>
              <a:spcBef>
                <a:spcPts val="700"/>
              </a:spcBef>
              <a:spcAft>
                <a:spcPts val="0"/>
              </a:spcAft>
              <a:buClr>
                <a:srgbClr val="DA1F28"/>
              </a:buClr>
              <a:buSzPct val="60000"/>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w Cen MT"/>
                <a:ea typeface="+mn-ea"/>
                <a:cs typeface="+mn-cs"/>
              </a:rPr>
              <a:t>In equilibrium, all markets clear (demand = supply). That is, we will find a set of prices such that the demand for each stock is equal to its supply (endowment). </a:t>
            </a: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239017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1: Market Portfolio (M)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56415" y="649001"/>
            <a:ext cx="11681461"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106670">
              <a:spcBef>
                <a:spcPts val="550"/>
              </a:spcBef>
              <a:buClr>
                <a:srgbClr val="2DA2BF"/>
              </a:buClr>
              <a:buNone/>
              <a:defRPr/>
            </a:pPr>
            <a:r>
              <a:rPr kumimoji="0" lang="en-US" sz="3200" b="1" u="none" strike="noStrike" kern="1200" cap="none" spc="0" normalizeH="0" baseline="0" noProof="0" dirty="0">
                <a:ln>
                  <a:noFill/>
                </a:ln>
                <a:solidFill>
                  <a:prstClr val="black"/>
                </a:solidFill>
                <a:effectLst/>
                <a:uLnTx/>
                <a:uFillTx/>
                <a:latin typeface="Tw Cen MT"/>
                <a:ea typeface="+mn-ea"/>
                <a:cs typeface="+mn-cs"/>
              </a:rPr>
              <a:t>Result 1: Market portfolio (M)</a:t>
            </a:r>
          </a:p>
          <a:p>
            <a:pPr marL="0" indent="-106670">
              <a:spcBef>
                <a:spcPts val="550"/>
              </a:spcBef>
              <a:buClr>
                <a:srgbClr val="2DA2BF"/>
              </a:buClr>
              <a:buSzPct val="70000"/>
              <a:buNone/>
              <a:defRPr/>
            </a:pPr>
            <a:r>
              <a:rPr kumimoji="0" lang="en-US" sz="2800" b="0" i="1" u="none" strike="noStrike" kern="1200" cap="none" spc="0" normalizeH="0" baseline="0" noProof="0" dirty="0">
                <a:ln>
                  <a:noFill/>
                </a:ln>
                <a:solidFill>
                  <a:prstClr val="black"/>
                </a:solidFill>
                <a:effectLst/>
                <a:uLnTx/>
                <a:uFillTx/>
                <a:latin typeface="Tw Cen MT"/>
                <a:ea typeface="+mn-ea"/>
                <a:cs typeface="+mn-cs"/>
              </a:rPr>
              <a:t>All investors will choose to hold a portfolio of risky assets in proportions that duplicate representation of the assets in the </a:t>
            </a:r>
            <a:r>
              <a:rPr kumimoji="0" lang="en-US" sz="2800" b="1" strike="noStrike" kern="1200" cap="none" spc="0" normalizeH="0" baseline="0" noProof="0" dirty="0">
                <a:ln>
                  <a:noFill/>
                </a:ln>
                <a:solidFill>
                  <a:srgbClr val="EC767C"/>
                </a:solidFill>
                <a:effectLst/>
                <a:uLnTx/>
                <a:uFillTx/>
                <a:latin typeface="Tw Cen MT"/>
                <a:ea typeface="+mn-ea"/>
                <a:cs typeface="+mn-cs"/>
              </a:rPr>
              <a:t>market portfolio (M)</a:t>
            </a:r>
            <a:r>
              <a:rPr kumimoji="0" lang="en-US" sz="2800" strike="noStrike" kern="1200" cap="none" spc="0" normalizeH="0" baseline="0" noProof="0" dirty="0">
                <a:ln>
                  <a:noFill/>
                </a:ln>
                <a:solidFill>
                  <a:srgbClr val="EC767C"/>
                </a:solidFill>
                <a:effectLst/>
                <a:uLnTx/>
                <a:uFillTx/>
                <a:latin typeface="Tw Cen MT"/>
                <a:ea typeface="+mn-ea"/>
                <a:cs typeface="+mn-cs"/>
              </a:rPr>
              <a:t>, </a:t>
            </a:r>
            <a:r>
              <a:rPr kumimoji="0" lang="en-US" sz="2800" b="0" i="1" u="none" strike="noStrike" kern="1200" cap="none" spc="0" normalizeH="0" baseline="0" noProof="0" dirty="0">
                <a:ln>
                  <a:noFill/>
                </a:ln>
                <a:solidFill>
                  <a:srgbClr val="EC767C"/>
                </a:solidFill>
                <a:effectLst/>
                <a:uLnTx/>
                <a:uFillTx/>
                <a:latin typeface="Tw Cen MT"/>
                <a:ea typeface="+mn-ea"/>
                <a:cs typeface="+mn-cs"/>
              </a:rPr>
              <a:t>which includes </a:t>
            </a:r>
            <a:r>
              <a:rPr kumimoji="0" lang="en-US" sz="2800" b="1" i="1" strike="noStrike" kern="1200" cap="none" spc="0" normalizeH="0" baseline="0" noProof="0" dirty="0">
                <a:ln>
                  <a:noFill/>
                </a:ln>
                <a:solidFill>
                  <a:srgbClr val="EC767C"/>
                </a:solidFill>
                <a:effectLst/>
                <a:uLnTx/>
                <a:uFillTx/>
                <a:latin typeface="Tw Cen MT"/>
                <a:ea typeface="+mn-ea"/>
                <a:cs typeface="+mn-cs"/>
              </a:rPr>
              <a:t>all</a:t>
            </a:r>
            <a:r>
              <a:rPr kumimoji="0" lang="en-US" sz="2800" b="0" i="1" u="none" strike="noStrike" kern="1200" cap="none" spc="0" normalizeH="0" baseline="0" noProof="0" dirty="0">
                <a:ln>
                  <a:noFill/>
                </a:ln>
                <a:solidFill>
                  <a:srgbClr val="EC767C"/>
                </a:solidFill>
                <a:effectLst/>
                <a:uLnTx/>
                <a:uFillTx/>
                <a:latin typeface="Tw Cen MT"/>
                <a:ea typeface="+mn-ea"/>
                <a:cs typeface="+mn-cs"/>
              </a:rPr>
              <a:t> traded assets.</a:t>
            </a:r>
            <a:r>
              <a:rPr kumimoji="0" lang="en-US" sz="2800" b="0" u="none" strike="noStrike" kern="1200" cap="none" spc="0" normalizeH="0" baseline="0" noProof="0" dirty="0">
                <a:ln>
                  <a:noFill/>
                </a:ln>
                <a:solidFill>
                  <a:srgbClr val="EC767C"/>
                </a:solidFill>
                <a:effectLst/>
                <a:uLnTx/>
                <a:uFillTx/>
                <a:latin typeface="Tw Cen MT"/>
                <a:ea typeface="+mn-ea"/>
                <a:cs typeface="+mn-cs"/>
              </a:rPr>
              <a:t> </a:t>
            </a:r>
          </a:p>
          <a:p>
            <a:pPr marL="0" indent="-106670">
              <a:spcBef>
                <a:spcPts val="550"/>
              </a:spcBef>
              <a:buClr>
                <a:srgbClr val="2DA2BF"/>
              </a:buClr>
              <a:buSzPct val="70000"/>
              <a:buNone/>
              <a:defRPr/>
            </a:pPr>
            <a:r>
              <a:rPr kumimoji="0" lang="en-US" sz="2800" b="0" u="none" strike="noStrike" kern="1200" cap="none" spc="0" normalizeH="0" baseline="0" noProof="0" dirty="0">
                <a:ln>
                  <a:noFill/>
                </a:ln>
                <a:solidFill>
                  <a:prstClr val="black"/>
                </a:solidFill>
                <a:effectLst/>
                <a:uLnTx/>
                <a:uFillTx/>
                <a:latin typeface="Tw Cen MT"/>
                <a:ea typeface="+mn-ea"/>
                <a:cs typeface="+mn-cs"/>
              </a:rPr>
              <a:t>For simplicity, we generally refer to all risky assets as stocks. The proportion of each stock in the market portfolio equals the market value of the stock divided by the total market value of all stocks.</a:t>
            </a:r>
          </a:p>
          <a:p>
            <a:pPr marL="320040" marR="0" lvl="1" indent="0"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800" b="0" i="1"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2290742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1: Market Portfolio (M)</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245168" y="624288"/>
            <a:ext cx="1170166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106670">
              <a:spcBef>
                <a:spcPts val="550"/>
              </a:spcBef>
              <a:buClr>
                <a:srgbClr val="2DA2BF"/>
              </a:buClr>
              <a:buSzPct val="70000"/>
              <a:buNone/>
              <a:defRPr/>
            </a:pPr>
            <a:r>
              <a:rPr kumimoji="0" lang="en-US" sz="2800" b="1" u="none" strike="noStrike" kern="1200" cap="none" spc="0" normalizeH="0" baseline="0" noProof="0" dirty="0">
                <a:ln>
                  <a:noFill/>
                </a:ln>
                <a:effectLst/>
                <a:uLnTx/>
                <a:uFillTx/>
                <a:latin typeface="Tw Cen MT"/>
                <a:ea typeface="+mn-ea"/>
                <a:cs typeface="+mn-cs"/>
              </a:rPr>
              <a:t>Rationale behind Result 1</a:t>
            </a:r>
            <a:r>
              <a:rPr kumimoji="0" lang="en-US" sz="2800" b="0" u="none" strike="noStrike" kern="1200" cap="none" spc="0" normalizeH="0" baseline="0" noProof="0" dirty="0">
                <a:ln>
                  <a:noFill/>
                </a:ln>
                <a:effectLst/>
                <a:uLnTx/>
                <a:uFillTx/>
                <a:latin typeface="Tw Cen MT"/>
                <a:ea typeface="+mn-ea"/>
                <a:cs typeface="+mn-cs"/>
              </a:rPr>
              <a:t>: </a:t>
            </a:r>
            <a:r>
              <a:rPr kumimoji="0" lang="en-US" sz="2800" b="0" u="none" strike="noStrike" kern="1200" cap="none" spc="0" normalizeH="0" baseline="0" noProof="0" dirty="0">
                <a:ln>
                  <a:noFill/>
                </a:ln>
                <a:solidFill>
                  <a:prstClr val="black"/>
                </a:solidFill>
                <a:effectLst/>
                <a:uLnTx/>
                <a:uFillTx/>
                <a:latin typeface="Tw Cen MT"/>
                <a:ea typeface="+mn-ea"/>
                <a:cs typeface="+mn-cs"/>
              </a:rPr>
              <a:t>If all investors use identical Markowitz analysis applied to the same universe of securities for the same time horizon and use the same input list, they all must arrive at the same composition of the optimal risky portfolio.</a:t>
            </a:r>
          </a:p>
          <a:p>
            <a:pPr marL="0" indent="-106670">
              <a:spcBef>
                <a:spcPts val="550"/>
              </a:spcBef>
              <a:buClr>
                <a:srgbClr val="2DA2BF"/>
              </a:buClr>
              <a:buSzPct val="70000"/>
              <a:buNone/>
              <a:defRPr/>
            </a:pPr>
            <a:endParaRPr kumimoji="0" lang="en-US" sz="2800" b="1" i="1" u="none" strike="noStrike" kern="1200" cap="none" spc="0" normalizeH="0" baseline="0" noProof="0" dirty="0">
              <a:ln>
                <a:noFill/>
              </a:ln>
              <a:solidFill>
                <a:srgbClr val="DA1F28">
                  <a:lumMod val="60000"/>
                  <a:lumOff val="40000"/>
                </a:srgbClr>
              </a:solidFill>
              <a:effectLst/>
              <a:uLnTx/>
              <a:uFillTx/>
              <a:latin typeface="Tw Cen MT"/>
              <a:ea typeface="+mn-ea"/>
              <a:cs typeface="+mn-cs"/>
            </a:endParaRPr>
          </a:p>
          <a:p>
            <a:pPr marL="0" indent="-106670">
              <a:spcBef>
                <a:spcPts val="550"/>
              </a:spcBef>
              <a:buClr>
                <a:srgbClr val="2DA2BF"/>
              </a:buClr>
              <a:buSzPct val="70000"/>
              <a:buNone/>
              <a:defRPr/>
            </a:pPr>
            <a:r>
              <a:rPr kumimoji="0" lang="en-US" sz="2800" b="1" u="none" strike="noStrike" kern="1200" cap="none" spc="0" normalizeH="0" baseline="0" noProof="0" dirty="0">
                <a:ln>
                  <a:noFill/>
                </a:ln>
                <a:solidFill>
                  <a:srgbClr val="DA1F28">
                    <a:lumMod val="60000"/>
                    <a:lumOff val="40000"/>
                  </a:srgbClr>
                </a:solidFill>
                <a:effectLst/>
                <a:uLnTx/>
                <a:uFillTx/>
                <a:latin typeface="Tw Cen MT"/>
                <a:ea typeface="+mn-ea"/>
                <a:cs typeface="+mn-cs"/>
              </a:rPr>
              <a:t>Why does the market portfolio include all traded assets?</a:t>
            </a:r>
            <a:r>
              <a:rPr kumimoji="0" lang="en-US" sz="2800" b="0" u="none" strike="noStrike" kern="1200" cap="none" spc="0" normalizeH="0" baseline="0" noProof="0" dirty="0">
                <a:ln>
                  <a:noFill/>
                </a:ln>
                <a:solidFill>
                  <a:srgbClr val="DA1F28">
                    <a:lumMod val="60000"/>
                    <a:lumOff val="40000"/>
                  </a:srgbClr>
                </a:solidFill>
                <a:effectLst/>
                <a:uLnTx/>
                <a:uFillTx/>
                <a:latin typeface="Tw Cen MT"/>
                <a:ea typeface="+mn-ea"/>
                <a:cs typeface="+mn-cs"/>
              </a:rPr>
              <a:t> </a:t>
            </a:r>
            <a:r>
              <a:rPr kumimoji="0" lang="en-US" sz="2800" b="0" u="none" strike="noStrike" kern="1200" cap="none" spc="0" normalizeH="0" baseline="0" noProof="0" dirty="0">
                <a:ln>
                  <a:noFill/>
                </a:ln>
                <a:solidFill>
                  <a:prstClr val="black"/>
                </a:solidFill>
                <a:effectLst/>
                <a:uLnTx/>
                <a:uFillTx/>
                <a:latin typeface="Tw Cen MT"/>
                <a:ea typeface="+mn-ea"/>
                <a:cs typeface="+mn-cs"/>
              </a:rPr>
              <a:t>Suppose Stock A is not included in M. When all investors avoid Stock A, the demand is zero and the stock price will fall. As Stock A gets cheaper, it becomes more attractive. Ultimately, Stock A reaches a price where it is attractive enough to include in the optimal risky portfolio (the market portfolio). </a:t>
            </a:r>
            <a:endParaRPr kumimoji="0" lang="en-US" sz="2800" b="1" u="none" strike="noStrike" kern="1200" cap="none" spc="0" normalizeH="0" baseline="0" noProof="0" dirty="0">
              <a:ln>
                <a:noFill/>
              </a:ln>
              <a:solidFill>
                <a:prstClr val="black"/>
              </a:solidFill>
              <a:effectLst/>
              <a:uLnTx/>
              <a:uFillTx/>
              <a:latin typeface="Tw Cen MT"/>
              <a:ea typeface="+mn-ea"/>
              <a:cs typeface="+mn-cs"/>
            </a:endParaRPr>
          </a:p>
          <a:p>
            <a:pPr marL="426710" lvl="1" indent="0">
              <a:buClr>
                <a:srgbClr val="DA1F28"/>
              </a:buClr>
              <a:buNone/>
              <a:defRPr/>
            </a:pPr>
            <a:endParaRPr lang="en-US" sz="2800" dirty="0">
              <a:solidFill>
                <a:sysClr val="windowText" lastClr="000000"/>
              </a:solidFill>
              <a:latin typeface="Tw Cen MT"/>
            </a:endParaRPr>
          </a:p>
        </p:txBody>
      </p:sp>
    </p:spTree>
    <p:extLst>
      <p:ext uri="{BB962C8B-B14F-4D97-AF65-F5344CB8AC3E}">
        <p14:creationId xmlns:p14="http://schemas.microsoft.com/office/powerpoint/2010/main" val="2517304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2: Capital Market Line (CML)</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70873" y="615823"/>
            <a:ext cx="11850254"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0">
              <a:spcBef>
                <a:spcPts val="700"/>
              </a:spcBef>
              <a:buClr>
                <a:srgbClr val="DA1F28"/>
              </a:buClr>
              <a:buNone/>
              <a:defRPr/>
            </a:pPr>
            <a:r>
              <a:rPr lang="en-US" sz="3200" b="1" dirty="0">
                <a:solidFill>
                  <a:prstClr val="black"/>
                </a:solidFill>
                <a:latin typeface="Tw Cen MT"/>
              </a:rPr>
              <a:t>Result 2: Capital market line (CML)</a:t>
            </a: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3200" b="0" i="1" u="none" strike="noStrike" kern="1200" cap="none" spc="0" normalizeH="0" baseline="0" noProof="0" dirty="0">
                <a:ln>
                  <a:noFill/>
                </a:ln>
                <a:solidFill>
                  <a:srgbClr val="000000"/>
                </a:solidFill>
                <a:effectLst/>
                <a:uLnTx/>
                <a:uFillTx/>
                <a:latin typeface="Tw Cen MT"/>
                <a:ea typeface="+mn-ea"/>
                <a:cs typeface="+mn-cs"/>
              </a:rPr>
              <a:t>All investors hold M as their optimal risky portfolio, differing only in the amount invested in it versus in the risk-free asset.</a:t>
            </a:r>
          </a:p>
          <a:p>
            <a:pPr marL="426710" lvl="1" indent="0">
              <a:buClr>
                <a:srgbClr val="DA1F28"/>
              </a:buClr>
              <a:buNone/>
              <a:defRPr/>
            </a:pPr>
            <a:endParaRPr lang="en-US" sz="2800" dirty="0">
              <a:solidFill>
                <a:sysClr val="windowText" lastClr="000000"/>
              </a:solidFill>
              <a:latin typeface="Tw Cen MT"/>
            </a:endParaRPr>
          </a:p>
        </p:txBody>
      </p:sp>
      <p:cxnSp>
        <p:nvCxnSpPr>
          <p:cNvPr id="2" name="Straight Connector 1">
            <a:extLst>
              <a:ext uri="{FF2B5EF4-FFF2-40B4-BE49-F238E27FC236}">
                <a16:creationId xmlns:a16="http://schemas.microsoft.com/office/drawing/2014/main" id="{16D96077-EED3-A402-F77B-A4F09209A37D}"/>
              </a:ext>
            </a:extLst>
          </p:cNvPr>
          <p:cNvCxnSpPr/>
          <p:nvPr/>
        </p:nvCxnSpPr>
        <p:spPr>
          <a:xfrm>
            <a:off x="1586800" y="2773704"/>
            <a:ext cx="0" cy="27432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 name="Straight Connector 2">
            <a:extLst>
              <a:ext uri="{FF2B5EF4-FFF2-40B4-BE49-F238E27FC236}">
                <a16:creationId xmlns:a16="http://schemas.microsoft.com/office/drawing/2014/main" id="{1E098B18-D626-6A1E-E74C-D39256C1BC01}"/>
              </a:ext>
            </a:extLst>
          </p:cNvPr>
          <p:cNvCxnSpPr/>
          <p:nvPr/>
        </p:nvCxnSpPr>
        <p:spPr>
          <a:xfrm>
            <a:off x="1586800" y="5516904"/>
            <a:ext cx="34544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4" name="Straight Connector 3">
            <a:extLst>
              <a:ext uri="{FF2B5EF4-FFF2-40B4-BE49-F238E27FC236}">
                <a16:creationId xmlns:a16="http://schemas.microsoft.com/office/drawing/2014/main" id="{016B81AB-153F-BF98-BBE0-974AD00C0235}"/>
              </a:ext>
            </a:extLst>
          </p:cNvPr>
          <p:cNvCxnSpPr/>
          <p:nvPr/>
        </p:nvCxnSpPr>
        <p:spPr>
          <a:xfrm flipV="1">
            <a:off x="1586800" y="3586504"/>
            <a:ext cx="2946400" cy="1422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6" name="TextBox 5">
            <a:extLst>
              <a:ext uri="{FF2B5EF4-FFF2-40B4-BE49-F238E27FC236}">
                <a16:creationId xmlns:a16="http://schemas.microsoft.com/office/drawing/2014/main" id="{2620582C-8F11-5BC3-15C0-3C5B5F8F2078}"/>
              </a:ext>
            </a:extLst>
          </p:cNvPr>
          <p:cNvSpPr txBox="1"/>
          <p:nvPr/>
        </p:nvSpPr>
        <p:spPr>
          <a:xfrm>
            <a:off x="4572000" y="3195663"/>
            <a:ext cx="1524000" cy="461665"/>
          </a:xfrm>
          <a:prstGeom prst="rect">
            <a:avLst/>
          </a:prstGeom>
          <a:noFill/>
        </p:spPr>
        <p:txBody>
          <a:bodyPr wrap="square" rtlCol="0">
            <a:spAutoFit/>
          </a:bodyPr>
          <a:lstStyle/>
          <a:p>
            <a:pPr defTabSz="1219170"/>
            <a:r>
              <a:rPr lang="en-US" sz="2400" b="1" dirty="0">
                <a:solidFill>
                  <a:srgbClr val="EC767C"/>
                </a:solidFill>
                <a:latin typeface="Tw Cen MT"/>
              </a:rPr>
              <a:t>CML</a:t>
            </a:r>
          </a:p>
        </p:txBody>
      </p:sp>
      <p:sp>
        <p:nvSpPr>
          <p:cNvPr id="9" name="TextBox 8">
            <a:extLst>
              <a:ext uri="{FF2B5EF4-FFF2-40B4-BE49-F238E27FC236}">
                <a16:creationId xmlns:a16="http://schemas.microsoft.com/office/drawing/2014/main" id="{2521D54E-1420-768C-C2C0-51AA8748E5C4}"/>
              </a:ext>
            </a:extLst>
          </p:cNvPr>
          <p:cNvSpPr txBox="1"/>
          <p:nvPr/>
        </p:nvSpPr>
        <p:spPr>
          <a:xfrm>
            <a:off x="4542164" y="5618505"/>
            <a:ext cx="1524000" cy="461665"/>
          </a:xfrm>
          <a:prstGeom prst="rect">
            <a:avLst/>
          </a:prstGeom>
          <a:noFill/>
        </p:spPr>
        <p:txBody>
          <a:bodyPr wrap="square" rtlCol="0">
            <a:spAutoFit/>
          </a:bodyPr>
          <a:lstStyle/>
          <a:p>
            <a:pPr defTabSz="1219170"/>
            <a:r>
              <a:rPr lang="en-US" sz="2400" b="1" dirty="0" err="1">
                <a:latin typeface="Tw Cen MT"/>
              </a:rPr>
              <a:t>Std</a:t>
            </a:r>
            <a:endParaRPr lang="en-US" sz="2400" b="1" dirty="0">
              <a:latin typeface="Tw Cen MT"/>
            </a:endParaRPr>
          </a:p>
        </p:txBody>
      </p:sp>
      <p:sp>
        <p:nvSpPr>
          <p:cNvPr id="10" name="TextBox 9">
            <a:extLst>
              <a:ext uri="{FF2B5EF4-FFF2-40B4-BE49-F238E27FC236}">
                <a16:creationId xmlns:a16="http://schemas.microsoft.com/office/drawing/2014/main" id="{E26AE841-FAC1-C68E-45B3-676355C30801}"/>
              </a:ext>
            </a:extLst>
          </p:cNvPr>
          <p:cNvSpPr txBox="1"/>
          <p:nvPr/>
        </p:nvSpPr>
        <p:spPr>
          <a:xfrm>
            <a:off x="875600" y="2773705"/>
            <a:ext cx="1524000" cy="461665"/>
          </a:xfrm>
          <a:prstGeom prst="rect">
            <a:avLst/>
          </a:prstGeom>
          <a:noFill/>
        </p:spPr>
        <p:txBody>
          <a:bodyPr wrap="square" rtlCol="0">
            <a:spAutoFit/>
          </a:bodyPr>
          <a:lstStyle/>
          <a:p>
            <a:pPr defTabSz="1219170"/>
            <a:r>
              <a:rPr lang="en-US" sz="2400" b="1" dirty="0">
                <a:latin typeface="Tw Cen MT"/>
              </a:rPr>
              <a:t>E(</a:t>
            </a:r>
            <a:r>
              <a:rPr lang="en-US" sz="2400" b="1" dirty="0" err="1">
                <a:latin typeface="Tw Cen MT"/>
              </a:rPr>
              <a:t>r</a:t>
            </a:r>
            <a:r>
              <a:rPr lang="en-US" sz="2400" b="1" baseline="-25000" dirty="0" err="1">
                <a:latin typeface="Tw Cen MT"/>
              </a:rPr>
              <a:t>r</a:t>
            </a:r>
            <a:r>
              <a:rPr lang="en-US" sz="2400" b="1" dirty="0">
                <a:latin typeface="Tw Cen MT"/>
              </a:rPr>
              <a:t>)</a:t>
            </a:r>
          </a:p>
        </p:txBody>
      </p:sp>
      <p:sp>
        <p:nvSpPr>
          <p:cNvPr id="11" name="TextBox 10">
            <a:extLst>
              <a:ext uri="{FF2B5EF4-FFF2-40B4-BE49-F238E27FC236}">
                <a16:creationId xmlns:a16="http://schemas.microsoft.com/office/drawing/2014/main" id="{97CB0790-D350-BBCB-71CE-9E10E0AE8FC7}"/>
              </a:ext>
            </a:extLst>
          </p:cNvPr>
          <p:cNvSpPr txBox="1"/>
          <p:nvPr/>
        </p:nvSpPr>
        <p:spPr>
          <a:xfrm>
            <a:off x="1180400" y="4719663"/>
            <a:ext cx="609600" cy="461665"/>
          </a:xfrm>
          <a:prstGeom prst="rect">
            <a:avLst/>
          </a:prstGeom>
          <a:noFill/>
        </p:spPr>
        <p:txBody>
          <a:bodyPr wrap="square" rtlCol="0">
            <a:spAutoFit/>
          </a:bodyPr>
          <a:lstStyle/>
          <a:p>
            <a:pPr defTabSz="1219170"/>
            <a:r>
              <a:rPr lang="en-US" sz="2400" b="1" dirty="0" err="1">
                <a:solidFill>
                  <a:srgbClr val="EC767C"/>
                </a:solidFill>
                <a:latin typeface="Tw Cen MT"/>
              </a:rPr>
              <a:t>r</a:t>
            </a:r>
            <a:r>
              <a:rPr lang="en-US" sz="2400" b="1" baseline="-25000" dirty="0" err="1">
                <a:solidFill>
                  <a:srgbClr val="EC767C"/>
                </a:solidFill>
                <a:latin typeface="Tw Cen MT"/>
              </a:rPr>
              <a:t>f</a:t>
            </a:r>
            <a:endParaRPr lang="en-US" sz="2400" b="1" dirty="0">
              <a:solidFill>
                <a:srgbClr val="EC767C"/>
              </a:solidFill>
              <a:latin typeface="Tw Cen MT"/>
            </a:endParaRPr>
          </a:p>
        </p:txBody>
      </p:sp>
      <p:cxnSp>
        <p:nvCxnSpPr>
          <p:cNvPr id="12" name="Straight Connector 11">
            <a:extLst>
              <a:ext uri="{FF2B5EF4-FFF2-40B4-BE49-F238E27FC236}">
                <a16:creationId xmlns:a16="http://schemas.microsoft.com/office/drawing/2014/main" id="{E8FE323E-B1B6-B69E-90A7-3CC80E8B4A8D}"/>
              </a:ext>
            </a:extLst>
          </p:cNvPr>
          <p:cNvCxnSpPr/>
          <p:nvPr/>
        </p:nvCxnSpPr>
        <p:spPr>
          <a:xfrm>
            <a:off x="3314000" y="4196104"/>
            <a:ext cx="0" cy="1320800"/>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cxnSp>
        <p:nvCxnSpPr>
          <p:cNvPr id="13" name="Straight Connector 12">
            <a:extLst>
              <a:ext uri="{FF2B5EF4-FFF2-40B4-BE49-F238E27FC236}">
                <a16:creationId xmlns:a16="http://schemas.microsoft.com/office/drawing/2014/main" id="{6C9992FB-16B3-21E7-D238-4DFF8138BF3E}"/>
              </a:ext>
            </a:extLst>
          </p:cNvPr>
          <p:cNvCxnSpPr/>
          <p:nvPr/>
        </p:nvCxnSpPr>
        <p:spPr>
          <a:xfrm>
            <a:off x="1564521" y="4196104"/>
            <a:ext cx="1727200" cy="0"/>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sp>
        <p:nvSpPr>
          <p:cNvPr id="14" name="TextBox 13">
            <a:extLst>
              <a:ext uri="{FF2B5EF4-FFF2-40B4-BE49-F238E27FC236}">
                <a16:creationId xmlns:a16="http://schemas.microsoft.com/office/drawing/2014/main" id="{8324A13C-A4F2-6C24-D922-94699D86A99B}"/>
              </a:ext>
            </a:extLst>
          </p:cNvPr>
          <p:cNvSpPr txBox="1"/>
          <p:nvPr/>
        </p:nvSpPr>
        <p:spPr>
          <a:xfrm>
            <a:off x="786485" y="3913589"/>
            <a:ext cx="914400" cy="461665"/>
          </a:xfrm>
          <a:prstGeom prst="rect">
            <a:avLst/>
          </a:prstGeom>
          <a:noFill/>
        </p:spPr>
        <p:txBody>
          <a:bodyPr wrap="square" rtlCol="0">
            <a:spAutoFit/>
          </a:bodyPr>
          <a:lstStyle/>
          <a:p>
            <a:pPr defTabSz="1219170"/>
            <a:r>
              <a:rPr lang="en-US" sz="2400" b="1" dirty="0">
                <a:solidFill>
                  <a:srgbClr val="EC767C"/>
                </a:solidFill>
                <a:latin typeface="Tw Cen MT"/>
              </a:rPr>
              <a:t>E(</a:t>
            </a:r>
            <a:r>
              <a:rPr lang="en-US" sz="2400" b="1" dirty="0" err="1">
                <a:solidFill>
                  <a:srgbClr val="EC767C"/>
                </a:solidFill>
                <a:latin typeface="Tw Cen MT"/>
              </a:rPr>
              <a:t>r</a:t>
            </a:r>
            <a:r>
              <a:rPr lang="en-US" sz="2400" b="1" baseline="-25000" dirty="0" err="1">
                <a:solidFill>
                  <a:srgbClr val="EC767C"/>
                </a:solidFill>
                <a:latin typeface="Tw Cen MT"/>
              </a:rPr>
              <a:t>m</a:t>
            </a:r>
            <a:r>
              <a:rPr lang="en-US" sz="2400" b="1" dirty="0">
                <a:solidFill>
                  <a:srgbClr val="EC767C"/>
                </a:solidFill>
                <a:latin typeface="Tw Cen MT"/>
              </a:rPr>
              <a:t>)</a:t>
            </a:r>
          </a:p>
        </p:txBody>
      </p:sp>
      <p:sp>
        <p:nvSpPr>
          <p:cNvPr id="15" name="TextBox 14">
            <a:extLst>
              <a:ext uri="{FF2B5EF4-FFF2-40B4-BE49-F238E27FC236}">
                <a16:creationId xmlns:a16="http://schemas.microsoft.com/office/drawing/2014/main" id="{A92ADD99-A4EE-1876-0C62-70339950B4F6}"/>
              </a:ext>
            </a:extLst>
          </p:cNvPr>
          <p:cNvSpPr txBox="1"/>
          <p:nvPr/>
        </p:nvSpPr>
        <p:spPr>
          <a:xfrm>
            <a:off x="3031479" y="3636811"/>
            <a:ext cx="1524000" cy="461665"/>
          </a:xfrm>
          <a:prstGeom prst="rect">
            <a:avLst/>
          </a:prstGeom>
          <a:noFill/>
        </p:spPr>
        <p:txBody>
          <a:bodyPr wrap="square" rtlCol="0">
            <a:spAutoFit/>
          </a:bodyPr>
          <a:lstStyle/>
          <a:p>
            <a:pPr defTabSz="1219170"/>
            <a:r>
              <a:rPr lang="en-US" sz="2400" b="1" dirty="0">
                <a:solidFill>
                  <a:srgbClr val="EC767C"/>
                </a:solidFill>
                <a:latin typeface="Tw Cen MT"/>
              </a:rPr>
              <a:t>M</a:t>
            </a:r>
          </a:p>
        </p:txBody>
      </p:sp>
      <p:sp>
        <p:nvSpPr>
          <p:cNvPr id="16" name="Oval 15">
            <a:extLst>
              <a:ext uri="{FF2B5EF4-FFF2-40B4-BE49-F238E27FC236}">
                <a16:creationId xmlns:a16="http://schemas.microsoft.com/office/drawing/2014/main" id="{188CE28F-56C5-8216-AABA-2B08E7C96160}"/>
              </a:ext>
            </a:extLst>
          </p:cNvPr>
          <p:cNvSpPr/>
          <p:nvPr/>
        </p:nvSpPr>
        <p:spPr>
          <a:xfrm>
            <a:off x="3190121" y="4094504"/>
            <a:ext cx="203200" cy="203200"/>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EC767C"/>
              </a:solidFill>
              <a:effectLst/>
              <a:uLnTx/>
              <a:uFillTx/>
              <a:latin typeface="Tw Cen MT"/>
              <a:ea typeface="+mn-ea"/>
              <a:cs typeface="+mn-cs"/>
            </a:endParaRPr>
          </a:p>
        </p:txBody>
      </p:sp>
      <p:graphicFrame>
        <p:nvGraphicFramePr>
          <p:cNvPr id="17" name="Object 16">
            <a:extLst>
              <a:ext uri="{FF2B5EF4-FFF2-40B4-BE49-F238E27FC236}">
                <a16:creationId xmlns:a16="http://schemas.microsoft.com/office/drawing/2014/main" id="{3B1E647F-EA93-779A-C0FA-A97FEB6EDA6D}"/>
              </a:ext>
            </a:extLst>
          </p:cNvPr>
          <p:cNvGraphicFramePr>
            <a:graphicFrameLocks noChangeAspect="1"/>
          </p:cNvGraphicFramePr>
          <p:nvPr>
            <p:extLst>
              <p:ext uri="{D42A27DB-BD31-4B8C-83A1-F6EECF244321}">
                <p14:modId xmlns:p14="http://schemas.microsoft.com/office/powerpoint/2010/main" val="898843355"/>
              </p:ext>
            </p:extLst>
          </p:nvPr>
        </p:nvGraphicFramePr>
        <p:xfrm>
          <a:off x="3160119" y="5565141"/>
          <a:ext cx="496308" cy="392911"/>
        </p:xfrm>
        <a:graphic>
          <a:graphicData uri="http://schemas.openxmlformats.org/presentationml/2006/ole">
            <mc:AlternateContent xmlns:mc="http://schemas.openxmlformats.org/markup-compatibility/2006">
              <mc:Choice xmlns:v="urn:schemas-microsoft-com:vml" Requires="v">
                <p:oleObj name="Equation" r:id="rId2" imgW="304800" imgH="241300" progId="Equation.3">
                  <p:embed/>
                </p:oleObj>
              </mc:Choice>
              <mc:Fallback>
                <p:oleObj name="Equation" r:id="rId2" imgW="304800" imgH="241300" progId="Equation.3">
                  <p:embed/>
                  <p:pic>
                    <p:nvPicPr>
                      <p:cNvPr id="17" name="Object 16">
                        <a:extLst>
                          <a:ext uri="{FF2B5EF4-FFF2-40B4-BE49-F238E27FC236}">
                            <a16:creationId xmlns:a16="http://schemas.microsoft.com/office/drawing/2014/main" id="{3B1E647F-EA93-779A-C0FA-A97FEB6EDA6D}"/>
                          </a:ext>
                        </a:extLst>
                      </p:cNvPr>
                      <p:cNvPicPr/>
                      <p:nvPr/>
                    </p:nvPicPr>
                    <p:blipFill>
                      <a:blip r:embed="rId3"/>
                      <a:stretch>
                        <a:fillRect/>
                      </a:stretch>
                    </p:blipFill>
                    <p:spPr>
                      <a:xfrm>
                        <a:off x="3160119" y="5565141"/>
                        <a:ext cx="496308" cy="392911"/>
                      </a:xfrm>
                      <a:prstGeom prst="rect">
                        <a:avLst/>
                      </a:prstGeom>
                    </p:spPr>
                  </p:pic>
                </p:oleObj>
              </mc:Fallback>
            </mc:AlternateContent>
          </a:graphicData>
        </a:graphic>
      </p:graphicFrame>
      <p:sp>
        <p:nvSpPr>
          <p:cNvPr id="18" name="Content Placeholder 2">
            <a:extLst>
              <a:ext uri="{FF2B5EF4-FFF2-40B4-BE49-F238E27FC236}">
                <a16:creationId xmlns:a16="http://schemas.microsoft.com/office/drawing/2014/main" id="{67F914EB-811B-4AB0-5537-0AF63ACDADBA}"/>
              </a:ext>
            </a:extLst>
          </p:cNvPr>
          <p:cNvSpPr txBox="1">
            <a:spLocks/>
          </p:cNvSpPr>
          <p:nvPr/>
        </p:nvSpPr>
        <p:spPr>
          <a:xfrm>
            <a:off x="6260399" y="2863135"/>
            <a:ext cx="5580968" cy="1856528"/>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marR="0" lvl="0" indent="0" algn="just" defTabSz="914400" rtl="0" eaLnBrk="1" fontAlgn="auto" latinLnBrk="0" hangingPunct="1">
              <a:lnSpc>
                <a:spcPct val="100000"/>
              </a:lnSpc>
              <a:spcBef>
                <a:spcPts val="700"/>
              </a:spcBef>
              <a:spcAft>
                <a:spcPts val="0"/>
              </a:spcAft>
              <a:buClr>
                <a:srgbClr val="DA1F28"/>
              </a:buClr>
              <a:buSzPct val="60000"/>
              <a:buNone/>
              <a:tabLst/>
              <a:defRPr/>
            </a:pPr>
            <a:r>
              <a:rPr kumimoji="0" lang="en-US" sz="2600" b="0" u="none" strike="noStrike" kern="1200" cap="none" spc="0" normalizeH="0" baseline="0" noProof="0" dirty="0">
                <a:ln>
                  <a:noFill/>
                </a:ln>
                <a:solidFill>
                  <a:prstClr val="black"/>
                </a:solidFill>
                <a:effectLst/>
                <a:uLnTx/>
                <a:uFillTx/>
                <a:latin typeface="Tw Cen MT"/>
                <a:ea typeface="+mn-ea"/>
                <a:cs typeface="+mn-cs"/>
              </a:rPr>
              <a:t>Result 2 implies that investors do not need to engage in security selection. Instead, they only hold the market portfolio and the risk-free asset in their portfolio. That is, </a:t>
            </a:r>
            <a:r>
              <a:rPr kumimoji="0" lang="en-US" sz="2600" b="1" u="none" strike="noStrike" kern="1200" cap="none" spc="0" normalizeH="0" baseline="0" noProof="0" dirty="0">
                <a:ln>
                  <a:noFill/>
                </a:ln>
                <a:solidFill>
                  <a:srgbClr val="DA1F28">
                    <a:lumMod val="60000"/>
                    <a:lumOff val="40000"/>
                  </a:srgbClr>
                </a:solidFill>
                <a:effectLst/>
                <a:uLnTx/>
                <a:uFillTx/>
                <a:latin typeface="Tw Cen MT"/>
                <a:ea typeface="+mn-ea"/>
                <a:cs typeface="+mn-cs"/>
              </a:rPr>
              <a:t>passive strategy is efficient</a:t>
            </a:r>
            <a:r>
              <a:rPr kumimoji="0" lang="en-US" sz="2600" b="0" u="none" strike="noStrike" kern="1200" cap="none" spc="0" normalizeH="0" baseline="0" noProof="0" dirty="0">
                <a:ln>
                  <a:noFill/>
                </a:ln>
                <a:solidFill>
                  <a:prstClr val="black"/>
                </a:solidFill>
                <a:effectLst/>
                <a:uLnTx/>
                <a:uFillTx/>
                <a:latin typeface="Tw Cen MT"/>
                <a:ea typeface="+mn-ea"/>
                <a:cs typeface="+mn-cs"/>
              </a:rPr>
              <a:t>.</a:t>
            </a:r>
          </a:p>
        </p:txBody>
      </p:sp>
    </p:spTree>
    <p:extLst>
      <p:ext uri="{BB962C8B-B14F-4D97-AF65-F5344CB8AC3E}">
        <p14:creationId xmlns:p14="http://schemas.microsoft.com/office/powerpoint/2010/main" val="120193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3: Risk-Premium of The Market Portfolio</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221291" y="681438"/>
            <a:ext cx="1157447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0">
              <a:spcBef>
                <a:spcPts val="700"/>
              </a:spcBef>
              <a:buClr>
                <a:srgbClr val="DA1F28"/>
              </a:buClr>
              <a:buNone/>
              <a:defRPr/>
            </a:pPr>
            <a:r>
              <a:rPr kumimoji="0" lang="en-US" sz="3200" b="1" u="none" strike="noStrike" kern="1200" cap="none" spc="0" normalizeH="0" baseline="0" noProof="0" dirty="0">
                <a:ln>
                  <a:noFill/>
                </a:ln>
                <a:solidFill>
                  <a:prstClr val="black"/>
                </a:solidFill>
                <a:effectLst/>
                <a:uLnTx/>
                <a:uFillTx/>
                <a:latin typeface="Tw Cen MT"/>
                <a:ea typeface="+mn-ea"/>
                <a:cs typeface="+mn-cs"/>
              </a:rPr>
              <a:t>Result 3: Risk-premium on the market portfolio</a:t>
            </a: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3200" b="0" i="1" u="none" strike="noStrike" kern="1200" cap="none" spc="0" normalizeH="0" baseline="0" noProof="0" dirty="0">
                <a:ln>
                  <a:noFill/>
                </a:ln>
                <a:solidFill>
                  <a:prstClr val="black"/>
                </a:solidFill>
                <a:effectLst/>
                <a:uLnTx/>
                <a:uFillTx/>
                <a:latin typeface="Tw Cen MT"/>
                <a:ea typeface="+mn-ea"/>
                <a:cs typeface="+mn-cs"/>
              </a:rPr>
              <a:t>The risk premium of the market portfolio will be proportional to its risk and the degree of risk aversion of the representative investor.</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600" b="0" i="1"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600" b="0" i="1"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ctr" defTabSz="914400" rtl="0" eaLnBrk="1" fontAlgn="auto" latinLnBrk="0" hangingPunct="1">
              <a:lnSpc>
                <a:spcPct val="100000"/>
              </a:lnSpc>
              <a:spcBef>
                <a:spcPts val="550"/>
              </a:spcBef>
              <a:spcAft>
                <a:spcPts val="0"/>
              </a:spcAft>
              <a:buClr>
                <a:srgbClr val="2DA2BF"/>
              </a:buClr>
              <a:buSzPct val="70000"/>
              <a:buFont typeface="Wingdings 2"/>
              <a:buNone/>
              <a:tabLst/>
              <a:defRPr/>
            </a:pPr>
            <a:br>
              <a:rPr kumimoji="0" lang="en-US" sz="2600" b="0" i="1" u="none" strike="noStrike" kern="1200" cap="none" spc="0" normalizeH="0" baseline="0" noProof="0" dirty="0">
                <a:ln>
                  <a:noFill/>
                </a:ln>
                <a:solidFill>
                  <a:prstClr val="black"/>
                </a:solidFill>
                <a:effectLst/>
                <a:uLnTx/>
                <a:uFillTx/>
                <a:latin typeface="Tw Cen MT"/>
                <a:ea typeface="+mn-ea"/>
                <a:cs typeface="+mn-cs"/>
              </a:rPr>
            </a:br>
            <a:br>
              <a:rPr kumimoji="0" lang="en-US" sz="2600" b="0" i="1" u="none" strike="noStrike" kern="1200" cap="none" spc="0" normalizeH="0" baseline="0" noProof="0" dirty="0">
                <a:ln>
                  <a:noFill/>
                </a:ln>
                <a:solidFill>
                  <a:prstClr val="black"/>
                </a:solidFill>
                <a:effectLst/>
                <a:uLnTx/>
                <a:uFillTx/>
                <a:latin typeface="Tw Cen MT"/>
                <a:ea typeface="+mn-ea"/>
                <a:cs typeface="+mn-cs"/>
              </a:rPr>
            </a:br>
            <a:br>
              <a:rPr kumimoji="0" lang="en-US" sz="2600" b="0" i="1" u="none" strike="noStrike" kern="1200" cap="none" spc="0" normalizeH="0" baseline="0" noProof="0" dirty="0">
                <a:ln>
                  <a:noFill/>
                </a:ln>
                <a:solidFill>
                  <a:prstClr val="black"/>
                </a:solidFill>
                <a:effectLst/>
                <a:uLnTx/>
                <a:uFillTx/>
                <a:latin typeface="Tw Cen MT"/>
                <a:ea typeface="+mn-ea"/>
                <a:cs typeface="+mn-cs"/>
              </a:rPr>
            </a:br>
            <a:r>
              <a:rPr kumimoji="0" lang="en-US" sz="2600" b="0" i="1" u="none" strike="noStrike" kern="1200" cap="none" spc="0" normalizeH="0" baseline="0" noProof="0" dirty="0">
                <a:ln>
                  <a:noFill/>
                </a:ln>
                <a:solidFill>
                  <a:prstClr val="black"/>
                </a:solidFill>
                <a:effectLst/>
                <a:uLnTx/>
                <a:uFillTx/>
                <a:latin typeface="Tw Cen MT"/>
                <a:ea typeface="+mn-ea"/>
                <a:cs typeface="+mn-cs"/>
              </a:rPr>
              <a:t>Risk premium of the market portfolio is equal to </a:t>
            </a:r>
            <a:br>
              <a:rPr kumimoji="0" lang="en-US" sz="2600" b="0" i="1" u="none" strike="noStrike" kern="1200" cap="none" spc="0" normalizeH="0" baseline="0" noProof="0" dirty="0">
                <a:ln>
                  <a:noFill/>
                </a:ln>
                <a:solidFill>
                  <a:prstClr val="black"/>
                </a:solidFill>
                <a:effectLst/>
                <a:uLnTx/>
                <a:uFillTx/>
                <a:latin typeface="Tw Cen MT"/>
                <a:ea typeface="+mn-ea"/>
                <a:cs typeface="+mn-cs"/>
              </a:rPr>
            </a:br>
            <a:r>
              <a:rPr kumimoji="0" lang="en-US" sz="2600" b="0" i="1" u="none" strike="noStrike" kern="1200" cap="none" spc="0" normalizeH="0" baseline="0" noProof="0" dirty="0">
                <a:ln>
                  <a:noFill/>
                </a:ln>
                <a:solidFill>
                  <a:srgbClr val="EC767C"/>
                </a:solidFill>
                <a:effectLst/>
                <a:uLnTx/>
                <a:uFillTx/>
                <a:latin typeface="Tw Cen MT"/>
                <a:ea typeface="+mn-ea"/>
                <a:cs typeface="+mn-cs"/>
              </a:rPr>
              <a:t>average degree of risk aversion * the variance of the market portfolio</a:t>
            </a:r>
          </a:p>
          <a:p>
            <a:pPr marL="426710" lvl="1" indent="0">
              <a:buClr>
                <a:srgbClr val="DA1F28"/>
              </a:buClr>
              <a:buNone/>
              <a:defRPr/>
            </a:pPr>
            <a:endParaRPr lang="en-US" sz="2800" dirty="0">
              <a:solidFill>
                <a:sysClr val="windowText" lastClr="000000"/>
              </a:solidFill>
              <a:latin typeface="Tw Cen MT"/>
            </a:endParaRPr>
          </a:p>
        </p:txBody>
      </p:sp>
      <p:graphicFrame>
        <p:nvGraphicFramePr>
          <p:cNvPr id="2" name="Object 1">
            <a:extLst>
              <a:ext uri="{FF2B5EF4-FFF2-40B4-BE49-F238E27FC236}">
                <a16:creationId xmlns:a16="http://schemas.microsoft.com/office/drawing/2014/main" id="{BAB84E05-4C1D-AE2D-7D00-FE13CAD089C3}"/>
              </a:ext>
            </a:extLst>
          </p:cNvPr>
          <p:cNvGraphicFramePr>
            <a:graphicFrameLocks noChangeAspect="1"/>
          </p:cNvGraphicFramePr>
          <p:nvPr>
            <p:extLst>
              <p:ext uri="{D42A27DB-BD31-4B8C-83A1-F6EECF244321}">
                <p14:modId xmlns:p14="http://schemas.microsoft.com/office/powerpoint/2010/main" val="3650471576"/>
              </p:ext>
            </p:extLst>
          </p:nvPr>
        </p:nvGraphicFramePr>
        <p:xfrm>
          <a:off x="3151297" y="2865364"/>
          <a:ext cx="4831167" cy="1127272"/>
        </p:xfrm>
        <a:graphic>
          <a:graphicData uri="http://schemas.openxmlformats.org/presentationml/2006/ole">
            <mc:AlternateContent xmlns:mc="http://schemas.openxmlformats.org/markup-compatibility/2006">
              <mc:Choice xmlns:v="urn:schemas-microsoft-com:vml" Requires="v">
                <p:oleObj name="Equation" r:id="rId3" imgW="1143000" imgH="266700" progId="Equation.3">
                  <p:embed/>
                </p:oleObj>
              </mc:Choice>
              <mc:Fallback>
                <p:oleObj name="Equation" r:id="rId3" imgW="1143000" imgH="266700" progId="Equation.3">
                  <p:embed/>
                  <p:pic>
                    <p:nvPicPr>
                      <p:cNvPr id="2" name="Object 1">
                        <a:extLst>
                          <a:ext uri="{FF2B5EF4-FFF2-40B4-BE49-F238E27FC236}">
                            <a16:creationId xmlns:a16="http://schemas.microsoft.com/office/drawing/2014/main" id="{BAB84E05-4C1D-AE2D-7D00-FE13CAD089C3}"/>
                          </a:ext>
                        </a:extLst>
                      </p:cNvPr>
                      <p:cNvPicPr/>
                      <p:nvPr/>
                    </p:nvPicPr>
                    <p:blipFill>
                      <a:blip r:embed="rId4"/>
                      <a:stretch>
                        <a:fillRect/>
                      </a:stretch>
                    </p:blipFill>
                    <p:spPr>
                      <a:xfrm>
                        <a:off x="3151297" y="2865364"/>
                        <a:ext cx="4831167" cy="1127272"/>
                      </a:xfrm>
                      <a:prstGeom prst="rect">
                        <a:avLst/>
                      </a:prstGeom>
                    </p:spPr>
                  </p:pic>
                </p:oleObj>
              </mc:Fallback>
            </mc:AlternateContent>
          </a:graphicData>
        </a:graphic>
      </p:graphicFrame>
    </p:spTree>
    <p:extLst>
      <p:ext uri="{BB962C8B-B14F-4D97-AF65-F5344CB8AC3E}">
        <p14:creationId xmlns:p14="http://schemas.microsoft.com/office/powerpoint/2010/main" val="1919898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3: Risk-Premium of The Market Portfolio</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95560" y="601428"/>
            <a:ext cx="1195869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106670">
              <a:spcBef>
                <a:spcPts val="550"/>
              </a:spcBef>
              <a:buClr>
                <a:srgbClr val="2DA2BF"/>
              </a:buClr>
              <a:buSzPct val="70000"/>
              <a:buNone/>
              <a:defRPr/>
            </a:pPr>
            <a:r>
              <a:rPr kumimoji="0" lang="en-US" sz="2800" b="1" u="none" strike="noStrike" kern="1200" cap="none" spc="0" normalizeH="0" baseline="0" noProof="0" dirty="0">
                <a:ln>
                  <a:noFill/>
                </a:ln>
                <a:solidFill>
                  <a:srgbClr val="EC767C"/>
                </a:solidFill>
                <a:effectLst/>
                <a:uLnTx/>
                <a:uFillTx/>
                <a:latin typeface="Tw Cen MT"/>
                <a:ea typeface="+mn-ea"/>
                <a:cs typeface="+mn-cs"/>
              </a:rPr>
              <a:t>Rationale behind Result 3</a:t>
            </a:r>
            <a:r>
              <a:rPr kumimoji="0" lang="en-US" sz="2800" b="0" u="none" strike="noStrike" kern="1200" cap="none" spc="0" normalizeH="0" baseline="0" noProof="0" dirty="0">
                <a:ln>
                  <a:noFill/>
                </a:ln>
                <a:solidFill>
                  <a:prstClr val="black"/>
                </a:solidFill>
                <a:effectLst/>
                <a:uLnTx/>
                <a:uFillTx/>
                <a:latin typeface="Tw Cen MT"/>
                <a:ea typeface="+mn-ea"/>
                <a:cs typeface="+mn-cs"/>
              </a:rPr>
              <a:t>:</a:t>
            </a:r>
          </a:p>
          <a:p>
            <a:pPr marL="0" indent="-106670">
              <a:spcBef>
                <a:spcPts val="550"/>
              </a:spcBef>
              <a:buClr>
                <a:srgbClr val="2DA2BF"/>
              </a:buClr>
              <a:buSzPct val="70000"/>
              <a:buNone/>
              <a:defRPr/>
            </a:pPr>
            <a:r>
              <a:rPr kumimoji="0" lang="en-US" sz="2800" b="0" u="none" strike="noStrike" kern="1200" cap="none" spc="0" normalizeH="0" baseline="0" noProof="0" dirty="0">
                <a:ln>
                  <a:noFill/>
                </a:ln>
                <a:solidFill>
                  <a:prstClr val="black"/>
                </a:solidFill>
                <a:effectLst/>
                <a:uLnTx/>
                <a:uFillTx/>
                <a:latin typeface="Tw Cen MT"/>
                <a:ea typeface="+mn-ea"/>
                <a:cs typeface="+mn-cs"/>
              </a:rPr>
              <a:t>In the simplified CAPM economy, risk-free investments involve borrowing and lending among investors. Any borrowing position must be offset by the lending position of the creditor. </a:t>
            </a:r>
            <a:r>
              <a:rPr kumimoji="0" lang="en-US" sz="2800" b="0" u="none" strike="noStrike" kern="1200" cap="none" spc="0" normalizeH="0" baseline="0" noProof="0" dirty="0">
                <a:ln>
                  <a:noFill/>
                </a:ln>
                <a:solidFill>
                  <a:srgbClr val="DA1F28">
                    <a:lumMod val="60000"/>
                    <a:lumOff val="40000"/>
                  </a:srgbClr>
                </a:solidFill>
                <a:effectLst/>
                <a:uLnTx/>
                <a:uFillTx/>
                <a:latin typeface="Tw Cen MT"/>
                <a:ea typeface="+mn-ea"/>
                <a:cs typeface="+mn-cs"/>
              </a:rPr>
              <a:t>This means that net borrowing and lending across all investors must be zero.</a:t>
            </a:r>
          </a:p>
          <a:p>
            <a:pPr marL="0" indent="-106670">
              <a:spcBef>
                <a:spcPts val="550"/>
              </a:spcBef>
              <a:buClr>
                <a:srgbClr val="2DA2BF"/>
              </a:buClr>
              <a:buSzPct val="70000"/>
              <a:buNone/>
              <a:defRPr/>
            </a:pPr>
            <a:endParaRPr kumimoji="0" lang="en-US" sz="2800" b="0" i="1" u="none" strike="noStrike" kern="1200" cap="none" spc="0" normalizeH="0" baseline="0" noProof="0" dirty="0">
              <a:ln>
                <a:noFill/>
              </a:ln>
              <a:solidFill>
                <a:prstClr val="black"/>
              </a:solidFill>
              <a:effectLst/>
              <a:uLnTx/>
              <a:uFillTx/>
              <a:latin typeface="Tw Cen MT"/>
              <a:ea typeface="+mn-ea"/>
              <a:cs typeface="+mn-cs"/>
            </a:endParaRPr>
          </a:p>
          <a:p>
            <a:pPr marL="0" indent="-106670">
              <a:spcBef>
                <a:spcPts val="550"/>
              </a:spcBef>
              <a:buClr>
                <a:srgbClr val="2DA2BF"/>
              </a:buClr>
              <a:buSzPct val="70000"/>
              <a:buNone/>
              <a:defRPr/>
            </a:pPr>
            <a:r>
              <a:rPr kumimoji="0" lang="en-US" sz="2800" b="0" u="none" strike="noStrike" kern="1200" cap="none" spc="0" normalizeH="0" baseline="0" noProof="0" dirty="0">
                <a:ln>
                  <a:noFill/>
                </a:ln>
                <a:solidFill>
                  <a:prstClr val="black"/>
                </a:solidFill>
                <a:effectLst/>
                <a:uLnTx/>
                <a:uFillTx/>
                <a:latin typeface="Tw Cen MT"/>
                <a:ea typeface="+mn-ea"/>
                <a:cs typeface="+mn-cs"/>
              </a:rPr>
              <a:t>Substituting the representative investor investor’s risk aversion for A, the average position in the risky portfolio is 100%. </a:t>
            </a:r>
            <a:br>
              <a:rPr kumimoji="0" lang="en-US" sz="2800" b="0" u="none" strike="noStrike" kern="1200" cap="none" spc="0" normalizeH="0" baseline="0" noProof="0" dirty="0">
                <a:ln>
                  <a:noFill/>
                </a:ln>
                <a:solidFill>
                  <a:prstClr val="black"/>
                </a:solidFill>
                <a:effectLst/>
                <a:uLnTx/>
                <a:uFillTx/>
                <a:latin typeface="Tw Cen MT"/>
                <a:ea typeface="+mn-ea"/>
                <a:cs typeface="+mn-cs"/>
              </a:rPr>
            </a:br>
            <a:r>
              <a:rPr kumimoji="0" lang="en-US" sz="2800" b="0" u="none" strike="noStrike" kern="1200" cap="none" spc="0" normalizeH="0" baseline="0" noProof="0" dirty="0">
                <a:ln>
                  <a:noFill/>
                </a:ln>
                <a:solidFill>
                  <a:prstClr val="black"/>
                </a:solidFill>
                <a:effectLst/>
                <a:uLnTx/>
                <a:uFillTx/>
                <a:latin typeface="Tw Cen MT"/>
                <a:ea typeface="+mn-ea"/>
                <a:cs typeface="+mn-cs"/>
              </a:rPr>
              <a:t>That is, </a:t>
            </a:r>
          </a:p>
          <a:p>
            <a:pPr marL="426710" lvl="1" indent="0">
              <a:buClr>
                <a:srgbClr val="DA1F28"/>
              </a:buClr>
              <a:buNone/>
              <a:defRPr/>
            </a:pPr>
            <a:endParaRPr lang="en-US" sz="2800" dirty="0">
              <a:solidFill>
                <a:sysClr val="windowText" lastClr="000000"/>
              </a:solidFill>
              <a:latin typeface="Tw Cen MT"/>
            </a:endParaRPr>
          </a:p>
        </p:txBody>
      </p:sp>
      <p:graphicFrame>
        <p:nvGraphicFramePr>
          <p:cNvPr id="2" name="Object 1">
            <a:extLst>
              <a:ext uri="{FF2B5EF4-FFF2-40B4-BE49-F238E27FC236}">
                <a16:creationId xmlns:a16="http://schemas.microsoft.com/office/drawing/2014/main" id="{BAB84E05-4C1D-AE2D-7D00-FE13CAD089C3}"/>
              </a:ext>
            </a:extLst>
          </p:cNvPr>
          <p:cNvGraphicFramePr>
            <a:graphicFrameLocks noChangeAspect="1"/>
          </p:cNvGraphicFramePr>
          <p:nvPr>
            <p:extLst>
              <p:ext uri="{D42A27DB-BD31-4B8C-83A1-F6EECF244321}">
                <p14:modId xmlns:p14="http://schemas.microsoft.com/office/powerpoint/2010/main" val="232963776"/>
              </p:ext>
            </p:extLst>
          </p:nvPr>
        </p:nvGraphicFramePr>
        <p:xfrm>
          <a:off x="5469848" y="5251619"/>
          <a:ext cx="3749262" cy="875021"/>
        </p:xfrm>
        <a:graphic>
          <a:graphicData uri="http://schemas.openxmlformats.org/presentationml/2006/ole">
            <mc:AlternateContent xmlns:mc="http://schemas.openxmlformats.org/markup-compatibility/2006">
              <mc:Choice xmlns:v="urn:schemas-microsoft-com:vml" Requires="v">
                <p:oleObj name="Equation" r:id="rId3" imgW="1143000" imgH="266700" progId="Equation.3">
                  <p:embed/>
                </p:oleObj>
              </mc:Choice>
              <mc:Fallback>
                <p:oleObj name="Equation" r:id="rId3" imgW="1143000" imgH="266700" progId="Equation.3">
                  <p:embed/>
                  <p:pic>
                    <p:nvPicPr>
                      <p:cNvPr id="2" name="Object 1">
                        <a:extLst>
                          <a:ext uri="{FF2B5EF4-FFF2-40B4-BE49-F238E27FC236}">
                            <a16:creationId xmlns:a16="http://schemas.microsoft.com/office/drawing/2014/main" id="{BAB84E05-4C1D-AE2D-7D00-FE13CAD089C3}"/>
                          </a:ext>
                        </a:extLst>
                      </p:cNvPr>
                      <p:cNvPicPr/>
                      <p:nvPr/>
                    </p:nvPicPr>
                    <p:blipFill>
                      <a:blip r:embed="rId4"/>
                      <a:stretch>
                        <a:fillRect/>
                      </a:stretch>
                    </p:blipFill>
                    <p:spPr>
                      <a:xfrm>
                        <a:off x="5469848" y="5251619"/>
                        <a:ext cx="3749262" cy="875021"/>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51135E71-BE3F-14AE-E4A3-AD70AF083591}"/>
              </a:ext>
            </a:extLst>
          </p:cNvPr>
          <p:cNvGraphicFramePr>
            <a:graphicFrameLocks noChangeAspect="1"/>
          </p:cNvGraphicFramePr>
          <p:nvPr>
            <p:extLst>
              <p:ext uri="{D42A27DB-BD31-4B8C-83A1-F6EECF244321}">
                <p14:modId xmlns:p14="http://schemas.microsoft.com/office/powerpoint/2010/main" val="3495920433"/>
              </p:ext>
            </p:extLst>
          </p:nvPr>
        </p:nvGraphicFramePr>
        <p:xfrm>
          <a:off x="1267659" y="4293247"/>
          <a:ext cx="904492" cy="686403"/>
        </p:xfrm>
        <a:graphic>
          <a:graphicData uri="http://schemas.openxmlformats.org/presentationml/2006/ole">
            <mc:AlternateContent xmlns:mc="http://schemas.openxmlformats.org/markup-compatibility/2006">
              <mc:Choice xmlns:v="urn:schemas-microsoft-com:vml" Requires="v">
                <p:oleObj name="Equation" r:id="rId5" imgW="317500" imgH="241300" progId="Equation.3">
                  <p:embed/>
                </p:oleObj>
              </mc:Choice>
              <mc:Fallback>
                <p:oleObj name="Equation" r:id="rId5" imgW="317500" imgH="241300" progId="Equation.3">
                  <p:embed/>
                  <p:pic>
                    <p:nvPicPr>
                      <p:cNvPr id="3" name="Object 2">
                        <a:extLst>
                          <a:ext uri="{FF2B5EF4-FFF2-40B4-BE49-F238E27FC236}">
                            <a16:creationId xmlns:a16="http://schemas.microsoft.com/office/drawing/2014/main" id="{51135E71-BE3F-14AE-E4A3-AD70AF083591}"/>
                          </a:ext>
                        </a:extLst>
                      </p:cNvPr>
                      <p:cNvPicPr/>
                      <p:nvPr/>
                    </p:nvPicPr>
                    <p:blipFill>
                      <a:blip r:embed="rId6"/>
                      <a:stretch>
                        <a:fillRect/>
                      </a:stretch>
                    </p:blipFill>
                    <p:spPr>
                      <a:xfrm>
                        <a:off x="1267659" y="4293247"/>
                        <a:ext cx="904492" cy="686403"/>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B57D16AC-2BCF-9277-9F36-70C31BCCB41B}"/>
              </a:ext>
            </a:extLst>
          </p:cNvPr>
          <p:cNvGraphicFramePr>
            <a:graphicFrameLocks noChangeAspect="1"/>
          </p:cNvGraphicFramePr>
          <p:nvPr>
            <p:extLst>
              <p:ext uri="{D42A27DB-BD31-4B8C-83A1-F6EECF244321}">
                <p14:modId xmlns:p14="http://schemas.microsoft.com/office/powerpoint/2010/main" val="2387200534"/>
              </p:ext>
            </p:extLst>
          </p:nvPr>
        </p:nvGraphicFramePr>
        <p:xfrm>
          <a:off x="2110073" y="5216829"/>
          <a:ext cx="2109142" cy="1088781"/>
        </p:xfrm>
        <a:graphic>
          <a:graphicData uri="http://schemas.openxmlformats.org/presentationml/2006/ole">
            <mc:AlternateContent xmlns:mc="http://schemas.openxmlformats.org/markup-compatibility/2006">
              <mc:Choice xmlns:v="urn:schemas-microsoft-com:vml" Requires="v">
                <p:oleObj name="Equation" r:id="rId7" imgW="838200" imgH="431800" progId="Equation.3">
                  <p:embed/>
                </p:oleObj>
              </mc:Choice>
              <mc:Fallback>
                <p:oleObj name="Equation" r:id="rId7" imgW="838200" imgH="431800" progId="Equation.3">
                  <p:embed/>
                  <p:pic>
                    <p:nvPicPr>
                      <p:cNvPr id="4" name="Object 3">
                        <a:extLst>
                          <a:ext uri="{FF2B5EF4-FFF2-40B4-BE49-F238E27FC236}">
                            <a16:creationId xmlns:a16="http://schemas.microsoft.com/office/drawing/2014/main" id="{B57D16AC-2BCF-9277-9F36-70C31BCCB41B}"/>
                          </a:ext>
                        </a:extLst>
                      </p:cNvPr>
                      <p:cNvPicPr/>
                      <p:nvPr/>
                    </p:nvPicPr>
                    <p:blipFill>
                      <a:blip r:embed="rId8"/>
                      <a:stretch>
                        <a:fillRect/>
                      </a:stretch>
                    </p:blipFill>
                    <p:spPr>
                      <a:xfrm>
                        <a:off x="2110073" y="5216829"/>
                        <a:ext cx="2109142" cy="1088781"/>
                      </a:xfrm>
                      <a:prstGeom prst="rect">
                        <a:avLst/>
                      </a:prstGeom>
                    </p:spPr>
                  </p:pic>
                </p:oleObj>
              </mc:Fallback>
            </mc:AlternateContent>
          </a:graphicData>
        </a:graphic>
      </p:graphicFrame>
      <p:cxnSp>
        <p:nvCxnSpPr>
          <p:cNvPr id="6" name="Straight Arrow Connector 5">
            <a:extLst>
              <a:ext uri="{FF2B5EF4-FFF2-40B4-BE49-F238E27FC236}">
                <a16:creationId xmlns:a16="http://schemas.microsoft.com/office/drawing/2014/main" id="{483A888C-3FB6-CE42-8F95-89B74BFBD470}"/>
              </a:ext>
            </a:extLst>
          </p:cNvPr>
          <p:cNvCxnSpPr>
            <a:cxnSpLocks/>
          </p:cNvCxnSpPr>
          <p:nvPr/>
        </p:nvCxnSpPr>
        <p:spPr>
          <a:xfrm>
            <a:off x="4330425" y="5724717"/>
            <a:ext cx="923192" cy="0"/>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352304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4: Risk-Premium on Individual Assets and Security Market 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233306" y="601427"/>
            <a:ext cx="1195869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0">
              <a:spcBef>
                <a:spcPts val="700"/>
              </a:spcBef>
              <a:buClr>
                <a:srgbClr val="DA1F28"/>
              </a:buClr>
              <a:buNone/>
              <a:defRPr/>
            </a:pPr>
            <a:r>
              <a:rPr kumimoji="0" lang="en-US" sz="3200" b="1" i="0" u="none" strike="noStrike" kern="1200" cap="none" spc="0" normalizeH="0" baseline="0" noProof="0" dirty="0">
                <a:ln>
                  <a:noFill/>
                </a:ln>
                <a:solidFill>
                  <a:srgbClr val="000000"/>
                </a:solidFill>
                <a:effectLst/>
                <a:uLnTx/>
                <a:uFillTx/>
                <a:latin typeface="Tw Cen MT"/>
                <a:ea typeface="+mn-ea"/>
                <a:cs typeface="+mn-cs"/>
              </a:rPr>
              <a:t>Result 4: </a:t>
            </a:r>
            <a:r>
              <a:rPr kumimoji="0" lang="en-US" sz="3200" b="1" i="0" u="none" strike="noStrike" kern="1200" cap="none" spc="0" normalizeH="0" baseline="0" noProof="0" dirty="0">
                <a:ln>
                  <a:noFill/>
                </a:ln>
                <a:solidFill>
                  <a:prstClr val="black"/>
                </a:solidFill>
                <a:effectLst/>
                <a:uLnTx/>
                <a:uFillTx/>
                <a:latin typeface="Tw Cen MT"/>
                <a:ea typeface="+mn-ea"/>
                <a:cs typeface="+mn-cs"/>
              </a:rPr>
              <a:t>Risk-premium on individual assets and </a:t>
            </a:r>
            <a:r>
              <a:rPr kumimoji="0" lang="en-US" sz="3200" b="1" i="0" u="none" strike="noStrike" kern="1200" cap="none" spc="0" normalizeH="0" baseline="0" noProof="0" dirty="0">
                <a:ln>
                  <a:noFill/>
                </a:ln>
                <a:solidFill>
                  <a:srgbClr val="EC767C"/>
                </a:solidFill>
                <a:effectLst/>
                <a:uLnTx/>
                <a:uFillTx/>
                <a:latin typeface="Tw Cen MT"/>
                <a:ea typeface="+mn-ea"/>
                <a:cs typeface="+mn-cs"/>
              </a:rPr>
              <a:t>SML (security market line)</a:t>
            </a: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2800" b="0" i="1" u="none" strike="noStrike" kern="1200" cap="none" spc="0" normalizeH="0" baseline="0" noProof="0" dirty="0">
                <a:ln>
                  <a:noFill/>
                </a:ln>
                <a:solidFill>
                  <a:srgbClr val="000000"/>
                </a:solidFill>
                <a:effectLst/>
                <a:uLnTx/>
                <a:uFillTx/>
                <a:latin typeface="Tw Cen MT"/>
                <a:ea typeface="+mn-ea"/>
                <a:cs typeface="+mn-cs"/>
              </a:rPr>
              <a:t>The risk premium on individual asset will be proportional to the risk premium on the market portfolio, M, and the beta coefficient of the security relative to the market portfolio.</a:t>
            </a:r>
          </a:p>
          <a:p>
            <a:pPr marL="426710" lvl="1" indent="0">
              <a:buClr>
                <a:srgbClr val="DA1F28"/>
              </a:buClr>
              <a:buNone/>
              <a:defRPr/>
            </a:pPr>
            <a:endParaRPr lang="en-US" sz="2800" dirty="0">
              <a:solidFill>
                <a:sysClr val="windowText" lastClr="000000"/>
              </a:solidFill>
              <a:latin typeface="Tw Cen MT"/>
            </a:endParaRPr>
          </a:p>
        </p:txBody>
      </p:sp>
      <p:graphicFrame>
        <p:nvGraphicFramePr>
          <p:cNvPr id="9" name="Object 8">
            <a:extLst>
              <a:ext uri="{FF2B5EF4-FFF2-40B4-BE49-F238E27FC236}">
                <a16:creationId xmlns:a16="http://schemas.microsoft.com/office/drawing/2014/main" id="{8CA876AA-5775-218D-C298-DB59884E4457}"/>
              </a:ext>
            </a:extLst>
          </p:cNvPr>
          <p:cNvGraphicFramePr>
            <a:graphicFrameLocks noChangeAspect="1"/>
          </p:cNvGraphicFramePr>
          <p:nvPr>
            <p:extLst>
              <p:ext uri="{D42A27DB-BD31-4B8C-83A1-F6EECF244321}">
                <p14:modId xmlns:p14="http://schemas.microsoft.com/office/powerpoint/2010/main" val="3744044476"/>
              </p:ext>
            </p:extLst>
          </p:nvPr>
        </p:nvGraphicFramePr>
        <p:xfrm>
          <a:off x="2644614" y="4003242"/>
          <a:ext cx="2201032" cy="984245"/>
        </p:xfrm>
        <a:graphic>
          <a:graphicData uri="http://schemas.openxmlformats.org/presentationml/2006/ole">
            <mc:AlternateContent xmlns:mc="http://schemas.openxmlformats.org/markup-compatibility/2006">
              <mc:Choice xmlns:v="urn:schemas-microsoft-com:vml" Requires="v">
                <p:oleObj name="Equation" r:id="rId3" imgW="965200" imgH="431800" progId="Equation.3">
                  <p:embed/>
                </p:oleObj>
              </mc:Choice>
              <mc:Fallback>
                <p:oleObj name="Equation" r:id="rId3" imgW="965200" imgH="431800" progId="Equation.3">
                  <p:embed/>
                  <p:pic>
                    <p:nvPicPr>
                      <p:cNvPr id="9" name="Object 8">
                        <a:extLst>
                          <a:ext uri="{FF2B5EF4-FFF2-40B4-BE49-F238E27FC236}">
                            <a16:creationId xmlns:a16="http://schemas.microsoft.com/office/drawing/2014/main" id="{8CA876AA-5775-218D-C298-DB59884E4457}"/>
                          </a:ext>
                        </a:extLst>
                      </p:cNvPr>
                      <p:cNvPicPr/>
                      <p:nvPr/>
                    </p:nvPicPr>
                    <p:blipFill>
                      <a:blip r:embed="rId4"/>
                      <a:stretch>
                        <a:fillRect/>
                      </a:stretch>
                    </p:blipFill>
                    <p:spPr>
                      <a:xfrm>
                        <a:off x="2644614" y="4003242"/>
                        <a:ext cx="2201032" cy="984245"/>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A44B8260-8E46-F0F5-4DE7-13AAAA23E289}"/>
              </a:ext>
            </a:extLst>
          </p:cNvPr>
          <p:cNvGraphicFramePr>
            <a:graphicFrameLocks noChangeAspect="1"/>
          </p:cNvGraphicFramePr>
          <p:nvPr>
            <p:extLst>
              <p:ext uri="{D42A27DB-BD31-4B8C-83A1-F6EECF244321}">
                <p14:modId xmlns:p14="http://schemas.microsoft.com/office/powerpoint/2010/main" val="3241459630"/>
              </p:ext>
            </p:extLst>
          </p:nvPr>
        </p:nvGraphicFramePr>
        <p:xfrm>
          <a:off x="1900349" y="3302140"/>
          <a:ext cx="3689562" cy="553060"/>
        </p:xfrm>
        <a:graphic>
          <a:graphicData uri="http://schemas.openxmlformats.org/presentationml/2006/ole">
            <mc:AlternateContent xmlns:mc="http://schemas.openxmlformats.org/markup-compatibility/2006">
              <mc:Choice xmlns:v="urn:schemas-microsoft-com:vml" Requires="v">
                <p:oleObj name="Equation" r:id="rId5" imgW="1524000" imgH="228600" progId="Equation.3">
                  <p:embed/>
                </p:oleObj>
              </mc:Choice>
              <mc:Fallback>
                <p:oleObj name="Equation" r:id="rId5" imgW="1524000" imgH="228600" progId="Equation.3">
                  <p:embed/>
                  <p:pic>
                    <p:nvPicPr>
                      <p:cNvPr id="10" name="Object 9">
                        <a:extLst>
                          <a:ext uri="{FF2B5EF4-FFF2-40B4-BE49-F238E27FC236}">
                            <a16:creationId xmlns:a16="http://schemas.microsoft.com/office/drawing/2014/main" id="{A44B8260-8E46-F0F5-4DE7-13AAAA23E289}"/>
                          </a:ext>
                        </a:extLst>
                      </p:cNvPr>
                      <p:cNvPicPr/>
                      <p:nvPr/>
                    </p:nvPicPr>
                    <p:blipFill>
                      <a:blip r:embed="rId6"/>
                      <a:stretch>
                        <a:fillRect/>
                      </a:stretch>
                    </p:blipFill>
                    <p:spPr>
                      <a:xfrm>
                        <a:off x="1900349" y="3302140"/>
                        <a:ext cx="3689562" cy="55306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FB167899-CFBD-D1BA-7D0E-69DFAD93DC9C}"/>
              </a:ext>
            </a:extLst>
          </p:cNvPr>
          <p:cNvGraphicFramePr>
            <a:graphicFrameLocks noChangeAspect="1"/>
          </p:cNvGraphicFramePr>
          <p:nvPr>
            <p:extLst>
              <p:ext uri="{D42A27DB-BD31-4B8C-83A1-F6EECF244321}">
                <p14:modId xmlns:p14="http://schemas.microsoft.com/office/powerpoint/2010/main" val="3317838044"/>
              </p:ext>
            </p:extLst>
          </p:nvPr>
        </p:nvGraphicFramePr>
        <p:xfrm>
          <a:off x="1903572" y="5441024"/>
          <a:ext cx="3686339" cy="553059"/>
        </p:xfrm>
        <a:graphic>
          <a:graphicData uri="http://schemas.openxmlformats.org/presentationml/2006/ole">
            <mc:AlternateContent xmlns:mc="http://schemas.openxmlformats.org/markup-compatibility/2006">
              <mc:Choice xmlns:v="urn:schemas-microsoft-com:vml" Requires="v">
                <p:oleObj name="Equation" r:id="rId7" imgW="1524000" imgH="228600" progId="Equation.3">
                  <p:embed/>
                </p:oleObj>
              </mc:Choice>
              <mc:Fallback>
                <p:oleObj name="Equation" r:id="rId7" imgW="1524000" imgH="228600" progId="Equation.3">
                  <p:embed/>
                  <p:pic>
                    <p:nvPicPr>
                      <p:cNvPr id="11" name="Object 10">
                        <a:extLst>
                          <a:ext uri="{FF2B5EF4-FFF2-40B4-BE49-F238E27FC236}">
                            <a16:creationId xmlns:a16="http://schemas.microsoft.com/office/drawing/2014/main" id="{FB167899-CFBD-D1BA-7D0E-69DFAD93DC9C}"/>
                          </a:ext>
                        </a:extLst>
                      </p:cNvPr>
                      <p:cNvPicPr/>
                      <p:nvPr/>
                    </p:nvPicPr>
                    <p:blipFill>
                      <a:blip r:embed="rId8"/>
                      <a:stretch>
                        <a:fillRect/>
                      </a:stretch>
                    </p:blipFill>
                    <p:spPr>
                      <a:xfrm>
                        <a:off x="1903572" y="5441024"/>
                        <a:ext cx="3686339" cy="553059"/>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0EB9CFF7-3543-7F87-30DD-F1CDA699B64F}"/>
              </a:ext>
            </a:extLst>
          </p:cNvPr>
          <p:cNvSpPr txBox="1"/>
          <p:nvPr/>
        </p:nvSpPr>
        <p:spPr>
          <a:xfrm>
            <a:off x="1641326" y="2493621"/>
            <a:ext cx="1237196" cy="523220"/>
          </a:xfrm>
          <a:prstGeom prst="rect">
            <a:avLst/>
          </a:prstGeom>
          <a:noFill/>
        </p:spPr>
        <p:txBody>
          <a:bodyPr wrap="square">
            <a:spAutoFit/>
          </a:bodyPr>
          <a:lstStyle/>
          <a:p>
            <a:r>
              <a:rPr kumimoji="0" lang="en-US" sz="2800" b="0" i="0" u="none" strike="noStrike" kern="1200" cap="none" spc="0" normalizeH="0" baseline="0" noProof="0" dirty="0">
                <a:ln>
                  <a:noFill/>
                </a:ln>
                <a:solidFill>
                  <a:schemeClr val="accent2"/>
                </a:solidFill>
                <a:effectLst/>
                <a:uLnTx/>
                <a:uFillTx/>
                <a:latin typeface="Tw Cen MT"/>
                <a:ea typeface="+mn-ea"/>
                <a:cs typeface="+mn-cs"/>
                <a:hlinkClick r:id="rId9">
                  <a:extLst>
                    <a:ext uri="{A12FA001-AC4F-418D-AE19-62706E023703}">
                      <ahyp:hlinkClr xmlns:ahyp="http://schemas.microsoft.com/office/drawing/2018/hyperlinkcolor" val="tx"/>
                    </a:ext>
                  </a:extLst>
                </a:hlinkClick>
              </a:rPr>
              <a:t>Proof</a:t>
            </a:r>
            <a:endParaRPr lang="en-SG" sz="2800" dirty="0">
              <a:solidFill>
                <a:schemeClr val="accent2"/>
              </a:solidFill>
            </a:endParaRPr>
          </a:p>
        </p:txBody>
      </p:sp>
      <p:sp>
        <p:nvSpPr>
          <p:cNvPr id="14" name="TextBox 13">
            <a:extLst>
              <a:ext uri="{FF2B5EF4-FFF2-40B4-BE49-F238E27FC236}">
                <a16:creationId xmlns:a16="http://schemas.microsoft.com/office/drawing/2014/main" id="{58B3EB6F-457C-886E-1605-294EEDD82863}"/>
              </a:ext>
            </a:extLst>
          </p:cNvPr>
          <p:cNvSpPr txBox="1"/>
          <p:nvPr/>
        </p:nvSpPr>
        <p:spPr>
          <a:xfrm>
            <a:off x="5843039" y="5338166"/>
            <a:ext cx="5395546" cy="584775"/>
          </a:xfrm>
          <a:prstGeom prst="rect">
            <a:avLst/>
          </a:prstGeom>
          <a:noFill/>
        </p:spPr>
        <p:txBody>
          <a:bodyPr wrap="square" rtlCol="0">
            <a:spAutoFit/>
          </a:bodyPr>
          <a:lstStyle/>
          <a:p>
            <a:r>
              <a:rPr lang="en-US" sz="3200" b="1" dirty="0">
                <a:solidFill>
                  <a:srgbClr val="DA1F28">
                    <a:lumMod val="60000"/>
                    <a:lumOff val="40000"/>
                  </a:srgbClr>
                </a:solidFill>
                <a:latin typeface="Tw Cen MT"/>
              </a:rPr>
              <a:t>---  Security Market Line (SML)</a:t>
            </a:r>
          </a:p>
        </p:txBody>
      </p:sp>
    </p:spTree>
    <p:extLst>
      <p:ext uri="{BB962C8B-B14F-4D97-AF65-F5344CB8AC3E}">
        <p14:creationId xmlns:p14="http://schemas.microsoft.com/office/powerpoint/2010/main" val="3740207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4: Risk-Premium on Individual Assets and Security Market 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95560" y="601428"/>
            <a:ext cx="1195869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Beta </a:t>
            </a:r>
            <a:r>
              <a:rPr kumimoji="0" lang="en-US" sz="2800" b="0" i="0" u="none" strike="noStrike" kern="1200" cap="none" spc="0" normalizeH="0" baseline="0" noProof="0" dirty="0">
                <a:ln>
                  <a:noFill/>
                </a:ln>
                <a:solidFill>
                  <a:prstClr val="black"/>
                </a:solidFill>
                <a:effectLst/>
                <a:uLnTx/>
                <a:uFillTx/>
                <a:latin typeface="Tw Cen MT"/>
                <a:ea typeface="+mn-ea"/>
                <a:cs typeface="+mn-cs"/>
              </a:rPr>
              <a:t>is a risk measure which measures</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 how an individual stock co-moves with the market.</a:t>
            </a:r>
            <a:endParaRPr kumimoji="0" lang="en-US" sz="2800" b="0" i="0" u="none" strike="noStrike" kern="1200" cap="none" spc="0" normalizeH="0" baseline="0" noProof="0" dirty="0">
              <a:ln>
                <a:noFill/>
              </a:ln>
              <a:solidFill>
                <a:srgbClr val="000000"/>
              </a:solidFill>
              <a:effectLst/>
              <a:uLnTx/>
              <a:uFillTx/>
              <a:latin typeface="Tw Cen MT"/>
              <a:ea typeface="+mn-ea"/>
              <a:cs typeface="+mn-cs"/>
            </a:endParaRP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srgbClr val="000000"/>
                </a:solidFill>
                <a:effectLst/>
                <a:uLnTx/>
                <a:uFillTx/>
                <a:latin typeface="Tw Cen MT"/>
                <a:ea typeface="+mn-ea"/>
                <a:cs typeface="+mn-cs"/>
              </a:rPr>
              <a:t>If a stock has a beta of 2, it implies that _____</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srgbClr val="000000"/>
                </a:solidFill>
                <a:effectLst/>
                <a:uLnTx/>
                <a:uFillTx/>
                <a:latin typeface="Tw Cen MT"/>
                <a:ea typeface="+mn-ea"/>
                <a:cs typeface="+mn-cs"/>
              </a:rPr>
              <a:t>The market portfolio’s beta = ____</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Portfolio’s beta is the weighted average of each security’s beta.</a:t>
            </a:r>
          </a:p>
          <a:p>
            <a:pPr marL="426710" lvl="1" indent="0">
              <a:buClr>
                <a:srgbClr val="DA1F28"/>
              </a:buClr>
              <a:buNone/>
              <a:defRPr/>
            </a:pPr>
            <a:endParaRPr lang="en-US" sz="2800" dirty="0">
              <a:solidFill>
                <a:sysClr val="windowText" lastClr="000000"/>
              </a:solidFill>
              <a:latin typeface="Tw Cen MT"/>
            </a:endParaRPr>
          </a:p>
        </p:txBody>
      </p:sp>
      <p:sp>
        <p:nvSpPr>
          <p:cNvPr id="2" name="TextBox 1">
            <a:extLst>
              <a:ext uri="{FF2B5EF4-FFF2-40B4-BE49-F238E27FC236}">
                <a16:creationId xmlns:a16="http://schemas.microsoft.com/office/drawing/2014/main" id="{4F717CB9-27CE-3797-1F39-C62D42DF5CE0}"/>
              </a:ext>
            </a:extLst>
          </p:cNvPr>
          <p:cNvSpPr txBox="1"/>
          <p:nvPr/>
        </p:nvSpPr>
        <p:spPr>
          <a:xfrm>
            <a:off x="5078627" y="3941805"/>
            <a:ext cx="2372497" cy="1334530"/>
          </a:xfrm>
          <a:prstGeom prst="rect">
            <a:avLst/>
          </a:prstGeom>
          <a:noFill/>
        </p:spPr>
        <p:txBody>
          <a:bodyPr wrap="square" rtlCol="0">
            <a:spAutoFit/>
          </a:bodyPr>
          <a:lstStyle/>
          <a:p>
            <a:endParaRPr lang="en-US"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4043E40-B557-BFF7-8E54-62FB6FD65D45}"/>
                  </a:ext>
                </a:extLst>
              </p14:cNvPr>
              <p14:cNvContentPartPr/>
              <p14:nvPr/>
            </p14:nvContentPartPr>
            <p14:xfrm>
              <a:off x="5618240" y="2066360"/>
              <a:ext cx="33120" cy="267120"/>
            </p14:xfrm>
          </p:contentPart>
        </mc:Choice>
        <mc:Fallback xmlns="">
          <p:pic>
            <p:nvPicPr>
              <p:cNvPr id="3" name="Ink 2">
                <a:extLst>
                  <a:ext uri="{FF2B5EF4-FFF2-40B4-BE49-F238E27FC236}">
                    <a16:creationId xmlns:a16="http://schemas.microsoft.com/office/drawing/2014/main" id="{04043E40-B557-BFF7-8E54-62FB6FD65D45}"/>
                  </a:ext>
                </a:extLst>
              </p:cNvPr>
              <p:cNvPicPr/>
              <p:nvPr/>
            </p:nvPicPr>
            <p:blipFill>
              <a:blip r:embed="rId4"/>
              <a:stretch>
                <a:fillRect/>
              </a:stretch>
            </p:blipFill>
            <p:spPr>
              <a:xfrm>
                <a:off x="5612120" y="2060240"/>
                <a:ext cx="45360" cy="279360"/>
              </a:xfrm>
              <a:prstGeom prst="rect">
                <a:avLst/>
              </a:prstGeom>
            </p:spPr>
          </p:pic>
        </mc:Fallback>
      </mc:AlternateContent>
      <p:grpSp>
        <p:nvGrpSpPr>
          <p:cNvPr id="9" name="Group 8">
            <a:extLst>
              <a:ext uri="{FF2B5EF4-FFF2-40B4-BE49-F238E27FC236}">
                <a16:creationId xmlns:a16="http://schemas.microsoft.com/office/drawing/2014/main" id="{20582085-EE82-AC4D-005D-186099631627}"/>
              </a:ext>
            </a:extLst>
          </p:cNvPr>
          <p:cNvGrpSpPr/>
          <p:nvPr/>
        </p:nvGrpSpPr>
        <p:grpSpPr>
          <a:xfrm>
            <a:off x="6903800" y="1631480"/>
            <a:ext cx="274680" cy="365040"/>
            <a:chOff x="6903800" y="1631480"/>
            <a:chExt cx="274680" cy="36504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57C4915-1571-D567-779E-E3E44EF1F04C}"/>
                    </a:ext>
                  </a:extLst>
                </p14:cNvPr>
                <p14:cNvContentPartPr/>
                <p14:nvPr/>
              </p14:nvContentPartPr>
              <p14:xfrm>
                <a:off x="6903800" y="1631480"/>
                <a:ext cx="147240" cy="281520"/>
              </p14:xfrm>
            </p:contentPart>
          </mc:Choice>
          <mc:Fallback xmlns="">
            <p:pic>
              <p:nvPicPr>
                <p:cNvPr id="4" name="Ink 3">
                  <a:extLst>
                    <a:ext uri="{FF2B5EF4-FFF2-40B4-BE49-F238E27FC236}">
                      <a16:creationId xmlns:a16="http://schemas.microsoft.com/office/drawing/2014/main" id="{357C4915-1571-D567-779E-E3E44EF1F04C}"/>
                    </a:ext>
                  </a:extLst>
                </p:cNvPr>
                <p:cNvPicPr/>
                <p:nvPr/>
              </p:nvPicPr>
              <p:blipFill>
                <a:blip r:embed="rId6"/>
                <a:stretch>
                  <a:fillRect/>
                </a:stretch>
              </p:blipFill>
              <p:spPr>
                <a:xfrm>
                  <a:off x="6897680" y="1625360"/>
                  <a:ext cx="1594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F14557A3-E9ED-E460-B83D-23475419CA97}"/>
                    </a:ext>
                  </a:extLst>
                </p14:cNvPr>
                <p14:cNvContentPartPr/>
                <p14:nvPr/>
              </p14:nvContentPartPr>
              <p14:xfrm>
                <a:off x="6989840" y="1873760"/>
                <a:ext cx="188640" cy="122760"/>
              </p14:xfrm>
            </p:contentPart>
          </mc:Choice>
          <mc:Fallback xmlns="">
            <p:pic>
              <p:nvPicPr>
                <p:cNvPr id="6" name="Ink 5">
                  <a:extLst>
                    <a:ext uri="{FF2B5EF4-FFF2-40B4-BE49-F238E27FC236}">
                      <a16:creationId xmlns:a16="http://schemas.microsoft.com/office/drawing/2014/main" id="{F14557A3-E9ED-E460-B83D-23475419CA97}"/>
                    </a:ext>
                  </a:extLst>
                </p:cNvPr>
                <p:cNvPicPr/>
                <p:nvPr/>
              </p:nvPicPr>
              <p:blipFill>
                <a:blip r:embed="rId8"/>
                <a:stretch>
                  <a:fillRect/>
                </a:stretch>
              </p:blipFill>
              <p:spPr>
                <a:xfrm>
                  <a:off x="6983720" y="1867640"/>
                  <a:ext cx="200880" cy="135000"/>
                </a:xfrm>
                <a:prstGeom prst="rect">
                  <a:avLst/>
                </a:prstGeom>
              </p:spPr>
            </p:pic>
          </mc:Fallback>
        </mc:AlternateContent>
      </p:grpSp>
      <p:grpSp>
        <p:nvGrpSpPr>
          <p:cNvPr id="21" name="Group 20">
            <a:extLst>
              <a:ext uri="{FF2B5EF4-FFF2-40B4-BE49-F238E27FC236}">
                <a16:creationId xmlns:a16="http://schemas.microsoft.com/office/drawing/2014/main" id="{2A3702D6-B5C7-792B-7962-6778BF4D1AC0}"/>
              </a:ext>
            </a:extLst>
          </p:cNvPr>
          <p:cNvGrpSpPr/>
          <p:nvPr/>
        </p:nvGrpSpPr>
        <p:grpSpPr>
          <a:xfrm>
            <a:off x="7415360" y="1549760"/>
            <a:ext cx="935280" cy="381600"/>
            <a:chOff x="7415360" y="1549760"/>
            <a:chExt cx="935280" cy="381600"/>
          </a:xfrm>
        </p:grpSpPr>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DE6CBD9A-2B0F-1A0F-705A-F4B97D91BBE6}"/>
                    </a:ext>
                  </a:extLst>
                </p14:cNvPr>
                <p14:cNvContentPartPr/>
                <p14:nvPr/>
              </p14:nvContentPartPr>
              <p14:xfrm>
                <a:off x="7472960" y="1602680"/>
                <a:ext cx="35280" cy="273240"/>
              </p14:xfrm>
            </p:contentPart>
          </mc:Choice>
          <mc:Fallback xmlns="">
            <p:pic>
              <p:nvPicPr>
                <p:cNvPr id="10" name="Ink 9">
                  <a:extLst>
                    <a:ext uri="{FF2B5EF4-FFF2-40B4-BE49-F238E27FC236}">
                      <a16:creationId xmlns:a16="http://schemas.microsoft.com/office/drawing/2014/main" id="{DE6CBD9A-2B0F-1A0F-705A-F4B97D91BBE6}"/>
                    </a:ext>
                  </a:extLst>
                </p:cNvPr>
                <p:cNvPicPr/>
                <p:nvPr/>
              </p:nvPicPr>
              <p:blipFill>
                <a:blip r:embed="rId10"/>
                <a:stretch>
                  <a:fillRect/>
                </a:stretch>
              </p:blipFill>
              <p:spPr>
                <a:xfrm>
                  <a:off x="7466840" y="1596560"/>
                  <a:ext cx="4752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42CD95EA-44D5-3E7D-1373-CEFC11780715}"/>
                    </a:ext>
                  </a:extLst>
                </p14:cNvPr>
                <p14:cNvContentPartPr/>
                <p14:nvPr/>
              </p14:nvContentPartPr>
              <p14:xfrm>
                <a:off x="7415360" y="1565600"/>
                <a:ext cx="81000" cy="106560"/>
              </p14:xfrm>
            </p:contentPart>
          </mc:Choice>
          <mc:Fallback xmlns="">
            <p:pic>
              <p:nvPicPr>
                <p:cNvPr id="11" name="Ink 10">
                  <a:extLst>
                    <a:ext uri="{FF2B5EF4-FFF2-40B4-BE49-F238E27FC236}">
                      <a16:creationId xmlns:a16="http://schemas.microsoft.com/office/drawing/2014/main" id="{42CD95EA-44D5-3E7D-1373-CEFC11780715}"/>
                    </a:ext>
                  </a:extLst>
                </p:cNvPr>
                <p:cNvPicPr/>
                <p:nvPr/>
              </p:nvPicPr>
              <p:blipFill>
                <a:blip r:embed="rId12"/>
                <a:stretch>
                  <a:fillRect/>
                </a:stretch>
              </p:blipFill>
              <p:spPr>
                <a:xfrm>
                  <a:off x="7409240" y="1559480"/>
                  <a:ext cx="932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DAADFAAB-8A4B-FC14-C36F-882FFC722463}"/>
                    </a:ext>
                  </a:extLst>
                </p14:cNvPr>
                <p14:cNvContentPartPr/>
                <p14:nvPr/>
              </p14:nvContentPartPr>
              <p14:xfrm>
                <a:off x="7481600" y="1549760"/>
                <a:ext cx="112680" cy="91080"/>
              </p14:xfrm>
            </p:contentPart>
          </mc:Choice>
          <mc:Fallback xmlns="">
            <p:pic>
              <p:nvPicPr>
                <p:cNvPr id="12" name="Ink 11">
                  <a:extLst>
                    <a:ext uri="{FF2B5EF4-FFF2-40B4-BE49-F238E27FC236}">
                      <a16:creationId xmlns:a16="http://schemas.microsoft.com/office/drawing/2014/main" id="{DAADFAAB-8A4B-FC14-C36F-882FFC722463}"/>
                    </a:ext>
                  </a:extLst>
                </p:cNvPr>
                <p:cNvPicPr/>
                <p:nvPr/>
              </p:nvPicPr>
              <p:blipFill>
                <a:blip r:embed="rId14"/>
                <a:stretch>
                  <a:fillRect/>
                </a:stretch>
              </p:blipFill>
              <p:spPr>
                <a:xfrm>
                  <a:off x="7475480" y="1543640"/>
                  <a:ext cx="1249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4D77CD4C-802D-723D-B9B0-AF939280E8DF}"/>
                    </a:ext>
                  </a:extLst>
                </p14:cNvPr>
                <p14:cNvContentPartPr/>
                <p14:nvPr/>
              </p14:nvContentPartPr>
              <p14:xfrm>
                <a:off x="7775360" y="1585400"/>
                <a:ext cx="15480" cy="217800"/>
              </p14:xfrm>
            </p:contentPart>
          </mc:Choice>
          <mc:Fallback xmlns="">
            <p:pic>
              <p:nvPicPr>
                <p:cNvPr id="13" name="Ink 12">
                  <a:extLst>
                    <a:ext uri="{FF2B5EF4-FFF2-40B4-BE49-F238E27FC236}">
                      <a16:creationId xmlns:a16="http://schemas.microsoft.com/office/drawing/2014/main" id="{4D77CD4C-802D-723D-B9B0-AF939280E8DF}"/>
                    </a:ext>
                  </a:extLst>
                </p:cNvPr>
                <p:cNvPicPr/>
                <p:nvPr/>
              </p:nvPicPr>
              <p:blipFill>
                <a:blip r:embed="rId16"/>
                <a:stretch>
                  <a:fillRect/>
                </a:stretch>
              </p:blipFill>
              <p:spPr>
                <a:xfrm>
                  <a:off x="7769240" y="1579280"/>
                  <a:ext cx="27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D20F851C-39DA-1968-E068-11C269F2EE4B}"/>
                    </a:ext>
                  </a:extLst>
                </p14:cNvPr>
                <p14:cNvContentPartPr/>
                <p14:nvPr/>
              </p14:nvContentPartPr>
              <p14:xfrm>
                <a:off x="7691840" y="1589360"/>
                <a:ext cx="90720" cy="107640"/>
              </p14:xfrm>
            </p:contentPart>
          </mc:Choice>
          <mc:Fallback xmlns="">
            <p:pic>
              <p:nvPicPr>
                <p:cNvPr id="14" name="Ink 13">
                  <a:extLst>
                    <a:ext uri="{FF2B5EF4-FFF2-40B4-BE49-F238E27FC236}">
                      <a16:creationId xmlns:a16="http://schemas.microsoft.com/office/drawing/2014/main" id="{D20F851C-39DA-1968-E068-11C269F2EE4B}"/>
                    </a:ext>
                  </a:extLst>
                </p:cNvPr>
                <p:cNvPicPr/>
                <p:nvPr/>
              </p:nvPicPr>
              <p:blipFill>
                <a:blip r:embed="rId18"/>
                <a:stretch>
                  <a:fillRect/>
                </a:stretch>
              </p:blipFill>
              <p:spPr>
                <a:xfrm>
                  <a:off x="7685720" y="1583240"/>
                  <a:ext cx="1029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4BCA031E-D4F9-F30A-30DC-E1C9032DD9DD}"/>
                    </a:ext>
                  </a:extLst>
                </p14:cNvPr>
                <p14:cNvContentPartPr/>
                <p14:nvPr/>
              </p14:nvContentPartPr>
              <p14:xfrm>
                <a:off x="7685720" y="1823720"/>
                <a:ext cx="173520" cy="55440"/>
              </p14:xfrm>
            </p:contentPart>
          </mc:Choice>
          <mc:Fallback xmlns="">
            <p:pic>
              <p:nvPicPr>
                <p:cNvPr id="15" name="Ink 14">
                  <a:extLst>
                    <a:ext uri="{FF2B5EF4-FFF2-40B4-BE49-F238E27FC236}">
                      <a16:creationId xmlns:a16="http://schemas.microsoft.com/office/drawing/2014/main" id="{4BCA031E-D4F9-F30A-30DC-E1C9032DD9DD}"/>
                    </a:ext>
                  </a:extLst>
                </p:cNvPr>
                <p:cNvPicPr/>
                <p:nvPr/>
              </p:nvPicPr>
              <p:blipFill>
                <a:blip r:embed="rId20"/>
                <a:stretch>
                  <a:fillRect/>
                </a:stretch>
              </p:blipFill>
              <p:spPr>
                <a:xfrm>
                  <a:off x="7679600" y="1817600"/>
                  <a:ext cx="1857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F1528256-8176-1697-D109-E5405BC02D46}"/>
                    </a:ext>
                  </a:extLst>
                </p14:cNvPr>
                <p14:cNvContentPartPr/>
                <p14:nvPr/>
              </p14:nvContentPartPr>
              <p14:xfrm>
                <a:off x="7938440" y="1552280"/>
                <a:ext cx="80640" cy="124920"/>
              </p14:xfrm>
            </p:contentPart>
          </mc:Choice>
          <mc:Fallback xmlns="">
            <p:pic>
              <p:nvPicPr>
                <p:cNvPr id="16" name="Ink 15">
                  <a:extLst>
                    <a:ext uri="{FF2B5EF4-FFF2-40B4-BE49-F238E27FC236}">
                      <a16:creationId xmlns:a16="http://schemas.microsoft.com/office/drawing/2014/main" id="{F1528256-8176-1697-D109-E5405BC02D46}"/>
                    </a:ext>
                  </a:extLst>
                </p:cNvPr>
                <p:cNvPicPr/>
                <p:nvPr/>
              </p:nvPicPr>
              <p:blipFill>
                <a:blip r:embed="rId22"/>
                <a:stretch>
                  <a:fillRect/>
                </a:stretch>
              </p:blipFill>
              <p:spPr>
                <a:xfrm>
                  <a:off x="7932320" y="1546160"/>
                  <a:ext cx="928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64E5CFD7-112C-ACC0-756C-2D77E0A3BC86}"/>
                    </a:ext>
                  </a:extLst>
                </p14:cNvPr>
                <p14:cNvContentPartPr/>
                <p14:nvPr/>
              </p14:nvContentPartPr>
              <p14:xfrm>
                <a:off x="7978040" y="1627520"/>
                <a:ext cx="186840" cy="178200"/>
              </p14:xfrm>
            </p:contentPart>
          </mc:Choice>
          <mc:Fallback xmlns="">
            <p:pic>
              <p:nvPicPr>
                <p:cNvPr id="17" name="Ink 16">
                  <a:extLst>
                    <a:ext uri="{FF2B5EF4-FFF2-40B4-BE49-F238E27FC236}">
                      <a16:creationId xmlns:a16="http://schemas.microsoft.com/office/drawing/2014/main" id="{64E5CFD7-112C-ACC0-756C-2D77E0A3BC86}"/>
                    </a:ext>
                  </a:extLst>
                </p:cNvPr>
                <p:cNvPicPr/>
                <p:nvPr/>
              </p:nvPicPr>
              <p:blipFill>
                <a:blip r:embed="rId24"/>
                <a:stretch>
                  <a:fillRect/>
                </a:stretch>
              </p:blipFill>
              <p:spPr>
                <a:xfrm>
                  <a:off x="7971920" y="1621400"/>
                  <a:ext cx="1990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674E3EC3-F1D8-4F2E-9486-5614EE930F61}"/>
                    </a:ext>
                  </a:extLst>
                </p14:cNvPr>
                <p14:cNvContentPartPr/>
                <p14:nvPr/>
              </p14:nvContentPartPr>
              <p14:xfrm>
                <a:off x="8065160" y="1799600"/>
                <a:ext cx="89640" cy="131760"/>
              </p14:xfrm>
            </p:contentPart>
          </mc:Choice>
          <mc:Fallback xmlns="">
            <p:pic>
              <p:nvPicPr>
                <p:cNvPr id="18" name="Ink 17">
                  <a:extLst>
                    <a:ext uri="{FF2B5EF4-FFF2-40B4-BE49-F238E27FC236}">
                      <a16:creationId xmlns:a16="http://schemas.microsoft.com/office/drawing/2014/main" id="{674E3EC3-F1D8-4F2E-9486-5614EE930F61}"/>
                    </a:ext>
                  </a:extLst>
                </p:cNvPr>
                <p:cNvPicPr/>
                <p:nvPr/>
              </p:nvPicPr>
              <p:blipFill>
                <a:blip r:embed="rId26"/>
                <a:stretch>
                  <a:fillRect/>
                </a:stretch>
              </p:blipFill>
              <p:spPr>
                <a:xfrm>
                  <a:off x="8059040" y="1793480"/>
                  <a:ext cx="1018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66C2C4AB-2C08-66F8-CF4B-92587D9F7311}"/>
                    </a:ext>
                  </a:extLst>
                </p14:cNvPr>
                <p14:cNvContentPartPr/>
                <p14:nvPr/>
              </p14:nvContentPartPr>
              <p14:xfrm>
                <a:off x="8298440" y="1653440"/>
                <a:ext cx="15480" cy="13320"/>
              </p14:xfrm>
            </p:contentPart>
          </mc:Choice>
          <mc:Fallback xmlns="">
            <p:pic>
              <p:nvPicPr>
                <p:cNvPr id="19" name="Ink 18">
                  <a:extLst>
                    <a:ext uri="{FF2B5EF4-FFF2-40B4-BE49-F238E27FC236}">
                      <a16:creationId xmlns:a16="http://schemas.microsoft.com/office/drawing/2014/main" id="{66C2C4AB-2C08-66F8-CF4B-92587D9F7311}"/>
                    </a:ext>
                  </a:extLst>
                </p:cNvPr>
                <p:cNvPicPr/>
                <p:nvPr/>
              </p:nvPicPr>
              <p:blipFill>
                <a:blip r:embed="rId28"/>
                <a:stretch>
                  <a:fillRect/>
                </a:stretch>
              </p:blipFill>
              <p:spPr>
                <a:xfrm>
                  <a:off x="8292320" y="1647320"/>
                  <a:ext cx="277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2764BB20-CC3A-220A-34CE-10566EB2C9F7}"/>
                    </a:ext>
                  </a:extLst>
                </p14:cNvPr>
                <p14:cNvContentPartPr/>
                <p14:nvPr/>
              </p14:nvContentPartPr>
              <p14:xfrm>
                <a:off x="8337680" y="1758200"/>
                <a:ext cx="12960" cy="46080"/>
              </p14:xfrm>
            </p:contentPart>
          </mc:Choice>
          <mc:Fallback xmlns="">
            <p:pic>
              <p:nvPicPr>
                <p:cNvPr id="20" name="Ink 19">
                  <a:extLst>
                    <a:ext uri="{FF2B5EF4-FFF2-40B4-BE49-F238E27FC236}">
                      <a16:creationId xmlns:a16="http://schemas.microsoft.com/office/drawing/2014/main" id="{2764BB20-CC3A-220A-34CE-10566EB2C9F7}"/>
                    </a:ext>
                  </a:extLst>
                </p:cNvPr>
                <p:cNvPicPr/>
                <p:nvPr/>
              </p:nvPicPr>
              <p:blipFill>
                <a:blip r:embed="rId30"/>
                <a:stretch>
                  <a:fillRect/>
                </a:stretch>
              </p:blipFill>
              <p:spPr>
                <a:xfrm>
                  <a:off x="8331560" y="1752080"/>
                  <a:ext cx="25200" cy="58320"/>
                </a:xfrm>
                <a:prstGeom prst="rect">
                  <a:avLst/>
                </a:prstGeom>
              </p:spPr>
            </p:pic>
          </mc:Fallback>
        </mc:AlternateContent>
      </p:grpSp>
      <p:grpSp>
        <p:nvGrpSpPr>
          <p:cNvPr id="26" name="Group 25">
            <a:extLst>
              <a:ext uri="{FF2B5EF4-FFF2-40B4-BE49-F238E27FC236}">
                <a16:creationId xmlns:a16="http://schemas.microsoft.com/office/drawing/2014/main" id="{EB6280EB-9A39-EDC3-57B9-FD7939C96F88}"/>
              </a:ext>
            </a:extLst>
          </p:cNvPr>
          <p:cNvGrpSpPr/>
          <p:nvPr/>
        </p:nvGrpSpPr>
        <p:grpSpPr>
          <a:xfrm>
            <a:off x="8655560" y="1636880"/>
            <a:ext cx="190440" cy="370080"/>
            <a:chOff x="8655560" y="1636880"/>
            <a:chExt cx="190440" cy="370080"/>
          </a:xfrm>
        </p:grpSpPr>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E761A13B-727F-F8BB-8D34-64891A8AE5B6}"/>
                    </a:ext>
                  </a:extLst>
                </p14:cNvPr>
                <p14:cNvContentPartPr/>
                <p14:nvPr/>
              </p14:nvContentPartPr>
              <p14:xfrm>
                <a:off x="8655560" y="1636880"/>
                <a:ext cx="100080" cy="210600"/>
              </p14:xfrm>
            </p:contentPart>
          </mc:Choice>
          <mc:Fallback xmlns="">
            <p:pic>
              <p:nvPicPr>
                <p:cNvPr id="22" name="Ink 21">
                  <a:extLst>
                    <a:ext uri="{FF2B5EF4-FFF2-40B4-BE49-F238E27FC236}">
                      <a16:creationId xmlns:a16="http://schemas.microsoft.com/office/drawing/2014/main" id="{E761A13B-727F-F8BB-8D34-64891A8AE5B6}"/>
                    </a:ext>
                  </a:extLst>
                </p:cNvPr>
                <p:cNvPicPr/>
                <p:nvPr/>
              </p:nvPicPr>
              <p:blipFill>
                <a:blip r:embed="rId32"/>
                <a:stretch>
                  <a:fillRect/>
                </a:stretch>
              </p:blipFill>
              <p:spPr>
                <a:xfrm>
                  <a:off x="8649440" y="1630760"/>
                  <a:ext cx="1123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E87151BB-9558-2DDA-3627-C20AE72F0C91}"/>
                    </a:ext>
                  </a:extLst>
                </p14:cNvPr>
                <p14:cNvContentPartPr/>
                <p14:nvPr/>
              </p14:nvContentPartPr>
              <p14:xfrm>
                <a:off x="8807120" y="1873760"/>
                <a:ext cx="14400" cy="133200"/>
              </p14:xfrm>
            </p:contentPart>
          </mc:Choice>
          <mc:Fallback xmlns="">
            <p:pic>
              <p:nvPicPr>
                <p:cNvPr id="23" name="Ink 22">
                  <a:extLst>
                    <a:ext uri="{FF2B5EF4-FFF2-40B4-BE49-F238E27FC236}">
                      <a16:creationId xmlns:a16="http://schemas.microsoft.com/office/drawing/2014/main" id="{E87151BB-9558-2DDA-3627-C20AE72F0C91}"/>
                    </a:ext>
                  </a:extLst>
                </p:cNvPr>
                <p:cNvPicPr/>
                <p:nvPr/>
              </p:nvPicPr>
              <p:blipFill>
                <a:blip r:embed="rId34"/>
                <a:stretch>
                  <a:fillRect/>
                </a:stretch>
              </p:blipFill>
              <p:spPr>
                <a:xfrm>
                  <a:off x="8801000" y="1867640"/>
                  <a:ext cx="266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4022DEE7-A5FF-A1EE-CB50-97DBCFC92A16}"/>
                    </a:ext>
                  </a:extLst>
                </p14:cNvPr>
                <p14:cNvContentPartPr/>
                <p14:nvPr/>
              </p14:nvContentPartPr>
              <p14:xfrm>
                <a:off x="8820080" y="1782320"/>
                <a:ext cx="25920" cy="20520"/>
              </p14:xfrm>
            </p:contentPart>
          </mc:Choice>
          <mc:Fallback xmlns="">
            <p:pic>
              <p:nvPicPr>
                <p:cNvPr id="24" name="Ink 23">
                  <a:extLst>
                    <a:ext uri="{FF2B5EF4-FFF2-40B4-BE49-F238E27FC236}">
                      <a16:creationId xmlns:a16="http://schemas.microsoft.com/office/drawing/2014/main" id="{4022DEE7-A5FF-A1EE-CB50-97DBCFC92A16}"/>
                    </a:ext>
                  </a:extLst>
                </p:cNvPr>
                <p:cNvPicPr/>
                <p:nvPr/>
              </p:nvPicPr>
              <p:blipFill>
                <a:blip r:embed="rId36"/>
                <a:stretch>
                  <a:fillRect/>
                </a:stretch>
              </p:blipFill>
              <p:spPr>
                <a:xfrm>
                  <a:off x="8813960" y="1776200"/>
                  <a:ext cx="38160" cy="32760"/>
                </a:xfrm>
                <a:prstGeom prst="rect">
                  <a:avLst/>
                </a:prstGeom>
              </p:spPr>
            </p:pic>
          </mc:Fallback>
        </mc:AlternateContent>
      </p:grpSp>
      <p:grpSp>
        <p:nvGrpSpPr>
          <p:cNvPr id="33" name="Group 32">
            <a:extLst>
              <a:ext uri="{FF2B5EF4-FFF2-40B4-BE49-F238E27FC236}">
                <a16:creationId xmlns:a16="http://schemas.microsoft.com/office/drawing/2014/main" id="{F4D77F7C-A19F-6A4F-2F3D-0D8D0A2758C9}"/>
              </a:ext>
            </a:extLst>
          </p:cNvPr>
          <p:cNvGrpSpPr/>
          <p:nvPr/>
        </p:nvGrpSpPr>
        <p:grpSpPr>
          <a:xfrm>
            <a:off x="9041480" y="1506560"/>
            <a:ext cx="801720" cy="464400"/>
            <a:chOff x="9041480" y="1506560"/>
            <a:chExt cx="801720" cy="464400"/>
          </a:xfrm>
        </p:grpSpPr>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4CC77055-CEF9-22A7-3980-A03A1B71E13E}"/>
                    </a:ext>
                  </a:extLst>
                </p14:cNvPr>
                <p14:cNvContentPartPr/>
                <p14:nvPr/>
              </p14:nvContentPartPr>
              <p14:xfrm>
                <a:off x="9095480" y="1519520"/>
                <a:ext cx="35640" cy="343080"/>
              </p14:xfrm>
            </p:contentPart>
          </mc:Choice>
          <mc:Fallback xmlns="">
            <p:pic>
              <p:nvPicPr>
                <p:cNvPr id="25" name="Ink 24">
                  <a:extLst>
                    <a:ext uri="{FF2B5EF4-FFF2-40B4-BE49-F238E27FC236}">
                      <a16:creationId xmlns:a16="http://schemas.microsoft.com/office/drawing/2014/main" id="{4CC77055-CEF9-22A7-3980-A03A1B71E13E}"/>
                    </a:ext>
                  </a:extLst>
                </p:cNvPr>
                <p:cNvPicPr/>
                <p:nvPr/>
              </p:nvPicPr>
              <p:blipFill>
                <a:blip r:embed="rId38"/>
                <a:stretch>
                  <a:fillRect/>
                </a:stretch>
              </p:blipFill>
              <p:spPr>
                <a:xfrm>
                  <a:off x="9089360" y="1513400"/>
                  <a:ext cx="4788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1AD464BB-F633-9C9C-609A-395994F33872}"/>
                    </a:ext>
                  </a:extLst>
                </p14:cNvPr>
                <p14:cNvContentPartPr/>
                <p14:nvPr/>
              </p14:nvContentPartPr>
              <p14:xfrm>
                <a:off x="9041480" y="1539680"/>
                <a:ext cx="82800" cy="87120"/>
              </p14:xfrm>
            </p:contentPart>
          </mc:Choice>
          <mc:Fallback xmlns="">
            <p:pic>
              <p:nvPicPr>
                <p:cNvPr id="27" name="Ink 26">
                  <a:extLst>
                    <a:ext uri="{FF2B5EF4-FFF2-40B4-BE49-F238E27FC236}">
                      <a16:creationId xmlns:a16="http://schemas.microsoft.com/office/drawing/2014/main" id="{1AD464BB-F633-9C9C-609A-395994F33872}"/>
                    </a:ext>
                  </a:extLst>
                </p:cNvPr>
                <p:cNvPicPr/>
                <p:nvPr/>
              </p:nvPicPr>
              <p:blipFill>
                <a:blip r:embed="rId40"/>
                <a:stretch>
                  <a:fillRect/>
                </a:stretch>
              </p:blipFill>
              <p:spPr>
                <a:xfrm>
                  <a:off x="9035360" y="1533560"/>
                  <a:ext cx="950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B3B7F34E-1092-3793-62EF-E3576AFF2373}"/>
                    </a:ext>
                  </a:extLst>
                </p14:cNvPr>
                <p14:cNvContentPartPr/>
                <p14:nvPr/>
              </p14:nvContentPartPr>
              <p14:xfrm>
                <a:off x="9150920" y="1506560"/>
                <a:ext cx="180000" cy="138960"/>
              </p14:xfrm>
            </p:contentPart>
          </mc:Choice>
          <mc:Fallback xmlns="">
            <p:pic>
              <p:nvPicPr>
                <p:cNvPr id="28" name="Ink 27">
                  <a:extLst>
                    <a:ext uri="{FF2B5EF4-FFF2-40B4-BE49-F238E27FC236}">
                      <a16:creationId xmlns:a16="http://schemas.microsoft.com/office/drawing/2014/main" id="{B3B7F34E-1092-3793-62EF-E3576AFF2373}"/>
                    </a:ext>
                  </a:extLst>
                </p:cNvPr>
                <p:cNvPicPr/>
                <p:nvPr/>
              </p:nvPicPr>
              <p:blipFill>
                <a:blip r:embed="rId42"/>
                <a:stretch>
                  <a:fillRect/>
                </a:stretch>
              </p:blipFill>
              <p:spPr>
                <a:xfrm>
                  <a:off x="9144800" y="1500440"/>
                  <a:ext cx="192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630FB3BC-0486-D1FB-3401-639B72FE59D0}"/>
                    </a:ext>
                  </a:extLst>
                </p14:cNvPr>
                <p14:cNvContentPartPr/>
                <p14:nvPr/>
              </p14:nvContentPartPr>
              <p14:xfrm>
                <a:off x="9453320" y="1571360"/>
                <a:ext cx="135720" cy="352440"/>
              </p14:xfrm>
            </p:contentPart>
          </mc:Choice>
          <mc:Fallback xmlns="">
            <p:pic>
              <p:nvPicPr>
                <p:cNvPr id="29" name="Ink 28">
                  <a:extLst>
                    <a:ext uri="{FF2B5EF4-FFF2-40B4-BE49-F238E27FC236}">
                      <a16:creationId xmlns:a16="http://schemas.microsoft.com/office/drawing/2014/main" id="{630FB3BC-0486-D1FB-3401-639B72FE59D0}"/>
                    </a:ext>
                  </a:extLst>
                </p:cNvPr>
                <p:cNvPicPr/>
                <p:nvPr/>
              </p:nvPicPr>
              <p:blipFill>
                <a:blip r:embed="rId44"/>
                <a:stretch>
                  <a:fillRect/>
                </a:stretch>
              </p:blipFill>
              <p:spPr>
                <a:xfrm>
                  <a:off x="9447200" y="1565240"/>
                  <a:ext cx="14796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E8217674-19DD-5E0D-9E60-449C297EE4AB}"/>
                    </a:ext>
                  </a:extLst>
                </p14:cNvPr>
                <p14:cNvContentPartPr/>
                <p14:nvPr/>
              </p14:nvContentPartPr>
              <p14:xfrm>
                <a:off x="9622160" y="1605920"/>
                <a:ext cx="97200" cy="111600"/>
              </p14:xfrm>
            </p:contentPart>
          </mc:Choice>
          <mc:Fallback xmlns="">
            <p:pic>
              <p:nvPicPr>
                <p:cNvPr id="30" name="Ink 29">
                  <a:extLst>
                    <a:ext uri="{FF2B5EF4-FFF2-40B4-BE49-F238E27FC236}">
                      <a16:creationId xmlns:a16="http://schemas.microsoft.com/office/drawing/2014/main" id="{E8217674-19DD-5E0D-9E60-449C297EE4AB}"/>
                    </a:ext>
                  </a:extLst>
                </p:cNvPr>
                <p:cNvPicPr/>
                <p:nvPr/>
              </p:nvPicPr>
              <p:blipFill>
                <a:blip r:embed="rId46"/>
                <a:stretch>
                  <a:fillRect/>
                </a:stretch>
              </p:blipFill>
              <p:spPr>
                <a:xfrm>
                  <a:off x="9616040" y="1599800"/>
                  <a:ext cx="1094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DC0F89A2-8F3B-BF28-5C64-4FDAD8D9942A}"/>
                    </a:ext>
                  </a:extLst>
                </p14:cNvPr>
                <p14:cNvContentPartPr/>
                <p14:nvPr/>
              </p14:nvContentPartPr>
              <p14:xfrm>
                <a:off x="9640520" y="1637960"/>
                <a:ext cx="202680" cy="258840"/>
              </p14:xfrm>
            </p:contentPart>
          </mc:Choice>
          <mc:Fallback xmlns="">
            <p:pic>
              <p:nvPicPr>
                <p:cNvPr id="31" name="Ink 30">
                  <a:extLst>
                    <a:ext uri="{FF2B5EF4-FFF2-40B4-BE49-F238E27FC236}">
                      <a16:creationId xmlns:a16="http://schemas.microsoft.com/office/drawing/2014/main" id="{DC0F89A2-8F3B-BF28-5C64-4FDAD8D9942A}"/>
                    </a:ext>
                  </a:extLst>
                </p:cNvPr>
                <p:cNvPicPr/>
                <p:nvPr/>
              </p:nvPicPr>
              <p:blipFill>
                <a:blip r:embed="rId48"/>
                <a:stretch>
                  <a:fillRect/>
                </a:stretch>
              </p:blipFill>
              <p:spPr>
                <a:xfrm>
                  <a:off x="9634400" y="1631840"/>
                  <a:ext cx="2149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3161C591-9C83-2469-5D5D-319DB3E3E2A0}"/>
                    </a:ext>
                  </a:extLst>
                </p14:cNvPr>
                <p14:cNvContentPartPr/>
                <p14:nvPr/>
              </p14:nvContentPartPr>
              <p14:xfrm>
                <a:off x="9718280" y="1887800"/>
                <a:ext cx="116280" cy="83160"/>
              </p14:xfrm>
            </p:contentPart>
          </mc:Choice>
          <mc:Fallback xmlns="">
            <p:pic>
              <p:nvPicPr>
                <p:cNvPr id="32" name="Ink 31">
                  <a:extLst>
                    <a:ext uri="{FF2B5EF4-FFF2-40B4-BE49-F238E27FC236}">
                      <a16:creationId xmlns:a16="http://schemas.microsoft.com/office/drawing/2014/main" id="{3161C591-9C83-2469-5D5D-319DB3E3E2A0}"/>
                    </a:ext>
                  </a:extLst>
                </p:cNvPr>
                <p:cNvPicPr/>
                <p:nvPr/>
              </p:nvPicPr>
              <p:blipFill>
                <a:blip r:embed="rId50"/>
                <a:stretch>
                  <a:fillRect/>
                </a:stretch>
              </p:blipFill>
              <p:spPr>
                <a:xfrm>
                  <a:off x="9712160" y="1881680"/>
                  <a:ext cx="128520" cy="95400"/>
                </a:xfrm>
                <a:prstGeom prst="rect">
                  <a:avLst/>
                </a:prstGeom>
              </p:spPr>
            </p:pic>
          </mc:Fallback>
        </mc:AlternateContent>
      </p:grpSp>
      <p:grpSp>
        <p:nvGrpSpPr>
          <p:cNvPr id="55" name="Group 54">
            <a:extLst>
              <a:ext uri="{FF2B5EF4-FFF2-40B4-BE49-F238E27FC236}">
                <a16:creationId xmlns:a16="http://schemas.microsoft.com/office/drawing/2014/main" id="{9D037B36-7C78-CB20-8F18-1AFE0F1D12AD}"/>
              </a:ext>
            </a:extLst>
          </p:cNvPr>
          <p:cNvGrpSpPr/>
          <p:nvPr/>
        </p:nvGrpSpPr>
        <p:grpSpPr>
          <a:xfrm>
            <a:off x="7073000" y="2131160"/>
            <a:ext cx="1030320" cy="420840"/>
            <a:chOff x="7073000" y="2131160"/>
            <a:chExt cx="1030320" cy="420840"/>
          </a:xfrm>
        </p:grpSpPr>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587794CC-DC46-FA9B-E5B0-31CAF14340BB}"/>
                    </a:ext>
                  </a:extLst>
                </p14:cNvPr>
                <p14:cNvContentPartPr/>
                <p14:nvPr/>
              </p14:nvContentPartPr>
              <p14:xfrm>
                <a:off x="7073000" y="2255360"/>
                <a:ext cx="87120" cy="173880"/>
              </p14:xfrm>
            </p:contentPart>
          </mc:Choice>
          <mc:Fallback xmlns="">
            <p:pic>
              <p:nvPicPr>
                <p:cNvPr id="34" name="Ink 33">
                  <a:extLst>
                    <a:ext uri="{FF2B5EF4-FFF2-40B4-BE49-F238E27FC236}">
                      <a16:creationId xmlns:a16="http://schemas.microsoft.com/office/drawing/2014/main" id="{587794CC-DC46-FA9B-E5B0-31CAF14340BB}"/>
                    </a:ext>
                  </a:extLst>
                </p:cNvPr>
                <p:cNvPicPr/>
                <p:nvPr/>
              </p:nvPicPr>
              <p:blipFill>
                <a:blip r:embed="rId52"/>
                <a:stretch>
                  <a:fillRect/>
                </a:stretch>
              </p:blipFill>
              <p:spPr>
                <a:xfrm>
                  <a:off x="7066880" y="2249240"/>
                  <a:ext cx="993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A8D3F086-DD66-7E13-5309-05359ADCB33B}"/>
                    </a:ext>
                  </a:extLst>
                </p14:cNvPr>
                <p14:cNvContentPartPr/>
                <p14:nvPr/>
              </p14:nvContentPartPr>
              <p14:xfrm>
                <a:off x="7166600" y="2465240"/>
                <a:ext cx="163800" cy="73800"/>
              </p14:xfrm>
            </p:contentPart>
          </mc:Choice>
          <mc:Fallback xmlns="">
            <p:pic>
              <p:nvPicPr>
                <p:cNvPr id="35" name="Ink 34">
                  <a:extLst>
                    <a:ext uri="{FF2B5EF4-FFF2-40B4-BE49-F238E27FC236}">
                      <a16:creationId xmlns:a16="http://schemas.microsoft.com/office/drawing/2014/main" id="{A8D3F086-DD66-7E13-5309-05359ADCB33B}"/>
                    </a:ext>
                  </a:extLst>
                </p:cNvPr>
                <p:cNvPicPr/>
                <p:nvPr/>
              </p:nvPicPr>
              <p:blipFill>
                <a:blip r:embed="rId54"/>
                <a:stretch>
                  <a:fillRect/>
                </a:stretch>
              </p:blipFill>
              <p:spPr>
                <a:xfrm>
                  <a:off x="7160480" y="2459120"/>
                  <a:ext cx="1760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AE728948-CEE0-D7B9-786C-737F2DD3C15B}"/>
                    </a:ext>
                  </a:extLst>
                </p14:cNvPr>
                <p14:cNvContentPartPr/>
                <p14:nvPr/>
              </p14:nvContentPartPr>
              <p14:xfrm>
                <a:off x="7523720" y="2219360"/>
                <a:ext cx="24480" cy="234360"/>
              </p14:xfrm>
            </p:contentPart>
          </mc:Choice>
          <mc:Fallback xmlns="">
            <p:pic>
              <p:nvPicPr>
                <p:cNvPr id="36" name="Ink 35">
                  <a:extLst>
                    <a:ext uri="{FF2B5EF4-FFF2-40B4-BE49-F238E27FC236}">
                      <a16:creationId xmlns:a16="http://schemas.microsoft.com/office/drawing/2014/main" id="{AE728948-CEE0-D7B9-786C-737F2DD3C15B}"/>
                    </a:ext>
                  </a:extLst>
                </p:cNvPr>
                <p:cNvPicPr/>
                <p:nvPr/>
              </p:nvPicPr>
              <p:blipFill>
                <a:blip r:embed="rId56"/>
                <a:stretch>
                  <a:fillRect/>
                </a:stretch>
              </p:blipFill>
              <p:spPr>
                <a:xfrm>
                  <a:off x="7517600" y="2213240"/>
                  <a:ext cx="367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2DB086BF-7CC2-7272-AD49-DCD9962B73AB}"/>
                    </a:ext>
                  </a:extLst>
                </p14:cNvPr>
                <p14:cNvContentPartPr/>
                <p14:nvPr/>
              </p14:nvContentPartPr>
              <p14:xfrm>
                <a:off x="7443800" y="2374160"/>
                <a:ext cx="186840" cy="111960"/>
              </p14:xfrm>
            </p:contentPart>
          </mc:Choice>
          <mc:Fallback xmlns="">
            <p:pic>
              <p:nvPicPr>
                <p:cNvPr id="37" name="Ink 36">
                  <a:extLst>
                    <a:ext uri="{FF2B5EF4-FFF2-40B4-BE49-F238E27FC236}">
                      <a16:creationId xmlns:a16="http://schemas.microsoft.com/office/drawing/2014/main" id="{2DB086BF-7CC2-7272-AD49-DCD9962B73AB}"/>
                    </a:ext>
                  </a:extLst>
                </p:cNvPr>
                <p:cNvPicPr/>
                <p:nvPr/>
              </p:nvPicPr>
              <p:blipFill>
                <a:blip r:embed="rId58"/>
                <a:stretch>
                  <a:fillRect/>
                </a:stretch>
              </p:blipFill>
              <p:spPr>
                <a:xfrm>
                  <a:off x="7437680" y="2368040"/>
                  <a:ext cx="1990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A7F6F068-66D6-7864-AF01-1D485E4F314E}"/>
                    </a:ext>
                  </a:extLst>
                </p14:cNvPr>
                <p14:cNvContentPartPr/>
                <p14:nvPr/>
              </p14:nvContentPartPr>
              <p14:xfrm>
                <a:off x="7751600" y="2131160"/>
                <a:ext cx="61560" cy="285480"/>
              </p14:xfrm>
            </p:contentPart>
          </mc:Choice>
          <mc:Fallback xmlns="">
            <p:pic>
              <p:nvPicPr>
                <p:cNvPr id="38" name="Ink 37">
                  <a:extLst>
                    <a:ext uri="{FF2B5EF4-FFF2-40B4-BE49-F238E27FC236}">
                      <a16:creationId xmlns:a16="http://schemas.microsoft.com/office/drawing/2014/main" id="{A7F6F068-66D6-7864-AF01-1D485E4F314E}"/>
                    </a:ext>
                  </a:extLst>
                </p:cNvPr>
                <p:cNvPicPr/>
                <p:nvPr/>
              </p:nvPicPr>
              <p:blipFill>
                <a:blip r:embed="rId60"/>
                <a:stretch>
                  <a:fillRect/>
                </a:stretch>
              </p:blipFill>
              <p:spPr>
                <a:xfrm>
                  <a:off x="7745480" y="2125040"/>
                  <a:ext cx="738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D5A47E07-3E9D-759F-7A2A-F94D9F8AB76A}"/>
                    </a:ext>
                  </a:extLst>
                </p14:cNvPr>
                <p14:cNvContentPartPr/>
                <p14:nvPr/>
              </p14:nvContentPartPr>
              <p14:xfrm>
                <a:off x="7880120" y="2155280"/>
                <a:ext cx="77040" cy="127080"/>
              </p14:xfrm>
            </p:contentPart>
          </mc:Choice>
          <mc:Fallback xmlns="">
            <p:pic>
              <p:nvPicPr>
                <p:cNvPr id="39" name="Ink 38">
                  <a:extLst>
                    <a:ext uri="{FF2B5EF4-FFF2-40B4-BE49-F238E27FC236}">
                      <a16:creationId xmlns:a16="http://schemas.microsoft.com/office/drawing/2014/main" id="{D5A47E07-3E9D-759F-7A2A-F94D9F8AB76A}"/>
                    </a:ext>
                  </a:extLst>
                </p:cNvPr>
                <p:cNvPicPr/>
                <p:nvPr/>
              </p:nvPicPr>
              <p:blipFill>
                <a:blip r:embed="rId62"/>
                <a:stretch>
                  <a:fillRect/>
                </a:stretch>
              </p:blipFill>
              <p:spPr>
                <a:xfrm>
                  <a:off x="7874000" y="2149160"/>
                  <a:ext cx="892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8E50C2EA-5442-A3E1-D6EC-9B14CDC9B48B}"/>
                    </a:ext>
                  </a:extLst>
                </p14:cNvPr>
                <p14:cNvContentPartPr/>
                <p14:nvPr/>
              </p14:nvContentPartPr>
              <p14:xfrm>
                <a:off x="7870400" y="2167520"/>
                <a:ext cx="232920" cy="291600"/>
              </p14:xfrm>
            </p:contentPart>
          </mc:Choice>
          <mc:Fallback xmlns="">
            <p:pic>
              <p:nvPicPr>
                <p:cNvPr id="40" name="Ink 39">
                  <a:extLst>
                    <a:ext uri="{FF2B5EF4-FFF2-40B4-BE49-F238E27FC236}">
                      <a16:creationId xmlns:a16="http://schemas.microsoft.com/office/drawing/2014/main" id="{8E50C2EA-5442-A3E1-D6EC-9B14CDC9B48B}"/>
                    </a:ext>
                  </a:extLst>
                </p:cNvPr>
                <p:cNvPicPr/>
                <p:nvPr/>
              </p:nvPicPr>
              <p:blipFill>
                <a:blip r:embed="rId64"/>
                <a:stretch>
                  <a:fillRect/>
                </a:stretch>
              </p:blipFill>
              <p:spPr>
                <a:xfrm>
                  <a:off x="7864280" y="2161400"/>
                  <a:ext cx="2451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D9438F38-5352-9EA8-8EBF-0887792FC973}"/>
                    </a:ext>
                  </a:extLst>
                </p14:cNvPr>
                <p14:cNvContentPartPr/>
                <p14:nvPr/>
              </p14:nvContentPartPr>
              <p14:xfrm>
                <a:off x="7967240" y="2460200"/>
                <a:ext cx="111600" cy="91800"/>
              </p14:xfrm>
            </p:contentPart>
          </mc:Choice>
          <mc:Fallback xmlns="">
            <p:pic>
              <p:nvPicPr>
                <p:cNvPr id="41" name="Ink 40">
                  <a:extLst>
                    <a:ext uri="{FF2B5EF4-FFF2-40B4-BE49-F238E27FC236}">
                      <a16:creationId xmlns:a16="http://schemas.microsoft.com/office/drawing/2014/main" id="{D9438F38-5352-9EA8-8EBF-0887792FC973}"/>
                    </a:ext>
                  </a:extLst>
                </p:cNvPr>
                <p:cNvPicPr/>
                <p:nvPr/>
              </p:nvPicPr>
              <p:blipFill>
                <a:blip r:embed="rId66"/>
                <a:stretch>
                  <a:fillRect/>
                </a:stretch>
              </p:blipFill>
              <p:spPr>
                <a:xfrm>
                  <a:off x="7961120" y="2454080"/>
                  <a:ext cx="123840" cy="104040"/>
                </a:xfrm>
                <a:prstGeom prst="rect">
                  <a:avLst/>
                </a:prstGeom>
              </p:spPr>
            </p:pic>
          </mc:Fallback>
        </mc:AlternateContent>
      </p:grpSp>
      <p:grpSp>
        <p:nvGrpSpPr>
          <p:cNvPr id="54" name="Group 53">
            <a:extLst>
              <a:ext uri="{FF2B5EF4-FFF2-40B4-BE49-F238E27FC236}">
                <a16:creationId xmlns:a16="http://schemas.microsoft.com/office/drawing/2014/main" id="{60233CE9-5C96-D4E6-A77D-F4BAB83F76EA}"/>
              </a:ext>
            </a:extLst>
          </p:cNvPr>
          <p:cNvGrpSpPr/>
          <p:nvPr/>
        </p:nvGrpSpPr>
        <p:grpSpPr>
          <a:xfrm>
            <a:off x="8397800" y="2269760"/>
            <a:ext cx="381240" cy="301680"/>
            <a:chOff x="8397800" y="2269760"/>
            <a:chExt cx="381240" cy="301680"/>
          </a:xfrm>
        </p:grpSpPr>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C42A9AF7-FCD7-34FB-C997-317D64F4A50B}"/>
                    </a:ext>
                  </a:extLst>
                </p14:cNvPr>
                <p14:cNvContentPartPr/>
                <p14:nvPr/>
              </p14:nvContentPartPr>
              <p14:xfrm>
                <a:off x="8397800" y="2269760"/>
                <a:ext cx="56520" cy="50040"/>
              </p14:xfrm>
            </p:contentPart>
          </mc:Choice>
          <mc:Fallback xmlns="">
            <p:pic>
              <p:nvPicPr>
                <p:cNvPr id="42" name="Ink 41">
                  <a:extLst>
                    <a:ext uri="{FF2B5EF4-FFF2-40B4-BE49-F238E27FC236}">
                      <a16:creationId xmlns:a16="http://schemas.microsoft.com/office/drawing/2014/main" id="{C42A9AF7-FCD7-34FB-C997-317D64F4A50B}"/>
                    </a:ext>
                  </a:extLst>
                </p:cNvPr>
                <p:cNvPicPr/>
                <p:nvPr/>
              </p:nvPicPr>
              <p:blipFill>
                <a:blip r:embed="rId68"/>
                <a:stretch>
                  <a:fillRect/>
                </a:stretch>
              </p:blipFill>
              <p:spPr>
                <a:xfrm>
                  <a:off x="8391680" y="2263640"/>
                  <a:ext cx="687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B7E5068F-4A4C-D2AC-1BBC-5C95F7BB7DD9}"/>
                    </a:ext>
                  </a:extLst>
                </p14:cNvPr>
                <p14:cNvContentPartPr/>
                <p14:nvPr/>
              </p14:nvContentPartPr>
              <p14:xfrm>
                <a:off x="8440280" y="2402600"/>
                <a:ext cx="27360" cy="33120"/>
              </p14:xfrm>
            </p:contentPart>
          </mc:Choice>
          <mc:Fallback xmlns="">
            <p:pic>
              <p:nvPicPr>
                <p:cNvPr id="43" name="Ink 42">
                  <a:extLst>
                    <a:ext uri="{FF2B5EF4-FFF2-40B4-BE49-F238E27FC236}">
                      <a16:creationId xmlns:a16="http://schemas.microsoft.com/office/drawing/2014/main" id="{B7E5068F-4A4C-D2AC-1BBC-5C95F7BB7DD9}"/>
                    </a:ext>
                  </a:extLst>
                </p:cNvPr>
                <p:cNvPicPr/>
                <p:nvPr/>
              </p:nvPicPr>
              <p:blipFill>
                <a:blip r:embed="rId70"/>
                <a:stretch>
                  <a:fillRect/>
                </a:stretch>
              </p:blipFill>
              <p:spPr>
                <a:xfrm>
                  <a:off x="8434160" y="2396480"/>
                  <a:ext cx="396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90487203-AEEB-6952-04BB-E4EDD2F48FCF}"/>
                    </a:ext>
                  </a:extLst>
                </p14:cNvPr>
                <p14:cNvContentPartPr/>
                <p14:nvPr/>
              </p14:nvContentPartPr>
              <p14:xfrm>
                <a:off x="8590400" y="2309360"/>
                <a:ext cx="116280" cy="99000"/>
              </p14:xfrm>
            </p:contentPart>
          </mc:Choice>
          <mc:Fallback xmlns="">
            <p:pic>
              <p:nvPicPr>
                <p:cNvPr id="44" name="Ink 43">
                  <a:extLst>
                    <a:ext uri="{FF2B5EF4-FFF2-40B4-BE49-F238E27FC236}">
                      <a16:creationId xmlns:a16="http://schemas.microsoft.com/office/drawing/2014/main" id="{90487203-AEEB-6952-04BB-E4EDD2F48FCF}"/>
                    </a:ext>
                  </a:extLst>
                </p:cNvPr>
                <p:cNvPicPr/>
                <p:nvPr/>
              </p:nvPicPr>
              <p:blipFill>
                <a:blip r:embed="rId72"/>
                <a:stretch>
                  <a:fillRect/>
                </a:stretch>
              </p:blipFill>
              <p:spPr>
                <a:xfrm>
                  <a:off x="8584280" y="2303240"/>
                  <a:ext cx="1285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Ink 44">
                  <a:extLst>
                    <a:ext uri="{FF2B5EF4-FFF2-40B4-BE49-F238E27FC236}">
                      <a16:creationId xmlns:a16="http://schemas.microsoft.com/office/drawing/2014/main" id="{5585E4FA-DFEC-9A29-43F9-53C284739AFB}"/>
                    </a:ext>
                  </a:extLst>
                </p14:cNvPr>
                <p14:cNvContentPartPr/>
                <p14:nvPr/>
              </p14:nvContentPartPr>
              <p14:xfrm>
                <a:off x="8726120" y="2482160"/>
                <a:ext cx="28800" cy="89280"/>
              </p14:xfrm>
            </p:contentPart>
          </mc:Choice>
          <mc:Fallback xmlns="">
            <p:pic>
              <p:nvPicPr>
                <p:cNvPr id="45" name="Ink 44">
                  <a:extLst>
                    <a:ext uri="{FF2B5EF4-FFF2-40B4-BE49-F238E27FC236}">
                      <a16:creationId xmlns:a16="http://schemas.microsoft.com/office/drawing/2014/main" id="{5585E4FA-DFEC-9A29-43F9-53C284739AFB}"/>
                    </a:ext>
                  </a:extLst>
                </p:cNvPr>
                <p:cNvPicPr/>
                <p:nvPr/>
              </p:nvPicPr>
              <p:blipFill>
                <a:blip r:embed="rId74"/>
                <a:stretch>
                  <a:fillRect/>
                </a:stretch>
              </p:blipFill>
              <p:spPr>
                <a:xfrm>
                  <a:off x="8720000" y="2476040"/>
                  <a:ext cx="410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Ink 45">
                  <a:extLst>
                    <a:ext uri="{FF2B5EF4-FFF2-40B4-BE49-F238E27FC236}">
                      <a16:creationId xmlns:a16="http://schemas.microsoft.com/office/drawing/2014/main" id="{1D5A7AF9-F467-C831-3E71-ED964436B9F0}"/>
                    </a:ext>
                  </a:extLst>
                </p14:cNvPr>
                <p14:cNvContentPartPr/>
                <p14:nvPr/>
              </p14:nvContentPartPr>
              <p14:xfrm>
                <a:off x="8739440" y="2383520"/>
                <a:ext cx="39600" cy="23040"/>
              </p14:xfrm>
            </p:contentPart>
          </mc:Choice>
          <mc:Fallback xmlns="">
            <p:pic>
              <p:nvPicPr>
                <p:cNvPr id="46" name="Ink 45">
                  <a:extLst>
                    <a:ext uri="{FF2B5EF4-FFF2-40B4-BE49-F238E27FC236}">
                      <a16:creationId xmlns:a16="http://schemas.microsoft.com/office/drawing/2014/main" id="{1D5A7AF9-F467-C831-3E71-ED964436B9F0}"/>
                    </a:ext>
                  </a:extLst>
                </p:cNvPr>
                <p:cNvPicPr/>
                <p:nvPr/>
              </p:nvPicPr>
              <p:blipFill>
                <a:blip r:embed="rId76"/>
                <a:stretch>
                  <a:fillRect/>
                </a:stretch>
              </p:blipFill>
              <p:spPr>
                <a:xfrm>
                  <a:off x="8733320" y="2377400"/>
                  <a:ext cx="51840" cy="35280"/>
                </a:xfrm>
                <a:prstGeom prst="rect">
                  <a:avLst/>
                </a:prstGeom>
              </p:spPr>
            </p:pic>
          </mc:Fallback>
        </mc:AlternateContent>
      </p:grpSp>
      <p:grpSp>
        <p:nvGrpSpPr>
          <p:cNvPr id="53" name="Group 52">
            <a:extLst>
              <a:ext uri="{FF2B5EF4-FFF2-40B4-BE49-F238E27FC236}">
                <a16:creationId xmlns:a16="http://schemas.microsoft.com/office/drawing/2014/main" id="{80B3870F-DB01-3E79-ADB5-B86053AFB98A}"/>
              </a:ext>
            </a:extLst>
          </p:cNvPr>
          <p:cNvGrpSpPr/>
          <p:nvPr/>
        </p:nvGrpSpPr>
        <p:grpSpPr>
          <a:xfrm>
            <a:off x="8997920" y="2139440"/>
            <a:ext cx="989280" cy="424800"/>
            <a:chOff x="8997920" y="2139440"/>
            <a:chExt cx="989280" cy="424800"/>
          </a:xfrm>
        </p:grpSpPr>
        <mc:AlternateContent xmlns:mc="http://schemas.openxmlformats.org/markup-compatibility/2006" xmlns:p14="http://schemas.microsoft.com/office/powerpoint/2010/main">
          <mc:Choice Requires="p14">
            <p:contentPart p14:bwMode="auto" r:id="rId77">
              <p14:nvContentPartPr>
                <p14:cNvPr id="47" name="Ink 46">
                  <a:extLst>
                    <a:ext uri="{FF2B5EF4-FFF2-40B4-BE49-F238E27FC236}">
                      <a16:creationId xmlns:a16="http://schemas.microsoft.com/office/drawing/2014/main" id="{BCBD16F9-A2FC-457E-F0A9-2D5694B4A935}"/>
                    </a:ext>
                  </a:extLst>
                </p14:cNvPr>
                <p14:cNvContentPartPr/>
                <p14:nvPr/>
              </p14:nvContentPartPr>
              <p14:xfrm>
                <a:off x="9082880" y="2139440"/>
                <a:ext cx="24840" cy="298800"/>
              </p14:xfrm>
            </p:contentPart>
          </mc:Choice>
          <mc:Fallback xmlns="">
            <p:pic>
              <p:nvPicPr>
                <p:cNvPr id="47" name="Ink 46">
                  <a:extLst>
                    <a:ext uri="{FF2B5EF4-FFF2-40B4-BE49-F238E27FC236}">
                      <a16:creationId xmlns:a16="http://schemas.microsoft.com/office/drawing/2014/main" id="{BCBD16F9-A2FC-457E-F0A9-2D5694B4A935}"/>
                    </a:ext>
                  </a:extLst>
                </p:cNvPr>
                <p:cNvPicPr/>
                <p:nvPr/>
              </p:nvPicPr>
              <p:blipFill>
                <a:blip r:embed="rId78"/>
                <a:stretch>
                  <a:fillRect/>
                </a:stretch>
              </p:blipFill>
              <p:spPr>
                <a:xfrm>
                  <a:off x="9076760" y="2133320"/>
                  <a:ext cx="370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997183FC-BE65-2B49-3C89-E9BB0B2C78C9}"/>
                    </a:ext>
                  </a:extLst>
                </p14:cNvPr>
                <p14:cNvContentPartPr/>
                <p14:nvPr/>
              </p14:nvContentPartPr>
              <p14:xfrm>
                <a:off x="8997920" y="2374160"/>
                <a:ext cx="248400" cy="162720"/>
              </p14:xfrm>
            </p:contentPart>
          </mc:Choice>
          <mc:Fallback xmlns="">
            <p:pic>
              <p:nvPicPr>
                <p:cNvPr id="48" name="Ink 47">
                  <a:extLst>
                    <a:ext uri="{FF2B5EF4-FFF2-40B4-BE49-F238E27FC236}">
                      <a16:creationId xmlns:a16="http://schemas.microsoft.com/office/drawing/2014/main" id="{997183FC-BE65-2B49-3C89-E9BB0B2C78C9}"/>
                    </a:ext>
                  </a:extLst>
                </p:cNvPr>
                <p:cNvPicPr/>
                <p:nvPr/>
              </p:nvPicPr>
              <p:blipFill>
                <a:blip r:embed="rId80"/>
                <a:stretch>
                  <a:fillRect/>
                </a:stretch>
              </p:blipFill>
              <p:spPr>
                <a:xfrm>
                  <a:off x="8991800" y="2368040"/>
                  <a:ext cx="2606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F93BC931-84C6-8C50-AC5E-9F6EBDD05273}"/>
                    </a:ext>
                  </a:extLst>
                </p14:cNvPr>
                <p14:cNvContentPartPr/>
                <p14:nvPr/>
              </p14:nvContentPartPr>
              <p14:xfrm>
                <a:off x="9364040" y="2171840"/>
                <a:ext cx="159120" cy="322200"/>
              </p14:xfrm>
            </p:contentPart>
          </mc:Choice>
          <mc:Fallback xmlns="">
            <p:pic>
              <p:nvPicPr>
                <p:cNvPr id="49" name="Ink 48">
                  <a:extLst>
                    <a:ext uri="{FF2B5EF4-FFF2-40B4-BE49-F238E27FC236}">
                      <a16:creationId xmlns:a16="http://schemas.microsoft.com/office/drawing/2014/main" id="{F93BC931-84C6-8C50-AC5E-9F6EBDD05273}"/>
                    </a:ext>
                  </a:extLst>
                </p:cNvPr>
                <p:cNvPicPr/>
                <p:nvPr/>
              </p:nvPicPr>
              <p:blipFill>
                <a:blip r:embed="rId82"/>
                <a:stretch>
                  <a:fillRect/>
                </a:stretch>
              </p:blipFill>
              <p:spPr>
                <a:xfrm>
                  <a:off x="9357920" y="2165720"/>
                  <a:ext cx="17136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B226EA50-70D1-3BE9-838C-10C4262DBE55}"/>
                    </a:ext>
                  </a:extLst>
                </p14:cNvPr>
                <p14:cNvContentPartPr/>
                <p14:nvPr/>
              </p14:nvContentPartPr>
              <p14:xfrm>
                <a:off x="9666440" y="2167160"/>
                <a:ext cx="114840" cy="143280"/>
              </p14:xfrm>
            </p:contentPart>
          </mc:Choice>
          <mc:Fallback xmlns="">
            <p:pic>
              <p:nvPicPr>
                <p:cNvPr id="50" name="Ink 49">
                  <a:extLst>
                    <a:ext uri="{FF2B5EF4-FFF2-40B4-BE49-F238E27FC236}">
                      <a16:creationId xmlns:a16="http://schemas.microsoft.com/office/drawing/2014/main" id="{B226EA50-70D1-3BE9-838C-10C4262DBE55}"/>
                    </a:ext>
                  </a:extLst>
                </p:cNvPr>
                <p:cNvPicPr/>
                <p:nvPr/>
              </p:nvPicPr>
              <p:blipFill>
                <a:blip r:embed="rId84"/>
                <a:stretch>
                  <a:fillRect/>
                </a:stretch>
              </p:blipFill>
              <p:spPr>
                <a:xfrm>
                  <a:off x="9660320" y="2161040"/>
                  <a:ext cx="1270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1" name="Ink 50">
                  <a:extLst>
                    <a:ext uri="{FF2B5EF4-FFF2-40B4-BE49-F238E27FC236}">
                      <a16:creationId xmlns:a16="http://schemas.microsoft.com/office/drawing/2014/main" id="{5EFA6DA5-4BE5-31D6-1C8A-96EE46F24EC9}"/>
                    </a:ext>
                  </a:extLst>
                </p14:cNvPr>
                <p14:cNvContentPartPr/>
                <p14:nvPr/>
              </p14:nvContentPartPr>
              <p14:xfrm>
                <a:off x="9732680" y="2216480"/>
                <a:ext cx="254520" cy="253800"/>
              </p14:xfrm>
            </p:contentPart>
          </mc:Choice>
          <mc:Fallback xmlns="">
            <p:pic>
              <p:nvPicPr>
                <p:cNvPr id="51" name="Ink 50">
                  <a:extLst>
                    <a:ext uri="{FF2B5EF4-FFF2-40B4-BE49-F238E27FC236}">
                      <a16:creationId xmlns:a16="http://schemas.microsoft.com/office/drawing/2014/main" id="{5EFA6DA5-4BE5-31D6-1C8A-96EE46F24EC9}"/>
                    </a:ext>
                  </a:extLst>
                </p:cNvPr>
                <p:cNvPicPr/>
                <p:nvPr/>
              </p:nvPicPr>
              <p:blipFill>
                <a:blip r:embed="rId86"/>
                <a:stretch>
                  <a:fillRect/>
                </a:stretch>
              </p:blipFill>
              <p:spPr>
                <a:xfrm>
                  <a:off x="9726560" y="2210360"/>
                  <a:ext cx="26676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2" name="Ink 51">
                  <a:extLst>
                    <a:ext uri="{FF2B5EF4-FFF2-40B4-BE49-F238E27FC236}">
                      <a16:creationId xmlns:a16="http://schemas.microsoft.com/office/drawing/2014/main" id="{E2B9E92F-9CB9-FF4C-24F1-BC2A4A1604C7}"/>
                    </a:ext>
                  </a:extLst>
                </p14:cNvPr>
                <p14:cNvContentPartPr/>
                <p14:nvPr/>
              </p14:nvContentPartPr>
              <p14:xfrm>
                <a:off x="9840320" y="2425640"/>
                <a:ext cx="129600" cy="138600"/>
              </p14:xfrm>
            </p:contentPart>
          </mc:Choice>
          <mc:Fallback xmlns="">
            <p:pic>
              <p:nvPicPr>
                <p:cNvPr id="52" name="Ink 51">
                  <a:extLst>
                    <a:ext uri="{FF2B5EF4-FFF2-40B4-BE49-F238E27FC236}">
                      <a16:creationId xmlns:a16="http://schemas.microsoft.com/office/drawing/2014/main" id="{E2B9E92F-9CB9-FF4C-24F1-BC2A4A1604C7}"/>
                    </a:ext>
                  </a:extLst>
                </p:cNvPr>
                <p:cNvPicPr/>
                <p:nvPr/>
              </p:nvPicPr>
              <p:blipFill>
                <a:blip r:embed="rId88"/>
                <a:stretch>
                  <a:fillRect/>
                </a:stretch>
              </p:blipFill>
              <p:spPr>
                <a:xfrm>
                  <a:off x="9834200" y="2419520"/>
                  <a:ext cx="141840" cy="150840"/>
                </a:xfrm>
                <a:prstGeom prst="rect">
                  <a:avLst/>
                </a:prstGeom>
              </p:spPr>
            </p:pic>
          </mc:Fallback>
        </mc:AlternateContent>
      </p:grpSp>
    </p:spTree>
    <p:extLst>
      <p:ext uri="{BB962C8B-B14F-4D97-AF65-F5344CB8AC3E}">
        <p14:creationId xmlns:p14="http://schemas.microsoft.com/office/powerpoint/2010/main" val="1961510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Result 4: Risk-Premium on Individual Assets and Security Market 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95560" y="601428"/>
            <a:ext cx="11958693"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Security market line (SML)</a:t>
            </a:r>
            <a:endParaRPr kumimoji="0" lang="en-US" sz="3200" b="1" i="0" u="none" strike="noStrike" kern="1200" cap="none" spc="0" normalizeH="0" baseline="0" noProof="0" dirty="0">
              <a:ln>
                <a:noFill/>
              </a:ln>
              <a:solidFill>
                <a:prstClr val="black"/>
              </a:solidFill>
              <a:effectLst/>
              <a:uLnTx/>
              <a:uFillTx/>
              <a:latin typeface="Wingdings"/>
              <a:ea typeface="Wingdings"/>
              <a:cs typeface="Wingdings"/>
              <a:sym typeface="Wingdings"/>
            </a:endParaRPr>
          </a:p>
          <a:p>
            <a:pPr marL="426710" lvl="1" indent="0">
              <a:buClr>
                <a:srgbClr val="DA1F28"/>
              </a:buClr>
              <a:buNone/>
              <a:defRPr/>
            </a:pPr>
            <a:endParaRPr lang="en-US" sz="2800" dirty="0">
              <a:solidFill>
                <a:sysClr val="windowText" lastClr="000000"/>
              </a:solidFill>
              <a:latin typeface="Tw Cen MT"/>
            </a:endParaRPr>
          </a:p>
        </p:txBody>
      </p:sp>
      <p:graphicFrame>
        <p:nvGraphicFramePr>
          <p:cNvPr id="2" name="Object 1">
            <a:extLst>
              <a:ext uri="{FF2B5EF4-FFF2-40B4-BE49-F238E27FC236}">
                <a16:creationId xmlns:a16="http://schemas.microsoft.com/office/drawing/2014/main" id="{35BB8D65-2FEE-20B4-2ECB-A3EB2FFC1214}"/>
              </a:ext>
            </a:extLst>
          </p:cNvPr>
          <p:cNvGraphicFramePr>
            <a:graphicFrameLocks noChangeAspect="1"/>
          </p:cNvGraphicFramePr>
          <p:nvPr>
            <p:extLst>
              <p:ext uri="{D42A27DB-BD31-4B8C-83A1-F6EECF244321}">
                <p14:modId xmlns:p14="http://schemas.microsoft.com/office/powerpoint/2010/main" val="3641694974"/>
              </p:ext>
            </p:extLst>
          </p:nvPr>
        </p:nvGraphicFramePr>
        <p:xfrm>
          <a:off x="1021492" y="1491028"/>
          <a:ext cx="4212068" cy="631581"/>
        </p:xfrm>
        <a:graphic>
          <a:graphicData uri="http://schemas.openxmlformats.org/presentationml/2006/ole">
            <mc:AlternateContent xmlns:mc="http://schemas.openxmlformats.org/markup-compatibility/2006">
              <mc:Choice xmlns:v="urn:schemas-microsoft-com:vml" Requires="v">
                <p:oleObj name="Equation" r:id="rId3" imgW="1524000" imgH="228600" progId="Equation.3">
                  <p:embed/>
                </p:oleObj>
              </mc:Choice>
              <mc:Fallback>
                <p:oleObj name="Equation" r:id="rId3" imgW="1524000" imgH="228600" progId="Equation.3">
                  <p:embed/>
                  <p:pic>
                    <p:nvPicPr>
                      <p:cNvPr id="2" name="Object 1">
                        <a:extLst>
                          <a:ext uri="{FF2B5EF4-FFF2-40B4-BE49-F238E27FC236}">
                            <a16:creationId xmlns:a16="http://schemas.microsoft.com/office/drawing/2014/main" id="{35BB8D65-2FEE-20B4-2ECB-A3EB2FFC1214}"/>
                          </a:ext>
                        </a:extLst>
                      </p:cNvPr>
                      <p:cNvPicPr/>
                      <p:nvPr/>
                    </p:nvPicPr>
                    <p:blipFill>
                      <a:blip r:embed="rId4"/>
                      <a:stretch>
                        <a:fillRect/>
                      </a:stretch>
                    </p:blipFill>
                    <p:spPr>
                      <a:xfrm>
                        <a:off x="1021492" y="1491028"/>
                        <a:ext cx="4212068" cy="631581"/>
                      </a:xfrm>
                      <a:prstGeom prst="rect">
                        <a:avLst/>
                      </a:prstGeom>
                      <a:solidFill>
                        <a:srgbClr val="EC767C"/>
                      </a:solidFill>
                      <a:ln>
                        <a:solidFill>
                          <a:srgbClr val="EC767C"/>
                        </a:solidFill>
                      </a:ln>
                    </p:spPr>
                  </p:pic>
                </p:oleObj>
              </mc:Fallback>
            </mc:AlternateContent>
          </a:graphicData>
        </a:graphic>
      </p:graphicFrame>
      <p:cxnSp>
        <p:nvCxnSpPr>
          <p:cNvPr id="3" name="Straight Connector 2">
            <a:extLst>
              <a:ext uri="{FF2B5EF4-FFF2-40B4-BE49-F238E27FC236}">
                <a16:creationId xmlns:a16="http://schemas.microsoft.com/office/drawing/2014/main" id="{63462B2B-6D2B-A1C8-EAA9-2DDCAF162CB0}"/>
              </a:ext>
            </a:extLst>
          </p:cNvPr>
          <p:cNvCxnSpPr/>
          <p:nvPr/>
        </p:nvCxnSpPr>
        <p:spPr>
          <a:xfrm>
            <a:off x="2122853" y="2664069"/>
            <a:ext cx="0" cy="27432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4" name="Straight Connector 3">
            <a:extLst>
              <a:ext uri="{FF2B5EF4-FFF2-40B4-BE49-F238E27FC236}">
                <a16:creationId xmlns:a16="http://schemas.microsoft.com/office/drawing/2014/main" id="{F6555643-1118-1ADC-A3BC-35B26F2146AF}"/>
              </a:ext>
            </a:extLst>
          </p:cNvPr>
          <p:cNvCxnSpPr/>
          <p:nvPr/>
        </p:nvCxnSpPr>
        <p:spPr>
          <a:xfrm>
            <a:off x="2122853" y="5407269"/>
            <a:ext cx="34544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6" name="Straight Connector 5">
            <a:extLst>
              <a:ext uri="{FF2B5EF4-FFF2-40B4-BE49-F238E27FC236}">
                <a16:creationId xmlns:a16="http://schemas.microsoft.com/office/drawing/2014/main" id="{4FD4DDB2-F52F-8F73-6D62-CBA22C98E52E}"/>
              </a:ext>
            </a:extLst>
          </p:cNvPr>
          <p:cNvCxnSpPr/>
          <p:nvPr/>
        </p:nvCxnSpPr>
        <p:spPr>
          <a:xfrm flipV="1">
            <a:off x="2122853" y="3476869"/>
            <a:ext cx="2946400" cy="1422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9" name="TextBox 8">
            <a:extLst>
              <a:ext uri="{FF2B5EF4-FFF2-40B4-BE49-F238E27FC236}">
                <a16:creationId xmlns:a16="http://schemas.microsoft.com/office/drawing/2014/main" id="{10DB7033-C87B-15B6-BD83-928EE81AB16B}"/>
              </a:ext>
            </a:extLst>
          </p:cNvPr>
          <p:cNvSpPr txBox="1"/>
          <p:nvPr/>
        </p:nvSpPr>
        <p:spPr>
          <a:xfrm>
            <a:off x="5069253" y="3070470"/>
            <a:ext cx="1524000" cy="461665"/>
          </a:xfrm>
          <a:prstGeom prst="rect">
            <a:avLst/>
          </a:prstGeom>
          <a:noFill/>
        </p:spPr>
        <p:txBody>
          <a:bodyPr wrap="square" rtlCol="0">
            <a:spAutoFit/>
          </a:bodyPr>
          <a:lstStyle/>
          <a:p>
            <a:pPr defTabSz="1219170"/>
            <a:r>
              <a:rPr lang="en-US" sz="2400" b="1" dirty="0">
                <a:solidFill>
                  <a:srgbClr val="EC767C"/>
                </a:solidFill>
                <a:latin typeface="Tw Cen MT"/>
              </a:rPr>
              <a:t>SML</a:t>
            </a:r>
          </a:p>
        </p:txBody>
      </p:sp>
      <p:sp>
        <p:nvSpPr>
          <p:cNvPr id="10" name="TextBox 9">
            <a:extLst>
              <a:ext uri="{FF2B5EF4-FFF2-40B4-BE49-F238E27FC236}">
                <a16:creationId xmlns:a16="http://schemas.microsoft.com/office/drawing/2014/main" id="{AFC25D62-58DE-192A-53C0-6E785205545F}"/>
              </a:ext>
            </a:extLst>
          </p:cNvPr>
          <p:cNvSpPr txBox="1"/>
          <p:nvPr/>
        </p:nvSpPr>
        <p:spPr>
          <a:xfrm>
            <a:off x="4967653" y="5384986"/>
            <a:ext cx="812799" cy="461665"/>
          </a:xfrm>
          <a:prstGeom prst="rect">
            <a:avLst/>
          </a:prstGeom>
          <a:noFill/>
        </p:spPr>
        <p:txBody>
          <a:bodyPr wrap="square" rtlCol="0">
            <a:spAutoFit/>
          </a:bodyPr>
          <a:lstStyle/>
          <a:p>
            <a:pPr defTabSz="1219170"/>
            <a:r>
              <a:rPr lang="en-US" sz="2400" b="1" dirty="0">
                <a:solidFill>
                  <a:srgbClr val="EC767C"/>
                </a:solidFill>
                <a:latin typeface="Tw Cen MT"/>
              </a:rPr>
              <a:t>beta</a:t>
            </a:r>
          </a:p>
        </p:txBody>
      </p:sp>
      <p:sp>
        <p:nvSpPr>
          <p:cNvPr id="11" name="TextBox 10">
            <a:extLst>
              <a:ext uri="{FF2B5EF4-FFF2-40B4-BE49-F238E27FC236}">
                <a16:creationId xmlns:a16="http://schemas.microsoft.com/office/drawing/2014/main" id="{67E940D3-28AE-6D2B-EF10-16F54622F86E}"/>
              </a:ext>
            </a:extLst>
          </p:cNvPr>
          <p:cNvSpPr txBox="1"/>
          <p:nvPr/>
        </p:nvSpPr>
        <p:spPr>
          <a:xfrm>
            <a:off x="1310053" y="2664070"/>
            <a:ext cx="1524000" cy="461665"/>
          </a:xfrm>
          <a:prstGeom prst="rect">
            <a:avLst/>
          </a:prstGeom>
          <a:noFill/>
        </p:spPr>
        <p:txBody>
          <a:bodyPr wrap="square" rtlCol="0">
            <a:spAutoFit/>
          </a:bodyPr>
          <a:lstStyle/>
          <a:p>
            <a:pPr defTabSz="1219170"/>
            <a:r>
              <a:rPr lang="en-US" sz="2400" b="1" dirty="0">
                <a:solidFill>
                  <a:srgbClr val="EC767C"/>
                </a:solidFill>
                <a:latin typeface="Tw Cen MT"/>
              </a:rPr>
              <a:t>E(</a:t>
            </a:r>
            <a:r>
              <a:rPr lang="en-US" sz="2400" b="1" dirty="0" err="1">
                <a:solidFill>
                  <a:srgbClr val="EC767C"/>
                </a:solidFill>
                <a:latin typeface="Tw Cen MT"/>
              </a:rPr>
              <a:t>r</a:t>
            </a:r>
            <a:r>
              <a:rPr lang="en-US" sz="2400" b="1" baseline="-25000" dirty="0" err="1">
                <a:solidFill>
                  <a:srgbClr val="EC767C"/>
                </a:solidFill>
                <a:latin typeface="Tw Cen MT"/>
              </a:rPr>
              <a:t>i</a:t>
            </a:r>
            <a:r>
              <a:rPr lang="en-US" sz="2400" b="1" dirty="0">
                <a:solidFill>
                  <a:srgbClr val="EC767C"/>
                </a:solidFill>
                <a:latin typeface="Tw Cen MT"/>
              </a:rPr>
              <a:t>)</a:t>
            </a:r>
          </a:p>
        </p:txBody>
      </p:sp>
      <p:sp>
        <p:nvSpPr>
          <p:cNvPr id="12" name="TextBox 11">
            <a:extLst>
              <a:ext uri="{FF2B5EF4-FFF2-40B4-BE49-F238E27FC236}">
                <a16:creationId xmlns:a16="http://schemas.microsoft.com/office/drawing/2014/main" id="{B75D7A5B-AB78-1CD9-05A8-E489CC01DB66}"/>
              </a:ext>
            </a:extLst>
          </p:cNvPr>
          <p:cNvSpPr txBox="1"/>
          <p:nvPr/>
        </p:nvSpPr>
        <p:spPr>
          <a:xfrm>
            <a:off x="1716453" y="4610027"/>
            <a:ext cx="609600" cy="461665"/>
          </a:xfrm>
          <a:prstGeom prst="rect">
            <a:avLst/>
          </a:prstGeom>
          <a:noFill/>
        </p:spPr>
        <p:txBody>
          <a:bodyPr wrap="square" rtlCol="0">
            <a:spAutoFit/>
          </a:bodyPr>
          <a:lstStyle/>
          <a:p>
            <a:pPr defTabSz="1219170"/>
            <a:r>
              <a:rPr lang="en-US" sz="2400" b="1" dirty="0" err="1">
                <a:solidFill>
                  <a:srgbClr val="EC767C"/>
                </a:solidFill>
                <a:latin typeface="Tw Cen MT"/>
              </a:rPr>
              <a:t>r</a:t>
            </a:r>
            <a:r>
              <a:rPr lang="en-US" sz="2400" b="1" baseline="-25000" dirty="0" err="1">
                <a:solidFill>
                  <a:srgbClr val="EC767C"/>
                </a:solidFill>
                <a:latin typeface="Tw Cen MT"/>
              </a:rPr>
              <a:t>f</a:t>
            </a:r>
            <a:endParaRPr lang="en-US" sz="2400" b="1" dirty="0">
              <a:solidFill>
                <a:srgbClr val="EC767C"/>
              </a:solidFill>
              <a:latin typeface="Tw Cen MT"/>
            </a:endParaRPr>
          </a:p>
        </p:txBody>
      </p:sp>
      <p:cxnSp>
        <p:nvCxnSpPr>
          <p:cNvPr id="13" name="Straight Connector 12">
            <a:extLst>
              <a:ext uri="{FF2B5EF4-FFF2-40B4-BE49-F238E27FC236}">
                <a16:creationId xmlns:a16="http://schemas.microsoft.com/office/drawing/2014/main" id="{E5670C78-D9B7-FA14-9FCC-21AFEE41FAF3}"/>
              </a:ext>
            </a:extLst>
          </p:cNvPr>
          <p:cNvCxnSpPr/>
          <p:nvPr/>
        </p:nvCxnSpPr>
        <p:spPr>
          <a:xfrm>
            <a:off x="3850053" y="4086469"/>
            <a:ext cx="0" cy="1320800"/>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cxnSp>
        <p:nvCxnSpPr>
          <p:cNvPr id="14" name="Straight Connector 13">
            <a:extLst>
              <a:ext uri="{FF2B5EF4-FFF2-40B4-BE49-F238E27FC236}">
                <a16:creationId xmlns:a16="http://schemas.microsoft.com/office/drawing/2014/main" id="{6988C225-523E-B2FB-DF3F-C0259D37BCF9}"/>
              </a:ext>
            </a:extLst>
          </p:cNvPr>
          <p:cNvCxnSpPr/>
          <p:nvPr/>
        </p:nvCxnSpPr>
        <p:spPr>
          <a:xfrm>
            <a:off x="2100574" y="4086469"/>
            <a:ext cx="1727200" cy="0"/>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sp>
        <p:nvSpPr>
          <p:cNvPr id="15" name="TextBox 14">
            <a:extLst>
              <a:ext uri="{FF2B5EF4-FFF2-40B4-BE49-F238E27FC236}">
                <a16:creationId xmlns:a16="http://schemas.microsoft.com/office/drawing/2014/main" id="{44157AF2-9BCE-C667-2BB0-8C10C3DC4817}"/>
              </a:ext>
            </a:extLst>
          </p:cNvPr>
          <p:cNvSpPr txBox="1"/>
          <p:nvPr/>
        </p:nvSpPr>
        <p:spPr>
          <a:xfrm>
            <a:off x="3646853" y="5422827"/>
            <a:ext cx="609600" cy="461665"/>
          </a:xfrm>
          <a:prstGeom prst="rect">
            <a:avLst/>
          </a:prstGeom>
          <a:noFill/>
        </p:spPr>
        <p:txBody>
          <a:bodyPr wrap="square" rtlCol="0">
            <a:spAutoFit/>
          </a:bodyPr>
          <a:lstStyle/>
          <a:p>
            <a:pPr defTabSz="1219170"/>
            <a:r>
              <a:rPr lang="en-US" sz="2400" b="1" dirty="0">
                <a:solidFill>
                  <a:srgbClr val="EC767C"/>
                </a:solidFill>
                <a:latin typeface="Tw Cen MT"/>
              </a:rPr>
              <a:t>1</a:t>
            </a:r>
          </a:p>
        </p:txBody>
      </p:sp>
      <p:sp>
        <p:nvSpPr>
          <p:cNvPr id="16" name="TextBox 15">
            <a:extLst>
              <a:ext uri="{FF2B5EF4-FFF2-40B4-BE49-F238E27FC236}">
                <a16:creationId xmlns:a16="http://schemas.microsoft.com/office/drawing/2014/main" id="{605D1583-AAFB-2720-7F69-21EB0659F627}"/>
              </a:ext>
            </a:extLst>
          </p:cNvPr>
          <p:cNvSpPr txBox="1"/>
          <p:nvPr/>
        </p:nvSpPr>
        <p:spPr>
          <a:xfrm>
            <a:off x="1322538" y="3803954"/>
            <a:ext cx="914400" cy="461665"/>
          </a:xfrm>
          <a:prstGeom prst="rect">
            <a:avLst/>
          </a:prstGeom>
          <a:noFill/>
        </p:spPr>
        <p:txBody>
          <a:bodyPr wrap="square" rtlCol="0">
            <a:spAutoFit/>
          </a:bodyPr>
          <a:lstStyle/>
          <a:p>
            <a:pPr defTabSz="1219170"/>
            <a:r>
              <a:rPr lang="en-US" sz="2400" b="1" dirty="0">
                <a:solidFill>
                  <a:srgbClr val="EC767C"/>
                </a:solidFill>
                <a:latin typeface="Tw Cen MT"/>
              </a:rPr>
              <a:t>E(</a:t>
            </a:r>
            <a:r>
              <a:rPr lang="en-US" sz="2400" b="1" dirty="0" err="1">
                <a:solidFill>
                  <a:srgbClr val="EC767C"/>
                </a:solidFill>
                <a:latin typeface="Tw Cen MT"/>
              </a:rPr>
              <a:t>r</a:t>
            </a:r>
            <a:r>
              <a:rPr lang="en-US" sz="2400" b="1" baseline="-25000" dirty="0" err="1">
                <a:solidFill>
                  <a:srgbClr val="EC767C"/>
                </a:solidFill>
                <a:latin typeface="Tw Cen MT"/>
              </a:rPr>
              <a:t>m</a:t>
            </a:r>
            <a:r>
              <a:rPr lang="en-US" sz="2400" b="1" dirty="0">
                <a:solidFill>
                  <a:srgbClr val="EC767C"/>
                </a:solidFill>
                <a:latin typeface="Tw Cen MT"/>
              </a:rPr>
              <a:t>)</a:t>
            </a:r>
          </a:p>
        </p:txBody>
      </p:sp>
      <p:sp>
        <p:nvSpPr>
          <p:cNvPr id="17" name="TextBox 16">
            <a:extLst>
              <a:ext uri="{FF2B5EF4-FFF2-40B4-BE49-F238E27FC236}">
                <a16:creationId xmlns:a16="http://schemas.microsoft.com/office/drawing/2014/main" id="{B4CD8821-4028-0A66-2845-68AD7BF717BB}"/>
              </a:ext>
            </a:extLst>
          </p:cNvPr>
          <p:cNvSpPr txBox="1"/>
          <p:nvPr/>
        </p:nvSpPr>
        <p:spPr>
          <a:xfrm>
            <a:off x="6517053" y="2623064"/>
            <a:ext cx="4673600" cy="543675"/>
          </a:xfrm>
          <a:prstGeom prst="rect">
            <a:avLst/>
          </a:prstGeom>
          <a:noFill/>
        </p:spPr>
        <p:txBody>
          <a:bodyPr wrap="square" rtlCol="0">
            <a:spAutoFit/>
          </a:bodyPr>
          <a:lstStyle/>
          <a:p>
            <a:pPr defTabSz="1219170"/>
            <a:r>
              <a:rPr lang="en-US" sz="2800" dirty="0">
                <a:solidFill>
                  <a:srgbClr val="2DA2BF"/>
                </a:solidFill>
                <a:latin typeface="Tw Cen MT"/>
              </a:rPr>
              <a:t>Q1 : Why </a:t>
            </a:r>
            <a:r>
              <a:rPr lang="en-US" sz="2800" dirty="0">
                <a:solidFill>
                  <a:srgbClr val="EC767C"/>
                </a:solidFill>
                <a:latin typeface="Tw Cen MT"/>
              </a:rPr>
              <a:t>positively</a:t>
            </a:r>
            <a:r>
              <a:rPr lang="en-US" sz="2800" dirty="0">
                <a:solidFill>
                  <a:srgbClr val="2DA2BF"/>
                </a:solidFill>
                <a:latin typeface="Tw Cen MT"/>
              </a:rPr>
              <a:t> sloped?</a:t>
            </a:r>
          </a:p>
        </p:txBody>
      </p:sp>
      <p:sp>
        <p:nvSpPr>
          <p:cNvPr id="18" name="TextBox 17">
            <a:extLst>
              <a:ext uri="{FF2B5EF4-FFF2-40B4-BE49-F238E27FC236}">
                <a16:creationId xmlns:a16="http://schemas.microsoft.com/office/drawing/2014/main" id="{C430E16E-0015-AFD6-ADD5-F698449723DB}"/>
              </a:ext>
            </a:extLst>
          </p:cNvPr>
          <p:cNvSpPr txBox="1"/>
          <p:nvPr/>
        </p:nvSpPr>
        <p:spPr>
          <a:xfrm>
            <a:off x="6544219" y="3507421"/>
            <a:ext cx="4775200" cy="1384995"/>
          </a:xfrm>
          <a:prstGeom prst="rect">
            <a:avLst/>
          </a:prstGeom>
          <a:noFill/>
        </p:spPr>
        <p:txBody>
          <a:bodyPr wrap="square" rtlCol="0">
            <a:spAutoFit/>
          </a:bodyPr>
          <a:lstStyle/>
          <a:p>
            <a:pPr defTabSz="1219170"/>
            <a:r>
              <a:rPr lang="en-US" sz="2800" dirty="0">
                <a:solidFill>
                  <a:srgbClr val="2DA2BF"/>
                </a:solidFill>
                <a:latin typeface="Tw Cen MT"/>
              </a:rPr>
              <a:t>Q2: Why should investors </a:t>
            </a:r>
            <a:r>
              <a:rPr lang="en-US" sz="2800" dirty="0">
                <a:solidFill>
                  <a:srgbClr val="EC767C"/>
                </a:solidFill>
                <a:latin typeface="Tw Cen MT"/>
              </a:rPr>
              <a:t>only</a:t>
            </a:r>
            <a:r>
              <a:rPr lang="en-US" sz="2800" dirty="0">
                <a:solidFill>
                  <a:srgbClr val="2DA2BF"/>
                </a:solidFill>
                <a:latin typeface="Tw Cen MT"/>
              </a:rPr>
              <a:t> expect to be compensated for </a:t>
            </a:r>
            <a:r>
              <a:rPr lang="en-US" sz="2800" dirty="0">
                <a:solidFill>
                  <a:srgbClr val="DA1F28">
                    <a:lumMod val="60000"/>
                    <a:lumOff val="40000"/>
                  </a:srgbClr>
                </a:solidFill>
                <a:latin typeface="Tw Cen MT"/>
              </a:rPr>
              <a:t>systematic risk</a:t>
            </a:r>
            <a:r>
              <a:rPr lang="en-US" sz="2800" dirty="0">
                <a:solidFill>
                  <a:srgbClr val="2DA2BF"/>
                </a:solidFill>
                <a:latin typeface="Tw Cen MT"/>
              </a:rPr>
              <a:t>?</a:t>
            </a:r>
          </a:p>
        </p:txBody>
      </p:sp>
    </p:spTree>
    <p:extLst>
      <p:ext uri="{BB962C8B-B14F-4D97-AF65-F5344CB8AC3E}">
        <p14:creationId xmlns:p14="http://schemas.microsoft.com/office/powerpoint/2010/main" val="32638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Tw Cen MT" panose="020B0602020104020603" pitchFamily="34" charset="77"/>
                <a:ea typeface="+mn-ea"/>
                <a:cs typeface="+mn-cs"/>
              </a:rPr>
              <a:t>CAPM in Security Analysis</a:t>
            </a: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18110" y="612858"/>
            <a:ext cx="11932920"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Application of CAPM in Security Analysis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Applying CAPM to identify undervalued and overvalued assets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Alpha = (</a:t>
            </a:r>
            <a:r>
              <a:rPr kumimoji="0" lang="en-US" sz="32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actual</a:t>
            </a:r>
            <a:r>
              <a:rPr kumimoji="0" lang="en-US" sz="3200" b="0" i="0" u="none" strike="noStrike" kern="1200" cap="none" spc="0" normalizeH="0" baseline="0" noProof="0" dirty="0">
                <a:ln>
                  <a:noFill/>
                </a:ln>
                <a:solidFill>
                  <a:prstClr val="black"/>
                </a:solidFill>
                <a:effectLst/>
                <a:uLnTx/>
                <a:uFillTx/>
                <a:latin typeface="Tw Cen MT"/>
                <a:ea typeface="+mn-ea"/>
                <a:cs typeface="+mn-cs"/>
              </a:rPr>
              <a:t> expected rate of return)-(expected rate of return based on its beta). The difference between the </a:t>
            </a:r>
            <a:r>
              <a:rPr kumimoji="0" lang="en-US" sz="3200" b="1" i="0" u="none" strike="noStrike" kern="1200" cap="none" spc="0" normalizeH="0" baseline="0" noProof="0" dirty="0">
                <a:ln>
                  <a:noFill/>
                </a:ln>
                <a:solidFill>
                  <a:srgbClr val="EC767C"/>
                </a:solidFill>
                <a:effectLst/>
                <a:uLnTx/>
                <a:uFillTx/>
                <a:latin typeface="Tw Cen MT"/>
                <a:ea typeface="+mn-ea"/>
                <a:cs typeface="+mn-cs"/>
              </a:rPr>
              <a:t>fair</a:t>
            </a:r>
            <a:r>
              <a:rPr kumimoji="0" lang="en-US" sz="3200" b="0" i="0" u="none" strike="noStrike" kern="1200" cap="none" spc="0" normalizeH="0" baseline="0" noProof="0" dirty="0">
                <a:ln>
                  <a:noFill/>
                </a:ln>
                <a:solidFill>
                  <a:prstClr val="black"/>
                </a:solidFill>
                <a:effectLst/>
                <a:uLnTx/>
                <a:uFillTx/>
                <a:latin typeface="Tw Cen MT"/>
                <a:ea typeface="+mn-ea"/>
                <a:cs typeface="+mn-cs"/>
              </a:rPr>
              <a:t> and </a:t>
            </a:r>
            <a:r>
              <a:rPr kumimoji="0" lang="en-US" sz="3200" b="1" i="0" u="none" strike="noStrike" kern="1200" cap="none" spc="0" normalizeH="0" baseline="0" noProof="0" dirty="0">
                <a:ln>
                  <a:noFill/>
                </a:ln>
                <a:solidFill>
                  <a:srgbClr val="EC767C"/>
                </a:solidFill>
                <a:effectLst/>
                <a:uLnTx/>
                <a:uFillTx/>
                <a:latin typeface="Tw Cen MT"/>
                <a:ea typeface="+mn-ea"/>
                <a:cs typeface="+mn-cs"/>
              </a:rPr>
              <a:t>actual</a:t>
            </a:r>
            <a:r>
              <a:rPr kumimoji="0" lang="en-US" sz="3200" b="0" i="0" u="none" strike="noStrike" kern="1200" cap="none" spc="0" normalizeH="0" baseline="0" noProof="0" dirty="0">
                <a:ln>
                  <a:noFill/>
                </a:ln>
                <a:solidFill>
                  <a:prstClr val="black"/>
                </a:solidFill>
                <a:effectLst/>
                <a:uLnTx/>
                <a:uFillTx/>
                <a:latin typeface="Tw Cen MT"/>
                <a:ea typeface="+mn-ea"/>
                <a:cs typeface="+mn-cs"/>
              </a:rPr>
              <a:t> expected rates of return on a stock</a:t>
            </a:r>
            <a:r>
              <a:rPr kumimoji="0" lang="en-US" sz="2900" b="0" i="0" u="none" strike="noStrike" kern="1200" cap="none" spc="0" normalizeH="0" baseline="0" noProof="0" dirty="0">
                <a:ln>
                  <a:noFill/>
                </a:ln>
                <a:solidFill>
                  <a:prstClr val="black"/>
                </a:solidFill>
                <a:effectLst/>
                <a:uLnTx/>
                <a:uFillTx/>
                <a:latin typeface="Tw Cen MT"/>
                <a:ea typeface="+mn-ea"/>
                <a:cs typeface="+mn-cs"/>
              </a:rPr>
              <a:t>.</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If Alpha&gt;0, then the stock is </a:t>
            </a:r>
            <a:r>
              <a:rPr kumimoji="0" lang="en-US" sz="2800" b="0" i="0" u="none" strike="noStrike" kern="1200" cap="none" spc="0" normalizeH="0" baseline="0" noProof="0" dirty="0">
                <a:ln>
                  <a:noFill/>
                </a:ln>
                <a:solidFill>
                  <a:srgbClr val="EC767C"/>
                </a:solidFill>
                <a:effectLst/>
                <a:uLnTx/>
                <a:uFillTx/>
                <a:latin typeface="Tw Cen MT"/>
                <a:ea typeface="+mn-ea"/>
                <a:cs typeface="+mn-cs"/>
              </a:rPr>
              <a:t>undervalued</a:t>
            </a:r>
            <a:r>
              <a:rPr kumimoji="0" lang="en-US" sz="2800" b="0" i="0" u="none" strike="noStrike" kern="1200" cap="none" spc="0" normalizeH="0" baseline="0" noProof="0" dirty="0">
                <a:ln>
                  <a:noFill/>
                </a:ln>
                <a:solidFill>
                  <a:prstClr val="black"/>
                </a:solidFill>
                <a:effectLst/>
                <a:uLnTx/>
                <a:uFillTx/>
                <a:latin typeface="Tw Cen MT"/>
                <a:ea typeface="+mn-ea"/>
                <a:cs typeface="+mn-cs"/>
              </a:rPr>
              <a:t>. =&gt; BUY</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If Alpha&lt;0, then the stock is </a:t>
            </a:r>
            <a:r>
              <a:rPr kumimoji="0" lang="en-US" sz="2800" b="0" i="0" u="none" strike="noStrike" kern="1200" cap="none" spc="0" normalizeH="0" baseline="0" noProof="0" dirty="0">
                <a:ln>
                  <a:noFill/>
                </a:ln>
                <a:solidFill>
                  <a:srgbClr val="2DA2BF"/>
                </a:solidFill>
                <a:effectLst/>
                <a:uLnTx/>
                <a:uFillTx/>
                <a:latin typeface="Tw Cen MT"/>
                <a:ea typeface="+mn-ea"/>
                <a:cs typeface="+mn-cs"/>
              </a:rPr>
              <a:t>overvalued</a:t>
            </a:r>
            <a:r>
              <a:rPr kumimoji="0" lang="en-US" sz="2800" b="0" i="0" u="none" strike="noStrike" kern="1200" cap="none" spc="0" normalizeH="0" baseline="0" noProof="0" dirty="0">
                <a:ln>
                  <a:noFill/>
                </a:ln>
                <a:solidFill>
                  <a:prstClr val="black"/>
                </a:solidFill>
                <a:effectLst/>
                <a:uLnTx/>
                <a:uFillTx/>
                <a:latin typeface="Tw Cen MT"/>
                <a:ea typeface="+mn-ea"/>
                <a:cs typeface="+mn-cs"/>
              </a:rPr>
              <a:t>. </a:t>
            </a:r>
            <a:r>
              <a:rPr lang="en-US" sz="2800" dirty="0">
                <a:solidFill>
                  <a:prstClr val="black"/>
                </a:solidFill>
                <a:latin typeface="Tw Cen MT"/>
              </a:rPr>
              <a:t>=&gt; SELL</a:t>
            </a: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426710" marR="0" lvl="1" indent="0" algn="l" defTabSz="914400" rtl="0" eaLnBrk="1" fontAlgn="auto" latinLnBrk="0" hangingPunct="1">
              <a:lnSpc>
                <a:spcPct val="100000"/>
              </a:lnSpc>
              <a:spcBef>
                <a:spcPts val="733"/>
              </a:spcBef>
              <a:spcAft>
                <a:spcPts val="0"/>
              </a:spcAft>
              <a:buClr>
                <a:srgbClr val="DA1F28"/>
              </a:buClr>
              <a:buSzPct val="70000"/>
              <a:buFont typeface="Wingdings 2"/>
              <a:buNone/>
              <a:tabLst/>
              <a:defRPr/>
            </a:pPr>
            <a:endParaRPr kumimoji="0" lang="en-US" sz="2800" b="0" i="0" u="none" strike="noStrike" kern="1200" cap="none" spc="0" normalizeH="0" baseline="0" noProof="0" dirty="0">
              <a:ln>
                <a:noFill/>
              </a:ln>
              <a:solidFill>
                <a:sysClr val="windowText" lastClr="000000"/>
              </a:solidFill>
              <a:effectLst/>
              <a:uLnTx/>
              <a:uFillTx/>
              <a:latin typeface="Tw Cen MT"/>
              <a:ea typeface="+mn-ea"/>
              <a:cs typeface="+mn-cs"/>
            </a:endParaRPr>
          </a:p>
        </p:txBody>
      </p:sp>
    </p:spTree>
    <p:extLst>
      <p:ext uri="{BB962C8B-B14F-4D97-AF65-F5344CB8AC3E}">
        <p14:creationId xmlns:p14="http://schemas.microsoft.com/office/powerpoint/2010/main" val="932032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034143"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Capital Asset Pricing Model</a:t>
            </a: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Tw Cen MT" panose="020B0602020104020603" pitchFamily="34" charset="77"/>
                <a:ea typeface="+mn-ea"/>
                <a:cs typeface="+mn-cs"/>
              </a:rPr>
              <a:t>CAPM in Business Valuation</a:t>
            </a:r>
          </a:p>
        </p:txBody>
      </p:sp>
      <p:sp>
        <p:nvSpPr>
          <p:cNvPr id="5" name="Content Placeholder 2">
            <a:extLst>
              <a:ext uri="{FF2B5EF4-FFF2-40B4-BE49-F238E27FC236}">
                <a16:creationId xmlns:a16="http://schemas.microsoft.com/office/drawing/2014/main" id="{E81C5CDA-6A71-36AE-6A2B-089850349171}"/>
              </a:ext>
            </a:extLst>
          </p:cNvPr>
          <p:cNvSpPr txBox="1">
            <a:spLocks/>
          </p:cNvSpPr>
          <p:nvPr/>
        </p:nvSpPr>
        <p:spPr>
          <a:xfrm>
            <a:off x="117021" y="612969"/>
            <a:ext cx="11686109" cy="5941361"/>
          </a:xfrm>
          <a:prstGeom prst="rect">
            <a:avLst/>
          </a:prstGeom>
        </p:spPr>
        <p:txBody>
          <a:bodyPr vert="horz">
            <a:noAutofit/>
          </a:bodyPr>
          <a:lst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a:lstStyle>
          <a:p>
            <a:pPr marL="0" indent="0">
              <a:spcBef>
                <a:spcPts val="700"/>
              </a:spcBef>
              <a:buClr>
                <a:srgbClr val="DA1F28"/>
              </a:buClr>
              <a:buNone/>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Application of CAPM in Business Valuation</a:t>
            </a: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The market capitalization rate can be estimated using CAPM:</a:t>
            </a: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32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None/>
              <a:tabLst/>
              <a:defRPr/>
            </a:pPr>
            <a:r>
              <a:rPr kumimoji="0" lang="en-US" sz="3200" b="1" i="0" u="none" strike="noStrike" kern="1200" cap="none" spc="0" normalizeH="0" baseline="0" noProof="0" dirty="0">
                <a:ln>
                  <a:noFill/>
                </a:ln>
                <a:solidFill>
                  <a:prstClr val="black"/>
                </a:solidFill>
                <a:effectLst/>
                <a:uLnTx/>
                <a:uFillTx/>
                <a:latin typeface="Tw Cen MT"/>
                <a:ea typeface="+mn-ea"/>
                <a:cs typeface="+mn-cs"/>
              </a:rPr>
              <a:t>     Example: </a:t>
            </a:r>
            <a:r>
              <a:rPr kumimoji="0" lang="en-US" sz="3200" b="0" i="0" u="none" strike="noStrike" kern="1200" cap="none" spc="0" normalizeH="0" baseline="0" noProof="0" dirty="0">
                <a:ln>
                  <a:noFill/>
                </a:ln>
                <a:solidFill>
                  <a:prstClr val="black"/>
                </a:solidFill>
                <a:effectLst/>
                <a:uLnTx/>
                <a:uFillTx/>
                <a:latin typeface="Tw Cen MT"/>
                <a:ea typeface="+mn-ea"/>
                <a:cs typeface="+mn-cs"/>
              </a:rPr>
              <a:t>Please calculate stock ABC’s market capitalization rate:</a:t>
            </a:r>
          </a:p>
          <a:p>
            <a:pPr marL="1200141" lvl="2" indent="-514350">
              <a:spcBef>
                <a:spcPts val="550"/>
              </a:spcBef>
              <a:buClr>
                <a:srgbClr val="2DA2BF"/>
              </a:buClr>
              <a:buSzPct val="7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Stock ABC’s beta=1.2</a:t>
            </a:r>
          </a:p>
          <a:p>
            <a:pPr marL="1200141" lvl="2" indent="-514350">
              <a:spcBef>
                <a:spcPts val="550"/>
              </a:spcBef>
              <a:buClr>
                <a:srgbClr val="2DA2BF"/>
              </a:buClr>
              <a:buSzPct val="7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Risk-free rate=2%</a:t>
            </a:r>
          </a:p>
          <a:p>
            <a:pPr marL="1200141" lvl="2" indent="-514350">
              <a:spcBef>
                <a:spcPts val="550"/>
              </a:spcBef>
              <a:buClr>
                <a:srgbClr val="2DA2BF"/>
              </a:buClr>
              <a:buSzPct val="7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Expected rate of return of NYSE=10%</a:t>
            </a:r>
          </a:p>
          <a:p>
            <a:pPr marL="426710" marR="0" lvl="1" indent="0" algn="l" defTabSz="914400" rtl="0" eaLnBrk="1" fontAlgn="auto" latinLnBrk="0" hangingPunct="1">
              <a:lnSpc>
                <a:spcPct val="100000"/>
              </a:lnSpc>
              <a:spcBef>
                <a:spcPts val="733"/>
              </a:spcBef>
              <a:spcAft>
                <a:spcPts val="0"/>
              </a:spcAft>
              <a:buClr>
                <a:srgbClr val="DA1F28"/>
              </a:buClr>
              <a:buSzPct val="70000"/>
              <a:buFont typeface="Wingdings 2"/>
              <a:buNone/>
              <a:tabLst/>
              <a:defRPr/>
            </a:pPr>
            <a:endParaRPr kumimoji="0" lang="en-US" sz="2800" b="0" i="0" u="none" strike="noStrike" kern="1200" cap="none" spc="0" normalizeH="0" baseline="0" noProof="0" dirty="0">
              <a:ln>
                <a:noFill/>
              </a:ln>
              <a:solidFill>
                <a:sysClr val="windowText" lastClr="000000"/>
              </a:solidFill>
              <a:effectLst/>
              <a:uLnTx/>
              <a:uFillTx/>
              <a:latin typeface="Tw Cen MT"/>
              <a:ea typeface="+mn-ea"/>
              <a:cs typeface="+mn-cs"/>
            </a:endParaRPr>
          </a:p>
        </p:txBody>
      </p:sp>
      <p:graphicFrame>
        <p:nvGraphicFramePr>
          <p:cNvPr id="2" name="Object 1">
            <a:extLst>
              <a:ext uri="{FF2B5EF4-FFF2-40B4-BE49-F238E27FC236}">
                <a16:creationId xmlns:a16="http://schemas.microsoft.com/office/drawing/2014/main" id="{7AD1E58D-BC5E-E562-7A97-0655D341A564}"/>
              </a:ext>
            </a:extLst>
          </p:cNvPr>
          <p:cNvGraphicFramePr>
            <a:graphicFrameLocks noChangeAspect="1"/>
          </p:cNvGraphicFramePr>
          <p:nvPr>
            <p:extLst>
              <p:ext uri="{D42A27DB-BD31-4B8C-83A1-F6EECF244321}">
                <p14:modId xmlns:p14="http://schemas.microsoft.com/office/powerpoint/2010/main" val="3297083143"/>
              </p:ext>
            </p:extLst>
          </p:nvPr>
        </p:nvGraphicFramePr>
        <p:xfrm>
          <a:off x="666529" y="1963705"/>
          <a:ext cx="5981406" cy="896885"/>
        </p:xfrm>
        <a:graphic>
          <a:graphicData uri="http://schemas.openxmlformats.org/presentationml/2006/ole">
            <mc:AlternateContent xmlns:mc="http://schemas.openxmlformats.org/markup-compatibility/2006">
              <mc:Choice xmlns:v="urn:schemas-microsoft-com:vml" Requires="v">
                <p:oleObj name="Equation" r:id="rId3" imgW="1524000" imgH="228600" progId="Equation.3">
                  <p:embed/>
                </p:oleObj>
              </mc:Choice>
              <mc:Fallback>
                <p:oleObj name="Equation" r:id="rId3" imgW="1524000" imgH="228600" progId="Equation.3">
                  <p:embed/>
                  <p:pic>
                    <p:nvPicPr>
                      <p:cNvPr id="2" name="Object 1">
                        <a:extLst>
                          <a:ext uri="{FF2B5EF4-FFF2-40B4-BE49-F238E27FC236}">
                            <a16:creationId xmlns:a16="http://schemas.microsoft.com/office/drawing/2014/main" id="{7AD1E58D-BC5E-E562-7A97-0655D341A564}"/>
                          </a:ext>
                        </a:extLst>
                      </p:cNvPr>
                      <p:cNvPicPr/>
                      <p:nvPr/>
                    </p:nvPicPr>
                    <p:blipFill>
                      <a:blip r:embed="rId4"/>
                      <a:stretch>
                        <a:fillRect/>
                      </a:stretch>
                    </p:blipFill>
                    <p:spPr>
                      <a:xfrm>
                        <a:off x="666529" y="1963705"/>
                        <a:ext cx="5981406" cy="896885"/>
                      </a:xfrm>
                      <a:prstGeom prst="rect">
                        <a:avLst/>
                      </a:prstGeom>
                    </p:spPr>
                  </p:pic>
                </p:oleObj>
              </mc:Fallback>
            </mc:AlternateContent>
          </a:graphicData>
        </a:graphic>
      </p:graphicFrame>
      <p:grpSp>
        <p:nvGrpSpPr>
          <p:cNvPr id="16" name="Group 15">
            <a:extLst>
              <a:ext uri="{FF2B5EF4-FFF2-40B4-BE49-F238E27FC236}">
                <a16:creationId xmlns:a16="http://schemas.microsoft.com/office/drawing/2014/main" id="{E316ECE1-B8AF-AA5E-0846-E5361C6191D0}"/>
              </a:ext>
            </a:extLst>
          </p:cNvPr>
          <p:cNvGrpSpPr/>
          <p:nvPr/>
        </p:nvGrpSpPr>
        <p:grpSpPr>
          <a:xfrm>
            <a:off x="7450280" y="3923960"/>
            <a:ext cx="236160" cy="146160"/>
            <a:chOff x="7450280" y="3923960"/>
            <a:chExt cx="236160" cy="14616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ACBD873-7139-B29E-4F20-8E4958425853}"/>
                    </a:ext>
                  </a:extLst>
                </p14:cNvPr>
                <p14:cNvContentPartPr/>
                <p14:nvPr/>
              </p14:nvContentPartPr>
              <p14:xfrm>
                <a:off x="7450280" y="3923960"/>
                <a:ext cx="174240" cy="29880"/>
              </p14:xfrm>
            </p:contentPart>
          </mc:Choice>
          <mc:Fallback>
            <p:pic>
              <p:nvPicPr>
                <p:cNvPr id="3" name="Ink 2">
                  <a:extLst>
                    <a:ext uri="{FF2B5EF4-FFF2-40B4-BE49-F238E27FC236}">
                      <a16:creationId xmlns:a16="http://schemas.microsoft.com/office/drawing/2014/main" id="{CACBD873-7139-B29E-4F20-8E4958425853}"/>
                    </a:ext>
                  </a:extLst>
                </p:cNvPr>
                <p:cNvPicPr/>
                <p:nvPr/>
              </p:nvPicPr>
              <p:blipFill>
                <a:blip r:embed="rId6"/>
                <a:stretch>
                  <a:fillRect/>
                </a:stretch>
              </p:blipFill>
              <p:spPr>
                <a:xfrm>
                  <a:off x="7444160" y="3917840"/>
                  <a:ext cx="18648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B92BF9A3-83AE-21F4-938A-D082D5C4F8DD}"/>
                    </a:ext>
                  </a:extLst>
                </p14:cNvPr>
                <p14:cNvContentPartPr/>
                <p14:nvPr/>
              </p14:nvContentPartPr>
              <p14:xfrm>
                <a:off x="7458920" y="4049240"/>
                <a:ext cx="227520" cy="20880"/>
              </p14:xfrm>
            </p:contentPart>
          </mc:Choice>
          <mc:Fallback>
            <p:pic>
              <p:nvPicPr>
                <p:cNvPr id="4" name="Ink 3">
                  <a:extLst>
                    <a:ext uri="{FF2B5EF4-FFF2-40B4-BE49-F238E27FC236}">
                      <a16:creationId xmlns:a16="http://schemas.microsoft.com/office/drawing/2014/main" id="{B92BF9A3-83AE-21F4-938A-D082D5C4F8DD}"/>
                    </a:ext>
                  </a:extLst>
                </p:cNvPr>
                <p:cNvPicPr/>
                <p:nvPr/>
              </p:nvPicPr>
              <p:blipFill>
                <a:blip r:embed="rId8"/>
                <a:stretch>
                  <a:fillRect/>
                </a:stretch>
              </p:blipFill>
              <p:spPr>
                <a:xfrm>
                  <a:off x="7452800" y="4043120"/>
                  <a:ext cx="239760" cy="33120"/>
                </a:xfrm>
                <a:prstGeom prst="rect">
                  <a:avLst/>
                </a:prstGeom>
              </p:spPr>
            </p:pic>
          </mc:Fallback>
        </mc:AlternateContent>
      </p:grpSp>
      <p:grpSp>
        <p:nvGrpSpPr>
          <p:cNvPr id="15" name="Group 14">
            <a:extLst>
              <a:ext uri="{FF2B5EF4-FFF2-40B4-BE49-F238E27FC236}">
                <a16:creationId xmlns:a16="http://schemas.microsoft.com/office/drawing/2014/main" id="{C1A53DC4-653F-DF23-E5A1-8735B5A2C247}"/>
              </a:ext>
            </a:extLst>
          </p:cNvPr>
          <p:cNvGrpSpPr/>
          <p:nvPr/>
        </p:nvGrpSpPr>
        <p:grpSpPr>
          <a:xfrm>
            <a:off x="7899560" y="3759080"/>
            <a:ext cx="1245960" cy="595800"/>
            <a:chOff x="7899560" y="3759080"/>
            <a:chExt cx="1245960" cy="595800"/>
          </a:xfrm>
        </p:grpSpPr>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9C3C1A22-AD46-B019-C889-E758F644BF38}"/>
                    </a:ext>
                  </a:extLst>
                </p14:cNvPr>
                <p14:cNvContentPartPr/>
                <p14:nvPr/>
              </p14:nvContentPartPr>
              <p14:xfrm>
                <a:off x="7899560" y="3759080"/>
                <a:ext cx="29880" cy="414000"/>
              </p14:xfrm>
            </p:contentPart>
          </mc:Choice>
          <mc:Fallback>
            <p:pic>
              <p:nvPicPr>
                <p:cNvPr id="6" name="Ink 5">
                  <a:extLst>
                    <a:ext uri="{FF2B5EF4-FFF2-40B4-BE49-F238E27FC236}">
                      <a16:creationId xmlns:a16="http://schemas.microsoft.com/office/drawing/2014/main" id="{9C3C1A22-AD46-B019-C889-E758F644BF38}"/>
                    </a:ext>
                  </a:extLst>
                </p:cNvPr>
                <p:cNvPicPr/>
                <p:nvPr/>
              </p:nvPicPr>
              <p:blipFill>
                <a:blip r:embed="rId10"/>
                <a:stretch>
                  <a:fillRect/>
                </a:stretch>
              </p:blipFill>
              <p:spPr>
                <a:xfrm>
                  <a:off x="7893440" y="3752960"/>
                  <a:ext cx="4212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0722885A-2D26-1563-80D8-748CFDE3EBCD}"/>
                    </a:ext>
                  </a:extLst>
                </p14:cNvPr>
                <p14:cNvContentPartPr/>
                <p14:nvPr/>
              </p14:nvContentPartPr>
              <p14:xfrm>
                <a:off x="8074880" y="3771680"/>
                <a:ext cx="65160" cy="466200"/>
              </p14:xfrm>
            </p:contentPart>
          </mc:Choice>
          <mc:Fallback>
            <p:pic>
              <p:nvPicPr>
                <p:cNvPr id="9" name="Ink 8">
                  <a:extLst>
                    <a:ext uri="{FF2B5EF4-FFF2-40B4-BE49-F238E27FC236}">
                      <a16:creationId xmlns:a16="http://schemas.microsoft.com/office/drawing/2014/main" id="{0722885A-2D26-1563-80D8-748CFDE3EBCD}"/>
                    </a:ext>
                  </a:extLst>
                </p:cNvPr>
                <p:cNvPicPr/>
                <p:nvPr/>
              </p:nvPicPr>
              <p:blipFill>
                <a:blip r:embed="rId12"/>
                <a:stretch>
                  <a:fillRect/>
                </a:stretch>
              </p:blipFill>
              <p:spPr>
                <a:xfrm>
                  <a:off x="8068760" y="3765560"/>
                  <a:ext cx="7740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7FAA5404-3FD6-6843-9897-BF77B4D1CE2E}"/>
                    </a:ext>
                  </a:extLst>
                </p14:cNvPr>
                <p14:cNvContentPartPr/>
                <p14:nvPr/>
              </p14:nvContentPartPr>
              <p14:xfrm>
                <a:off x="8298440" y="4246880"/>
                <a:ext cx="34920" cy="29880"/>
              </p14:xfrm>
            </p:contentPart>
          </mc:Choice>
          <mc:Fallback>
            <p:pic>
              <p:nvPicPr>
                <p:cNvPr id="10" name="Ink 9">
                  <a:extLst>
                    <a:ext uri="{FF2B5EF4-FFF2-40B4-BE49-F238E27FC236}">
                      <a16:creationId xmlns:a16="http://schemas.microsoft.com/office/drawing/2014/main" id="{7FAA5404-3FD6-6843-9897-BF77B4D1CE2E}"/>
                    </a:ext>
                  </a:extLst>
                </p:cNvPr>
                <p:cNvPicPr/>
                <p:nvPr/>
              </p:nvPicPr>
              <p:blipFill>
                <a:blip r:embed="rId14"/>
                <a:stretch>
                  <a:fillRect/>
                </a:stretch>
              </p:blipFill>
              <p:spPr>
                <a:xfrm>
                  <a:off x="8292320" y="4240760"/>
                  <a:ext cx="4716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CB5A86BE-D5D6-E1BB-808C-46985F57A5F1}"/>
                    </a:ext>
                  </a:extLst>
                </p14:cNvPr>
                <p14:cNvContentPartPr/>
                <p14:nvPr/>
              </p14:nvContentPartPr>
              <p14:xfrm>
                <a:off x="8434160" y="3879320"/>
                <a:ext cx="132120" cy="336240"/>
              </p14:xfrm>
            </p:contentPart>
          </mc:Choice>
          <mc:Fallback>
            <p:pic>
              <p:nvPicPr>
                <p:cNvPr id="11" name="Ink 10">
                  <a:extLst>
                    <a:ext uri="{FF2B5EF4-FFF2-40B4-BE49-F238E27FC236}">
                      <a16:creationId xmlns:a16="http://schemas.microsoft.com/office/drawing/2014/main" id="{CB5A86BE-D5D6-E1BB-808C-46985F57A5F1}"/>
                    </a:ext>
                  </a:extLst>
                </p:cNvPr>
                <p:cNvPicPr/>
                <p:nvPr/>
              </p:nvPicPr>
              <p:blipFill>
                <a:blip r:embed="rId16"/>
                <a:stretch>
                  <a:fillRect/>
                </a:stretch>
              </p:blipFill>
              <p:spPr>
                <a:xfrm>
                  <a:off x="8428040" y="3873200"/>
                  <a:ext cx="14436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E7E0FC79-A968-A8DB-0AFE-B249C77A96EC}"/>
                    </a:ext>
                  </a:extLst>
                </p14:cNvPr>
                <p14:cNvContentPartPr/>
                <p14:nvPr/>
              </p14:nvContentPartPr>
              <p14:xfrm>
                <a:off x="8762120" y="3829640"/>
                <a:ext cx="126000" cy="126360"/>
              </p14:xfrm>
            </p:contentPart>
          </mc:Choice>
          <mc:Fallback>
            <p:pic>
              <p:nvPicPr>
                <p:cNvPr id="12" name="Ink 11">
                  <a:extLst>
                    <a:ext uri="{FF2B5EF4-FFF2-40B4-BE49-F238E27FC236}">
                      <a16:creationId xmlns:a16="http://schemas.microsoft.com/office/drawing/2014/main" id="{E7E0FC79-A968-A8DB-0AFE-B249C77A96EC}"/>
                    </a:ext>
                  </a:extLst>
                </p:cNvPr>
                <p:cNvPicPr/>
                <p:nvPr/>
              </p:nvPicPr>
              <p:blipFill>
                <a:blip r:embed="rId18"/>
                <a:stretch>
                  <a:fillRect/>
                </a:stretch>
              </p:blipFill>
              <p:spPr>
                <a:xfrm>
                  <a:off x="8756000" y="3823520"/>
                  <a:ext cx="13824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2B3F5B16-8D55-597B-2051-82C16B8A7009}"/>
                    </a:ext>
                  </a:extLst>
                </p14:cNvPr>
                <p14:cNvContentPartPr/>
                <p14:nvPr/>
              </p14:nvContentPartPr>
              <p14:xfrm>
                <a:off x="8829800" y="3863480"/>
                <a:ext cx="315720" cy="302760"/>
              </p14:xfrm>
            </p:contentPart>
          </mc:Choice>
          <mc:Fallback>
            <p:pic>
              <p:nvPicPr>
                <p:cNvPr id="13" name="Ink 12">
                  <a:extLst>
                    <a:ext uri="{FF2B5EF4-FFF2-40B4-BE49-F238E27FC236}">
                      <a16:creationId xmlns:a16="http://schemas.microsoft.com/office/drawing/2014/main" id="{2B3F5B16-8D55-597B-2051-82C16B8A7009}"/>
                    </a:ext>
                  </a:extLst>
                </p:cNvPr>
                <p:cNvPicPr/>
                <p:nvPr/>
              </p:nvPicPr>
              <p:blipFill>
                <a:blip r:embed="rId20"/>
                <a:stretch>
                  <a:fillRect/>
                </a:stretch>
              </p:blipFill>
              <p:spPr>
                <a:xfrm>
                  <a:off x="8823320" y="3857360"/>
                  <a:ext cx="32796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EC9B6085-A009-F63D-237D-EFED99356172}"/>
                    </a:ext>
                  </a:extLst>
                </p14:cNvPr>
                <p14:cNvContentPartPr/>
                <p14:nvPr/>
              </p14:nvContentPartPr>
              <p14:xfrm>
                <a:off x="8943560" y="4185680"/>
                <a:ext cx="170280" cy="169200"/>
              </p14:xfrm>
            </p:contentPart>
          </mc:Choice>
          <mc:Fallback>
            <p:pic>
              <p:nvPicPr>
                <p:cNvPr id="14" name="Ink 13">
                  <a:extLst>
                    <a:ext uri="{FF2B5EF4-FFF2-40B4-BE49-F238E27FC236}">
                      <a16:creationId xmlns:a16="http://schemas.microsoft.com/office/drawing/2014/main" id="{EC9B6085-A009-F63D-237D-EFED99356172}"/>
                    </a:ext>
                  </a:extLst>
                </p:cNvPr>
                <p:cNvPicPr/>
                <p:nvPr/>
              </p:nvPicPr>
              <p:blipFill>
                <a:blip r:embed="rId22"/>
                <a:stretch>
                  <a:fillRect/>
                </a:stretch>
              </p:blipFill>
              <p:spPr>
                <a:xfrm>
                  <a:off x="8937440" y="4179560"/>
                  <a:ext cx="182520" cy="181440"/>
                </a:xfrm>
                <a:prstGeom prst="rect">
                  <a:avLst/>
                </a:prstGeom>
              </p:spPr>
            </p:pic>
          </mc:Fallback>
        </mc:AlternateContent>
      </p:grpSp>
    </p:spTree>
    <p:extLst>
      <p:ext uri="{BB962C8B-B14F-4D97-AF65-F5344CB8AC3E}">
        <p14:creationId xmlns:p14="http://schemas.microsoft.com/office/powerpoint/2010/main" val="75416844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1204</Words>
  <Application>Microsoft Office PowerPoint</Application>
  <PresentationFormat>Widescreen</PresentationFormat>
  <Paragraphs>110</Paragraphs>
  <Slides>13</Slides>
  <Notes>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2" baseType="lpstr">
      <vt:lpstr>Arial</vt:lpstr>
      <vt:lpstr>Calibri</vt:lpstr>
      <vt:lpstr>Calibri Light</vt:lpstr>
      <vt:lpstr>Tw Cen MT</vt:lpstr>
      <vt:lpstr>Wingdings</vt:lpstr>
      <vt:lpstr>Wingdings 2</vt:lpstr>
      <vt:lpstr>Office Theme</vt:lpstr>
      <vt:lpstr>Widescreen Presentation</vt:lpstr>
      <vt:lpstr>Equation</vt:lpstr>
      <vt:lpstr>Lecture 9: Capital Asset Pricing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35</cp:revision>
  <dcterms:created xsi:type="dcterms:W3CDTF">2022-07-09T07:25:24Z</dcterms:created>
  <dcterms:modified xsi:type="dcterms:W3CDTF">2025-04-12T07:21:23Z</dcterms:modified>
</cp:coreProperties>
</file>