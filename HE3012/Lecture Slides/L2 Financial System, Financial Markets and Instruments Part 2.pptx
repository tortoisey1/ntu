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482" r:id="rId4"/>
    <p:sldId id="483" r:id="rId5"/>
    <p:sldId id="484" r:id="rId6"/>
    <p:sldId id="486" r:id="rId7"/>
    <p:sldId id="487" r:id="rId8"/>
    <p:sldId id="488" r:id="rId9"/>
    <p:sldId id="489" r:id="rId10"/>
    <p:sldId id="491" r:id="rId11"/>
    <p:sldId id="493" r:id="rId12"/>
    <p:sldId id="4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79"/>
    <a:srgbClr val="30B1D1"/>
    <a:srgbClr val="84C2D4"/>
    <a:srgbClr val="BED7E2"/>
    <a:srgbClr val="FFFFFF"/>
    <a:srgbClr val="7B9AA3"/>
    <a:srgbClr val="2DA2BF"/>
    <a:srgbClr val="0CC7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DEC5E-3B2C-4387-869B-3F2B5CBB9100}" v="116" dt="2023-02-01T10:10:37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6024" autoAdjust="0"/>
  </p:normalViewPr>
  <p:slideViewPr>
    <p:cSldViewPr snapToGrid="0" snapToObjects="1">
      <p:cViewPr varScale="1">
        <p:scale>
          <a:sx n="113" d="100"/>
          <a:sy n="113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JOHN TAN ZHU EN#" userId="9c038d62-e560-4ab3-ba62-0b2d27497b2c" providerId="ADAL" clId="{03EDEC5E-3B2C-4387-869B-3F2B5CBB9100}"/>
    <pc:docChg chg="undo redo custSel addSld delSld modSld sldOrd">
      <pc:chgData name="#JOHN TAN ZHU EN#" userId="9c038d62-e560-4ab3-ba62-0b2d27497b2c" providerId="ADAL" clId="{03EDEC5E-3B2C-4387-869B-3F2B5CBB9100}" dt="2023-02-01T10:14:49.321" v="1045" actId="47"/>
      <pc:docMkLst>
        <pc:docMk/>
      </pc:docMkLst>
      <pc:sldChg chg="addSp delSp modSp add del mod">
        <pc:chgData name="#JOHN TAN ZHU EN#" userId="9c038d62-e560-4ab3-ba62-0b2d27497b2c" providerId="ADAL" clId="{03EDEC5E-3B2C-4387-869B-3F2B5CBB9100}" dt="2023-02-01T09:56:00.269" v="876" actId="47"/>
        <pc:sldMkLst>
          <pc:docMk/>
          <pc:sldMk cId="3700332127" sldId="330"/>
        </pc:sldMkLst>
        <pc:spChg chg="del">
          <ac:chgData name="#JOHN TAN ZHU EN#" userId="9c038d62-e560-4ab3-ba62-0b2d27497b2c" providerId="ADAL" clId="{03EDEC5E-3B2C-4387-869B-3F2B5CBB9100}" dt="2023-02-01T09:49:01.707" v="820" actId="478"/>
          <ac:spMkLst>
            <pc:docMk/>
            <pc:sldMk cId="3700332127" sldId="330"/>
            <ac:spMk id="3" creationId="{00000000-0000-0000-0000-000000000000}"/>
          </ac:spMkLst>
        </pc:spChg>
        <pc:spChg chg="add del mod">
          <ac:chgData name="#JOHN TAN ZHU EN#" userId="9c038d62-e560-4ab3-ba62-0b2d27497b2c" providerId="ADAL" clId="{03EDEC5E-3B2C-4387-869B-3F2B5CBB9100}" dt="2023-02-01T09:49:03.393" v="821" actId="478"/>
          <ac:spMkLst>
            <pc:docMk/>
            <pc:sldMk cId="3700332127" sldId="330"/>
            <ac:spMk id="5" creationId="{5996E8AB-0867-3B75-D38B-9C8F6891AA99}"/>
          </ac:spMkLst>
        </pc:spChg>
        <pc:graphicFrameChg chg="mod modGraphic">
          <ac:chgData name="#JOHN TAN ZHU EN#" userId="9c038d62-e560-4ab3-ba62-0b2d27497b2c" providerId="ADAL" clId="{03EDEC5E-3B2C-4387-869B-3F2B5CBB9100}" dt="2023-02-01T09:55:53.163" v="874" actId="207"/>
          <ac:graphicFrameMkLst>
            <pc:docMk/>
            <pc:sldMk cId="3700332127" sldId="330"/>
            <ac:graphicFrameMk id="7" creationId="{00000000-0000-0000-0000-000000000000}"/>
          </ac:graphicFrameMkLst>
        </pc:graphicFrameChg>
      </pc:sldChg>
      <pc:sldChg chg="modSp mod">
        <pc:chgData name="#JOHN TAN ZHU EN#" userId="9c038d62-e560-4ab3-ba62-0b2d27497b2c" providerId="ADAL" clId="{03EDEC5E-3B2C-4387-869B-3F2B5CBB9100}" dt="2023-02-01T05:20:36.531" v="68" actId="2711"/>
        <pc:sldMkLst>
          <pc:docMk/>
          <pc:sldMk cId="723655709" sldId="395"/>
        </pc:sldMkLst>
        <pc:spChg chg="mod">
          <ac:chgData name="#JOHN TAN ZHU EN#" userId="9c038d62-e560-4ab3-ba62-0b2d27497b2c" providerId="ADAL" clId="{03EDEC5E-3B2C-4387-869B-3F2B5CBB9100}" dt="2023-02-01T05:20:36.531" v="68" actId="2711"/>
          <ac:spMkLst>
            <pc:docMk/>
            <pc:sldMk cId="723655709" sldId="395"/>
            <ac:spMk id="5" creationId="{E81C5CDA-6A71-36AE-6A2B-089850349171}"/>
          </ac:spMkLst>
        </pc:spChg>
        <pc:spChg chg="mod">
          <ac:chgData name="#JOHN TAN ZHU EN#" userId="9c038d62-e560-4ab3-ba62-0b2d27497b2c" providerId="ADAL" clId="{03EDEC5E-3B2C-4387-869B-3F2B5CBB9100}" dt="2023-02-01T05:19:34.236" v="66" actId="20577"/>
          <ac:spMkLst>
            <pc:docMk/>
            <pc:sldMk cId="723655709" sldId="395"/>
            <ac:spMk id="7" creationId="{75FEC82B-A3AB-51ED-9546-137D0417925C}"/>
          </ac:spMkLst>
        </pc:spChg>
      </pc:sldChg>
      <pc:sldChg chg="del">
        <pc:chgData name="#JOHN TAN ZHU EN#" userId="9c038d62-e560-4ab3-ba62-0b2d27497b2c" providerId="ADAL" clId="{03EDEC5E-3B2C-4387-869B-3F2B5CBB9100}" dt="2023-02-01T10:14:46.281" v="1028" actId="47"/>
        <pc:sldMkLst>
          <pc:docMk/>
          <pc:sldMk cId="155787196" sldId="436"/>
        </pc:sldMkLst>
      </pc:sldChg>
      <pc:sldChg chg="del">
        <pc:chgData name="#JOHN TAN ZHU EN#" userId="9c038d62-e560-4ab3-ba62-0b2d27497b2c" providerId="ADAL" clId="{03EDEC5E-3B2C-4387-869B-3F2B5CBB9100}" dt="2023-02-01T10:14:47.152" v="1029" actId="47"/>
        <pc:sldMkLst>
          <pc:docMk/>
          <pc:sldMk cId="38860260" sldId="437"/>
        </pc:sldMkLst>
      </pc:sldChg>
      <pc:sldChg chg="del">
        <pc:chgData name="#JOHN TAN ZHU EN#" userId="9c038d62-e560-4ab3-ba62-0b2d27497b2c" providerId="ADAL" clId="{03EDEC5E-3B2C-4387-869B-3F2B5CBB9100}" dt="2023-02-01T10:14:47.671" v="1030" actId="47"/>
        <pc:sldMkLst>
          <pc:docMk/>
          <pc:sldMk cId="3115342649" sldId="438"/>
        </pc:sldMkLst>
      </pc:sldChg>
      <pc:sldChg chg="del">
        <pc:chgData name="#JOHN TAN ZHU EN#" userId="9c038d62-e560-4ab3-ba62-0b2d27497b2c" providerId="ADAL" clId="{03EDEC5E-3B2C-4387-869B-3F2B5CBB9100}" dt="2023-02-01T10:14:47.723" v="1031" actId="47"/>
        <pc:sldMkLst>
          <pc:docMk/>
          <pc:sldMk cId="3418601953" sldId="439"/>
        </pc:sldMkLst>
      </pc:sldChg>
      <pc:sldChg chg="del">
        <pc:chgData name="#JOHN TAN ZHU EN#" userId="9c038d62-e560-4ab3-ba62-0b2d27497b2c" providerId="ADAL" clId="{03EDEC5E-3B2C-4387-869B-3F2B5CBB9100}" dt="2023-02-01T10:14:47.740" v="1032" actId="47"/>
        <pc:sldMkLst>
          <pc:docMk/>
          <pc:sldMk cId="406745041" sldId="440"/>
        </pc:sldMkLst>
      </pc:sldChg>
      <pc:sldChg chg="del">
        <pc:chgData name="#JOHN TAN ZHU EN#" userId="9c038d62-e560-4ab3-ba62-0b2d27497b2c" providerId="ADAL" clId="{03EDEC5E-3B2C-4387-869B-3F2B5CBB9100}" dt="2023-02-01T10:14:47.777" v="1033" actId="47"/>
        <pc:sldMkLst>
          <pc:docMk/>
          <pc:sldMk cId="2584759344" sldId="441"/>
        </pc:sldMkLst>
      </pc:sldChg>
      <pc:sldChg chg="del">
        <pc:chgData name="#JOHN TAN ZHU EN#" userId="9c038d62-e560-4ab3-ba62-0b2d27497b2c" providerId="ADAL" clId="{03EDEC5E-3B2C-4387-869B-3F2B5CBB9100}" dt="2023-02-01T10:14:47.798" v="1034" actId="47"/>
        <pc:sldMkLst>
          <pc:docMk/>
          <pc:sldMk cId="2866430875" sldId="442"/>
        </pc:sldMkLst>
      </pc:sldChg>
      <pc:sldChg chg="del">
        <pc:chgData name="#JOHN TAN ZHU EN#" userId="9c038d62-e560-4ab3-ba62-0b2d27497b2c" providerId="ADAL" clId="{03EDEC5E-3B2C-4387-869B-3F2B5CBB9100}" dt="2023-02-01T10:14:47.839" v="1035" actId="47"/>
        <pc:sldMkLst>
          <pc:docMk/>
          <pc:sldMk cId="2038927876" sldId="443"/>
        </pc:sldMkLst>
      </pc:sldChg>
      <pc:sldChg chg="del">
        <pc:chgData name="#JOHN TAN ZHU EN#" userId="9c038d62-e560-4ab3-ba62-0b2d27497b2c" providerId="ADAL" clId="{03EDEC5E-3B2C-4387-869B-3F2B5CBB9100}" dt="2023-02-01T10:14:47.857" v="1036" actId="47"/>
        <pc:sldMkLst>
          <pc:docMk/>
          <pc:sldMk cId="1718131886" sldId="444"/>
        </pc:sldMkLst>
      </pc:sldChg>
      <pc:sldChg chg="del">
        <pc:chgData name="#JOHN TAN ZHU EN#" userId="9c038d62-e560-4ab3-ba62-0b2d27497b2c" providerId="ADAL" clId="{03EDEC5E-3B2C-4387-869B-3F2B5CBB9100}" dt="2023-02-01T10:14:47.885" v="1037" actId="47"/>
        <pc:sldMkLst>
          <pc:docMk/>
          <pc:sldMk cId="3188663869" sldId="445"/>
        </pc:sldMkLst>
      </pc:sldChg>
      <pc:sldChg chg="del">
        <pc:chgData name="#JOHN TAN ZHU EN#" userId="9c038d62-e560-4ab3-ba62-0b2d27497b2c" providerId="ADAL" clId="{03EDEC5E-3B2C-4387-869B-3F2B5CBB9100}" dt="2023-02-01T10:14:47.931" v="1038" actId="47"/>
        <pc:sldMkLst>
          <pc:docMk/>
          <pc:sldMk cId="236970522" sldId="446"/>
        </pc:sldMkLst>
      </pc:sldChg>
      <pc:sldChg chg="del">
        <pc:chgData name="#JOHN TAN ZHU EN#" userId="9c038d62-e560-4ab3-ba62-0b2d27497b2c" providerId="ADAL" clId="{03EDEC5E-3B2C-4387-869B-3F2B5CBB9100}" dt="2023-02-01T10:14:47.951" v="1039" actId="47"/>
        <pc:sldMkLst>
          <pc:docMk/>
          <pc:sldMk cId="3134038403" sldId="447"/>
        </pc:sldMkLst>
      </pc:sldChg>
      <pc:sldChg chg="del">
        <pc:chgData name="#JOHN TAN ZHU EN#" userId="9c038d62-e560-4ab3-ba62-0b2d27497b2c" providerId="ADAL" clId="{03EDEC5E-3B2C-4387-869B-3F2B5CBB9100}" dt="2023-02-01T10:14:47.997" v="1040" actId="47"/>
        <pc:sldMkLst>
          <pc:docMk/>
          <pc:sldMk cId="1443072116" sldId="448"/>
        </pc:sldMkLst>
      </pc:sldChg>
      <pc:sldChg chg="del">
        <pc:chgData name="#JOHN TAN ZHU EN#" userId="9c038d62-e560-4ab3-ba62-0b2d27497b2c" providerId="ADAL" clId="{03EDEC5E-3B2C-4387-869B-3F2B5CBB9100}" dt="2023-02-01T10:14:48.039" v="1041" actId="47"/>
        <pc:sldMkLst>
          <pc:docMk/>
          <pc:sldMk cId="825752654" sldId="449"/>
        </pc:sldMkLst>
      </pc:sldChg>
      <pc:sldChg chg="del">
        <pc:chgData name="#JOHN TAN ZHU EN#" userId="9c038d62-e560-4ab3-ba62-0b2d27497b2c" providerId="ADAL" clId="{03EDEC5E-3B2C-4387-869B-3F2B5CBB9100}" dt="2023-02-01T10:14:48.094" v="1042" actId="47"/>
        <pc:sldMkLst>
          <pc:docMk/>
          <pc:sldMk cId="1455023768" sldId="450"/>
        </pc:sldMkLst>
      </pc:sldChg>
      <pc:sldChg chg="del">
        <pc:chgData name="#JOHN TAN ZHU EN#" userId="9c038d62-e560-4ab3-ba62-0b2d27497b2c" providerId="ADAL" clId="{03EDEC5E-3B2C-4387-869B-3F2B5CBB9100}" dt="2023-02-01T10:14:48.141" v="1043" actId="47"/>
        <pc:sldMkLst>
          <pc:docMk/>
          <pc:sldMk cId="1003503670" sldId="451"/>
        </pc:sldMkLst>
      </pc:sldChg>
      <pc:sldChg chg="del">
        <pc:chgData name="#JOHN TAN ZHU EN#" userId="9c038d62-e560-4ab3-ba62-0b2d27497b2c" providerId="ADAL" clId="{03EDEC5E-3B2C-4387-869B-3F2B5CBB9100}" dt="2023-02-01T10:14:48.158" v="1044" actId="47"/>
        <pc:sldMkLst>
          <pc:docMk/>
          <pc:sldMk cId="2803835106" sldId="452"/>
        </pc:sldMkLst>
      </pc:sldChg>
      <pc:sldChg chg="del">
        <pc:chgData name="#JOHN TAN ZHU EN#" userId="9c038d62-e560-4ab3-ba62-0b2d27497b2c" providerId="ADAL" clId="{03EDEC5E-3B2C-4387-869B-3F2B5CBB9100}" dt="2023-02-01T10:14:49.321" v="1045" actId="47"/>
        <pc:sldMkLst>
          <pc:docMk/>
          <pc:sldMk cId="1678536781" sldId="453"/>
        </pc:sldMkLst>
      </pc:sldChg>
      <pc:sldChg chg="modSp add mod">
        <pc:chgData name="#JOHN TAN ZHU EN#" userId="9c038d62-e560-4ab3-ba62-0b2d27497b2c" providerId="ADAL" clId="{03EDEC5E-3B2C-4387-869B-3F2B5CBB9100}" dt="2023-02-01T05:20:52.847" v="69" actId="255"/>
        <pc:sldMkLst>
          <pc:docMk/>
          <pc:sldMk cId="327892684" sldId="454"/>
        </pc:sldMkLst>
        <pc:spChg chg="mod">
          <ac:chgData name="#JOHN TAN ZHU EN#" userId="9c038d62-e560-4ab3-ba62-0b2d27497b2c" providerId="ADAL" clId="{03EDEC5E-3B2C-4387-869B-3F2B5CBB9100}" dt="2023-02-01T05:20:52.847" v="69" actId="255"/>
          <ac:spMkLst>
            <pc:docMk/>
            <pc:sldMk cId="327892684" sldId="454"/>
            <ac:spMk id="5" creationId="{E81C5CDA-6A71-36AE-6A2B-089850349171}"/>
          </ac:spMkLst>
        </pc:spChg>
        <pc:spChg chg="mod">
          <ac:chgData name="#JOHN TAN ZHU EN#" userId="9c038d62-e560-4ab3-ba62-0b2d27497b2c" providerId="ADAL" clId="{03EDEC5E-3B2C-4387-869B-3F2B5CBB9100}" dt="2023-02-01T05:19:30.502" v="64" actId="20577"/>
          <ac:spMkLst>
            <pc:docMk/>
            <pc:sldMk cId="327892684" sldId="454"/>
            <ac:spMk id="7" creationId="{75FEC82B-A3AB-51ED-9546-137D0417925C}"/>
          </ac:spMkLst>
        </pc:spChg>
        <pc:spChg chg="mod">
          <ac:chgData name="#JOHN TAN ZHU EN#" userId="9c038d62-e560-4ab3-ba62-0b2d27497b2c" providerId="ADAL" clId="{03EDEC5E-3B2C-4387-869B-3F2B5CBB9100}" dt="2023-02-01T05:19:27.413" v="62" actId="20577"/>
          <ac:spMkLst>
            <pc:docMk/>
            <pc:sldMk cId="327892684" sldId="454"/>
            <ac:spMk id="8" creationId="{CEE303D4-35FA-C10D-C859-0417DFD03E20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05:29:42.108" v="164" actId="1076"/>
        <pc:sldMkLst>
          <pc:docMk/>
          <pc:sldMk cId="842462734" sldId="455"/>
        </pc:sldMkLst>
        <pc:spChg chg="add mod">
          <ac:chgData name="#JOHN TAN ZHU EN#" userId="9c038d62-e560-4ab3-ba62-0b2d27497b2c" providerId="ADAL" clId="{03EDEC5E-3B2C-4387-869B-3F2B5CBB9100}" dt="2023-02-01T05:21:32.531" v="75" actId="255"/>
          <ac:spMkLst>
            <pc:docMk/>
            <pc:sldMk cId="842462734" sldId="455"/>
            <ac:spMk id="3" creationId="{94384657-5788-899C-EDEB-DD8147FFC625}"/>
          </ac:spMkLst>
        </pc:spChg>
        <pc:spChg chg="add del mod">
          <ac:chgData name="#JOHN TAN ZHU EN#" userId="9c038d62-e560-4ab3-ba62-0b2d27497b2c" providerId="ADAL" clId="{03EDEC5E-3B2C-4387-869B-3F2B5CBB9100}" dt="2023-02-01T05:21:43.494" v="77"/>
          <ac:spMkLst>
            <pc:docMk/>
            <pc:sldMk cId="842462734" sldId="455"/>
            <ac:spMk id="4" creationId="{C3DE2995-F1AB-57CF-D96C-F04987028C42}"/>
          </ac:spMkLst>
        </pc:spChg>
        <pc:spChg chg="mod">
          <ac:chgData name="#JOHN TAN ZHU EN#" userId="9c038d62-e560-4ab3-ba62-0b2d27497b2c" providerId="ADAL" clId="{03EDEC5E-3B2C-4387-869B-3F2B5CBB9100}" dt="2023-02-01T05:21:19.677" v="71" actId="20577"/>
          <ac:spMkLst>
            <pc:docMk/>
            <pc:sldMk cId="842462734" sldId="455"/>
            <ac:spMk id="5" creationId="{E81C5CDA-6A71-36AE-6A2B-089850349171}"/>
          </ac:spMkLst>
        </pc:spChg>
        <pc:spChg chg="add del mod">
          <ac:chgData name="#JOHN TAN ZHU EN#" userId="9c038d62-e560-4ab3-ba62-0b2d27497b2c" providerId="ADAL" clId="{03EDEC5E-3B2C-4387-869B-3F2B5CBB9100}" dt="2023-02-01T05:21:49.377" v="79"/>
          <ac:spMkLst>
            <pc:docMk/>
            <pc:sldMk cId="842462734" sldId="455"/>
            <ac:spMk id="6" creationId="{9D116692-AAA5-A799-56CE-5C36EEFFF7B9}"/>
          </ac:spMkLst>
        </pc:spChg>
        <pc:spChg chg="add mod">
          <ac:chgData name="#JOHN TAN ZHU EN#" userId="9c038d62-e560-4ab3-ba62-0b2d27497b2c" providerId="ADAL" clId="{03EDEC5E-3B2C-4387-869B-3F2B5CBB9100}" dt="2023-02-01T05:26:16.317" v="129" actId="1076"/>
          <ac:spMkLst>
            <pc:docMk/>
            <pc:sldMk cId="842462734" sldId="455"/>
            <ac:spMk id="9" creationId="{3C28F42A-43B8-F9D0-C412-F779CD48F06B}"/>
          </ac:spMkLst>
        </pc:spChg>
        <pc:spChg chg="add del mod">
          <ac:chgData name="#JOHN TAN ZHU EN#" userId="9c038d62-e560-4ab3-ba62-0b2d27497b2c" providerId="ADAL" clId="{03EDEC5E-3B2C-4387-869B-3F2B5CBB9100}" dt="2023-02-01T05:24:27.106" v="103"/>
          <ac:spMkLst>
            <pc:docMk/>
            <pc:sldMk cId="842462734" sldId="455"/>
            <ac:spMk id="20" creationId="{D0A1E379-D58D-3C65-725C-345152721DFA}"/>
          </ac:spMkLst>
        </pc:spChg>
        <pc:spChg chg="add mod">
          <ac:chgData name="#JOHN TAN ZHU EN#" userId="9c038d62-e560-4ab3-ba62-0b2d27497b2c" providerId="ADAL" clId="{03EDEC5E-3B2C-4387-869B-3F2B5CBB9100}" dt="2023-02-01T05:24:45.380" v="108" actId="1076"/>
          <ac:spMkLst>
            <pc:docMk/>
            <pc:sldMk cId="842462734" sldId="455"/>
            <ac:spMk id="21" creationId="{659777F1-0FAE-8E50-6237-D8901A2BA863}"/>
          </ac:spMkLst>
        </pc:spChg>
        <pc:spChg chg="add del mod">
          <ac:chgData name="#JOHN TAN ZHU EN#" userId="9c038d62-e560-4ab3-ba62-0b2d27497b2c" providerId="ADAL" clId="{03EDEC5E-3B2C-4387-869B-3F2B5CBB9100}" dt="2023-02-01T05:24:57.116" v="112" actId="478"/>
          <ac:spMkLst>
            <pc:docMk/>
            <pc:sldMk cId="842462734" sldId="455"/>
            <ac:spMk id="22" creationId="{699EFDB0-8BBA-26C6-6CF5-4A6FDD4E1D14}"/>
          </ac:spMkLst>
        </pc:spChg>
        <pc:spChg chg="add del mod">
          <ac:chgData name="#JOHN TAN ZHU EN#" userId="9c038d62-e560-4ab3-ba62-0b2d27497b2c" providerId="ADAL" clId="{03EDEC5E-3B2C-4387-869B-3F2B5CBB9100}" dt="2023-02-01T05:25:06.295" v="114" actId="478"/>
          <ac:spMkLst>
            <pc:docMk/>
            <pc:sldMk cId="842462734" sldId="455"/>
            <ac:spMk id="23" creationId="{1D76AC77-D7F9-66DD-8C0E-463416630D5A}"/>
          </ac:spMkLst>
        </pc:spChg>
        <pc:spChg chg="add del mod">
          <ac:chgData name="#JOHN TAN ZHU EN#" userId="9c038d62-e560-4ab3-ba62-0b2d27497b2c" providerId="ADAL" clId="{03EDEC5E-3B2C-4387-869B-3F2B5CBB9100}" dt="2023-02-01T05:25:17.871" v="116"/>
          <ac:spMkLst>
            <pc:docMk/>
            <pc:sldMk cId="842462734" sldId="455"/>
            <ac:spMk id="24" creationId="{6388249F-F233-5B6A-7C7D-DD94D5FAC79A}"/>
          </ac:spMkLst>
        </pc:spChg>
        <pc:spChg chg="add mod">
          <ac:chgData name="#JOHN TAN ZHU EN#" userId="9c038d62-e560-4ab3-ba62-0b2d27497b2c" providerId="ADAL" clId="{03EDEC5E-3B2C-4387-869B-3F2B5CBB9100}" dt="2023-02-01T05:25:42.868" v="121" actId="1076"/>
          <ac:spMkLst>
            <pc:docMk/>
            <pc:sldMk cId="842462734" sldId="455"/>
            <ac:spMk id="25" creationId="{5DAE443C-E7BC-08C8-172E-86DF93BF88BD}"/>
          </ac:spMkLst>
        </pc:spChg>
        <pc:spChg chg="add mod">
          <ac:chgData name="#JOHN TAN ZHU EN#" userId="9c038d62-e560-4ab3-ba62-0b2d27497b2c" providerId="ADAL" clId="{03EDEC5E-3B2C-4387-869B-3F2B5CBB9100}" dt="2023-02-01T05:26:07.462" v="126" actId="1076"/>
          <ac:spMkLst>
            <pc:docMk/>
            <pc:sldMk cId="842462734" sldId="455"/>
            <ac:spMk id="26" creationId="{8B955384-4950-56DB-1BE0-69F63FAFFD41}"/>
          </ac:spMkLst>
        </pc:spChg>
        <pc:spChg chg="add del mod">
          <ac:chgData name="#JOHN TAN ZHU EN#" userId="9c038d62-e560-4ab3-ba62-0b2d27497b2c" providerId="ADAL" clId="{03EDEC5E-3B2C-4387-869B-3F2B5CBB9100}" dt="2023-02-01T05:26:39.258" v="138"/>
          <ac:spMkLst>
            <pc:docMk/>
            <pc:sldMk cId="842462734" sldId="455"/>
            <ac:spMk id="31" creationId="{79975112-DE2E-2F04-338E-60D41E3FDAD0}"/>
          </ac:spMkLst>
        </pc:spChg>
        <pc:spChg chg="add mod">
          <ac:chgData name="#JOHN TAN ZHU EN#" userId="9c038d62-e560-4ab3-ba62-0b2d27497b2c" providerId="ADAL" clId="{03EDEC5E-3B2C-4387-869B-3F2B5CBB9100}" dt="2023-02-01T05:26:53.863" v="143" actId="1076"/>
          <ac:spMkLst>
            <pc:docMk/>
            <pc:sldMk cId="842462734" sldId="455"/>
            <ac:spMk id="32" creationId="{421485E7-AE3C-C7C3-668D-990724D00C58}"/>
          </ac:spMkLst>
        </pc:spChg>
        <pc:spChg chg="add mod">
          <ac:chgData name="#JOHN TAN ZHU EN#" userId="9c038d62-e560-4ab3-ba62-0b2d27497b2c" providerId="ADAL" clId="{03EDEC5E-3B2C-4387-869B-3F2B5CBB9100}" dt="2023-02-01T05:27:40.640" v="152" actId="1076"/>
          <ac:spMkLst>
            <pc:docMk/>
            <pc:sldMk cId="842462734" sldId="455"/>
            <ac:spMk id="35" creationId="{4674808B-C463-9EEE-2461-125FCE39DF8A}"/>
          </ac:spMkLst>
        </pc:spChg>
        <pc:spChg chg="add del mod">
          <ac:chgData name="#JOHN TAN ZHU EN#" userId="9c038d62-e560-4ab3-ba62-0b2d27497b2c" providerId="ADAL" clId="{03EDEC5E-3B2C-4387-869B-3F2B5CBB9100}" dt="2023-02-01T05:29:20.874" v="154"/>
          <ac:spMkLst>
            <pc:docMk/>
            <pc:sldMk cId="842462734" sldId="455"/>
            <ac:spMk id="36" creationId="{51349336-1F11-5D01-ADF1-3248554CB3CC}"/>
          </ac:spMkLst>
        </pc:spChg>
        <pc:spChg chg="add mod">
          <ac:chgData name="#JOHN TAN ZHU EN#" userId="9c038d62-e560-4ab3-ba62-0b2d27497b2c" providerId="ADAL" clId="{03EDEC5E-3B2C-4387-869B-3F2B5CBB9100}" dt="2023-02-01T05:29:42.108" v="164" actId="1076"/>
          <ac:spMkLst>
            <pc:docMk/>
            <pc:sldMk cId="842462734" sldId="455"/>
            <ac:spMk id="37" creationId="{797613BD-0744-A588-E6E5-C52E9AC11066}"/>
          </ac:spMkLst>
        </pc:spChg>
        <pc:cxnChg chg="add del mod">
          <ac:chgData name="#JOHN TAN ZHU EN#" userId="9c038d62-e560-4ab3-ba62-0b2d27497b2c" providerId="ADAL" clId="{03EDEC5E-3B2C-4387-869B-3F2B5CBB9100}" dt="2023-02-01T05:22:14.161" v="88"/>
          <ac:cxnSpMkLst>
            <pc:docMk/>
            <pc:sldMk cId="842462734" sldId="455"/>
            <ac:cxnSpMk id="10" creationId="{9E35AB50-0863-6DD3-0CE0-BEEEF30A4947}"/>
          </ac:cxnSpMkLst>
        </pc:cxnChg>
        <pc:cxnChg chg="add mod">
          <ac:chgData name="#JOHN TAN ZHU EN#" userId="9c038d62-e560-4ab3-ba62-0b2d27497b2c" providerId="ADAL" clId="{03EDEC5E-3B2C-4387-869B-3F2B5CBB9100}" dt="2023-02-01T05:26:20.158" v="130" actId="14100"/>
          <ac:cxnSpMkLst>
            <pc:docMk/>
            <pc:sldMk cId="842462734" sldId="455"/>
            <ac:cxnSpMk id="11" creationId="{FADD5E0C-6F47-64B2-40B4-3A2897233152}"/>
          </ac:cxnSpMkLst>
        </pc:cxnChg>
        <pc:cxnChg chg="add del mod">
          <ac:chgData name="#JOHN TAN ZHU EN#" userId="9c038d62-e560-4ab3-ba62-0b2d27497b2c" providerId="ADAL" clId="{03EDEC5E-3B2C-4387-869B-3F2B5CBB9100}" dt="2023-02-01T05:22:27.314" v="92"/>
          <ac:cxnSpMkLst>
            <pc:docMk/>
            <pc:sldMk cId="842462734" sldId="455"/>
            <ac:cxnSpMk id="12" creationId="{6C7D804F-EFE5-6055-3B8D-025B87397E02}"/>
          </ac:cxnSpMkLst>
        </pc:cxnChg>
        <pc:cxnChg chg="add mod">
          <ac:chgData name="#JOHN TAN ZHU EN#" userId="9c038d62-e560-4ab3-ba62-0b2d27497b2c" providerId="ADAL" clId="{03EDEC5E-3B2C-4387-869B-3F2B5CBB9100}" dt="2023-02-01T05:22:41.601" v="97" actId="14100"/>
          <ac:cxnSpMkLst>
            <pc:docMk/>
            <pc:sldMk cId="842462734" sldId="455"/>
            <ac:cxnSpMk id="13" creationId="{12AB80D1-748C-07A6-8D9B-2C56536FB4BF}"/>
          </ac:cxnSpMkLst>
        </pc:cxnChg>
        <pc:cxnChg chg="add mod">
          <ac:chgData name="#JOHN TAN ZHU EN#" userId="9c038d62-e560-4ab3-ba62-0b2d27497b2c" providerId="ADAL" clId="{03EDEC5E-3B2C-4387-869B-3F2B5CBB9100}" dt="2023-02-01T05:26:12.494" v="127" actId="14100"/>
          <ac:cxnSpMkLst>
            <pc:docMk/>
            <pc:sldMk cId="842462734" sldId="455"/>
            <ac:cxnSpMk id="17" creationId="{184A7CD8-0103-DD17-A77D-883FDA5EC39A}"/>
          </ac:cxnSpMkLst>
        </pc:cxnChg>
        <pc:cxnChg chg="add del mod">
          <ac:chgData name="#JOHN TAN ZHU EN#" userId="9c038d62-e560-4ab3-ba62-0b2d27497b2c" providerId="ADAL" clId="{03EDEC5E-3B2C-4387-869B-3F2B5CBB9100}" dt="2023-02-01T05:26:29.553" v="134"/>
          <ac:cxnSpMkLst>
            <pc:docMk/>
            <pc:sldMk cId="842462734" sldId="455"/>
            <ac:cxnSpMk id="29" creationId="{ABF60E12-68AC-DC13-267E-6A00BA076D92}"/>
          </ac:cxnSpMkLst>
        </pc:cxnChg>
        <pc:cxnChg chg="add mod">
          <ac:chgData name="#JOHN TAN ZHU EN#" userId="9c038d62-e560-4ab3-ba62-0b2d27497b2c" providerId="ADAL" clId="{03EDEC5E-3B2C-4387-869B-3F2B5CBB9100}" dt="2023-02-01T05:26:34.551" v="136" actId="1076"/>
          <ac:cxnSpMkLst>
            <pc:docMk/>
            <pc:sldMk cId="842462734" sldId="455"/>
            <ac:cxnSpMk id="30" creationId="{F0350CE2-8FF1-8B2A-ECD9-D2905E54DD62}"/>
          </ac:cxnSpMkLst>
        </pc:cxnChg>
        <pc:cxnChg chg="add mod">
          <ac:chgData name="#JOHN TAN ZHU EN#" userId="9c038d62-e560-4ab3-ba62-0b2d27497b2c" providerId="ADAL" clId="{03EDEC5E-3B2C-4387-869B-3F2B5CBB9100}" dt="2023-02-01T05:27:05.032" v="145" actId="1076"/>
          <ac:cxnSpMkLst>
            <pc:docMk/>
            <pc:sldMk cId="842462734" sldId="455"/>
            <ac:cxnSpMk id="33" creationId="{BC8F34C8-7BEB-CEC7-8D34-F4BCA99EF589}"/>
          </ac:cxnSpMkLst>
        </pc:cxnChg>
        <pc:cxnChg chg="add mod">
          <ac:chgData name="#JOHN TAN ZHU EN#" userId="9c038d62-e560-4ab3-ba62-0b2d27497b2c" providerId="ADAL" clId="{03EDEC5E-3B2C-4387-869B-3F2B5CBB9100}" dt="2023-02-01T05:27:14.674" v="147" actId="1076"/>
          <ac:cxnSpMkLst>
            <pc:docMk/>
            <pc:sldMk cId="842462734" sldId="455"/>
            <ac:cxnSpMk id="34" creationId="{C2753640-AE26-3157-4BAA-6476A907970B}"/>
          </ac:cxnSpMkLst>
        </pc:cxnChg>
      </pc:sldChg>
      <pc:sldChg chg="modSp add mod ord">
        <pc:chgData name="#JOHN TAN ZHU EN#" userId="9c038d62-e560-4ab3-ba62-0b2d27497b2c" providerId="ADAL" clId="{03EDEC5E-3B2C-4387-869B-3F2B5CBB9100}" dt="2023-02-01T08:33:34.511" v="173" actId="255"/>
        <pc:sldMkLst>
          <pc:docMk/>
          <pc:sldMk cId="940024090" sldId="456"/>
        </pc:sldMkLst>
        <pc:spChg chg="mod">
          <ac:chgData name="#JOHN TAN ZHU EN#" userId="9c038d62-e560-4ab3-ba62-0b2d27497b2c" providerId="ADAL" clId="{03EDEC5E-3B2C-4387-869B-3F2B5CBB9100}" dt="2023-02-01T08:33:34.511" v="173" actId="255"/>
          <ac:spMkLst>
            <pc:docMk/>
            <pc:sldMk cId="940024090" sldId="456"/>
            <ac:spMk id="5" creationId="{E81C5CDA-6A71-36AE-6A2B-089850349171}"/>
          </ac:spMkLst>
        </pc:spChg>
      </pc:sldChg>
      <pc:sldChg chg="addSp delSp modSp add mod modAnim">
        <pc:chgData name="#JOHN TAN ZHU EN#" userId="9c038d62-e560-4ab3-ba62-0b2d27497b2c" providerId="ADAL" clId="{03EDEC5E-3B2C-4387-869B-3F2B5CBB9100}" dt="2023-02-01T08:36:52.069" v="235" actId="1076"/>
        <pc:sldMkLst>
          <pc:docMk/>
          <pc:sldMk cId="999169876" sldId="457"/>
        </pc:sldMkLst>
        <pc:spChg chg="add mod">
          <ac:chgData name="#JOHN TAN ZHU EN#" userId="9c038d62-e560-4ab3-ba62-0b2d27497b2c" providerId="ADAL" clId="{03EDEC5E-3B2C-4387-869B-3F2B5CBB9100}" dt="2023-02-01T08:34:19.352" v="179" actId="1076"/>
          <ac:spMkLst>
            <pc:docMk/>
            <pc:sldMk cId="999169876" sldId="457"/>
            <ac:spMk id="3" creationId="{410EE32F-7DFF-A48F-535A-C99C94410E5D}"/>
          </ac:spMkLst>
        </pc:spChg>
        <pc:spChg chg="add del mod">
          <ac:chgData name="#JOHN TAN ZHU EN#" userId="9c038d62-e560-4ab3-ba62-0b2d27497b2c" providerId="ADAL" clId="{03EDEC5E-3B2C-4387-869B-3F2B5CBB9100}" dt="2023-02-01T08:34:31.703" v="181"/>
          <ac:spMkLst>
            <pc:docMk/>
            <pc:sldMk cId="999169876" sldId="457"/>
            <ac:spMk id="4" creationId="{699AB96F-20FB-AF7B-7AF0-B7099E840345}"/>
          </ac:spMkLst>
        </pc:spChg>
        <pc:spChg chg="del">
          <ac:chgData name="#JOHN TAN ZHU EN#" userId="9c038d62-e560-4ab3-ba62-0b2d27497b2c" providerId="ADAL" clId="{03EDEC5E-3B2C-4387-869B-3F2B5CBB9100}" dt="2023-02-01T08:34:01.369" v="175" actId="478"/>
          <ac:spMkLst>
            <pc:docMk/>
            <pc:sldMk cId="999169876" sldId="457"/>
            <ac:spMk id="5" creationId="{E81C5CDA-6A71-36AE-6A2B-089850349171}"/>
          </ac:spMkLst>
        </pc:spChg>
        <pc:spChg chg="add mod">
          <ac:chgData name="#JOHN TAN ZHU EN#" userId="9c038d62-e560-4ab3-ba62-0b2d27497b2c" providerId="ADAL" clId="{03EDEC5E-3B2C-4387-869B-3F2B5CBB9100}" dt="2023-02-01T08:36:45.292" v="232" actId="255"/>
          <ac:spMkLst>
            <pc:docMk/>
            <pc:sldMk cId="999169876" sldId="457"/>
            <ac:spMk id="6" creationId="{DB26980A-DB23-372D-C42E-4BA7EB270F4B}"/>
          </ac:spMkLst>
        </pc:spChg>
        <pc:spChg chg="add del mod">
          <ac:chgData name="#JOHN TAN ZHU EN#" userId="9c038d62-e560-4ab3-ba62-0b2d27497b2c" providerId="ADAL" clId="{03EDEC5E-3B2C-4387-869B-3F2B5CBB9100}" dt="2023-02-01T08:34:50.727" v="189"/>
          <ac:spMkLst>
            <pc:docMk/>
            <pc:sldMk cId="999169876" sldId="457"/>
            <ac:spMk id="9" creationId="{97647775-ECF7-04D0-8CE1-9E0AB7A35865}"/>
          </ac:spMkLst>
        </pc:spChg>
        <pc:spChg chg="add mod">
          <ac:chgData name="#JOHN TAN ZHU EN#" userId="9c038d62-e560-4ab3-ba62-0b2d27497b2c" providerId="ADAL" clId="{03EDEC5E-3B2C-4387-869B-3F2B5CBB9100}" dt="2023-02-01T08:35:24.165" v="196" actId="14100"/>
          <ac:spMkLst>
            <pc:docMk/>
            <pc:sldMk cId="999169876" sldId="457"/>
            <ac:spMk id="10" creationId="{B0AED35B-E062-5CBF-A04D-C491944F0097}"/>
          </ac:spMkLst>
        </pc:spChg>
        <pc:spChg chg="add mod">
          <ac:chgData name="#JOHN TAN ZHU EN#" userId="9c038d62-e560-4ab3-ba62-0b2d27497b2c" providerId="ADAL" clId="{03EDEC5E-3B2C-4387-869B-3F2B5CBB9100}" dt="2023-02-01T08:35:33.762" v="199" actId="1076"/>
          <ac:spMkLst>
            <pc:docMk/>
            <pc:sldMk cId="999169876" sldId="457"/>
            <ac:spMk id="11" creationId="{CA64A822-6720-4BF5-4AE9-51DFD0942E56}"/>
          </ac:spMkLst>
        </pc:spChg>
        <pc:spChg chg="add mod">
          <ac:chgData name="#JOHN TAN ZHU EN#" userId="9c038d62-e560-4ab3-ba62-0b2d27497b2c" providerId="ADAL" clId="{03EDEC5E-3B2C-4387-869B-3F2B5CBB9100}" dt="2023-02-01T08:35:44.275" v="202" actId="1076"/>
          <ac:spMkLst>
            <pc:docMk/>
            <pc:sldMk cId="999169876" sldId="457"/>
            <ac:spMk id="12" creationId="{71AAEE0F-EA3D-FE93-39C5-971EC209C316}"/>
          </ac:spMkLst>
        </pc:spChg>
        <pc:spChg chg="add mod">
          <ac:chgData name="#JOHN TAN ZHU EN#" userId="9c038d62-e560-4ab3-ba62-0b2d27497b2c" providerId="ADAL" clId="{03EDEC5E-3B2C-4387-869B-3F2B5CBB9100}" dt="2023-02-01T08:35:54.667" v="207" actId="1076"/>
          <ac:spMkLst>
            <pc:docMk/>
            <pc:sldMk cId="999169876" sldId="457"/>
            <ac:spMk id="13" creationId="{133159C4-0A0B-4AB0-931A-A001869D10B4}"/>
          </ac:spMkLst>
        </pc:spChg>
        <pc:spChg chg="add mod">
          <ac:chgData name="#JOHN TAN ZHU EN#" userId="9c038d62-e560-4ab3-ba62-0b2d27497b2c" providerId="ADAL" clId="{03EDEC5E-3B2C-4387-869B-3F2B5CBB9100}" dt="2023-02-01T08:36:00.370" v="210" actId="1076"/>
          <ac:spMkLst>
            <pc:docMk/>
            <pc:sldMk cId="999169876" sldId="457"/>
            <ac:spMk id="14" creationId="{0127BF7A-9B11-6F3B-8C98-87B34E572300}"/>
          </ac:spMkLst>
        </pc:spChg>
        <pc:picChg chg="add mod">
          <ac:chgData name="#JOHN TAN ZHU EN#" userId="9c038d62-e560-4ab3-ba62-0b2d27497b2c" providerId="ADAL" clId="{03EDEC5E-3B2C-4387-869B-3F2B5CBB9100}" dt="2023-02-01T08:36:52.069" v="235" actId="1076"/>
          <ac:picMkLst>
            <pc:docMk/>
            <pc:sldMk cId="999169876" sldId="457"/>
            <ac:picMk id="22" creationId="{CA40CD13-851D-F89D-F4B2-0D3581F4BC5A}"/>
          </ac:picMkLst>
        </pc:picChg>
        <pc:cxnChg chg="add del mod">
          <ac:chgData name="#JOHN TAN ZHU EN#" userId="9c038d62-e560-4ab3-ba62-0b2d27497b2c" providerId="ADAL" clId="{03EDEC5E-3B2C-4387-869B-3F2B5CBB9100}" dt="2023-02-01T08:36:05.899" v="212"/>
          <ac:cxnSpMkLst>
            <pc:docMk/>
            <pc:sldMk cId="999169876" sldId="457"/>
            <ac:cxnSpMk id="15" creationId="{5CF6D438-6454-FFDE-2C2C-5DA9CB07EA62}"/>
          </ac:cxnSpMkLst>
        </pc:cxnChg>
        <pc:cxnChg chg="add mod">
          <ac:chgData name="#JOHN TAN ZHU EN#" userId="9c038d62-e560-4ab3-ba62-0b2d27497b2c" providerId="ADAL" clId="{03EDEC5E-3B2C-4387-869B-3F2B5CBB9100}" dt="2023-02-01T08:36:10.516" v="215" actId="14100"/>
          <ac:cxnSpMkLst>
            <pc:docMk/>
            <pc:sldMk cId="999169876" sldId="457"/>
            <ac:cxnSpMk id="16" creationId="{FCF18610-0919-009A-00FD-0C0843831101}"/>
          </ac:cxnSpMkLst>
        </pc:cxnChg>
        <pc:cxnChg chg="add mod">
          <ac:chgData name="#JOHN TAN ZHU EN#" userId="9c038d62-e560-4ab3-ba62-0b2d27497b2c" providerId="ADAL" clId="{03EDEC5E-3B2C-4387-869B-3F2B5CBB9100}" dt="2023-02-01T08:36:21.995" v="218" actId="14100"/>
          <ac:cxnSpMkLst>
            <pc:docMk/>
            <pc:sldMk cId="999169876" sldId="457"/>
            <ac:cxnSpMk id="19" creationId="{704998E7-BC61-B811-8C63-E4FF261A95CB}"/>
          </ac:cxnSpMkLst>
        </pc:cxnChg>
      </pc:sldChg>
      <pc:sldChg chg="modSp add mod ord">
        <pc:chgData name="#JOHN TAN ZHU EN#" userId="9c038d62-e560-4ab3-ba62-0b2d27497b2c" providerId="ADAL" clId="{03EDEC5E-3B2C-4387-869B-3F2B5CBB9100}" dt="2023-02-01T08:45:24.480" v="241" actId="255"/>
        <pc:sldMkLst>
          <pc:docMk/>
          <pc:sldMk cId="3227531047" sldId="458"/>
        </pc:sldMkLst>
        <pc:spChg chg="mod">
          <ac:chgData name="#JOHN TAN ZHU EN#" userId="9c038d62-e560-4ab3-ba62-0b2d27497b2c" providerId="ADAL" clId="{03EDEC5E-3B2C-4387-869B-3F2B5CBB9100}" dt="2023-02-01T08:45:24.480" v="241" actId="255"/>
          <ac:spMkLst>
            <pc:docMk/>
            <pc:sldMk cId="3227531047" sldId="458"/>
            <ac:spMk id="5" creationId="{E81C5CDA-6A71-36AE-6A2B-089850349171}"/>
          </ac:spMkLst>
        </pc:spChg>
      </pc:sldChg>
      <pc:sldChg chg="modSp add mod">
        <pc:chgData name="#JOHN TAN ZHU EN#" userId="9c038d62-e560-4ab3-ba62-0b2d27497b2c" providerId="ADAL" clId="{03EDEC5E-3B2C-4387-869B-3F2B5CBB9100}" dt="2023-02-01T08:46:18.060" v="246" actId="255"/>
        <pc:sldMkLst>
          <pc:docMk/>
          <pc:sldMk cId="3678380951" sldId="459"/>
        </pc:sldMkLst>
        <pc:spChg chg="mod">
          <ac:chgData name="#JOHN TAN ZHU EN#" userId="9c038d62-e560-4ab3-ba62-0b2d27497b2c" providerId="ADAL" clId="{03EDEC5E-3B2C-4387-869B-3F2B5CBB9100}" dt="2023-02-01T08:46:18.060" v="246" actId="255"/>
          <ac:spMkLst>
            <pc:docMk/>
            <pc:sldMk cId="3678380951" sldId="459"/>
            <ac:spMk id="5" creationId="{E81C5CDA-6A71-36AE-6A2B-089850349171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08:50:42.979" v="391" actId="27107"/>
        <pc:sldMkLst>
          <pc:docMk/>
          <pc:sldMk cId="508298961" sldId="460"/>
        </pc:sldMkLst>
        <pc:spChg chg="add mod">
          <ac:chgData name="#JOHN TAN ZHU EN#" userId="9c038d62-e560-4ab3-ba62-0b2d27497b2c" providerId="ADAL" clId="{03EDEC5E-3B2C-4387-869B-3F2B5CBB9100}" dt="2023-02-01T08:48:06.475" v="352" actId="14100"/>
          <ac:spMkLst>
            <pc:docMk/>
            <pc:sldMk cId="508298961" sldId="460"/>
            <ac:spMk id="2" creationId="{1C86EACC-5434-743E-E4AD-71A1601800F8}"/>
          </ac:spMkLst>
        </pc:spChg>
        <pc:spChg chg="add mod">
          <ac:chgData name="#JOHN TAN ZHU EN#" userId="9c038d62-e560-4ab3-ba62-0b2d27497b2c" providerId="ADAL" clId="{03EDEC5E-3B2C-4387-869B-3F2B5CBB9100}" dt="2023-02-01T08:48:16.735" v="355" actId="14100"/>
          <ac:spMkLst>
            <pc:docMk/>
            <pc:sldMk cId="508298961" sldId="460"/>
            <ac:spMk id="3" creationId="{C80E02B3-D759-267B-055F-BA9F7C4A7051}"/>
          </ac:spMkLst>
        </pc:spChg>
        <pc:spChg chg="add mod">
          <ac:chgData name="#JOHN TAN ZHU EN#" userId="9c038d62-e560-4ab3-ba62-0b2d27497b2c" providerId="ADAL" clId="{03EDEC5E-3B2C-4387-869B-3F2B5CBB9100}" dt="2023-02-01T08:48:47.051" v="363" actId="14100"/>
          <ac:spMkLst>
            <pc:docMk/>
            <pc:sldMk cId="508298961" sldId="460"/>
            <ac:spMk id="4" creationId="{5380F9E6-DE02-8949-4B2E-C214E670C507}"/>
          </ac:spMkLst>
        </pc:spChg>
        <pc:spChg chg="del">
          <ac:chgData name="#JOHN TAN ZHU EN#" userId="9c038d62-e560-4ab3-ba62-0b2d27497b2c" providerId="ADAL" clId="{03EDEC5E-3B2C-4387-869B-3F2B5CBB9100}" dt="2023-02-01T08:46:55.177" v="303" actId="478"/>
          <ac:spMkLst>
            <pc:docMk/>
            <pc:sldMk cId="508298961" sldId="460"/>
            <ac:spMk id="5" creationId="{E81C5CDA-6A71-36AE-6A2B-089850349171}"/>
          </ac:spMkLst>
        </pc:spChg>
        <pc:spChg chg="add del mod">
          <ac:chgData name="#JOHN TAN ZHU EN#" userId="9c038d62-e560-4ab3-ba62-0b2d27497b2c" providerId="ADAL" clId="{03EDEC5E-3B2C-4387-869B-3F2B5CBB9100}" dt="2023-02-01T08:47:28.355" v="346"/>
          <ac:spMkLst>
            <pc:docMk/>
            <pc:sldMk cId="508298961" sldId="460"/>
            <ac:spMk id="6" creationId="{54D8896F-FF7C-BCEA-6B7B-EA5CFF6EC211}"/>
          </ac:spMkLst>
        </pc:spChg>
        <pc:spChg chg="mod">
          <ac:chgData name="#JOHN TAN ZHU EN#" userId="9c038d62-e560-4ab3-ba62-0b2d27497b2c" providerId="ADAL" clId="{03EDEC5E-3B2C-4387-869B-3F2B5CBB9100}" dt="2023-02-01T08:46:43.163" v="302" actId="20577"/>
          <ac:spMkLst>
            <pc:docMk/>
            <pc:sldMk cId="508298961" sldId="460"/>
            <ac:spMk id="8" creationId="{CEE303D4-35FA-C10D-C859-0417DFD03E20}"/>
          </ac:spMkLst>
        </pc:spChg>
        <pc:spChg chg="add mod">
          <ac:chgData name="#JOHN TAN ZHU EN#" userId="9c038d62-e560-4ab3-ba62-0b2d27497b2c" providerId="ADAL" clId="{03EDEC5E-3B2C-4387-869B-3F2B5CBB9100}" dt="2023-02-01T08:48:51.584" v="364" actId="1076"/>
          <ac:spMkLst>
            <pc:docMk/>
            <pc:sldMk cId="508298961" sldId="460"/>
            <ac:spMk id="9" creationId="{8E745B30-E000-78BE-38B2-EE076F8D2B5F}"/>
          </ac:spMkLst>
        </pc:spChg>
        <pc:spChg chg="add mod">
          <ac:chgData name="#JOHN TAN ZHU EN#" userId="9c038d62-e560-4ab3-ba62-0b2d27497b2c" providerId="ADAL" clId="{03EDEC5E-3B2C-4387-869B-3F2B5CBB9100}" dt="2023-02-01T08:48:57.309" v="365" actId="1076"/>
          <ac:spMkLst>
            <pc:docMk/>
            <pc:sldMk cId="508298961" sldId="460"/>
            <ac:spMk id="10" creationId="{F0C33BDF-986C-203E-13EB-0CFD2F04E30E}"/>
          </ac:spMkLst>
        </pc:spChg>
        <pc:spChg chg="add mod">
          <ac:chgData name="#JOHN TAN ZHU EN#" userId="9c038d62-e560-4ab3-ba62-0b2d27497b2c" providerId="ADAL" clId="{03EDEC5E-3B2C-4387-869B-3F2B5CBB9100}" dt="2023-02-01T08:49:16.381" v="369" actId="1076"/>
          <ac:spMkLst>
            <pc:docMk/>
            <pc:sldMk cId="508298961" sldId="460"/>
            <ac:spMk id="11" creationId="{1B7BE82E-6AA0-E2D1-3B9A-4F929E5D01ED}"/>
          </ac:spMkLst>
        </pc:spChg>
        <pc:spChg chg="add mod">
          <ac:chgData name="#JOHN TAN ZHU EN#" userId="9c038d62-e560-4ab3-ba62-0b2d27497b2c" providerId="ADAL" clId="{03EDEC5E-3B2C-4387-869B-3F2B5CBB9100}" dt="2023-02-01T08:49:41.572" v="377" actId="1076"/>
          <ac:spMkLst>
            <pc:docMk/>
            <pc:sldMk cId="508298961" sldId="460"/>
            <ac:spMk id="12" creationId="{307FA098-C5A2-48CE-F9CE-B95F08585879}"/>
          </ac:spMkLst>
        </pc:spChg>
        <pc:spChg chg="add mod">
          <ac:chgData name="#JOHN TAN ZHU EN#" userId="9c038d62-e560-4ab3-ba62-0b2d27497b2c" providerId="ADAL" clId="{03EDEC5E-3B2C-4387-869B-3F2B5CBB9100}" dt="2023-02-01T08:50:02.256" v="382" actId="14100"/>
          <ac:spMkLst>
            <pc:docMk/>
            <pc:sldMk cId="508298961" sldId="460"/>
            <ac:spMk id="14" creationId="{0A58A575-7696-5169-213D-26F59407D70E}"/>
          </ac:spMkLst>
        </pc:spChg>
        <pc:spChg chg="add mod">
          <ac:chgData name="#JOHN TAN ZHU EN#" userId="9c038d62-e560-4ab3-ba62-0b2d27497b2c" providerId="ADAL" clId="{03EDEC5E-3B2C-4387-869B-3F2B5CBB9100}" dt="2023-02-01T08:50:42.979" v="391" actId="27107"/>
          <ac:spMkLst>
            <pc:docMk/>
            <pc:sldMk cId="508298961" sldId="460"/>
            <ac:spMk id="16" creationId="{098947FF-22A7-0CEA-E563-2A142D826D7F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08:52:23.098" v="455" actId="1076"/>
        <pc:sldMkLst>
          <pc:docMk/>
          <pc:sldMk cId="2300609819" sldId="461"/>
        </pc:sldMkLst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2" creationId="{1C86EACC-5434-743E-E4AD-71A1601800F8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3" creationId="{C80E02B3-D759-267B-055F-BA9F7C4A7051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4" creationId="{5380F9E6-DE02-8949-4B2E-C214E670C507}"/>
          </ac:spMkLst>
        </pc:spChg>
        <pc:spChg chg="add mod">
          <ac:chgData name="#JOHN TAN ZHU EN#" userId="9c038d62-e560-4ab3-ba62-0b2d27497b2c" providerId="ADAL" clId="{03EDEC5E-3B2C-4387-869B-3F2B5CBB9100}" dt="2023-02-01T08:52:23.098" v="455" actId="1076"/>
          <ac:spMkLst>
            <pc:docMk/>
            <pc:sldMk cId="2300609819" sldId="461"/>
            <ac:spMk id="5" creationId="{2FB464D6-FF2A-3C98-898F-5BBDE5A0018F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9" creationId="{8E745B30-E000-78BE-38B2-EE076F8D2B5F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10" creationId="{F0C33BDF-986C-203E-13EB-0CFD2F04E30E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11" creationId="{1B7BE82E-6AA0-E2D1-3B9A-4F929E5D01ED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12" creationId="{307FA098-C5A2-48CE-F9CE-B95F08585879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14" creationId="{0A58A575-7696-5169-213D-26F59407D70E}"/>
          </ac:spMkLst>
        </pc:spChg>
        <pc:spChg chg="del">
          <ac:chgData name="#JOHN TAN ZHU EN#" userId="9c038d62-e560-4ab3-ba62-0b2d27497b2c" providerId="ADAL" clId="{03EDEC5E-3B2C-4387-869B-3F2B5CBB9100}" dt="2023-02-01T08:51:06.219" v="393" actId="478"/>
          <ac:spMkLst>
            <pc:docMk/>
            <pc:sldMk cId="2300609819" sldId="461"/>
            <ac:spMk id="16" creationId="{098947FF-22A7-0CEA-E563-2A142D826D7F}"/>
          </ac:spMkLst>
        </pc:spChg>
      </pc:sldChg>
      <pc:sldChg chg="modSp add mod">
        <pc:chgData name="#JOHN TAN ZHU EN#" userId="9c038d62-e560-4ab3-ba62-0b2d27497b2c" providerId="ADAL" clId="{03EDEC5E-3B2C-4387-869B-3F2B5CBB9100}" dt="2023-02-01T09:15:36.596" v="542" actId="20577"/>
        <pc:sldMkLst>
          <pc:docMk/>
          <pc:sldMk cId="59757805" sldId="462"/>
        </pc:sldMkLst>
        <pc:spChg chg="mod">
          <ac:chgData name="#JOHN TAN ZHU EN#" userId="9c038d62-e560-4ab3-ba62-0b2d27497b2c" providerId="ADAL" clId="{03EDEC5E-3B2C-4387-869B-3F2B5CBB9100}" dt="2023-02-01T09:15:36.596" v="542" actId="20577"/>
          <ac:spMkLst>
            <pc:docMk/>
            <pc:sldMk cId="59757805" sldId="462"/>
            <ac:spMk id="5" creationId="{2FB464D6-FF2A-3C98-898F-5BBDE5A0018F}"/>
          </ac:spMkLst>
        </pc:spChg>
      </pc:sldChg>
      <pc:sldChg chg="modSp add mod">
        <pc:chgData name="#JOHN TAN ZHU EN#" userId="9c038d62-e560-4ab3-ba62-0b2d27497b2c" providerId="ADAL" clId="{03EDEC5E-3B2C-4387-869B-3F2B5CBB9100}" dt="2023-02-01T09:15:36.793" v="543" actId="20577"/>
        <pc:sldMkLst>
          <pc:docMk/>
          <pc:sldMk cId="502741261" sldId="463"/>
        </pc:sldMkLst>
        <pc:spChg chg="mod">
          <ac:chgData name="#JOHN TAN ZHU EN#" userId="9c038d62-e560-4ab3-ba62-0b2d27497b2c" providerId="ADAL" clId="{03EDEC5E-3B2C-4387-869B-3F2B5CBB9100}" dt="2023-02-01T09:15:36.793" v="543" actId="20577"/>
          <ac:spMkLst>
            <pc:docMk/>
            <pc:sldMk cId="502741261" sldId="463"/>
            <ac:spMk id="5" creationId="{2FB464D6-FF2A-3C98-898F-5BBDE5A0018F}"/>
          </ac:spMkLst>
        </pc:spChg>
      </pc:sldChg>
      <pc:sldChg chg="addSp delSp modSp add mod modNotesTx">
        <pc:chgData name="#JOHN TAN ZHU EN#" userId="9c038d62-e560-4ab3-ba62-0b2d27497b2c" providerId="ADAL" clId="{03EDEC5E-3B2C-4387-869B-3F2B5CBB9100}" dt="2023-02-01T09:15:37.766" v="546" actId="20577"/>
        <pc:sldMkLst>
          <pc:docMk/>
          <pc:sldMk cId="2923355069" sldId="464"/>
        </pc:sldMkLst>
        <pc:spChg chg="add mod">
          <ac:chgData name="#JOHN TAN ZHU EN#" userId="9c038d62-e560-4ab3-ba62-0b2d27497b2c" providerId="ADAL" clId="{03EDEC5E-3B2C-4387-869B-3F2B5CBB9100}" dt="2023-02-01T09:15:37.766" v="546" actId="20577"/>
          <ac:spMkLst>
            <pc:docMk/>
            <pc:sldMk cId="2923355069" sldId="464"/>
            <ac:spMk id="3" creationId="{2F2EFEF5-4731-B775-DCF4-D59B1E1FF869}"/>
          </ac:spMkLst>
        </pc:spChg>
        <pc:spChg chg="del">
          <ac:chgData name="#JOHN TAN ZHU EN#" userId="9c038d62-e560-4ab3-ba62-0b2d27497b2c" providerId="ADAL" clId="{03EDEC5E-3B2C-4387-869B-3F2B5CBB9100}" dt="2023-02-01T09:05:46.385" v="470" actId="478"/>
          <ac:spMkLst>
            <pc:docMk/>
            <pc:sldMk cId="2923355069" sldId="464"/>
            <ac:spMk id="5" creationId="{2FB464D6-FF2A-3C98-898F-5BBDE5A0018F}"/>
          </ac:spMkLst>
        </pc:spChg>
      </pc:sldChg>
      <pc:sldChg chg="modSp add mod modNotesTx">
        <pc:chgData name="#JOHN TAN ZHU EN#" userId="9c038d62-e560-4ab3-ba62-0b2d27497b2c" providerId="ADAL" clId="{03EDEC5E-3B2C-4387-869B-3F2B5CBB9100}" dt="2023-02-01T09:07:26.737" v="481"/>
        <pc:sldMkLst>
          <pc:docMk/>
          <pc:sldMk cId="2588724735" sldId="465"/>
        </pc:sldMkLst>
        <pc:spChg chg="mod">
          <ac:chgData name="#JOHN TAN ZHU EN#" userId="9c038d62-e560-4ab3-ba62-0b2d27497b2c" providerId="ADAL" clId="{03EDEC5E-3B2C-4387-869B-3F2B5CBB9100}" dt="2023-02-01T09:07:18.373" v="480" actId="207"/>
          <ac:spMkLst>
            <pc:docMk/>
            <pc:sldMk cId="2588724735" sldId="465"/>
            <ac:spMk id="3" creationId="{2F2EFEF5-4731-B775-DCF4-D59B1E1FF869}"/>
          </ac:spMkLst>
        </pc:spChg>
      </pc:sldChg>
      <pc:sldChg chg="modSp add mod">
        <pc:chgData name="#JOHN TAN ZHU EN#" userId="9c038d62-e560-4ab3-ba62-0b2d27497b2c" providerId="ADAL" clId="{03EDEC5E-3B2C-4387-869B-3F2B5CBB9100}" dt="2023-02-01T09:15:38.845" v="549" actId="20577"/>
        <pc:sldMkLst>
          <pc:docMk/>
          <pc:sldMk cId="3799344869" sldId="466"/>
        </pc:sldMkLst>
        <pc:spChg chg="mod">
          <ac:chgData name="#JOHN TAN ZHU EN#" userId="9c038d62-e560-4ab3-ba62-0b2d27497b2c" providerId="ADAL" clId="{03EDEC5E-3B2C-4387-869B-3F2B5CBB9100}" dt="2023-02-01T09:15:38.845" v="549" actId="20577"/>
          <ac:spMkLst>
            <pc:docMk/>
            <pc:sldMk cId="3799344869" sldId="466"/>
            <ac:spMk id="3" creationId="{2F2EFEF5-4731-B775-DCF4-D59B1E1FF869}"/>
          </ac:spMkLst>
        </pc:spChg>
      </pc:sldChg>
      <pc:sldChg chg="addSp delSp modSp add mod modNotesTx">
        <pc:chgData name="#JOHN TAN ZHU EN#" userId="9c038d62-e560-4ab3-ba62-0b2d27497b2c" providerId="ADAL" clId="{03EDEC5E-3B2C-4387-869B-3F2B5CBB9100}" dt="2023-02-01T09:08:51.134" v="505" actId="14100"/>
        <pc:sldMkLst>
          <pc:docMk/>
          <pc:sldMk cId="3505697276" sldId="467"/>
        </pc:sldMkLst>
        <pc:spChg chg="del mod">
          <ac:chgData name="#JOHN TAN ZHU EN#" userId="9c038d62-e560-4ab3-ba62-0b2d27497b2c" providerId="ADAL" clId="{03EDEC5E-3B2C-4387-869B-3F2B5CBB9100}" dt="2023-02-01T09:08:22.566" v="493" actId="478"/>
          <ac:spMkLst>
            <pc:docMk/>
            <pc:sldMk cId="3505697276" sldId="467"/>
            <ac:spMk id="3" creationId="{2F2EFEF5-4731-B775-DCF4-D59B1E1FF869}"/>
          </ac:spMkLst>
        </pc:spChg>
        <pc:spChg chg="add mod">
          <ac:chgData name="#JOHN TAN ZHU EN#" userId="9c038d62-e560-4ab3-ba62-0b2d27497b2c" providerId="ADAL" clId="{03EDEC5E-3B2C-4387-869B-3F2B5CBB9100}" dt="2023-02-01T09:08:51.134" v="505" actId="14100"/>
          <ac:spMkLst>
            <pc:docMk/>
            <pc:sldMk cId="3505697276" sldId="467"/>
            <ac:spMk id="4" creationId="{775E6308-7332-0EDB-9F26-5231307AC171}"/>
          </ac:spMkLst>
        </pc:spChg>
        <pc:spChg chg="mod">
          <ac:chgData name="#JOHN TAN ZHU EN#" userId="9c038d62-e560-4ab3-ba62-0b2d27497b2c" providerId="ADAL" clId="{03EDEC5E-3B2C-4387-869B-3F2B5CBB9100}" dt="2023-02-01T09:08:47.320" v="503" actId="1076"/>
          <ac:spMkLst>
            <pc:docMk/>
            <pc:sldMk cId="3505697276" sldId="467"/>
            <ac:spMk id="8" creationId="{CEE303D4-35FA-C10D-C859-0417DFD03E20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09:15:39.218" v="550" actId="20577"/>
        <pc:sldMkLst>
          <pc:docMk/>
          <pc:sldMk cId="3435160054" sldId="468"/>
        </pc:sldMkLst>
        <pc:spChg chg="add mod">
          <ac:chgData name="#JOHN TAN ZHU EN#" userId="9c038d62-e560-4ab3-ba62-0b2d27497b2c" providerId="ADAL" clId="{03EDEC5E-3B2C-4387-869B-3F2B5CBB9100}" dt="2023-02-01T09:15:39.218" v="550" actId="20577"/>
          <ac:spMkLst>
            <pc:docMk/>
            <pc:sldMk cId="3435160054" sldId="468"/>
            <ac:spMk id="2" creationId="{0E0C5DBD-F16D-21DE-9E05-A0139A9F5A64}"/>
          </ac:spMkLst>
        </pc:spChg>
        <pc:spChg chg="del">
          <ac:chgData name="#JOHN TAN ZHU EN#" userId="9c038d62-e560-4ab3-ba62-0b2d27497b2c" providerId="ADAL" clId="{03EDEC5E-3B2C-4387-869B-3F2B5CBB9100}" dt="2023-02-01T09:14:02.927" v="507" actId="478"/>
          <ac:spMkLst>
            <pc:docMk/>
            <pc:sldMk cId="3435160054" sldId="468"/>
            <ac:spMk id="4" creationId="{775E6308-7332-0EDB-9F26-5231307AC171}"/>
          </ac:spMkLst>
        </pc:spChg>
        <pc:picChg chg="add mod">
          <ac:chgData name="#JOHN TAN ZHU EN#" userId="9c038d62-e560-4ab3-ba62-0b2d27497b2c" providerId="ADAL" clId="{03EDEC5E-3B2C-4387-869B-3F2B5CBB9100}" dt="2023-02-01T09:14:36.123" v="521" actId="1076"/>
          <ac:picMkLst>
            <pc:docMk/>
            <pc:sldMk cId="3435160054" sldId="468"/>
            <ac:picMk id="3" creationId="{E1B07DA5-60FD-2926-9195-7ECD6AC2966F}"/>
          </ac:picMkLst>
        </pc:picChg>
      </pc:sldChg>
      <pc:sldChg chg="delSp modSp add mod">
        <pc:chgData name="#JOHN TAN ZHU EN#" userId="9c038d62-e560-4ab3-ba62-0b2d27497b2c" providerId="ADAL" clId="{03EDEC5E-3B2C-4387-869B-3F2B5CBB9100}" dt="2023-02-01T09:15:43.138" v="552" actId="255"/>
        <pc:sldMkLst>
          <pc:docMk/>
          <pc:sldMk cId="2173088421" sldId="469"/>
        </pc:sldMkLst>
        <pc:spChg chg="mod">
          <ac:chgData name="#JOHN TAN ZHU EN#" userId="9c038d62-e560-4ab3-ba62-0b2d27497b2c" providerId="ADAL" clId="{03EDEC5E-3B2C-4387-869B-3F2B5CBB9100}" dt="2023-02-01T09:15:43.138" v="552" actId="255"/>
          <ac:spMkLst>
            <pc:docMk/>
            <pc:sldMk cId="2173088421" sldId="469"/>
            <ac:spMk id="2" creationId="{0E0C5DBD-F16D-21DE-9E05-A0139A9F5A64}"/>
          </ac:spMkLst>
        </pc:spChg>
        <pc:picChg chg="del">
          <ac:chgData name="#JOHN TAN ZHU EN#" userId="9c038d62-e560-4ab3-ba62-0b2d27497b2c" providerId="ADAL" clId="{03EDEC5E-3B2C-4387-869B-3F2B5CBB9100}" dt="2023-02-01T09:15:01.376" v="525" actId="478"/>
          <ac:picMkLst>
            <pc:docMk/>
            <pc:sldMk cId="2173088421" sldId="469"/>
            <ac:picMk id="3" creationId="{E1B07DA5-60FD-2926-9195-7ECD6AC2966F}"/>
          </ac:picMkLst>
        </pc:picChg>
      </pc:sldChg>
      <pc:sldChg chg="addSp delSp modSp add mod modNotesTx">
        <pc:chgData name="#JOHN TAN ZHU EN#" userId="9c038d62-e560-4ab3-ba62-0b2d27497b2c" providerId="ADAL" clId="{03EDEC5E-3B2C-4387-869B-3F2B5CBB9100}" dt="2023-02-01T09:18:31.130" v="581"/>
        <pc:sldMkLst>
          <pc:docMk/>
          <pc:sldMk cId="1366377288" sldId="470"/>
        </pc:sldMkLst>
        <pc:spChg chg="mod">
          <ac:chgData name="#JOHN TAN ZHU EN#" userId="9c038d62-e560-4ab3-ba62-0b2d27497b2c" providerId="ADAL" clId="{03EDEC5E-3B2C-4387-869B-3F2B5CBB9100}" dt="2023-02-01T09:18:21.264" v="580"/>
          <ac:spMkLst>
            <pc:docMk/>
            <pc:sldMk cId="1366377288" sldId="470"/>
            <ac:spMk id="2" creationId="{0E0C5DBD-F16D-21DE-9E05-A0139A9F5A64}"/>
          </ac:spMkLst>
        </pc:spChg>
        <pc:spChg chg="add mod">
          <ac:chgData name="#JOHN TAN ZHU EN#" userId="9c038d62-e560-4ab3-ba62-0b2d27497b2c" providerId="ADAL" clId="{03EDEC5E-3B2C-4387-869B-3F2B5CBB9100}" dt="2023-02-01T09:18:10.438" v="577" actId="1076"/>
          <ac:spMkLst>
            <pc:docMk/>
            <pc:sldMk cId="1366377288" sldId="470"/>
            <ac:spMk id="3" creationId="{85357652-9487-F19B-7AB7-6D795115FD5A}"/>
          </ac:spMkLst>
        </pc:spChg>
        <pc:picChg chg="add mod">
          <ac:chgData name="#JOHN TAN ZHU EN#" userId="9c038d62-e560-4ab3-ba62-0b2d27497b2c" providerId="ADAL" clId="{03EDEC5E-3B2C-4387-869B-3F2B5CBB9100}" dt="2023-02-01T09:18:07.859" v="576" actId="1076"/>
          <ac:picMkLst>
            <pc:docMk/>
            <pc:sldMk cId="1366377288" sldId="470"/>
            <ac:picMk id="9" creationId="{B677B560-F3D1-04E1-E53D-CCF2856D7FAF}"/>
          </ac:picMkLst>
        </pc:picChg>
        <pc:cxnChg chg="add del mod">
          <ac:chgData name="#JOHN TAN ZHU EN#" userId="9c038d62-e560-4ab3-ba62-0b2d27497b2c" providerId="ADAL" clId="{03EDEC5E-3B2C-4387-869B-3F2B5CBB9100}" dt="2023-02-01T09:17:51.674" v="567"/>
          <ac:cxnSpMkLst>
            <pc:docMk/>
            <pc:sldMk cId="1366377288" sldId="470"/>
            <ac:cxnSpMk id="4" creationId="{150B55A0-5078-5486-203F-9ADE4F70569D}"/>
          </ac:cxnSpMkLst>
        </pc:cxnChg>
        <pc:cxnChg chg="add mod">
          <ac:chgData name="#JOHN TAN ZHU EN#" userId="9c038d62-e560-4ab3-ba62-0b2d27497b2c" providerId="ADAL" clId="{03EDEC5E-3B2C-4387-869B-3F2B5CBB9100}" dt="2023-02-01T09:18:12.916" v="578" actId="1076"/>
          <ac:cxnSpMkLst>
            <pc:docMk/>
            <pc:sldMk cId="1366377288" sldId="470"/>
            <ac:cxnSpMk id="5" creationId="{4E30E369-B617-60C5-640D-B6AC0C3532CD}"/>
          </ac:cxnSpMkLst>
        </pc:cxnChg>
      </pc:sldChg>
      <pc:sldChg chg="modSp add mod ord">
        <pc:chgData name="#JOHN TAN ZHU EN#" userId="9c038d62-e560-4ab3-ba62-0b2d27497b2c" providerId="ADAL" clId="{03EDEC5E-3B2C-4387-869B-3F2B5CBB9100}" dt="2023-02-01T09:21:02.649" v="588" actId="14100"/>
        <pc:sldMkLst>
          <pc:docMk/>
          <pc:sldMk cId="2931069481" sldId="471"/>
        </pc:sldMkLst>
        <pc:spChg chg="mod">
          <ac:chgData name="#JOHN TAN ZHU EN#" userId="9c038d62-e560-4ab3-ba62-0b2d27497b2c" providerId="ADAL" clId="{03EDEC5E-3B2C-4387-869B-3F2B5CBB9100}" dt="2023-02-01T09:21:02.649" v="588" actId="14100"/>
          <ac:spMkLst>
            <pc:docMk/>
            <pc:sldMk cId="2931069481" sldId="471"/>
            <ac:spMk id="2" creationId="{0E0C5DBD-F16D-21DE-9E05-A0139A9F5A64}"/>
          </ac:spMkLst>
        </pc:spChg>
      </pc:sldChg>
      <pc:sldChg chg="modSp add mod">
        <pc:chgData name="#JOHN TAN ZHU EN#" userId="9c038d62-e560-4ab3-ba62-0b2d27497b2c" providerId="ADAL" clId="{03EDEC5E-3B2C-4387-869B-3F2B5CBB9100}" dt="2023-02-01T09:21:40.403" v="595" actId="207"/>
        <pc:sldMkLst>
          <pc:docMk/>
          <pc:sldMk cId="2571080685" sldId="472"/>
        </pc:sldMkLst>
        <pc:spChg chg="mod">
          <ac:chgData name="#JOHN TAN ZHU EN#" userId="9c038d62-e560-4ab3-ba62-0b2d27497b2c" providerId="ADAL" clId="{03EDEC5E-3B2C-4387-869B-3F2B5CBB9100}" dt="2023-02-01T09:21:40.403" v="595" actId="207"/>
          <ac:spMkLst>
            <pc:docMk/>
            <pc:sldMk cId="2571080685" sldId="472"/>
            <ac:spMk id="2" creationId="{0E0C5DBD-F16D-21DE-9E05-A0139A9F5A64}"/>
          </ac:spMkLst>
        </pc:spChg>
      </pc:sldChg>
      <pc:sldChg chg="modSp add mod">
        <pc:chgData name="#JOHN TAN ZHU EN#" userId="9c038d62-e560-4ab3-ba62-0b2d27497b2c" providerId="ADAL" clId="{03EDEC5E-3B2C-4387-869B-3F2B5CBB9100}" dt="2023-02-01T09:22:51.411" v="601" actId="255"/>
        <pc:sldMkLst>
          <pc:docMk/>
          <pc:sldMk cId="3881932599" sldId="473"/>
        </pc:sldMkLst>
        <pc:spChg chg="mod">
          <ac:chgData name="#JOHN TAN ZHU EN#" userId="9c038d62-e560-4ab3-ba62-0b2d27497b2c" providerId="ADAL" clId="{03EDEC5E-3B2C-4387-869B-3F2B5CBB9100}" dt="2023-02-01T09:22:51.411" v="601" actId="255"/>
          <ac:spMkLst>
            <pc:docMk/>
            <pc:sldMk cId="3881932599" sldId="473"/>
            <ac:spMk id="2" creationId="{0E0C5DBD-F16D-21DE-9E05-A0139A9F5A64}"/>
          </ac:spMkLst>
        </pc:spChg>
      </pc:sldChg>
      <pc:sldChg chg="modSp add mod">
        <pc:chgData name="#JOHN TAN ZHU EN#" userId="9c038d62-e560-4ab3-ba62-0b2d27497b2c" providerId="ADAL" clId="{03EDEC5E-3B2C-4387-869B-3F2B5CBB9100}" dt="2023-02-01T09:23:52.337" v="605" actId="255"/>
        <pc:sldMkLst>
          <pc:docMk/>
          <pc:sldMk cId="1572310522" sldId="474"/>
        </pc:sldMkLst>
        <pc:spChg chg="mod">
          <ac:chgData name="#JOHN TAN ZHU EN#" userId="9c038d62-e560-4ab3-ba62-0b2d27497b2c" providerId="ADAL" clId="{03EDEC5E-3B2C-4387-869B-3F2B5CBB9100}" dt="2023-02-01T09:23:52.337" v="605" actId="255"/>
          <ac:spMkLst>
            <pc:docMk/>
            <pc:sldMk cId="1572310522" sldId="474"/>
            <ac:spMk id="2" creationId="{0E0C5DBD-F16D-21DE-9E05-A0139A9F5A64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09:25:07.589" v="622" actId="1076"/>
        <pc:sldMkLst>
          <pc:docMk/>
          <pc:sldMk cId="873234588" sldId="475"/>
        </pc:sldMkLst>
        <pc:spChg chg="del">
          <ac:chgData name="#JOHN TAN ZHU EN#" userId="9c038d62-e560-4ab3-ba62-0b2d27497b2c" providerId="ADAL" clId="{03EDEC5E-3B2C-4387-869B-3F2B5CBB9100}" dt="2023-02-01T09:24:05.797" v="607" actId="478"/>
          <ac:spMkLst>
            <pc:docMk/>
            <pc:sldMk cId="873234588" sldId="475"/>
            <ac:spMk id="2" creationId="{0E0C5DBD-F16D-21DE-9E05-A0139A9F5A64}"/>
          </ac:spMkLst>
        </pc:spChg>
        <pc:spChg chg="add mod">
          <ac:chgData name="#JOHN TAN ZHU EN#" userId="9c038d62-e560-4ab3-ba62-0b2d27497b2c" providerId="ADAL" clId="{03EDEC5E-3B2C-4387-869B-3F2B5CBB9100}" dt="2023-02-01T09:24:34.991" v="613" actId="255"/>
          <ac:spMkLst>
            <pc:docMk/>
            <pc:sldMk cId="873234588" sldId="475"/>
            <ac:spMk id="3" creationId="{BCEF28EE-4789-542C-4B4E-447FAFB0F2E6}"/>
          </ac:spMkLst>
        </pc:spChg>
        <pc:cxnChg chg="add mod">
          <ac:chgData name="#JOHN TAN ZHU EN#" userId="9c038d62-e560-4ab3-ba62-0b2d27497b2c" providerId="ADAL" clId="{03EDEC5E-3B2C-4387-869B-3F2B5CBB9100}" dt="2023-02-01T09:25:07.589" v="622" actId="1076"/>
          <ac:cxnSpMkLst>
            <pc:docMk/>
            <pc:sldMk cId="873234588" sldId="475"/>
            <ac:cxnSpMk id="4" creationId="{481BCC72-9593-BC6E-63B6-C170D5E2BF4E}"/>
          </ac:cxnSpMkLst>
        </pc:cxnChg>
        <pc:cxnChg chg="add mod">
          <ac:chgData name="#JOHN TAN ZHU EN#" userId="9c038d62-e560-4ab3-ba62-0b2d27497b2c" providerId="ADAL" clId="{03EDEC5E-3B2C-4387-869B-3F2B5CBB9100}" dt="2023-02-01T09:24:59.789" v="621" actId="14100"/>
          <ac:cxnSpMkLst>
            <pc:docMk/>
            <pc:sldMk cId="873234588" sldId="475"/>
            <ac:cxnSpMk id="5" creationId="{14709AF2-5686-B7CE-959C-B4471944D7C3}"/>
          </ac:cxnSpMkLst>
        </pc:cxnChg>
        <pc:cxnChg chg="add mod">
          <ac:chgData name="#JOHN TAN ZHU EN#" userId="9c038d62-e560-4ab3-ba62-0b2d27497b2c" providerId="ADAL" clId="{03EDEC5E-3B2C-4387-869B-3F2B5CBB9100}" dt="2023-02-01T09:24:57.403" v="620" actId="14100"/>
          <ac:cxnSpMkLst>
            <pc:docMk/>
            <pc:sldMk cId="873234588" sldId="475"/>
            <ac:cxnSpMk id="6" creationId="{9E571D34-8EFD-6818-9E5B-6F69F12D2EE4}"/>
          </ac:cxnSpMkLst>
        </pc:cxnChg>
      </pc:sldChg>
      <pc:sldChg chg="addSp delSp modSp add mod modNotesTx">
        <pc:chgData name="#JOHN TAN ZHU EN#" userId="9c038d62-e560-4ab3-ba62-0b2d27497b2c" providerId="ADAL" clId="{03EDEC5E-3B2C-4387-869B-3F2B5CBB9100}" dt="2023-02-01T09:28:46.880" v="685"/>
        <pc:sldMkLst>
          <pc:docMk/>
          <pc:sldMk cId="510690974" sldId="476"/>
        </pc:sldMkLst>
        <pc:spChg chg="del">
          <ac:chgData name="#JOHN TAN ZHU EN#" userId="9c038d62-e560-4ab3-ba62-0b2d27497b2c" providerId="ADAL" clId="{03EDEC5E-3B2C-4387-869B-3F2B5CBB9100}" dt="2023-02-01T09:25:37.534" v="624" actId="478"/>
          <ac:spMkLst>
            <pc:docMk/>
            <pc:sldMk cId="510690974" sldId="476"/>
            <ac:spMk id="3" creationId="{BCEF28EE-4789-542C-4B4E-447FAFB0F2E6}"/>
          </ac:spMkLst>
        </pc:spChg>
        <pc:spChg chg="add mod ord">
          <ac:chgData name="#JOHN TAN ZHU EN#" userId="9c038d62-e560-4ab3-ba62-0b2d27497b2c" providerId="ADAL" clId="{03EDEC5E-3B2C-4387-869B-3F2B5CBB9100}" dt="2023-02-01T09:27:49.938" v="671" actId="167"/>
          <ac:spMkLst>
            <pc:docMk/>
            <pc:sldMk cId="510690974" sldId="476"/>
            <ac:spMk id="14" creationId="{F462F8AD-75A9-6E8F-6935-71072B35EA97}"/>
          </ac:spMkLst>
        </pc:spChg>
        <pc:cxnChg chg="add del mod">
          <ac:chgData name="#JOHN TAN ZHU EN#" userId="9c038d62-e560-4ab3-ba62-0b2d27497b2c" providerId="ADAL" clId="{03EDEC5E-3B2C-4387-869B-3F2B5CBB9100}" dt="2023-02-01T09:25:43.582" v="629"/>
          <ac:cxnSpMkLst>
            <pc:docMk/>
            <pc:sldMk cId="510690974" sldId="476"/>
            <ac:cxnSpMk id="2" creationId="{54D4FA65-1603-A55D-F83B-976625E45B16}"/>
          </ac:cxnSpMkLst>
        </pc:cxnChg>
        <pc:cxnChg chg="del">
          <ac:chgData name="#JOHN TAN ZHU EN#" userId="9c038d62-e560-4ab3-ba62-0b2d27497b2c" providerId="ADAL" clId="{03EDEC5E-3B2C-4387-869B-3F2B5CBB9100}" dt="2023-02-01T09:25:39.878" v="626" actId="478"/>
          <ac:cxnSpMkLst>
            <pc:docMk/>
            <pc:sldMk cId="510690974" sldId="476"/>
            <ac:cxnSpMk id="4" creationId="{481BCC72-9593-BC6E-63B6-C170D5E2BF4E}"/>
          </ac:cxnSpMkLst>
        </pc:cxnChg>
        <pc:cxnChg chg="del">
          <ac:chgData name="#JOHN TAN ZHU EN#" userId="9c038d62-e560-4ab3-ba62-0b2d27497b2c" providerId="ADAL" clId="{03EDEC5E-3B2C-4387-869B-3F2B5CBB9100}" dt="2023-02-01T09:25:40.686" v="627" actId="478"/>
          <ac:cxnSpMkLst>
            <pc:docMk/>
            <pc:sldMk cId="510690974" sldId="476"/>
            <ac:cxnSpMk id="5" creationId="{14709AF2-5686-B7CE-959C-B4471944D7C3}"/>
          </ac:cxnSpMkLst>
        </pc:cxnChg>
        <pc:cxnChg chg="del">
          <ac:chgData name="#JOHN TAN ZHU EN#" userId="9c038d62-e560-4ab3-ba62-0b2d27497b2c" providerId="ADAL" clId="{03EDEC5E-3B2C-4387-869B-3F2B5CBB9100}" dt="2023-02-01T09:25:39.109" v="625" actId="478"/>
          <ac:cxnSpMkLst>
            <pc:docMk/>
            <pc:sldMk cId="510690974" sldId="476"/>
            <ac:cxnSpMk id="6" creationId="{9E571D34-8EFD-6818-9E5B-6F69F12D2EE4}"/>
          </ac:cxnSpMkLst>
        </pc:cxnChg>
        <pc:cxnChg chg="add del mod">
          <ac:chgData name="#JOHN TAN ZHU EN#" userId="9c038d62-e560-4ab3-ba62-0b2d27497b2c" providerId="ADAL" clId="{03EDEC5E-3B2C-4387-869B-3F2B5CBB9100}" dt="2023-02-01T09:25:43.582" v="629"/>
          <ac:cxnSpMkLst>
            <pc:docMk/>
            <pc:sldMk cId="510690974" sldId="476"/>
            <ac:cxnSpMk id="9" creationId="{E92F2938-C167-95C9-E8D6-2F7671AFF410}"/>
          </ac:cxnSpMkLst>
        </pc:cxnChg>
        <pc:cxnChg chg="add del mod">
          <ac:chgData name="#JOHN TAN ZHU EN#" userId="9c038d62-e560-4ab3-ba62-0b2d27497b2c" providerId="ADAL" clId="{03EDEC5E-3B2C-4387-869B-3F2B5CBB9100}" dt="2023-02-01T09:25:43.582" v="629"/>
          <ac:cxnSpMkLst>
            <pc:docMk/>
            <pc:sldMk cId="510690974" sldId="476"/>
            <ac:cxnSpMk id="10" creationId="{4756EB41-3AD8-DADF-F8AB-CD9EEF3A7B88}"/>
          </ac:cxnSpMkLst>
        </pc:cxnChg>
        <pc:cxnChg chg="add mod">
          <ac:chgData name="#JOHN TAN ZHU EN#" userId="9c038d62-e560-4ab3-ba62-0b2d27497b2c" providerId="ADAL" clId="{03EDEC5E-3B2C-4387-869B-3F2B5CBB9100}" dt="2023-02-01T09:28:25.347" v="684" actId="14100"/>
          <ac:cxnSpMkLst>
            <pc:docMk/>
            <pc:sldMk cId="510690974" sldId="476"/>
            <ac:cxnSpMk id="11" creationId="{CE475B57-3BC8-2304-4CE3-8F0D145E82A9}"/>
          </ac:cxnSpMkLst>
        </pc:cxnChg>
        <pc:cxnChg chg="add mod">
          <ac:chgData name="#JOHN TAN ZHU EN#" userId="9c038d62-e560-4ab3-ba62-0b2d27497b2c" providerId="ADAL" clId="{03EDEC5E-3B2C-4387-869B-3F2B5CBB9100}" dt="2023-02-01T09:28:23.337" v="683" actId="14100"/>
          <ac:cxnSpMkLst>
            <pc:docMk/>
            <pc:sldMk cId="510690974" sldId="476"/>
            <ac:cxnSpMk id="12" creationId="{C942853D-08AD-64D1-2802-2F965A2BA730}"/>
          </ac:cxnSpMkLst>
        </pc:cxnChg>
        <pc:cxnChg chg="add mod">
          <ac:chgData name="#JOHN TAN ZHU EN#" userId="9c038d62-e560-4ab3-ba62-0b2d27497b2c" providerId="ADAL" clId="{03EDEC5E-3B2C-4387-869B-3F2B5CBB9100}" dt="2023-02-01T09:28:20.694" v="682" actId="14100"/>
          <ac:cxnSpMkLst>
            <pc:docMk/>
            <pc:sldMk cId="510690974" sldId="476"/>
            <ac:cxnSpMk id="13" creationId="{AA9DB9CD-028F-FC31-CFC4-33159925468A}"/>
          </ac:cxnSpMkLst>
        </pc:cxnChg>
      </pc:sldChg>
      <pc:sldChg chg="addSp modSp add mod modNotesTx">
        <pc:chgData name="#JOHN TAN ZHU EN#" userId="9c038d62-e560-4ab3-ba62-0b2d27497b2c" providerId="ADAL" clId="{03EDEC5E-3B2C-4387-869B-3F2B5CBB9100}" dt="2023-02-01T09:29:41.379" v="693" actId="20577"/>
        <pc:sldMkLst>
          <pc:docMk/>
          <pc:sldMk cId="3040680328" sldId="477"/>
        </pc:sldMkLst>
        <pc:spChg chg="add mod">
          <ac:chgData name="#JOHN TAN ZHU EN#" userId="9c038d62-e560-4ab3-ba62-0b2d27497b2c" providerId="ADAL" clId="{03EDEC5E-3B2C-4387-869B-3F2B5CBB9100}" dt="2023-02-01T09:29:35.218" v="692" actId="14100"/>
          <ac:spMkLst>
            <pc:docMk/>
            <pc:sldMk cId="3040680328" sldId="477"/>
            <ac:spMk id="2" creationId="{B9AD1A95-7B35-D18B-9F3D-B978BAD6B139}"/>
          </ac:spMkLst>
        </pc:spChg>
        <pc:spChg chg="mod">
          <ac:chgData name="#JOHN TAN ZHU EN#" userId="9c038d62-e560-4ab3-ba62-0b2d27497b2c" providerId="ADAL" clId="{03EDEC5E-3B2C-4387-869B-3F2B5CBB9100}" dt="2023-02-01T09:29:18.489" v="689" actId="207"/>
          <ac:spMkLst>
            <pc:docMk/>
            <pc:sldMk cId="3040680328" sldId="477"/>
            <ac:spMk id="14" creationId="{F462F8AD-75A9-6E8F-6935-71072B35EA97}"/>
          </ac:spMkLst>
        </pc:spChg>
      </pc:sldChg>
      <pc:sldChg chg="addSp delSp modSp add mod modShow">
        <pc:chgData name="#JOHN TAN ZHU EN#" userId="9c038d62-e560-4ab3-ba62-0b2d27497b2c" providerId="ADAL" clId="{03EDEC5E-3B2C-4387-869B-3F2B5CBB9100}" dt="2023-02-01T09:31:37.700" v="705" actId="729"/>
        <pc:sldMkLst>
          <pc:docMk/>
          <pc:sldMk cId="126905171" sldId="478"/>
        </pc:sldMkLst>
        <pc:spChg chg="del">
          <ac:chgData name="#JOHN TAN ZHU EN#" userId="9c038d62-e560-4ab3-ba62-0b2d27497b2c" providerId="ADAL" clId="{03EDEC5E-3B2C-4387-869B-3F2B5CBB9100}" dt="2023-02-01T09:30:04.675" v="695" actId="478"/>
          <ac:spMkLst>
            <pc:docMk/>
            <pc:sldMk cId="126905171" sldId="478"/>
            <ac:spMk id="2" creationId="{B9AD1A95-7B35-D18B-9F3D-B978BAD6B139}"/>
          </ac:spMkLst>
        </pc:spChg>
        <pc:spChg chg="add mod">
          <ac:chgData name="#JOHN TAN ZHU EN#" userId="9c038d62-e560-4ab3-ba62-0b2d27497b2c" providerId="ADAL" clId="{03EDEC5E-3B2C-4387-869B-3F2B5CBB9100}" dt="2023-02-01T09:31:29.508" v="704" actId="1076"/>
          <ac:spMkLst>
            <pc:docMk/>
            <pc:sldMk cId="126905171" sldId="478"/>
            <ac:spMk id="4" creationId="{5A63ABCF-65A3-2052-B14A-9B0EC57AEDBD}"/>
          </ac:spMkLst>
        </pc:spChg>
        <pc:spChg chg="mod">
          <ac:chgData name="#JOHN TAN ZHU EN#" userId="9c038d62-e560-4ab3-ba62-0b2d27497b2c" providerId="ADAL" clId="{03EDEC5E-3B2C-4387-869B-3F2B5CBB9100}" dt="2023-02-01T09:30:08.985" v="696" actId="20577"/>
          <ac:spMkLst>
            <pc:docMk/>
            <pc:sldMk cId="126905171" sldId="478"/>
            <ac:spMk id="14" creationId="{F462F8AD-75A9-6E8F-6935-71072B35EA97}"/>
          </ac:spMkLst>
        </pc:spChg>
        <pc:cxnChg chg="del">
          <ac:chgData name="#JOHN TAN ZHU EN#" userId="9c038d62-e560-4ab3-ba62-0b2d27497b2c" providerId="ADAL" clId="{03EDEC5E-3B2C-4387-869B-3F2B5CBB9100}" dt="2023-02-01T09:30:10.093" v="697" actId="478"/>
          <ac:cxnSpMkLst>
            <pc:docMk/>
            <pc:sldMk cId="126905171" sldId="478"/>
            <ac:cxnSpMk id="11" creationId="{CE475B57-3BC8-2304-4CE3-8F0D145E82A9}"/>
          </ac:cxnSpMkLst>
        </pc:cxnChg>
        <pc:cxnChg chg="del">
          <ac:chgData name="#JOHN TAN ZHU EN#" userId="9c038d62-e560-4ab3-ba62-0b2d27497b2c" providerId="ADAL" clId="{03EDEC5E-3B2C-4387-869B-3F2B5CBB9100}" dt="2023-02-01T09:30:10.791" v="698" actId="478"/>
          <ac:cxnSpMkLst>
            <pc:docMk/>
            <pc:sldMk cId="126905171" sldId="478"/>
            <ac:cxnSpMk id="12" creationId="{C942853D-08AD-64D1-2802-2F965A2BA730}"/>
          </ac:cxnSpMkLst>
        </pc:cxnChg>
        <pc:cxnChg chg="del">
          <ac:chgData name="#JOHN TAN ZHU EN#" userId="9c038d62-e560-4ab3-ba62-0b2d27497b2c" providerId="ADAL" clId="{03EDEC5E-3B2C-4387-869B-3F2B5CBB9100}" dt="2023-02-01T09:30:11.295" v="699" actId="478"/>
          <ac:cxnSpMkLst>
            <pc:docMk/>
            <pc:sldMk cId="126905171" sldId="478"/>
            <ac:cxnSpMk id="13" creationId="{AA9DB9CD-028F-FC31-CFC4-33159925468A}"/>
          </ac:cxnSpMkLst>
        </pc:cxnChg>
      </pc:sldChg>
      <pc:sldChg chg="addSp delSp modSp add mod modShow modNotesTx">
        <pc:chgData name="#JOHN TAN ZHU EN#" userId="9c038d62-e560-4ab3-ba62-0b2d27497b2c" providerId="ADAL" clId="{03EDEC5E-3B2C-4387-869B-3F2B5CBB9100}" dt="2023-02-01T09:34:27.553" v="732" actId="20577"/>
        <pc:sldMkLst>
          <pc:docMk/>
          <pc:sldMk cId="1538793057" sldId="479"/>
        </pc:sldMkLst>
        <pc:spChg chg="add mod">
          <ac:chgData name="#JOHN TAN ZHU EN#" userId="9c038d62-e560-4ab3-ba62-0b2d27497b2c" providerId="ADAL" clId="{03EDEC5E-3B2C-4387-869B-3F2B5CBB9100}" dt="2023-02-01T09:34:27.553" v="732" actId="20577"/>
          <ac:spMkLst>
            <pc:docMk/>
            <pc:sldMk cId="1538793057" sldId="479"/>
            <ac:spMk id="3" creationId="{42898252-F67D-C32C-73AB-51842958A4E2}"/>
          </ac:spMkLst>
        </pc:spChg>
        <pc:spChg chg="mod">
          <ac:chgData name="#JOHN TAN ZHU EN#" userId="9c038d62-e560-4ab3-ba62-0b2d27497b2c" providerId="ADAL" clId="{03EDEC5E-3B2C-4387-869B-3F2B5CBB9100}" dt="2023-02-01T09:32:06.230" v="709" actId="255"/>
          <ac:spMkLst>
            <pc:docMk/>
            <pc:sldMk cId="1538793057" sldId="479"/>
            <ac:spMk id="4" creationId="{5A63ABCF-65A3-2052-B14A-9B0EC57AEDBD}"/>
          </ac:spMkLst>
        </pc:spChg>
        <pc:cxnChg chg="add del mod">
          <ac:chgData name="#JOHN TAN ZHU EN#" userId="9c038d62-e560-4ab3-ba62-0b2d27497b2c" providerId="ADAL" clId="{03EDEC5E-3B2C-4387-869B-3F2B5CBB9100}" dt="2023-02-01T09:32:36.405" v="719"/>
          <ac:cxnSpMkLst>
            <pc:docMk/>
            <pc:sldMk cId="1538793057" sldId="479"/>
            <ac:cxnSpMk id="5" creationId="{210286F4-1CA0-B59A-C65E-D5AB8E3E1451}"/>
          </ac:cxnSpMkLst>
        </pc:cxnChg>
        <pc:cxnChg chg="add del mod">
          <ac:chgData name="#JOHN TAN ZHU EN#" userId="9c038d62-e560-4ab3-ba62-0b2d27497b2c" providerId="ADAL" clId="{03EDEC5E-3B2C-4387-869B-3F2B5CBB9100}" dt="2023-02-01T09:32:36.405" v="719"/>
          <ac:cxnSpMkLst>
            <pc:docMk/>
            <pc:sldMk cId="1538793057" sldId="479"/>
            <ac:cxnSpMk id="6" creationId="{0A96D045-D068-0D70-5F33-B4F35D46FA61}"/>
          </ac:cxnSpMkLst>
        </pc:cxnChg>
        <pc:cxnChg chg="add del mod">
          <ac:chgData name="#JOHN TAN ZHU EN#" userId="9c038d62-e560-4ab3-ba62-0b2d27497b2c" providerId="ADAL" clId="{03EDEC5E-3B2C-4387-869B-3F2B5CBB9100}" dt="2023-02-01T09:32:36.405" v="719"/>
          <ac:cxnSpMkLst>
            <pc:docMk/>
            <pc:sldMk cId="1538793057" sldId="479"/>
            <ac:cxnSpMk id="9" creationId="{89CD7A42-8E1C-8AFD-2AB6-9399FABEFBBD}"/>
          </ac:cxnSpMkLst>
        </pc:cxnChg>
        <pc:cxnChg chg="add mod">
          <ac:chgData name="#JOHN TAN ZHU EN#" userId="9c038d62-e560-4ab3-ba62-0b2d27497b2c" providerId="ADAL" clId="{03EDEC5E-3B2C-4387-869B-3F2B5CBB9100}" dt="2023-02-01T09:32:55.354" v="723" actId="1076"/>
          <ac:cxnSpMkLst>
            <pc:docMk/>
            <pc:sldMk cId="1538793057" sldId="479"/>
            <ac:cxnSpMk id="10" creationId="{BEFACC96-A07F-ED6B-BFBA-C21DA14B9C35}"/>
          </ac:cxnSpMkLst>
        </pc:cxnChg>
        <pc:cxnChg chg="add mod">
          <ac:chgData name="#JOHN TAN ZHU EN#" userId="9c038d62-e560-4ab3-ba62-0b2d27497b2c" providerId="ADAL" clId="{03EDEC5E-3B2C-4387-869B-3F2B5CBB9100}" dt="2023-02-01T09:33:10.117" v="725" actId="1076"/>
          <ac:cxnSpMkLst>
            <pc:docMk/>
            <pc:sldMk cId="1538793057" sldId="479"/>
            <ac:cxnSpMk id="11" creationId="{D82AB606-8C37-F32E-CF53-4326047DD1FC}"/>
          </ac:cxnSpMkLst>
        </pc:cxnChg>
        <pc:cxnChg chg="add mod">
          <ac:chgData name="#JOHN TAN ZHU EN#" userId="9c038d62-e560-4ab3-ba62-0b2d27497b2c" providerId="ADAL" clId="{03EDEC5E-3B2C-4387-869B-3F2B5CBB9100}" dt="2023-02-01T09:33:03.280" v="724" actId="1076"/>
          <ac:cxnSpMkLst>
            <pc:docMk/>
            <pc:sldMk cId="1538793057" sldId="479"/>
            <ac:cxnSpMk id="12" creationId="{C70A2EFD-C803-0441-8855-5EB595AE6E2C}"/>
          </ac:cxnSpMkLst>
        </pc:cxnChg>
      </pc:sldChg>
      <pc:sldChg chg="addSp modSp add mod ord modShow">
        <pc:chgData name="#JOHN TAN ZHU EN#" userId="9c038d62-e560-4ab3-ba62-0b2d27497b2c" providerId="ADAL" clId="{03EDEC5E-3B2C-4387-869B-3F2B5CBB9100}" dt="2023-02-01T09:41:08.493" v="762" actId="1076"/>
        <pc:sldMkLst>
          <pc:docMk/>
          <pc:sldMk cId="1209903717" sldId="480"/>
        </pc:sldMkLst>
        <pc:spChg chg="mod">
          <ac:chgData name="#JOHN TAN ZHU EN#" userId="9c038d62-e560-4ab3-ba62-0b2d27497b2c" providerId="ADAL" clId="{03EDEC5E-3B2C-4387-869B-3F2B5CBB9100}" dt="2023-02-01T09:41:08.493" v="762" actId="1076"/>
          <ac:spMkLst>
            <pc:docMk/>
            <pc:sldMk cId="1209903717" sldId="480"/>
            <ac:spMk id="4" creationId="{5A63ABCF-65A3-2052-B14A-9B0EC57AEDBD}"/>
          </ac:spMkLst>
        </pc:spChg>
        <pc:spChg chg="add mod">
          <ac:chgData name="#JOHN TAN ZHU EN#" userId="9c038d62-e560-4ab3-ba62-0b2d27497b2c" providerId="ADAL" clId="{03EDEC5E-3B2C-4387-869B-3F2B5CBB9100}" dt="2023-02-01T09:35:52.249" v="750" actId="1076"/>
          <ac:spMkLst>
            <pc:docMk/>
            <pc:sldMk cId="1209903717" sldId="480"/>
            <ac:spMk id="5" creationId="{371CF438-BE15-54BE-36BE-C51FAE89C1C8}"/>
          </ac:spMkLst>
        </pc:spChg>
        <pc:cxnChg chg="add mod">
          <ac:chgData name="#JOHN TAN ZHU EN#" userId="9c038d62-e560-4ab3-ba62-0b2d27497b2c" providerId="ADAL" clId="{03EDEC5E-3B2C-4387-869B-3F2B5CBB9100}" dt="2023-02-01T09:35:49.272" v="748" actId="1076"/>
          <ac:cxnSpMkLst>
            <pc:docMk/>
            <pc:sldMk cId="1209903717" sldId="480"/>
            <ac:cxnSpMk id="2" creationId="{ECE7C2B3-40FA-D2D7-E78F-27D8A05B1735}"/>
          </ac:cxnSpMkLst>
        </pc:cxnChg>
      </pc:sldChg>
      <pc:sldChg chg="delSp modSp add mod modNotesTx">
        <pc:chgData name="#JOHN TAN ZHU EN#" userId="9c038d62-e560-4ab3-ba62-0b2d27497b2c" providerId="ADAL" clId="{03EDEC5E-3B2C-4387-869B-3F2B5CBB9100}" dt="2023-02-01T09:41:05.101" v="761" actId="1076"/>
        <pc:sldMkLst>
          <pc:docMk/>
          <pc:sldMk cId="1435228052" sldId="481"/>
        </pc:sldMkLst>
        <pc:spChg chg="mod">
          <ac:chgData name="#JOHN TAN ZHU EN#" userId="9c038d62-e560-4ab3-ba62-0b2d27497b2c" providerId="ADAL" clId="{03EDEC5E-3B2C-4387-869B-3F2B5CBB9100}" dt="2023-02-01T09:41:05.101" v="761" actId="1076"/>
          <ac:spMkLst>
            <pc:docMk/>
            <pc:sldMk cId="1435228052" sldId="481"/>
            <ac:spMk id="4" creationId="{5A63ABCF-65A3-2052-B14A-9B0EC57AEDBD}"/>
          </ac:spMkLst>
        </pc:spChg>
        <pc:spChg chg="del">
          <ac:chgData name="#JOHN TAN ZHU EN#" userId="9c038d62-e560-4ab3-ba62-0b2d27497b2c" providerId="ADAL" clId="{03EDEC5E-3B2C-4387-869B-3F2B5CBB9100}" dt="2023-02-01T09:40:23.187" v="755" actId="478"/>
          <ac:spMkLst>
            <pc:docMk/>
            <pc:sldMk cId="1435228052" sldId="481"/>
            <ac:spMk id="5" creationId="{371CF438-BE15-54BE-36BE-C51FAE89C1C8}"/>
          </ac:spMkLst>
        </pc:spChg>
        <pc:cxnChg chg="del">
          <ac:chgData name="#JOHN TAN ZHU EN#" userId="9c038d62-e560-4ab3-ba62-0b2d27497b2c" providerId="ADAL" clId="{03EDEC5E-3B2C-4387-869B-3F2B5CBB9100}" dt="2023-02-01T09:40:21.391" v="754" actId="478"/>
          <ac:cxnSpMkLst>
            <pc:docMk/>
            <pc:sldMk cId="1435228052" sldId="481"/>
            <ac:cxnSpMk id="2" creationId="{ECE7C2B3-40FA-D2D7-E78F-27D8A05B1735}"/>
          </ac:cxnSpMkLst>
        </pc:cxnChg>
      </pc:sldChg>
      <pc:sldChg chg="modSp add mod modNotesTx">
        <pc:chgData name="#JOHN TAN ZHU EN#" userId="9c038d62-e560-4ab3-ba62-0b2d27497b2c" providerId="ADAL" clId="{03EDEC5E-3B2C-4387-869B-3F2B5CBB9100}" dt="2023-02-01T09:46:34.482" v="800" actId="20577"/>
        <pc:sldMkLst>
          <pc:docMk/>
          <pc:sldMk cId="4275653486" sldId="482"/>
        </pc:sldMkLst>
        <pc:spChg chg="mod">
          <ac:chgData name="#JOHN TAN ZHU EN#" userId="9c038d62-e560-4ab3-ba62-0b2d27497b2c" providerId="ADAL" clId="{03EDEC5E-3B2C-4387-869B-3F2B5CBB9100}" dt="2023-02-01T09:41:45.554" v="766" actId="255"/>
          <ac:spMkLst>
            <pc:docMk/>
            <pc:sldMk cId="4275653486" sldId="482"/>
            <ac:spMk id="4" creationId="{5A63ABCF-65A3-2052-B14A-9B0EC57AEDBD}"/>
          </ac:spMkLst>
        </pc:spChg>
      </pc:sldChg>
      <pc:sldChg chg="addSp modSp add mod modNotesTx">
        <pc:chgData name="#JOHN TAN ZHU EN#" userId="9c038d62-e560-4ab3-ba62-0b2d27497b2c" providerId="ADAL" clId="{03EDEC5E-3B2C-4387-869B-3F2B5CBB9100}" dt="2023-02-01T09:46:14.551" v="795"/>
        <pc:sldMkLst>
          <pc:docMk/>
          <pc:sldMk cId="2322556794" sldId="483"/>
        </pc:sldMkLst>
        <pc:spChg chg="mod">
          <ac:chgData name="#JOHN TAN ZHU EN#" userId="9c038d62-e560-4ab3-ba62-0b2d27497b2c" providerId="ADAL" clId="{03EDEC5E-3B2C-4387-869B-3F2B5CBB9100}" dt="2023-02-01T09:45:51.079" v="787" actId="20577"/>
          <ac:spMkLst>
            <pc:docMk/>
            <pc:sldMk cId="2322556794" sldId="483"/>
            <ac:spMk id="4" creationId="{5A63ABCF-65A3-2052-B14A-9B0EC57AEDBD}"/>
          </ac:spMkLst>
        </pc:spChg>
        <pc:picChg chg="add mod">
          <ac:chgData name="#JOHN TAN ZHU EN#" userId="9c038d62-e560-4ab3-ba62-0b2d27497b2c" providerId="ADAL" clId="{03EDEC5E-3B2C-4387-869B-3F2B5CBB9100}" dt="2023-02-01T09:45:54.403" v="789" actId="1076"/>
          <ac:picMkLst>
            <pc:docMk/>
            <pc:sldMk cId="2322556794" sldId="483"/>
            <ac:picMk id="2" creationId="{C9464B5A-44F7-5D6F-FAFC-F9D88E304A9A}"/>
          </ac:picMkLst>
        </pc:picChg>
        <pc:picChg chg="add mod">
          <ac:chgData name="#JOHN TAN ZHU EN#" userId="9c038d62-e560-4ab3-ba62-0b2d27497b2c" providerId="ADAL" clId="{03EDEC5E-3B2C-4387-869B-3F2B5CBB9100}" dt="2023-02-01T09:46:07.758" v="794" actId="14100"/>
          <ac:picMkLst>
            <pc:docMk/>
            <pc:sldMk cId="2322556794" sldId="483"/>
            <ac:picMk id="3" creationId="{B66A514D-E143-0416-BAFE-96719ADEB593}"/>
          </ac:picMkLst>
        </pc:picChg>
      </pc:sldChg>
      <pc:sldChg chg="addSp delSp modSp add mod ord modNotesTx">
        <pc:chgData name="#JOHN TAN ZHU EN#" userId="9c038d62-e560-4ab3-ba62-0b2d27497b2c" providerId="ADAL" clId="{03EDEC5E-3B2C-4387-869B-3F2B5CBB9100}" dt="2023-02-01T09:56:23.448" v="880" actId="255"/>
        <pc:sldMkLst>
          <pc:docMk/>
          <pc:sldMk cId="3569370569" sldId="484"/>
        </pc:sldMkLst>
        <pc:spChg chg="add mod">
          <ac:chgData name="#JOHN TAN ZHU EN#" userId="9c038d62-e560-4ab3-ba62-0b2d27497b2c" providerId="ADAL" clId="{03EDEC5E-3B2C-4387-869B-3F2B5CBB9100}" dt="2023-02-01T09:49:32.198" v="828"/>
          <ac:spMkLst>
            <pc:docMk/>
            <pc:sldMk cId="3569370569" sldId="484"/>
            <ac:spMk id="3" creationId="{B48B90A7-71B6-0545-494F-749C003C6618}"/>
          </ac:spMkLst>
        </pc:spChg>
        <pc:spChg chg="del">
          <ac:chgData name="#JOHN TAN ZHU EN#" userId="9c038d62-e560-4ab3-ba62-0b2d27497b2c" providerId="ADAL" clId="{03EDEC5E-3B2C-4387-869B-3F2B5CBB9100}" dt="2023-02-01T09:46:47.583" v="801" actId="478"/>
          <ac:spMkLst>
            <pc:docMk/>
            <pc:sldMk cId="3569370569" sldId="484"/>
            <ac:spMk id="4" creationId="{5A63ABCF-65A3-2052-B14A-9B0EC57AEDBD}"/>
          </ac:spMkLst>
        </pc:spChg>
        <pc:graphicFrameChg chg="add mod modGraphic">
          <ac:chgData name="#JOHN TAN ZHU EN#" userId="9c038d62-e560-4ab3-ba62-0b2d27497b2c" providerId="ADAL" clId="{03EDEC5E-3B2C-4387-869B-3F2B5CBB9100}" dt="2023-02-01T09:56:23.448" v="880" actId="255"/>
          <ac:graphicFrameMkLst>
            <pc:docMk/>
            <pc:sldMk cId="3569370569" sldId="484"/>
            <ac:graphicFrameMk id="9" creationId="{3AB687F7-9B23-0501-5BA3-C580D1D600AF}"/>
          </ac:graphicFrameMkLst>
        </pc:graphicFrameChg>
        <pc:picChg chg="add del mod">
          <ac:chgData name="#JOHN TAN ZHU EN#" userId="9c038d62-e560-4ab3-ba62-0b2d27497b2c" providerId="ADAL" clId="{03EDEC5E-3B2C-4387-869B-3F2B5CBB9100}" dt="2023-02-01T09:48:26.467" v="818" actId="478"/>
          <ac:picMkLst>
            <pc:docMk/>
            <pc:sldMk cId="3569370569" sldId="484"/>
            <ac:picMk id="6" creationId="{15388454-FD0F-1ACE-147A-C9F80DB9ECD9}"/>
          </ac:picMkLst>
        </pc:picChg>
      </pc:sldChg>
      <pc:sldChg chg="modSp add del">
        <pc:chgData name="#JOHN TAN ZHU EN#" userId="9c038d62-e560-4ab3-ba62-0b2d27497b2c" providerId="ADAL" clId="{03EDEC5E-3B2C-4387-869B-3F2B5CBB9100}" dt="2023-02-01T09:49:13.161" v="825"/>
        <pc:sldMkLst>
          <pc:docMk/>
          <pc:sldMk cId="1246362486" sldId="485"/>
        </pc:sldMkLst>
        <pc:graphicFrameChg chg="mod">
          <ac:chgData name="#JOHN TAN ZHU EN#" userId="9c038d62-e560-4ab3-ba62-0b2d27497b2c" providerId="ADAL" clId="{03EDEC5E-3B2C-4387-869B-3F2B5CBB9100}" dt="2023-02-01T09:49:11.362" v="824"/>
          <ac:graphicFrameMkLst>
            <pc:docMk/>
            <pc:sldMk cId="1246362486" sldId="485"/>
            <ac:graphicFrameMk id="7" creationId="{00000000-0000-0000-0000-000000000000}"/>
          </ac:graphicFrameMkLst>
        </pc:graphicFrameChg>
      </pc:sldChg>
      <pc:sldChg chg="modSp add del">
        <pc:chgData name="#JOHN TAN ZHU EN#" userId="9c038d62-e560-4ab3-ba62-0b2d27497b2c" providerId="ADAL" clId="{03EDEC5E-3B2C-4387-869B-3F2B5CBB9100}" dt="2023-02-01T09:49:08.143" v="823"/>
        <pc:sldMkLst>
          <pc:docMk/>
          <pc:sldMk cId="2623639712" sldId="485"/>
        </pc:sldMkLst>
        <pc:graphicFrameChg chg="mod">
          <ac:chgData name="#JOHN TAN ZHU EN#" userId="9c038d62-e560-4ab3-ba62-0b2d27497b2c" providerId="ADAL" clId="{03EDEC5E-3B2C-4387-869B-3F2B5CBB9100}" dt="2023-02-01T09:49:07.241" v="822"/>
          <ac:graphicFrameMkLst>
            <pc:docMk/>
            <pc:sldMk cId="2623639712" sldId="485"/>
            <ac:graphicFrameMk id="7" creationId="{00000000-0000-0000-0000-000000000000}"/>
          </ac:graphicFrameMkLst>
        </pc:graphicFrameChg>
      </pc:sldChg>
      <pc:sldChg chg="modSp add mod ord">
        <pc:chgData name="#JOHN TAN ZHU EN#" userId="9c038d62-e560-4ab3-ba62-0b2d27497b2c" providerId="ADAL" clId="{03EDEC5E-3B2C-4387-869B-3F2B5CBB9100}" dt="2023-02-01T09:56:49.251" v="885" actId="255"/>
        <pc:sldMkLst>
          <pc:docMk/>
          <pc:sldMk cId="3836814263" sldId="485"/>
        </pc:sldMkLst>
        <pc:spChg chg="mod">
          <ac:chgData name="#JOHN TAN ZHU EN#" userId="9c038d62-e560-4ab3-ba62-0b2d27497b2c" providerId="ADAL" clId="{03EDEC5E-3B2C-4387-869B-3F2B5CBB9100}" dt="2023-02-01T09:56:49.251" v="885" actId="255"/>
          <ac:spMkLst>
            <pc:docMk/>
            <pc:sldMk cId="3836814263" sldId="485"/>
            <ac:spMk id="4" creationId="{5A63ABCF-65A3-2052-B14A-9B0EC57AEDBD}"/>
          </ac:spMkLst>
        </pc:spChg>
      </pc:sldChg>
      <pc:sldChg chg="modSp add mod">
        <pc:chgData name="#JOHN TAN ZHU EN#" userId="9c038d62-e560-4ab3-ba62-0b2d27497b2c" providerId="ADAL" clId="{03EDEC5E-3B2C-4387-869B-3F2B5CBB9100}" dt="2023-02-01T09:57:14.057" v="889" actId="255"/>
        <pc:sldMkLst>
          <pc:docMk/>
          <pc:sldMk cId="1156387448" sldId="486"/>
        </pc:sldMkLst>
        <pc:spChg chg="mod">
          <ac:chgData name="#JOHN TAN ZHU EN#" userId="9c038d62-e560-4ab3-ba62-0b2d27497b2c" providerId="ADAL" clId="{03EDEC5E-3B2C-4387-869B-3F2B5CBB9100}" dt="2023-02-01T09:57:14.057" v="889" actId="255"/>
          <ac:spMkLst>
            <pc:docMk/>
            <pc:sldMk cId="1156387448" sldId="486"/>
            <ac:spMk id="4" creationId="{5A63ABCF-65A3-2052-B14A-9B0EC57AEDBD}"/>
          </ac:spMkLst>
        </pc:spChg>
      </pc:sldChg>
      <pc:sldChg chg="addSp delSp modSp add mod">
        <pc:chgData name="#JOHN TAN ZHU EN#" userId="9c038d62-e560-4ab3-ba62-0b2d27497b2c" providerId="ADAL" clId="{03EDEC5E-3B2C-4387-869B-3F2B5CBB9100}" dt="2023-02-01T10:00:31.066" v="938" actId="14100"/>
        <pc:sldMkLst>
          <pc:docMk/>
          <pc:sldMk cId="2638865094" sldId="487"/>
        </pc:sldMkLst>
        <pc:spChg chg="add del mod">
          <ac:chgData name="#JOHN TAN ZHU EN#" userId="9c038d62-e560-4ab3-ba62-0b2d27497b2c" providerId="ADAL" clId="{03EDEC5E-3B2C-4387-869B-3F2B5CBB9100}" dt="2023-02-01T09:58:26.504" v="905"/>
          <ac:spMkLst>
            <pc:docMk/>
            <pc:sldMk cId="2638865094" sldId="487"/>
            <ac:spMk id="3" creationId="{9FE09A1D-CE91-04E6-D7E8-E7DFC6C171D3}"/>
          </ac:spMkLst>
        </pc:spChg>
        <pc:spChg chg="mod">
          <ac:chgData name="#JOHN TAN ZHU EN#" userId="9c038d62-e560-4ab3-ba62-0b2d27497b2c" providerId="ADAL" clId="{03EDEC5E-3B2C-4387-869B-3F2B5CBB9100}" dt="2023-02-01T09:58:09.708" v="897"/>
          <ac:spMkLst>
            <pc:docMk/>
            <pc:sldMk cId="2638865094" sldId="487"/>
            <ac:spMk id="4" creationId="{5A63ABCF-65A3-2052-B14A-9B0EC57AEDBD}"/>
          </ac:spMkLst>
        </pc:spChg>
        <pc:spChg chg="add mod">
          <ac:chgData name="#JOHN TAN ZHU EN#" userId="9c038d62-e560-4ab3-ba62-0b2d27497b2c" providerId="ADAL" clId="{03EDEC5E-3B2C-4387-869B-3F2B5CBB9100}" dt="2023-02-01T09:59:30.889" v="925" actId="14100"/>
          <ac:spMkLst>
            <pc:docMk/>
            <pc:sldMk cId="2638865094" sldId="487"/>
            <ac:spMk id="5" creationId="{09D9BF77-A60F-FA6F-9B88-B441F5EAD7EF}"/>
          </ac:spMkLst>
        </pc:spChg>
        <pc:spChg chg="add mod">
          <ac:chgData name="#JOHN TAN ZHU EN#" userId="9c038d62-e560-4ab3-ba62-0b2d27497b2c" providerId="ADAL" clId="{03EDEC5E-3B2C-4387-869B-3F2B5CBB9100}" dt="2023-02-01T10:00:27.630" v="936" actId="1076"/>
          <ac:spMkLst>
            <pc:docMk/>
            <pc:sldMk cId="2638865094" sldId="487"/>
            <ac:spMk id="6" creationId="{3D27ED57-7BF6-DD45-2B05-E82CAD74F279}"/>
          </ac:spMkLst>
        </pc:spChg>
        <pc:graphicFrameChg chg="add mod modGraphic">
          <ac:chgData name="#JOHN TAN ZHU EN#" userId="9c038d62-e560-4ab3-ba62-0b2d27497b2c" providerId="ADAL" clId="{03EDEC5E-3B2C-4387-869B-3F2B5CBB9100}" dt="2023-02-01T09:59:18.223" v="920" actId="14100"/>
          <ac:graphicFrameMkLst>
            <pc:docMk/>
            <pc:sldMk cId="2638865094" sldId="487"/>
            <ac:graphicFrameMk id="2" creationId="{B05EC67E-84DF-00D2-40FD-622750FB5184}"/>
          </ac:graphicFrameMkLst>
        </pc:graphicFrameChg>
        <pc:picChg chg="add mod">
          <ac:chgData name="#JOHN TAN ZHU EN#" userId="9c038d62-e560-4ab3-ba62-0b2d27497b2c" providerId="ADAL" clId="{03EDEC5E-3B2C-4387-869B-3F2B5CBB9100}" dt="2023-02-01T10:00:31.066" v="938" actId="14100"/>
          <ac:picMkLst>
            <pc:docMk/>
            <pc:sldMk cId="2638865094" sldId="487"/>
            <ac:picMk id="9" creationId="{7BCA3979-A675-D3A7-24A7-4768CA4147B8}"/>
          </ac:picMkLst>
        </pc:picChg>
      </pc:sldChg>
      <pc:sldChg chg="modSp add mod ord">
        <pc:chgData name="#JOHN TAN ZHU EN#" userId="9c038d62-e560-4ab3-ba62-0b2d27497b2c" providerId="ADAL" clId="{03EDEC5E-3B2C-4387-869B-3F2B5CBB9100}" dt="2023-02-01T10:01:58.469" v="944" actId="255"/>
        <pc:sldMkLst>
          <pc:docMk/>
          <pc:sldMk cId="1479309992" sldId="488"/>
        </pc:sldMkLst>
        <pc:spChg chg="mod">
          <ac:chgData name="#JOHN TAN ZHU EN#" userId="9c038d62-e560-4ab3-ba62-0b2d27497b2c" providerId="ADAL" clId="{03EDEC5E-3B2C-4387-869B-3F2B5CBB9100}" dt="2023-02-01T10:01:58.469" v="944" actId="255"/>
          <ac:spMkLst>
            <pc:docMk/>
            <pc:sldMk cId="1479309992" sldId="488"/>
            <ac:spMk id="4" creationId="{5A63ABCF-65A3-2052-B14A-9B0EC57AEDBD}"/>
          </ac:spMkLst>
        </pc:spChg>
      </pc:sldChg>
      <pc:sldChg chg="modSp add mod">
        <pc:chgData name="#JOHN TAN ZHU EN#" userId="9c038d62-e560-4ab3-ba62-0b2d27497b2c" providerId="ADAL" clId="{03EDEC5E-3B2C-4387-869B-3F2B5CBB9100}" dt="2023-02-01T10:03:39.138" v="950" actId="255"/>
        <pc:sldMkLst>
          <pc:docMk/>
          <pc:sldMk cId="3703594908" sldId="489"/>
        </pc:sldMkLst>
        <pc:spChg chg="mod">
          <ac:chgData name="#JOHN TAN ZHU EN#" userId="9c038d62-e560-4ab3-ba62-0b2d27497b2c" providerId="ADAL" clId="{03EDEC5E-3B2C-4387-869B-3F2B5CBB9100}" dt="2023-02-01T10:03:39.138" v="950" actId="255"/>
          <ac:spMkLst>
            <pc:docMk/>
            <pc:sldMk cId="3703594908" sldId="489"/>
            <ac:spMk id="4" creationId="{5A63ABCF-65A3-2052-B14A-9B0EC57AEDBD}"/>
          </ac:spMkLst>
        </pc:spChg>
      </pc:sldChg>
      <pc:sldChg chg="add del">
        <pc:chgData name="#JOHN TAN ZHU EN#" userId="9c038d62-e560-4ab3-ba62-0b2d27497b2c" providerId="ADAL" clId="{03EDEC5E-3B2C-4387-869B-3F2B5CBB9100}" dt="2023-02-01T10:02:51.760" v="947" actId="47"/>
        <pc:sldMkLst>
          <pc:docMk/>
          <pc:sldMk cId="1233955099" sldId="490"/>
        </pc:sldMkLst>
      </pc:sldChg>
      <pc:sldChg chg="addSp modSp add mod">
        <pc:chgData name="#JOHN TAN ZHU EN#" userId="9c038d62-e560-4ab3-ba62-0b2d27497b2c" providerId="ADAL" clId="{03EDEC5E-3B2C-4387-869B-3F2B5CBB9100}" dt="2023-02-01T10:06:56.674" v="973" actId="14100"/>
        <pc:sldMkLst>
          <pc:docMk/>
          <pc:sldMk cId="4210634590" sldId="490"/>
        </pc:sldMkLst>
        <pc:spChg chg="mod">
          <ac:chgData name="#JOHN TAN ZHU EN#" userId="9c038d62-e560-4ab3-ba62-0b2d27497b2c" providerId="ADAL" clId="{03EDEC5E-3B2C-4387-869B-3F2B5CBB9100}" dt="2023-02-01T10:05:11.703" v="956" actId="5793"/>
          <ac:spMkLst>
            <pc:docMk/>
            <pc:sldMk cId="4210634590" sldId="490"/>
            <ac:spMk id="4" creationId="{5A63ABCF-65A3-2052-B14A-9B0EC57AEDBD}"/>
          </ac:spMkLst>
        </pc:spChg>
        <pc:graphicFrameChg chg="add mod modGraphic">
          <ac:chgData name="#JOHN TAN ZHU EN#" userId="9c038d62-e560-4ab3-ba62-0b2d27497b2c" providerId="ADAL" clId="{03EDEC5E-3B2C-4387-869B-3F2B5CBB9100}" dt="2023-02-01T10:06:56.674" v="973" actId="14100"/>
          <ac:graphicFrameMkLst>
            <pc:docMk/>
            <pc:sldMk cId="4210634590" sldId="490"/>
            <ac:graphicFrameMk id="2" creationId="{B914FC7E-B45C-4FC5-F378-D5565C6F6209}"/>
          </ac:graphicFrameMkLst>
        </pc:graphicFrameChg>
      </pc:sldChg>
      <pc:sldChg chg="addSp delSp modSp add mod ord">
        <pc:chgData name="#JOHN TAN ZHU EN#" userId="9c038d62-e560-4ab3-ba62-0b2d27497b2c" providerId="ADAL" clId="{03EDEC5E-3B2C-4387-869B-3F2B5CBB9100}" dt="2023-02-01T10:07:49.359" v="983" actId="1076"/>
        <pc:sldMkLst>
          <pc:docMk/>
          <pc:sldMk cId="1840612699" sldId="491"/>
        </pc:sldMkLst>
        <pc:spChg chg="add mod">
          <ac:chgData name="#JOHN TAN ZHU EN#" userId="9c038d62-e560-4ab3-ba62-0b2d27497b2c" providerId="ADAL" clId="{03EDEC5E-3B2C-4387-869B-3F2B5CBB9100}" dt="2023-02-01T10:07:49.359" v="983" actId="1076"/>
          <ac:spMkLst>
            <pc:docMk/>
            <pc:sldMk cId="1840612699" sldId="491"/>
            <ac:spMk id="2" creationId="{2CDD2BEA-5FEA-4D0B-35D7-687B3C0D5DC2}"/>
          </ac:spMkLst>
        </pc:spChg>
        <pc:spChg chg="del">
          <ac:chgData name="#JOHN TAN ZHU EN#" userId="9c038d62-e560-4ab3-ba62-0b2d27497b2c" providerId="ADAL" clId="{03EDEC5E-3B2C-4387-869B-3F2B5CBB9100}" dt="2023-02-01T10:07:32.124" v="977" actId="478"/>
          <ac:spMkLst>
            <pc:docMk/>
            <pc:sldMk cId="1840612699" sldId="491"/>
            <ac:spMk id="4" creationId="{5A63ABCF-65A3-2052-B14A-9B0EC57AEDBD}"/>
          </ac:spMkLst>
        </pc:spChg>
      </pc:sldChg>
      <pc:sldChg chg="modSp add mod ord">
        <pc:chgData name="#JOHN TAN ZHU EN#" userId="9c038d62-e560-4ab3-ba62-0b2d27497b2c" providerId="ADAL" clId="{03EDEC5E-3B2C-4387-869B-3F2B5CBB9100}" dt="2023-02-01T10:08:42.206" v="994" actId="20577"/>
        <pc:sldMkLst>
          <pc:docMk/>
          <pc:sldMk cId="195853859" sldId="492"/>
        </pc:sldMkLst>
        <pc:spChg chg="mod">
          <ac:chgData name="#JOHN TAN ZHU EN#" userId="9c038d62-e560-4ab3-ba62-0b2d27497b2c" providerId="ADAL" clId="{03EDEC5E-3B2C-4387-869B-3F2B5CBB9100}" dt="2023-02-01T10:08:34.309" v="989" actId="20577"/>
          <ac:spMkLst>
            <pc:docMk/>
            <pc:sldMk cId="195853859" sldId="492"/>
            <ac:spMk id="4" creationId="{5A63ABCF-65A3-2052-B14A-9B0EC57AEDBD}"/>
          </ac:spMkLst>
        </pc:spChg>
        <pc:graphicFrameChg chg="modGraphic">
          <ac:chgData name="#JOHN TAN ZHU EN#" userId="9c038d62-e560-4ab3-ba62-0b2d27497b2c" providerId="ADAL" clId="{03EDEC5E-3B2C-4387-869B-3F2B5CBB9100}" dt="2023-02-01T10:08:42.206" v="994" actId="20577"/>
          <ac:graphicFrameMkLst>
            <pc:docMk/>
            <pc:sldMk cId="195853859" sldId="492"/>
            <ac:graphicFrameMk id="2" creationId="{B914FC7E-B45C-4FC5-F378-D5565C6F6209}"/>
          </ac:graphicFrameMkLst>
        </pc:graphicFrameChg>
      </pc:sldChg>
      <pc:sldChg chg="modSp add mod ord">
        <pc:chgData name="#JOHN TAN ZHU EN#" userId="9c038d62-e560-4ab3-ba62-0b2d27497b2c" providerId="ADAL" clId="{03EDEC5E-3B2C-4387-869B-3F2B5CBB9100}" dt="2023-02-01T10:09:13.989" v="1001" actId="27636"/>
        <pc:sldMkLst>
          <pc:docMk/>
          <pc:sldMk cId="2280176502" sldId="493"/>
        </pc:sldMkLst>
        <pc:spChg chg="mod">
          <ac:chgData name="#JOHN TAN ZHU EN#" userId="9c038d62-e560-4ab3-ba62-0b2d27497b2c" providerId="ADAL" clId="{03EDEC5E-3B2C-4387-869B-3F2B5CBB9100}" dt="2023-02-01T10:09:13.989" v="1001" actId="27636"/>
          <ac:spMkLst>
            <pc:docMk/>
            <pc:sldMk cId="2280176502" sldId="493"/>
            <ac:spMk id="2" creationId="{2CDD2BEA-5FEA-4D0B-35D7-687B3C0D5DC2}"/>
          </ac:spMkLst>
        </pc:spChg>
      </pc:sldChg>
      <pc:sldChg chg="addSp delSp modSp add mod modNotesTx">
        <pc:chgData name="#JOHN TAN ZHU EN#" userId="9c038d62-e560-4ab3-ba62-0b2d27497b2c" providerId="ADAL" clId="{03EDEC5E-3B2C-4387-869B-3F2B5CBB9100}" dt="2023-02-01T10:14:13.939" v="1027" actId="20577"/>
        <pc:sldMkLst>
          <pc:docMk/>
          <pc:sldMk cId="1943170444" sldId="494"/>
        </pc:sldMkLst>
        <pc:spChg chg="mod">
          <ac:chgData name="#JOHN TAN ZHU EN#" userId="9c038d62-e560-4ab3-ba62-0b2d27497b2c" providerId="ADAL" clId="{03EDEC5E-3B2C-4387-869B-3F2B5CBB9100}" dt="2023-02-01T10:10:36.044" v="1011"/>
          <ac:spMkLst>
            <pc:docMk/>
            <pc:sldMk cId="1943170444" sldId="494"/>
            <ac:spMk id="2" creationId="{2CDD2BEA-5FEA-4D0B-35D7-687B3C0D5DC2}"/>
          </ac:spMkLst>
        </pc:spChg>
        <pc:graphicFrameChg chg="add del mod">
          <ac:chgData name="#JOHN TAN ZHU EN#" userId="9c038d62-e560-4ab3-ba62-0b2d27497b2c" providerId="ADAL" clId="{03EDEC5E-3B2C-4387-869B-3F2B5CBB9100}" dt="2023-02-01T10:10:33.803" v="1008"/>
          <ac:graphicFrameMkLst>
            <pc:docMk/>
            <pc:sldMk cId="1943170444" sldId="494"/>
            <ac:graphicFrameMk id="3" creationId="{AFA47128-9AD0-73CF-CD51-E8F6E4EDD507}"/>
          </ac:graphicFrameMkLst>
        </pc:graphicFrameChg>
        <pc:graphicFrameChg chg="add mod modGraphic">
          <ac:chgData name="#JOHN TAN ZHU EN#" userId="9c038d62-e560-4ab3-ba62-0b2d27497b2c" providerId="ADAL" clId="{03EDEC5E-3B2C-4387-869B-3F2B5CBB9100}" dt="2023-02-01T10:11:04.954" v="1016" actId="207"/>
          <ac:graphicFrameMkLst>
            <pc:docMk/>
            <pc:sldMk cId="1943170444" sldId="494"/>
            <ac:graphicFrameMk id="4" creationId="{EE1834FF-8F9B-E482-45F3-5CA4E5B74786}"/>
          </ac:graphicFrameMkLst>
        </pc:graphicFrameChg>
      </pc:sldChg>
      <pc:sldChg chg="modSp add mod ord">
        <pc:chgData name="#JOHN TAN ZHU EN#" userId="9c038d62-e560-4ab3-ba62-0b2d27497b2c" providerId="ADAL" clId="{03EDEC5E-3B2C-4387-869B-3F2B5CBB9100}" dt="2023-02-01T10:13:51.630" v="1023" actId="255"/>
        <pc:sldMkLst>
          <pc:docMk/>
          <pc:sldMk cId="98352800" sldId="495"/>
        </pc:sldMkLst>
        <pc:spChg chg="mod">
          <ac:chgData name="#JOHN TAN ZHU EN#" userId="9c038d62-e560-4ab3-ba62-0b2d27497b2c" providerId="ADAL" clId="{03EDEC5E-3B2C-4387-869B-3F2B5CBB9100}" dt="2023-02-01T10:13:51.630" v="1023" actId="255"/>
          <ac:spMkLst>
            <pc:docMk/>
            <pc:sldMk cId="98352800" sldId="495"/>
            <ac:spMk id="2" creationId="{2CDD2BEA-5FEA-4D0B-35D7-687B3C0D5D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370C6-0EB6-AB4C-B6F2-DFBA4991C1ED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E6A36-EFE3-384E-8CE4-826E10130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news.brown.edu</a:t>
            </a:r>
            <a:r>
              <a:rPr lang="en-US" dirty="0"/>
              <a:t>/articles/2017/02/impulse</a:t>
            </a:r>
          </a:p>
          <a:p>
            <a:r>
              <a:rPr lang="en-US" dirty="0"/>
              <a:t>Suggested readings: </a:t>
            </a:r>
          </a:p>
          <a:p>
            <a:r>
              <a:rPr lang="en-US" dirty="0"/>
              <a:t>https://</a:t>
            </a:r>
            <a:r>
              <a:rPr lang="en-US" dirty="0" err="1"/>
              <a:t>scholar.harvard.edu</a:t>
            </a:r>
            <a:r>
              <a:rPr lang="en-US" dirty="0"/>
              <a:t>/files/</a:t>
            </a:r>
            <a:r>
              <a:rPr lang="en-US" dirty="0" err="1"/>
              <a:t>laibson</a:t>
            </a:r>
            <a:r>
              <a:rPr lang="en-US" dirty="0"/>
              <a:t>/files/</a:t>
            </a:r>
            <a:r>
              <a:rPr lang="en-US" dirty="0" err="1"/>
              <a:t>intertemporal_choice.pdf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scholar.harvard.edu</a:t>
            </a:r>
            <a:r>
              <a:rPr lang="en-US" dirty="0"/>
              <a:t>/files/</a:t>
            </a:r>
            <a:r>
              <a:rPr lang="en-US" dirty="0" err="1"/>
              <a:t>laibson</a:t>
            </a:r>
            <a:r>
              <a:rPr lang="en-US" dirty="0"/>
              <a:t>/files/intertemporal_choice_handbook_vol_2_ericson_laibson.pdf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5D3BF3-D352-46FC-8343-31F56E6730E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6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Link: http://2011lphslangfest.files.wordpress.com/2011/03/sugar-cane.jpg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7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83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24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03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9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47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90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E6A36-EFE3-384E-8CE4-826E101309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83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C1-F938-39E6-B3F4-EE600A5A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0E25C-DA30-F293-094D-6C39E109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FDE2F-3C96-91B6-5144-86EF252C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0E73F-BD8A-1A31-E1EA-8D0C5BAD9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04F0-4178-CE82-D356-35F16147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1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3162-2B14-4CA9-34B5-4C54D72AC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E6F61-CB65-7BDF-539B-E50D55B1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6BF6-4C90-201F-92CF-20B24306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8521-5721-D7E9-C5BD-1A005E7D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A9494-39DF-3752-31D7-E1A2FF29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C542-42B3-DEF2-8D99-F6F5CFA91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B492-7744-AEE7-3E0D-9B0B34D5B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9855A-1C3C-BCAF-BA93-EFB9556B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5939B-A777-DBE7-E457-B3D5F694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3945-DAEF-EC24-6450-36E53556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1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2EDA-922E-3FB8-D74A-041F33CF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6B4D5-9E31-2CBB-683F-631D34E8B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82937-D4A7-B2A4-73BE-97B71BF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BE170-5ED5-DBDC-9598-3BC575CC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24D56-BF9A-22ED-C2A7-99F5991B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E357D-6133-6A46-144D-40359344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133A-AC9A-D625-3179-1A32B698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DEC2B-4EC1-0AC9-08A1-712C1D60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EA498-10A5-5B38-CA4A-8DBAEECD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0DD02-8608-91C6-80F3-31687FF44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33F49-49EF-E36F-8072-31F0522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AD18D-8600-3D9E-F7DF-BB27CC9E6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31029-141B-BFFF-73FF-A66219D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06EEDD-A397-2580-48D3-A253530A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DE71-0437-F5AA-9446-18C06C7C4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63A9C-6008-2E20-B9B1-4A0FAA4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86955-7AF9-A7DD-C41A-4F16D1B5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9460A-1480-FE9F-9A17-937A23D56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0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E15C2-1EC8-B992-ECD0-C5889521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E9E-720E-BC87-9443-2F895F70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D9D3E-C868-F812-8E13-F0D1739F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5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DD15-EEED-CEA6-C707-385C1B29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93A3A-B88B-08AF-C900-1A564267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EA202-647A-AEC1-3A69-F88FA6146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99A85-DB44-0343-144A-E9A91DDC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C8560-3CD4-5BD1-7073-6C81305E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6E01-2CBA-5305-A8C9-6AD316FC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6486-D790-8717-6108-668B5D01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77FDC-5172-3106-DC82-8A74194AD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A6034-A474-10C9-4218-96F78062F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1F6A-2BBC-CE28-A15A-988E24A7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B4D11-D1AA-1913-F28A-FD5D027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E6097-F062-EBFB-5A2D-5A8B95B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CE19-3113-5CA8-4A83-BAE90D3AF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656D-219D-B693-BDCA-F6240A895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D2FF-C4E7-28CC-49DB-885EA070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D90F-5BDA-FDD3-D096-145F86BF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6B89-CA2C-7B4B-1E75-F21BA63F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54FBD-B0CE-D003-3384-B360414AE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F0770-FE73-D5A6-3F31-3F45F9FDC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806A0-DB60-4C90-0E5C-A4438A16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0272-25A5-F266-476F-DCEC7690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DF08-E356-0558-FF8F-2DC1400D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59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686800" cy="685800"/>
          </a:xfrm>
        </p:spPr>
        <p:txBody>
          <a:bodyPr anchor="ctr"/>
          <a:lstStyle>
            <a:lvl1pPr marL="0" indent="0" algn="l">
              <a:buNone/>
              <a:defRPr sz="3733">
                <a:solidFill>
                  <a:srgbClr val="FFFFFF"/>
                </a:solidFill>
              </a:defRPr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667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lang="en-US" smtClean="0">
                <a:solidFill>
                  <a:srgbClr val="FFFFFF"/>
                </a:solidFill>
              </a:rPr>
              <a:pPr algn="ctr"/>
              <a:t>2/4/25</a:t>
            </a:fld>
            <a:endParaRPr lang="en-US" sz="2667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3149600" y="3124200"/>
            <a:ext cx="8636000" cy="271780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200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812800" y="1803400"/>
            <a:ext cx="10871200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108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1"/>
            <a:ext cx="9497484" cy="1673225"/>
          </a:xfrm>
        </p:spPr>
        <p:txBody>
          <a:bodyPr anchor="t"/>
          <a:lstStyle>
            <a:lvl1pPr>
              <a:buNone/>
              <a:defRPr sz="3733">
                <a:solidFill>
                  <a:schemeClr val="tx2"/>
                </a:solidFill>
              </a:defRPr>
            </a:lvl1pPr>
            <a:lvl2pPr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5867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6"/>
          </a:xfrm>
        </p:spPr>
        <p:txBody>
          <a:bodyPr>
            <a:no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32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8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12800" y="1803402"/>
            <a:ext cx="5181600" cy="4358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459868" y="1803399"/>
            <a:ext cx="5181600" cy="4358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1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157480"/>
            <a:ext cx="10871200" cy="134112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812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400800" y="2559757"/>
            <a:ext cx="51816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812800" y="1816383"/>
            <a:ext cx="5181600" cy="707136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400800" y="1816383"/>
            <a:ext cx="5181600" cy="707136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667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10586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293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22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</p:spPr>
        <p:txBody>
          <a:bodyPr anchor="b"/>
          <a:lstStyle>
            <a:lvl1pPr algn="l">
              <a:buNone/>
              <a:defRPr sz="56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905000"/>
            <a:ext cx="2133600" cy="41656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333"/>
              </a:spcAft>
              <a:buNone/>
              <a:defRPr sz="2400"/>
            </a:lvl1pPr>
            <a:lvl2pPr>
              <a:buNone/>
              <a:defRPr sz="1600"/>
            </a:lvl2pPr>
            <a:lvl3pPr>
              <a:buNone/>
              <a:defRPr sz="1333"/>
            </a:lvl3pPr>
            <a:lvl4pPr>
              <a:buNone/>
              <a:defRPr sz="1200"/>
            </a:lvl4pPr>
            <a:lvl5pPr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149600" y="1905000"/>
            <a:ext cx="85344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8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76891" y="0"/>
            <a:ext cx="10115109" cy="4559808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4267"/>
            </a:lvl1pPr>
            <a:extLst/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2267"/>
            </a:lvl1pPr>
            <a:lvl2pPr>
              <a:buFontTx/>
              <a:buNone/>
              <a:defRPr sz="1600"/>
            </a:lvl2pPr>
            <a:lvl3pPr>
              <a:buFontTx/>
              <a:buNone/>
              <a:defRPr sz="1333"/>
            </a:lvl3pPr>
            <a:lvl4pPr>
              <a:buFontTx/>
              <a:buNone/>
              <a:defRPr sz="1200"/>
            </a:lvl4pPr>
            <a:lvl5pPr>
              <a:buFontTx/>
              <a:buNone/>
              <a:defRPr sz="12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19360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724400"/>
            <a:ext cx="9753600" cy="609600"/>
          </a:xfrm>
        </p:spPr>
        <p:txBody>
          <a:bodyPr anchor="ctr"/>
          <a:lstStyle>
            <a:lvl1pPr algn="l">
              <a:buNone/>
              <a:defRPr sz="3733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0"/>
            <a:ext cx="3556000" cy="365125"/>
          </a:xfrm>
        </p:spPr>
        <p:txBody>
          <a:bodyPr rtlCol="0"/>
          <a:lstStyle/>
          <a:p>
            <a:fld id="{E4606EA6-EFEA-4C30-9264-4F9291A5780D}" type="datetime1">
              <a:rPr lang="en-US" smtClean="0"/>
              <a:pPr/>
              <a:t>2/4/25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9"/>
          </a:xfrm>
        </p:spPr>
        <p:txBody>
          <a:bodyPr rtlCol="0"/>
          <a:lstStyle>
            <a:lvl1pPr>
              <a:defRPr sz="3733"/>
            </a:lvl1pPr>
            <a:extLst/>
          </a:lstStyle>
          <a:p>
            <a:pPr algn="ctr"/>
            <a:fld id="{8F82E0A0-C266-4798-8C8F-B9F91E9DA37E}" type="slidenum">
              <a:rPr lang="en-US" sz="3733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3733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7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00B9F-3D16-F369-AF91-1E7E3797B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678A3-0C92-DA57-BF84-76D00ED97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35C56-5483-A3CC-1AD0-7E2B0047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FE89A-86BA-FD42-9062-6FDC96000E94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BC52-95E6-A71C-B80B-178C8A1F9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58E87-786F-0E40-8A5E-1DB601037E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AC420-73C7-0E4D-B258-8A377A6F8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5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803400"/>
            <a:ext cx="10871200" cy="43230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0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867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rPr lang="en-US" smtClean="0"/>
              <a:pPr/>
              <a:t>2/4/25</a:t>
            </a:fld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2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867">
                <a:solidFill>
                  <a:schemeClr val="tx2"/>
                </a:solidFill>
              </a:defRPr>
            </a:lvl1pPr>
            <a:extLst/>
          </a:lstStyle>
          <a:p>
            <a:pPr algn="r"/>
            <a:endParaRPr lang="en-US" sz="1867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460227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0" y="1505947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/>
        </p:nvSpPr>
        <p:spPr>
          <a:xfrm>
            <a:off x="787400" y="1505947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4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498010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867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867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867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157480"/>
            <a:ext cx="10871200" cy="134112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68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rtl="0" eaLnBrk="1" latinLnBrk="0" hangingPunct="1">
        <a:spcBef>
          <a:spcPct val="0"/>
        </a:spcBef>
        <a:buNone/>
        <a:defRPr sz="56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26709" indent="-426709" algn="l" rtl="0" eaLnBrk="1" latinLnBrk="0" hangingPunct="1">
        <a:spcBef>
          <a:spcPts val="933"/>
        </a:spcBef>
        <a:buClr>
          <a:schemeClr val="accent2"/>
        </a:buClr>
        <a:buSzPct val="60000"/>
        <a:buFont typeface="Wingdings"/>
        <a:buChar char=""/>
        <a:defRPr sz="3867" kern="1200">
          <a:solidFill>
            <a:schemeClr val="tx1"/>
          </a:solidFill>
          <a:latin typeface="+mn-lt"/>
          <a:ea typeface="+mn-ea"/>
          <a:cs typeface="+mn-cs"/>
        </a:defRPr>
      </a:lvl1pPr>
      <a:lvl2pPr marL="853419" indent="-365751" algn="l" rtl="0" eaLnBrk="1" latinLnBrk="0" hangingPunct="1">
        <a:spcBef>
          <a:spcPts val="733"/>
        </a:spcBef>
        <a:buClr>
          <a:schemeClr val="accent1"/>
        </a:buClr>
        <a:buSzPct val="70000"/>
        <a:buFont typeface="Wingdings 2"/>
        <a:buChar char="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indent="-304792" algn="l" rtl="0" eaLnBrk="1" latinLnBrk="0" hangingPunct="1">
        <a:spcBef>
          <a:spcPts val="667"/>
        </a:spcBef>
        <a:buClr>
          <a:schemeClr val="accent2"/>
        </a:buClr>
        <a:buSzPct val="75000"/>
        <a:buFont typeface="Wingdings"/>
        <a:buChar char=""/>
        <a:defRPr sz="3067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indent="-304792" algn="l" rtl="0" eaLnBrk="1" latinLnBrk="0" hangingPunct="1">
        <a:spcBef>
          <a:spcPts val="533"/>
        </a:spcBef>
        <a:buClr>
          <a:schemeClr val="accent3"/>
        </a:buClr>
        <a:buSzPct val="7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indent="-304792" algn="l" rtl="0" eaLnBrk="1" latinLnBrk="0" hangingPunct="1">
        <a:spcBef>
          <a:spcPts val="533"/>
        </a:spcBef>
        <a:buClr>
          <a:schemeClr val="accent4"/>
        </a:buClr>
        <a:buSzPct val="65000"/>
        <a:buFont typeface="Wingdings"/>
        <a:buChar char="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2804090" indent="-304792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169841" indent="-304792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35592" indent="-304792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01342" indent="-304792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66184" y="1136501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endParaRPr lang="en-US" sz="2400" dirty="0">
              <a:solidFill>
                <a:prstClr val="white"/>
              </a:solidFill>
              <a:latin typeface="Tw Cen M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65393" y="6070600"/>
            <a:ext cx="2590800" cy="685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733" dirty="0">
                <a:latin typeface="Tw Cen MT"/>
              </a:rPr>
              <a:t>HE Tai-</a:t>
            </a:r>
            <a:r>
              <a:rPr lang="en-US" sz="3733" dirty="0" err="1">
                <a:latin typeface="Tw Cen MT"/>
              </a:rPr>
              <a:t>Sen</a:t>
            </a:r>
            <a:endParaRPr lang="en-US" sz="3733" dirty="0">
              <a:latin typeface="Tw Cen MT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177794" y="5973618"/>
            <a:ext cx="4963734" cy="8128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0" indent="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None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defTabSz="1219170">
              <a:spcBef>
                <a:spcPts val="933"/>
              </a:spcBef>
              <a:buClr>
                <a:srgbClr val="DA1F28"/>
              </a:buClr>
            </a:pPr>
            <a:r>
              <a:rPr lang="en-US" sz="3067" b="1">
                <a:latin typeface="Tw Cen MT"/>
                <a:cs typeface="Tw Cen MT"/>
              </a:rPr>
              <a:t>FINANCIAL </a:t>
            </a:r>
            <a:r>
              <a:rPr lang="en-US" sz="3067" b="1" dirty="0">
                <a:latin typeface="Tw Cen MT"/>
                <a:cs typeface="Tw Cen MT"/>
              </a:rPr>
              <a:t>ECONOMICS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465896E-2D61-FA0D-7925-8CDCE51E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831" y="816144"/>
            <a:ext cx="11826607" cy="3124200"/>
          </a:xfrm>
        </p:spPr>
        <p:txBody>
          <a:bodyPr>
            <a:noAutofit/>
          </a:bodyPr>
          <a:lstStyle/>
          <a:p>
            <a:r>
              <a:rPr kumimoji="0" lang="en-US" sz="48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 (Headings)"/>
              </a:rPr>
              <a:t>Lecture 2:</a:t>
            </a:r>
            <a:br>
              <a:rPr kumimoji="0" lang="en-US" sz="48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 (Headings)"/>
              </a:rPr>
            </a:br>
            <a:r>
              <a:rPr kumimoji="0" lang="en-US" sz="4800" b="1" i="0" u="none" strike="noStrike" kern="1200" cap="all" spc="0" normalizeH="0" baseline="0" noProof="0" dirty="0">
                <a:ln>
                  <a:noFill/>
                </a:ln>
                <a:solidFill>
                  <a:srgbClr val="DA1F28">
                    <a:lumMod val="75000"/>
                  </a:srgbClr>
                </a:solidFill>
                <a:effectLst/>
                <a:uLnTx/>
                <a:uFillTx/>
                <a:latin typeface="Tw Cen MT (Headings)"/>
              </a:rPr>
              <a:t>Financial system, financial markets and instruments</a:t>
            </a:r>
            <a:endParaRPr lang="en-US" sz="4800" b="1" dirty="0">
              <a:solidFill>
                <a:schemeClr val="accent2">
                  <a:lumMod val="75000"/>
                </a:schemeClr>
              </a:solidFill>
              <a:latin typeface="Tw Cen MT (Headings)"/>
            </a:endParaRPr>
          </a:p>
        </p:txBody>
      </p:sp>
      <p:pic>
        <p:nvPicPr>
          <p:cNvPr id="6" name="Picture 2" descr="Singapore&amp;#39;s financial system remains sound but sectors should buffer  against rising risks: MAS, Government &amp;amp; Economy - THE BUSINESS TIMES">
            <a:extLst>
              <a:ext uri="{FF2B5EF4-FFF2-40B4-BE49-F238E27FC236}">
                <a16:creationId xmlns:a16="http://schemas.microsoft.com/office/drawing/2014/main" id="{1A20E19D-B056-D038-A848-8B8869859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899" y="3422173"/>
            <a:ext cx="3987101" cy="261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409075" y="526472"/>
            <a:ext cx="1178292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Derivative Markets: Futures and Options (2.5)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Futures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?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 are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Options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?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Char char="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Call option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A1F28"/>
              </a:buClr>
              <a:buSzPct val="75000"/>
              <a:buFont typeface="Wingdings"/>
              <a:buChar char="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Put option</a:t>
            </a:r>
          </a:p>
        </p:txBody>
      </p:sp>
    </p:spTree>
    <p:extLst>
      <p:ext uri="{BB962C8B-B14F-4D97-AF65-F5344CB8AC3E}">
        <p14:creationId xmlns:p14="http://schemas.microsoft.com/office/powerpoint/2010/main" val="4275653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409075" y="539506"/>
            <a:ext cx="11782925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Futures Contracts:</a:t>
            </a: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Sugarcane farmer        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vs.         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Sugarcane stall owner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464B5A-44F7-5D6F-FAFC-F9D88E304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97" y="1829814"/>
            <a:ext cx="3883283" cy="25913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6A514D-E143-0416-BAFE-96719ADEB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537" y="1829813"/>
            <a:ext cx="3843848" cy="259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5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87947"/>
            <a:ext cx="11696073" cy="59898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B90A7-71B6-0545-494F-749C003C6618}"/>
              </a:ext>
            </a:extLst>
          </p:cNvPr>
          <p:cNvSpPr txBox="1"/>
          <p:nvPr/>
        </p:nvSpPr>
        <p:spPr>
          <a:xfrm>
            <a:off x="453392" y="732533"/>
            <a:ext cx="11600489" cy="6045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 year from now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lang="en-US" sz="2800" b="1" dirty="0">
              <a:solidFill>
                <a:srgbClr val="EC767C"/>
              </a:solidFill>
              <a:latin typeface="Tw Cen MT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C767C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C767C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C767C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C767C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1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What can they do to avoid/hedge the risk (profit volatility)? </a:t>
            </a:r>
          </a:p>
          <a:p>
            <a:pPr marL="457200" lvl="2">
              <a:spcBef>
                <a:spcPts val="700"/>
              </a:spcBef>
              <a:buClr>
                <a:srgbClr val="DA1F28"/>
              </a:buClr>
              <a:buSzPct val="60000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They can enter into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 </a:t>
            </a:r>
            <a:r>
              <a:rPr lang="en-US" sz="2800" b="1" dirty="0">
                <a:solidFill>
                  <a:srgbClr val="EC767C"/>
                </a:solidFill>
                <a:latin typeface="Tw Cen MT"/>
              </a:rPr>
              <a:t>futures contract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C767C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long position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is held by the trader who commits to purchasing the asset on the delivery date. (stall owner)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trader who takes the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short position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commits to delivering the asset at contract maturity. (farmer)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3AB687F7-9B23-0501-5BA3-C580D1D60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959394"/>
              </p:ext>
            </p:extLst>
          </p:nvPr>
        </p:nvGraphicFramePr>
        <p:xfrm>
          <a:off x="821382" y="1285532"/>
          <a:ext cx="10155213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071">
                  <a:extLst>
                    <a:ext uri="{9D8B030D-6E8A-4147-A177-3AD203B41FA5}">
                      <a16:colId xmlns:a16="http://schemas.microsoft.com/office/drawing/2014/main" val="1286306791"/>
                    </a:ext>
                  </a:extLst>
                </a:gridCol>
                <a:gridCol w="3385071">
                  <a:extLst>
                    <a:ext uri="{9D8B030D-6E8A-4147-A177-3AD203B41FA5}">
                      <a16:colId xmlns:a16="http://schemas.microsoft.com/office/drawing/2014/main" val="741905422"/>
                    </a:ext>
                  </a:extLst>
                </a:gridCol>
                <a:gridCol w="3385071">
                  <a:extLst>
                    <a:ext uri="{9D8B030D-6E8A-4147-A177-3AD203B41FA5}">
                      <a16:colId xmlns:a16="http://schemas.microsoft.com/office/drawing/2014/main" val="383589733"/>
                    </a:ext>
                  </a:extLst>
                </a:gridCol>
              </a:tblGrid>
              <a:tr h="811318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Price of sugarcane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aseline="0" dirty="0">
                          <a:latin typeface="Tw Cen MT (body)"/>
                        </a:rPr>
                        <a:t>Sugarcane farmer’s profit</a:t>
                      </a:r>
                      <a:endParaRPr lang="en-US" sz="2600" dirty="0">
                        <a:latin typeface="Tw Cen MT (body)"/>
                      </a:endParaRP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Sugarcane stall owner’s profit</a:t>
                      </a:r>
                    </a:p>
                  </a:txBody>
                  <a:tcPr anchor="ctr">
                    <a:solidFill>
                      <a:srgbClr val="2DA2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430508"/>
                  </a:ext>
                </a:extLst>
              </a:tr>
              <a:tr h="44043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80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500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318904"/>
                  </a:ext>
                </a:extLst>
              </a:tr>
              <a:tr h="44043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100</a:t>
                      </a:r>
                    </a:p>
                  </a:txBody>
                  <a:tcPr>
                    <a:solidFill>
                      <a:srgbClr val="BED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250</a:t>
                      </a:r>
                    </a:p>
                  </a:txBody>
                  <a:tcPr>
                    <a:solidFill>
                      <a:srgbClr val="BED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250</a:t>
                      </a:r>
                    </a:p>
                  </a:txBody>
                  <a:tcPr>
                    <a:solidFill>
                      <a:srgbClr val="BED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365953"/>
                  </a:ext>
                </a:extLst>
              </a:tr>
              <a:tr h="440430"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120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500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>
                          <a:latin typeface="Tw Cen MT (body)"/>
                        </a:rPr>
                        <a:t>0</a:t>
                      </a:r>
                    </a:p>
                  </a:txBody>
                  <a:tcPr>
                    <a:solidFill>
                      <a:srgbClr val="84C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1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37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409075" y="539506"/>
            <a:ext cx="11600673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Definitions of Futures Contracts:</a:t>
            </a:r>
          </a:p>
          <a:p>
            <a:pPr marL="880110" marR="0" lvl="1" indent="-51435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Investopedia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Definition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futures contract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is a financial contract obligating the buyer to purchase an asset (or the seller to sell an asset), such as a physical commodity or a financial instrument,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at a predetermined future date and price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.</a:t>
            </a:r>
          </a:p>
          <a:p>
            <a:pPr marL="880110" marR="0" lvl="1" indent="-51435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Textbook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Definition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: 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futures contract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calls for delivery of an asset at a specified delivery or maturity date for an agreed-upon price, called the futures price, to be paid at contract maturity.</a:t>
            </a:r>
          </a:p>
        </p:txBody>
      </p:sp>
    </p:spTree>
    <p:extLst>
      <p:ext uri="{BB962C8B-B14F-4D97-AF65-F5344CB8AC3E}">
        <p14:creationId xmlns:p14="http://schemas.microsoft.com/office/powerpoint/2010/main" val="1156387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1618602" cy="58358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357808" y="585391"/>
            <a:ext cx="11341769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Futures Contracts 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Corn futures prices listing</a:t>
            </a: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5EC67E-84DF-00D2-40FD-622750FB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52856"/>
              </p:ext>
            </p:extLst>
          </p:nvPr>
        </p:nvGraphicFramePr>
        <p:xfrm>
          <a:off x="901500" y="1919353"/>
          <a:ext cx="10932692" cy="1036320"/>
        </p:xfrm>
        <a:graphic>
          <a:graphicData uri="http://schemas.openxmlformats.org/drawingml/2006/table">
            <a:tbl>
              <a:tblPr firstRow="1" bandRow="1"/>
              <a:tblGrid>
                <a:gridCol w="207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3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35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23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0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Month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Last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  </a:t>
                      </a:r>
                      <a:r>
                        <a:rPr lang="en-US" sz="2800" dirty="0" err="1"/>
                        <a:t>Chg</a:t>
                      </a:r>
                      <a:endParaRPr lang="en-US" sz="2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Open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High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Low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Volume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7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Mar 2024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371’2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  -1’6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372’4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377’6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368’6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800" dirty="0"/>
                        <a:t>53150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D9BF77-A60F-FA6F-9B88-B441F5EAD7EF}"/>
              </a:ext>
            </a:extLst>
          </p:cNvPr>
          <p:cNvSpPr/>
          <p:nvPr/>
        </p:nvSpPr>
        <p:spPr>
          <a:xfrm>
            <a:off x="901500" y="1954132"/>
            <a:ext cx="10716127" cy="411991"/>
          </a:xfrm>
          <a:prstGeom prst="rect">
            <a:avLst/>
          </a:prstGeom>
          <a:solidFill>
            <a:srgbClr val="2DA2BF">
              <a:alpha val="28000"/>
            </a:srgbClr>
          </a:solidFill>
          <a:ln w="10000" cap="flat" cmpd="sng" algn="ctr">
            <a:solidFill>
              <a:srgbClr val="2DA2BF"/>
            </a:solidFill>
            <a:prstDash val="solid"/>
          </a:ln>
          <a:effectLst>
            <a:outerShdw blurRad="38100" dist="30000" dir="5400000" rotWithShape="0">
              <a:srgbClr val="000000">
                <a:alpha val="4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7ED57-7BF6-DD45-2B05-E82CAD74F279}"/>
              </a:ext>
            </a:extLst>
          </p:cNvPr>
          <p:cNvSpPr txBox="1"/>
          <p:nvPr/>
        </p:nvSpPr>
        <p:spPr>
          <a:xfrm>
            <a:off x="2507655" y="3228298"/>
            <a:ext cx="9326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w Cen MT"/>
              </a:rPr>
              <a:t>One contract=5000 bushels of corns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w Cen MT"/>
              </a:rPr>
              <a:t>Price per bushel: 371’2 cents=371.25 cents=$3.7125 per bushel </a:t>
            </a:r>
          </a:p>
          <a:p>
            <a:r>
              <a:rPr lang="en-US" sz="2400" dirty="0">
                <a:solidFill>
                  <a:srgbClr val="000000"/>
                </a:solidFill>
                <a:latin typeface="Tw Cen MT"/>
              </a:rPr>
              <a:t>  </a:t>
            </a:r>
            <a:r>
              <a:rPr lang="en-US" sz="2400" dirty="0">
                <a:solidFill>
                  <a:srgbClr val="2DA2BF"/>
                </a:solidFill>
                <a:latin typeface="Tw Cen MT"/>
              </a:rPr>
              <a:t>(the numbers after the apostrophe denote eighths of a cent ‘1=1/8 cent)</a:t>
            </a:r>
          </a:p>
          <a:p>
            <a:endParaRPr lang="en-US" dirty="0">
              <a:solidFill>
                <a:prstClr val="black"/>
              </a:solidFill>
              <a:latin typeface="Tw Cen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CA3979-A675-D3A7-24A7-4768CA414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00" y="3209995"/>
            <a:ext cx="1525664" cy="180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6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242945" y="526472"/>
            <a:ext cx="11591247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Options:</a:t>
            </a:r>
          </a:p>
          <a:p>
            <a:pPr marL="880110" marR="0" lvl="1" indent="-51435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call option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gives its holder the right 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purchase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an asset for a specified price, called the exercise or strike price, on or before a specified expiration date. (farmer could be the writer)</a:t>
            </a:r>
          </a:p>
          <a:p>
            <a:pPr marL="880110" marR="0" lvl="1" indent="-51435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put option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gives it holder the right 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sell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an asset for a specified exercise price on or before a specified expiration date. (stall owner could be the writer)</a:t>
            </a:r>
          </a:p>
          <a:p>
            <a:pPr marL="880110" marR="0" lvl="1" indent="-51435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European options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can be exercised only on the expiration date whereas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A1F28">
                    <a:lumMod val="60000"/>
                    <a:lumOff val="40000"/>
                  </a:srgbClr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American options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can be exercised on or before the expiration date.</a:t>
            </a:r>
          </a:p>
        </p:txBody>
      </p:sp>
    </p:spTree>
    <p:extLst>
      <p:ext uri="{BB962C8B-B14F-4D97-AF65-F5344CB8AC3E}">
        <p14:creationId xmlns:p14="http://schemas.microsoft.com/office/powerpoint/2010/main" val="1479309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3ABCF-65A3-2052-B14A-9B0EC57AEDBD}"/>
              </a:ext>
            </a:extLst>
          </p:cNvPr>
          <p:cNvSpPr txBox="1"/>
          <p:nvPr/>
        </p:nvSpPr>
        <p:spPr>
          <a:xfrm>
            <a:off x="409074" y="628716"/>
            <a:ext cx="1178292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How do call options work? 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Suppose that you would like to purchase a share of IBM stock next year (trading at $95 per share now). But, you are concerned that the price will be too high. Thus, you pay $3 premium to purchase a call option with exercise price $100.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value at expiration of the call with exercise price $100 is: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lang="en-US" sz="2800" dirty="0">
              <a:solidFill>
                <a:srgbClr val="000000"/>
              </a:solidFill>
              <a:latin typeface="Tw Cen MT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lang="en-US" sz="2800" dirty="0">
              <a:solidFill>
                <a:srgbClr val="000000"/>
              </a:solidFill>
              <a:latin typeface="Tw Cen MT"/>
            </a:endParaRP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Profit=Option Value - Premium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34CFD4A-C1DA-EC4B-4967-67E7A3292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919530"/>
              </p:ext>
            </p:extLst>
          </p:nvPr>
        </p:nvGraphicFramePr>
        <p:xfrm>
          <a:off x="1184973" y="3629537"/>
          <a:ext cx="905184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731">
                  <a:extLst>
                    <a:ext uri="{9D8B030D-6E8A-4147-A177-3AD203B41FA5}">
                      <a16:colId xmlns:a16="http://schemas.microsoft.com/office/drawing/2014/main" val="2930225946"/>
                    </a:ext>
                  </a:extLst>
                </a:gridCol>
                <a:gridCol w="1430699">
                  <a:extLst>
                    <a:ext uri="{9D8B030D-6E8A-4147-A177-3AD203B41FA5}">
                      <a16:colId xmlns:a16="http://schemas.microsoft.com/office/drawing/2014/main" val="1437200606"/>
                    </a:ext>
                  </a:extLst>
                </a:gridCol>
                <a:gridCol w="1381742">
                  <a:extLst>
                    <a:ext uri="{9D8B030D-6E8A-4147-A177-3AD203B41FA5}">
                      <a16:colId xmlns:a16="http://schemas.microsoft.com/office/drawing/2014/main" val="3867293847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11751905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3092285260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73426240"/>
                    </a:ext>
                  </a:extLst>
                </a:gridCol>
              </a:tblGrid>
              <a:tr h="6196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 Cen MT (body)"/>
                        </a:rPr>
                        <a:t>Stock price on expiration</a:t>
                      </a:r>
                    </a:p>
                  </a:txBody>
                  <a:tcPr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$90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$100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$110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$120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$130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7257"/>
                  </a:ext>
                </a:extLst>
              </a:tr>
              <a:tr h="6196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 Cen MT (body)"/>
                        </a:rPr>
                        <a:t>Option</a:t>
                      </a:r>
                      <a:r>
                        <a:rPr lang="en-US" sz="2000" baseline="0" dirty="0">
                          <a:latin typeface="Tw Cen MT (body)"/>
                        </a:rPr>
                        <a:t> Value on expiration</a:t>
                      </a:r>
                      <a:endParaRPr lang="en-US" sz="2000" dirty="0">
                        <a:latin typeface="Tw Cen MT (body)"/>
                      </a:endParaRP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10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20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30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8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3594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DD2BEA-5FEA-4D0B-35D7-687B3C0D5DC2}"/>
              </a:ext>
            </a:extLst>
          </p:cNvPr>
          <p:cNvSpPr txBox="1">
            <a:spLocks/>
          </p:cNvSpPr>
          <p:nvPr/>
        </p:nvSpPr>
        <p:spPr>
          <a:xfrm>
            <a:off x="440287" y="609526"/>
            <a:ext cx="11623659" cy="596969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How do put options work?</a:t>
            </a:r>
          </a:p>
          <a:p>
            <a:pPr marL="640080" marR="0" lvl="1" indent="-27432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Suppose that you own a share of IBM stock (trading at $95 per share now) and plan on selling it next year. But, you are concerned that the price will be too low. Thus, you pay $3 premium to purchase a put option with exercise price $100.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The value at expiration of the put with exercise price $100 is:</a:t>
            </a: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lang="en-US" sz="4000" dirty="0">
              <a:solidFill>
                <a:srgbClr val="000000"/>
              </a:solidFill>
              <a:latin typeface="Tw Cen MT"/>
            </a:endParaRPr>
          </a:p>
          <a:p>
            <a:pPr marL="365760" marR="0" lvl="1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Profit=Option Value - Premium</a:t>
            </a:r>
          </a:p>
          <a:p>
            <a:pPr marL="640080" marR="0" lvl="1" indent="-274320" algn="just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DA2B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3B923FC3-7ED8-3343-5A4B-204292F62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699119"/>
              </p:ext>
            </p:extLst>
          </p:nvPr>
        </p:nvGraphicFramePr>
        <p:xfrm>
          <a:off x="1179468" y="3594373"/>
          <a:ext cx="905184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731">
                  <a:extLst>
                    <a:ext uri="{9D8B030D-6E8A-4147-A177-3AD203B41FA5}">
                      <a16:colId xmlns:a16="http://schemas.microsoft.com/office/drawing/2014/main" val="2930225946"/>
                    </a:ext>
                  </a:extLst>
                </a:gridCol>
                <a:gridCol w="1430699">
                  <a:extLst>
                    <a:ext uri="{9D8B030D-6E8A-4147-A177-3AD203B41FA5}">
                      <a16:colId xmlns:a16="http://schemas.microsoft.com/office/drawing/2014/main" val="1437200606"/>
                    </a:ext>
                  </a:extLst>
                </a:gridCol>
                <a:gridCol w="1381742">
                  <a:extLst>
                    <a:ext uri="{9D8B030D-6E8A-4147-A177-3AD203B41FA5}">
                      <a16:colId xmlns:a16="http://schemas.microsoft.com/office/drawing/2014/main" val="3867293847"/>
                    </a:ext>
                  </a:extLst>
                </a:gridCol>
                <a:gridCol w="1505415">
                  <a:extLst>
                    <a:ext uri="{9D8B030D-6E8A-4147-A177-3AD203B41FA5}">
                      <a16:colId xmlns:a16="http://schemas.microsoft.com/office/drawing/2014/main" val="11751905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3092285260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73426240"/>
                    </a:ext>
                  </a:extLst>
                </a:gridCol>
              </a:tblGrid>
              <a:tr h="6196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 Cen MT (body)"/>
                        </a:rPr>
                        <a:t>Stock price on expiration</a:t>
                      </a:r>
                    </a:p>
                  </a:txBody>
                  <a:tcPr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$90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$100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$110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$120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$130</a:t>
                      </a:r>
                    </a:p>
                  </a:txBody>
                  <a:tcPr anchor="ctr">
                    <a:solidFill>
                      <a:srgbClr val="30B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7257"/>
                  </a:ext>
                </a:extLst>
              </a:tr>
              <a:tr h="619659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w Cen MT (body)"/>
                        </a:rPr>
                        <a:t>Option</a:t>
                      </a:r>
                      <a:r>
                        <a:rPr lang="en-US" sz="2000" baseline="0" dirty="0">
                          <a:latin typeface="Tw Cen MT (body)"/>
                        </a:rPr>
                        <a:t> Value on expiration</a:t>
                      </a:r>
                      <a:endParaRPr lang="en-US" sz="2000" dirty="0">
                        <a:latin typeface="Tw Cen MT (body)"/>
                      </a:endParaRPr>
                    </a:p>
                  </a:txBody>
                  <a:tcPr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10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 Cen MT (body)"/>
                        </a:rPr>
                        <a:t>0</a:t>
                      </a:r>
                    </a:p>
                  </a:txBody>
                  <a:tcPr anchor="ctr">
                    <a:solidFill>
                      <a:srgbClr val="84C2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8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61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DD2BEA-5FEA-4D0B-35D7-687B3C0D5DC2}"/>
              </a:ext>
            </a:extLst>
          </p:cNvPr>
          <p:cNvSpPr txBox="1">
            <a:spLocks/>
          </p:cNvSpPr>
          <p:nvPr/>
        </p:nvSpPr>
        <p:spPr>
          <a:xfrm>
            <a:off x="307737" y="676433"/>
            <a:ext cx="11576525" cy="3505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just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Comparison between Futures and Options: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Tw Cen MT"/>
              </a:rPr>
              <a:t>A long position in a futures contract </a:t>
            </a:r>
            <a:r>
              <a:rPr lang="en-SG" sz="2800" dirty="0">
                <a:solidFill>
                  <a:srgbClr val="FF7E79"/>
                </a:solidFill>
                <a:latin typeface="Tw Cen MT"/>
              </a:rPr>
              <a:t>obligates</a:t>
            </a:r>
            <a:r>
              <a:rPr lang="en-SG" sz="2800" dirty="0">
                <a:solidFill>
                  <a:prstClr val="black"/>
                </a:solidFill>
                <a:latin typeface="Tw Cen MT"/>
              </a:rPr>
              <a:t> the holder to purchase the underlying asset at the agreed-upon futures price.</a:t>
            </a:r>
            <a:endParaRPr lang="en-US" sz="2800" dirty="0">
              <a:solidFill>
                <a:prstClr val="black"/>
              </a:solidFill>
              <a:latin typeface="Tw Cen MT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lang="en-SG" sz="2800" dirty="0">
                <a:solidFill>
                  <a:prstClr val="black"/>
                </a:solidFill>
                <a:latin typeface="Tw Cen MT"/>
              </a:rPr>
              <a:t>A call option grants the holder the </a:t>
            </a:r>
            <a:r>
              <a:rPr lang="en-SG" sz="2800" dirty="0">
                <a:solidFill>
                  <a:srgbClr val="FF7E79"/>
                </a:solidFill>
                <a:latin typeface="Tw Cen MT"/>
              </a:rPr>
              <a:t>right</a:t>
            </a:r>
            <a:r>
              <a:rPr lang="en-SG" sz="2800" dirty="0">
                <a:solidFill>
                  <a:prstClr val="black"/>
                </a:solidFill>
                <a:latin typeface="Tw Cen MT"/>
              </a:rPr>
              <a:t>, but not the obligation, to purchase the asset at the exercise price. The purchase occurs only if it results in a profit. This flexibility comes at a cost—the price paid for the option, known as the </a:t>
            </a:r>
            <a:r>
              <a:rPr lang="en-SG" sz="2800" dirty="0">
                <a:solidFill>
                  <a:srgbClr val="FF7E79"/>
                </a:solidFill>
                <a:latin typeface="Tw Cen MT"/>
              </a:rPr>
              <a:t>premium</a:t>
            </a:r>
            <a:r>
              <a:rPr lang="en-SG" sz="2800" dirty="0">
                <a:solidFill>
                  <a:prstClr val="black"/>
                </a:solidFill>
                <a:latin typeface="Tw Cen MT"/>
              </a:rPr>
              <a:t>.</a:t>
            </a:r>
            <a:endParaRPr lang="en-US" sz="2800" dirty="0">
              <a:solidFill>
                <a:prstClr val="black"/>
              </a:solidFill>
              <a:latin typeface="Tw Cen MT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DA2B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17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62F8AD-75A9-6E8F-6935-71072B35EA97}"/>
              </a:ext>
            </a:extLst>
          </p:cNvPr>
          <p:cNvSpPr txBox="1">
            <a:spLocks/>
          </p:cNvSpPr>
          <p:nvPr/>
        </p:nvSpPr>
        <p:spPr>
          <a:xfrm>
            <a:off x="357808" y="799097"/>
            <a:ext cx="12496800" cy="613610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C82B-A3AB-51ED-9546-137D0417925C}"/>
              </a:ext>
            </a:extLst>
          </p:cNvPr>
          <p:cNvSpPr/>
          <p:nvPr/>
        </p:nvSpPr>
        <p:spPr>
          <a:xfrm>
            <a:off x="0" y="0"/>
            <a:ext cx="3034143" cy="526472"/>
          </a:xfrm>
          <a:prstGeom prst="rect">
            <a:avLst/>
          </a:prstGeom>
          <a:solidFill>
            <a:srgbClr val="DA1F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Financial System, Financial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arkets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Instruments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303D4-35FA-C10D-C859-0417DFD03E20}"/>
              </a:ext>
            </a:extLst>
          </p:cNvPr>
          <p:cNvSpPr/>
          <p:nvPr/>
        </p:nvSpPr>
        <p:spPr>
          <a:xfrm>
            <a:off x="3034144" y="-1"/>
            <a:ext cx="9157855" cy="526473"/>
          </a:xfrm>
          <a:prstGeom prst="rect">
            <a:avLst/>
          </a:prstGeom>
          <a:solidFill>
            <a:srgbClr val="30B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2200" b="1" dirty="0">
                <a:solidFill>
                  <a:schemeClr val="bg1"/>
                </a:solidFill>
                <a:latin typeface="Tw Cen MT" panose="020B0602020104020603" pitchFamily="34" charset="77"/>
              </a:rPr>
              <a:t>Asset Classes and Financial Instruments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w Cen MT" panose="020B0602020104020603" pitchFamily="34" charset="77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CDD2BEA-5FEA-4D0B-35D7-687B3C0D5DC2}"/>
              </a:ext>
            </a:extLst>
          </p:cNvPr>
          <p:cNvSpPr txBox="1">
            <a:spLocks/>
          </p:cNvSpPr>
          <p:nvPr/>
        </p:nvSpPr>
        <p:spPr>
          <a:xfrm>
            <a:off x="357809" y="657694"/>
            <a:ext cx="11834190" cy="6136105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Example: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Trading data on Intel options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A2B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   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Prices at close, 6 Feb, 2025     Underlying stock price: 20.83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Tw Cen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Tw Cen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lang="en-US" sz="2800" dirty="0">
              <a:solidFill>
                <a:prstClr val="black"/>
              </a:solidFill>
              <a:latin typeface="Tw Cen M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Try to make sense of the following statements: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Option prices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 (i.e.,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premiums)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cann</a:t>
            </a:r>
            <a:r>
              <a:rPr lang="en-US" sz="2800" dirty="0" err="1">
                <a:solidFill>
                  <a:prstClr val="black"/>
                </a:solidFill>
                <a:latin typeface="Tw Cen MT"/>
              </a:rPr>
              <a:t>ot</a:t>
            </a:r>
            <a:r>
              <a:rPr lang="en-US" sz="2800" dirty="0">
                <a:solidFill>
                  <a:prstClr val="black"/>
                </a:solidFill>
                <a:latin typeface="Tw Cen MT"/>
              </a:rPr>
              <a:t> be less than zero.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For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7E79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call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options, higher strike prices leads 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7E79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lower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premiums.</a:t>
            </a:r>
          </a:p>
          <a:p>
            <a:pPr marL="834390" marR="0" lvl="1" indent="-51435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For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7E79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put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options, higher strike prices leads to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7E79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higher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premiums.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Char char="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65760" marR="0" lvl="1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2DA2BF"/>
              </a:buClr>
              <a:buSzPct val="70000"/>
              <a:buFont typeface="Wingdings 2"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DA2B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DA1F28"/>
              </a:buClr>
              <a:buSzPct val="60000"/>
              <a:buFont typeface="Wingdings"/>
              <a:buChar char="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834FF-8F9B-E482-45F3-5CA4E5B74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305707"/>
              </p:ext>
            </p:extLst>
          </p:nvPr>
        </p:nvGraphicFramePr>
        <p:xfrm>
          <a:off x="1234527" y="1806498"/>
          <a:ext cx="8846174" cy="2598234"/>
        </p:xfrm>
        <a:graphic>
          <a:graphicData uri="http://schemas.openxmlformats.org/drawingml/2006/table">
            <a:tbl>
              <a:tblPr firstRow="1" bandRow="1"/>
              <a:tblGrid>
                <a:gridCol w="1887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4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4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4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9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/>
                        <a:t>Expiration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/>
                        <a:t>Strike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rgbClr val="EC767C"/>
                          </a:solidFill>
                        </a:rPr>
                        <a:t>Call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solidFill>
                          <a:srgbClr val="EC767C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rgbClr val="30B1D1"/>
                          </a:solidFill>
                        </a:rPr>
                        <a:t>Put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000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7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endParaRPr lang="en-US" sz="20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endParaRPr lang="en-US" sz="20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>
                          <a:solidFill>
                            <a:srgbClr val="EC767C"/>
                          </a:solidFill>
                        </a:rPr>
                        <a:t>Last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>
                          <a:solidFill>
                            <a:srgbClr val="EC767C"/>
                          </a:solidFill>
                        </a:rPr>
                        <a:t>Volume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>
                          <a:solidFill>
                            <a:srgbClr val="30B1D1"/>
                          </a:solidFill>
                        </a:rPr>
                        <a:t>Last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="1" dirty="0">
                          <a:solidFill>
                            <a:srgbClr val="30B1D1"/>
                          </a:solidFill>
                        </a:rPr>
                        <a:t>Volume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7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Mar 2025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20.00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0.84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36929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0.03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8897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7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Apr 2025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20.00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1.21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11715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0.52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7979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7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aseline="0" dirty="0"/>
                        <a:t>Mar 2025</a:t>
                      </a:r>
                      <a:endParaRPr lang="en-US" sz="2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21.00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0.17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77484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0.33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21907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70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baseline="0" dirty="0"/>
                        <a:t>Apr 2025</a:t>
                      </a:r>
                      <a:endParaRPr lang="en-US" sz="20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/>
                        <a:t>21.00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0.64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EC767C"/>
                          </a:solidFill>
                        </a:rPr>
                        <a:t>23848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0.94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w Cen MT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rgbClr val="30B1D1"/>
                          </a:solidFill>
                        </a:rPr>
                        <a:t>6407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17044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descreen 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985</Words>
  <Application>Microsoft Macintosh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Tw Cen MT (body)</vt:lpstr>
      <vt:lpstr>Tw Cen MT (Headings)</vt:lpstr>
      <vt:lpstr>Arial</vt:lpstr>
      <vt:lpstr>Calibri</vt:lpstr>
      <vt:lpstr>Calibri Light</vt:lpstr>
      <vt:lpstr>Tw Cen MT</vt:lpstr>
      <vt:lpstr>Wingdings</vt:lpstr>
      <vt:lpstr>Wingdings 2</vt:lpstr>
      <vt:lpstr>Office Theme</vt:lpstr>
      <vt:lpstr>Widescreen Presentation</vt:lpstr>
      <vt:lpstr>Lecture 2: Financial system, financial markets and instruments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time preference</dc:title>
  <dc:creator>#LIM PUI YEE#</dc:creator>
  <cp:lastModifiedBy>He Tai-Sen (Asst Prof)</cp:lastModifiedBy>
  <cp:revision>33</cp:revision>
  <dcterms:created xsi:type="dcterms:W3CDTF">2022-07-09T07:25:24Z</dcterms:created>
  <dcterms:modified xsi:type="dcterms:W3CDTF">2025-02-04T02:19:20Z</dcterms:modified>
</cp:coreProperties>
</file>