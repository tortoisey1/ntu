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3"/>
  </p:notesMasterIdLst>
  <p:sldIdLst>
    <p:sldId id="256" r:id="rId3"/>
    <p:sldId id="395" r:id="rId4"/>
    <p:sldId id="487" r:id="rId5"/>
    <p:sldId id="495" r:id="rId6"/>
    <p:sldId id="488" r:id="rId7"/>
    <p:sldId id="489" r:id="rId8"/>
    <p:sldId id="490" r:id="rId9"/>
    <p:sldId id="491" r:id="rId10"/>
    <p:sldId id="493" r:id="rId11"/>
    <p:sldId id="49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C7E4"/>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86567-88C5-410F-90D0-AE26B7EEA9D1}" v="2" dt="2023-02-13T10:15:01.4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p:restoredTop sz="92094"/>
  </p:normalViewPr>
  <p:slideViewPr>
    <p:cSldViewPr snapToGrid="0" snapToObjects="1">
      <p:cViewPr>
        <p:scale>
          <a:sx n="97" d="100"/>
          <a:sy n="97" d="100"/>
        </p:scale>
        <p:origin x="1264" y="4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AN ZHU EN#" userId="9c038d62-e560-4ab3-ba62-0b2d27497b2c" providerId="ADAL" clId="{C6486567-88C5-410F-90D0-AE26B7EEA9D1}"/>
    <pc:docChg chg="undo custSel addSld delSld modSld">
      <pc:chgData name="#JOHN TAN ZHU EN#" userId="9c038d62-e560-4ab3-ba62-0b2d27497b2c" providerId="ADAL" clId="{C6486567-88C5-410F-90D0-AE26B7EEA9D1}" dt="2023-02-13T10:22:45.622" v="253" actId="47"/>
      <pc:docMkLst>
        <pc:docMk/>
      </pc:docMkLst>
      <pc:sldChg chg="addSp delSp modSp mod">
        <pc:chgData name="#JOHN TAN ZHU EN#" userId="9c038d62-e560-4ab3-ba62-0b2d27497b2c" providerId="ADAL" clId="{C6486567-88C5-410F-90D0-AE26B7EEA9D1}" dt="2023-02-13T09:34:06.105" v="10" actId="1076"/>
        <pc:sldMkLst>
          <pc:docMk/>
          <pc:sldMk cId="0" sldId="256"/>
        </pc:sldMkLst>
        <pc:spChg chg="mod">
          <ac:chgData name="#JOHN TAN ZHU EN#" userId="9c038d62-e560-4ab3-ba62-0b2d27497b2c" providerId="ADAL" clId="{C6486567-88C5-410F-90D0-AE26B7EEA9D1}" dt="2023-02-13T09:33:54.869" v="5" actId="1076"/>
          <ac:spMkLst>
            <pc:docMk/>
            <pc:sldMk cId="0" sldId="256"/>
            <ac:spMk id="4" creationId="{00000000-0000-0000-0000-000000000000}"/>
          </ac:spMkLst>
        </pc:spChg>
        <pc:picChg chg="del">
          <ac:chgData name="#JOHN TAN ZHU EN#" userId="9c038d62-e560-4ab3-ba62-0b2d27497b2c" providerId="ADAL" clId="{C6486567-88C5-410F-90D0-AE26B7EEA9D1}" dt="2023-02-13T09:33:56.254" v="6" actId="478"/>
          <ac:picMkLst>
            <pc:docMk/>
            <pc:sldMk cId="0" sldId="256"/>
            <ac:picMk id="3" creationId="{FB6673D4-A416-73D8-5DD6-B8F45C57AFE2}"/>
          </ac:picMkLst>
        </pc:picChg>
        <pc:picChg chg="add mod">
          <ac:chgData name="#JOHN TAN ZHU EN#" userId="9c038d62-e560-4ab3-ba62-0b2d27497b2c" providerId="ADAL" clId="{C6486567-88C5-410F-90D0-AE26B7EEA9D1}" dt="2023-02-13T09:34:06.105" v="10" actId="1076"/>
          <ac:picMkLst>
            <pc:docMk/>
            <pc:sldMk cId="0" sldId="256"/>
            <ac:picMk id="6" creationId="{7CE6C02B-09F7-142F-05F4-37AB36C9FCC1}"/>
          </ac:picMkLst>
        </pc:picChg>
      </pc:sldChg>
      <pc:sldChg chg="delSp modSp mod delAnim modNotesTx">
        <pc:chgData name="#JOHN TAN ZHU EN#" userId="9c038d62-e560-4ab3-ba62-0b2d27497b2c" providerId="ADAL" clId="{C6486567-88C5-410F-90D0-AE26B7EEA9D1}" dt="2023-02-13T09:34:45.684" v="41" actId="255"/>
        <pc:sldMkLst>
          <pc:docMk/>
          <pc:sldMk cId="723655709" sldId="395"/>
        </pc:sldMkLst>
        <pc:spChg chg="mod">
          <ac:chgData name="#JOHN TAN ZHU EN#" userId="9c038d62-e560-4ab3-ba62-0b2d27497b2c" providerId="ADAL" clId="{C6486567-88C5-410F-90D0-AE26B7EEA9D1}" dt="2023-02-13T09:34:45.684" v="41" actId="255"/>
          <ac:spMkLst>
            <pc:docMk/>
            <pc:sldMk cId="723655709" sldId="395"/>
            <ac:spMk id="5" creationId="{E81C5CDA-6A71-36AE-6A2B-089850349171}"/>
          </ac:spMkLst>
        </pc:spChg>
        <pc:spChg chg="mod">
          <ac:chgData name="#JOHN TAN ZHU EN#" userId="9c038d62-e560-4ab3-ba62-0b2d27497b2c" providerId="ADAL" clId="{C6486567-88C5-410F-90D0-AE26B7EEA9D1}" dt="2023-02-13T09:34:18.496" v="37" actId="20577"/>
          <ac:spMkLst>
            <pc:docMk/>
            <pc:sldMk cId="723655709" sldId="395"/>
            <ac:spMk id="7" creationId="{75FEC82B-A3AB-51ED-9546-137D0417925C}"/>
          </ac:spMkLst>
        </pc:spChg>
        <pc:graphicFrameChg chg="del">
          <ac:chgData name="#JOHN TAN ZHU EN#" userId="9c038d62-e560-4ab3-ba62-0b2d27497b2c" providerId="ADAL" clId="{C6486567-88C5-410F-90D0-AE26B7EEA9D1}" dt="2023-02-13T09:34:23.964" v="38" actId="478"/>
          <ac:graphicFrameMkLst>
            <pc:docMk/>
            <pc:sldMk cId="723655709" sldId="395"/>
            <ac:graphicFrameMk id="2" creationId="{3CD2D269-8AA4-9D1D-AFF0-321988EFB97A}"/>
          </ac:graphicFrameMkLst>
        </pc:graphicFrameChg>
      </pc:sldChg>
      <pc:sldChg chg="del">
        <pc:chgData name="#JOHN TAN ZHU EN#" userId="9c038d62-e560-4ab3-ba62-0b2d27497b2c" providerId="ADAL" clId="{C6486567-88C5-410F-90D0-AE26B7EEA9D1}" dt="2023-02-13T10:22:38.610" v="240" actId="47"/>
        <pc:sldMkLst>
          <pc:docMk/>
          <pc:sldMk cId="2390177173" sldId="472"/>
        </pc:sldMkLst>
      </pc:sldChg>
      <pc:sldChg chg="del">
        <pc:chgData name="#JOHN TAN ZHU EN#" userId="9c038d62-e560-4ab3-ba62-0b2d27497b2c" providerId="ADAL" clId="{C6486567-88C5-410F-90D0-AE26B7EEA9D1}" dt="2023-02-13T10:22:39.138" v="241" actId="47"/>
        <pc:sldMkLst>
          <pc:docMk/>
          <pc:sldMk cId="2290742256" sldId="473"/>
        </pc:sldMkLst>
      </pc:sldChg>
      <pc:sldChg chg="del">
        <pc:chgData name="#JOHN TAN ZHU EN#" userId="9c038d62-e560-4ab3-ba62-0b2d27497b2c" providerId="ADAL" clId="{C6486567-88C5-410F-90D0-AE26B7EEA9D1}" dt="2023-02-13T10:22:39.700" v="242" actId="47"/>
        <pc:sldMkLst>
          <pc:docMk/>
          <pc:sldMk cId="2517304617" sldId="474"/>
        </pc:sldMkLst>
      </pc:sldChg>
      <pc:sldChg chg="del">
        <pc:chgData name="#JOHN TAN ZHU EN#" userId="9c038d62-e560-4ab3-ba62-0b2d27497b2c" providerId="ADAL" clId="{C6486567-88C5-410F-90D0-AE26B7EEA9D1}" dt="2023-02-13T10:22:39.906" v="243" actId="47"/>
        <pc:sldMkLst>
          <pc:docMk/>
          <pc:sldMk cId="1201936608" sldId="475"/>
        </pc:sldMkLst>
      </pc:sldChg>
      <pc:sldChg chg="del">
        <pc:chgData name="#JOHN TAN ZHU EN#" userId="9c038d62-e560-4ab3-ba62-0b2d27497b2c" providerId="ADAL" clId="{C6486567-88C5-410F-90D0-AE26B7EEA9D1}" dt="2023-02-13T10:22:40.086" v="244" actId="47"/>
        <pc:sldMkLst>
          <pc:docMk/>
          <pc:sldMk cId="3516059375" sldId="476"/>
        </pc:sldMkLst>
      </pc:sldChg>
      <pc:sldChg chg="del">
        <pc:chgData name="#JOHN TAN ZHU EN#" userId="9c038d62-e560-4ab3-ba62-0b2d27497b2c" providerId="ADAL" clId="{C6486567-88C5-410F-90D0-AE26B7EEA9D1}" dt="2023-02-13T10:22:40.240" v="245" actId="47"/>
        <pc:sldMkLst>
          <pc:docMk/>
          <pc:sldMk cId="1919898104" sldId="478"/>
        </pc:sldMkLst>
      </pc:sldChg>
      <pc:sldChg chg="del">
        <pc:chgData name="#JOHN TAN ZHU EN#" userId="9c038d62-e560-4ab3-ba62-0b2d27497b2c" providerId="ADAL" clId="{C6486567-88C5-410F-90D0-AE26B7EEA9D1}" dt="2023-02-13T10:22:40.414" v="246" actId="47"/>
        <pc:sldMkLst>
          <pc:docMk/>
          <pc:sldMk cId="3523049888" sldId="479"/>
        </pc:sldMkLst>
      </pc:sldChg>
      <pc:sldChg chg="del">
        <pc:chgData name="#JOHN TAN ZHU EN#" userId="9c038d62-e560-4ab3-ba62-0b2d27497b2c" providerId="ADAL" clId="{C6486567-88C5-410F-90D0-AE26B7EEA9D1}" dt="2023-02-13T10:22:41.034" v="247" actId="47"/>
        <pc:sldMkLst>
          <pc:docMk/>
          <pc:sldMk cId="3740207276" sldId="480"/>
        </pc:sldMkLst>
      </pc:sldChg>
      <pc:sldChg chg="del">
        <pc:chgData name="#JOHN TAN ZHU EN#" userId="9c038d62-e560-4ab3-ba62-0b2d27497b2c" providerId="ADAL" clId="{C6486567-88C5-410F-90D0-AE26B7EEA9D1}" dt="2023-02-13T10:22:41.208" v="248" actId="47"/>
        <pc:sldMkLst>
          <pc:docMk/>
          <pc:sldMk cId="1961510589" sldId="481"/>
        </pc:sldMkLst>
      </pc:sldChg>
      <pc:sldChg chg="del">
        <pc:chgData name="#JOHN TAN ZHU EN#" userId="9c038d62-e560-4ab3-ba62-0b2d27497b2c" providerId="ADAL" clId="{C6486567-88C5-410F-90D0-AE26B7EEA9D1}" dt="2023-02-13T10:22:41.846" v="249" actId="47"/>
        <pc:sldMkLst>
          <pc:docMk/>
          <pc:sldMk cId="326386230" sldId="482"/>
        </pc:sldMkLst>
      </pc:sldChg>
      <pc:sldChg chg="del">
        <pc:chgData name="#JOHN TAN ZHU EN#" userId="9c038d62-e560-4ab3-ba62-0b2d27497b2c" providerId="ADAL" clId="{C6486567-88C5-410F-90D0-AE26B7EEA9D1}" dt="2023-02-13T10:22:42.641" v="250" actId="47"/>
        <pc:sldMkLst>
          <pc:docMk/>
          <pc:sldMk cId="932032408" sldId="483"/>
        </pc:sldMkLst>
      </pc:sldChg>
      <pc:sldChg chg="del">
        <pc:chgData name="#JOHN TAN ZHU EN#" userId="9c038d62-e560-4ab3-ba62-0b2d27497b2c" providerId="ADAL" clId="{C6486567-88C5-410F-90D0-AE26B7EEA9D1}" dt="2023-02-13T10:22:43.074" v="251" actId="47"/>
        <pc:sldMkLst>
          <pc:docMk/>
          <pc:sldMk cId="259481073" sldId="484"/>
        </pc:sldMkLst>
      </pc:sldChg>
      <pc:sldChg chg="del">
        <pc:chgData name="#JOHN TAN ZHU EN#" userId="9c038d62-e560-4ab3-ba62-0b2d27497b2c" providerId="ADAL" clId="{C6486567-88C5-410F-90D0-AE26B7EEA9D1}" dt="2023-02-13T10:22:44.333" v="252" actId="47"/>
        <pc:sldMkLst>
          <pc:docMk/>
          <pc:sldMk cId="754168445" sldId="485"/>
        </pc:sldMkLst>
      </pc:sldChg>
      <pc:sldChg chg="del">
        <pc:chgData name="#JOHN TAN ZHU EN#" userId="9c038d62-e560-4ab3-ba62-0b2d27497b2c" providerId="ADAL" clId="{C6486567-88C5-410F-90D0-AE26B7EEA9D1}" dt="2023-02-13T10:22:45.622" v="253" actId="47"/>
        <pc:sldMkLst>
          <pc:docMk/>
          <pc:sldMk cId="2172342559" sldId="486"/>
        </pc:sldMkLst>
      </pc:sldChg>
      <pc:sldChg chg="modSp add mod">
        <pc:chgData name="#JOHN TAN ZHU EN#" userId="9c038d62-e560-4ab3-ba62-0b2d27497b2c" providerId="ADAL" clId="{C6486567-88C5-410F-90D0-AE26B7EEA9D1}" dt="2023-02-13T09:44:23.605" v="95" actId="1076"/>
        <pc:sldMkLst>
          <pc:docMk/>
          <pc:sldMk cId="3203948553" sldId="487"/>
        </pc:sldMkLst>
        <pc:spChg chg="mod">
          <ac:chgData name="#JOHN TAN ZHU EN#" userId="9c038d62-e560-4ab3-ba62-0b2d27497b2c" providerId="ADAL" clId="{C6486567-88C5-410F-90D0-AE26B7EEA9D1}" dt="2023-02-13T09:44:23.605" v="95" actId="1076"/>
          <ac:spMkLst>
            <pc:docMk/>
            <pc:sldMk cId="3203948553" sldId="487"/>
            <ac:spMk id="5" creationId="{E81C5CDA-6A71-36AE-6A2B-089850349171}"/>
          </ac:spMkLst>
        </pc:spChg>
        <pc:spChg chg="mod">
          <ac:chgData name="#JOHN TAN ZHU EN#" userId="9c038d62-e560-4ab3-ba62-0b2d27497b2c" providerId="ADAL" clId="{C6486567-88C5-410F-90D0-AE26B7EEA9D1}" dt="2023-02-13T09:43:05.002" v="81" actId="20577"/>
          <ac:spMkLst>
            <pc:docMk/>
            <pc:sldMk cId="3203948553" sldId="487"/>
            <ac:spMk id="8" creationId="{CEE303D4-35FA-C10D-C859-0417DFD03E20}"/>
          </ac:spMkLst>
        </pc:spChg>
      </pc:sldChg>
      <pc:sldChg chg="modSp add mod">
        <pc:chgData name="#JOHN TAN ZHU EN#" userId="9c038d62-e560-4ab3-ba62-0b2d27497b2c" providerId="ADAL" clId="{C6486567-88C5-410F-90D0-AE26B7EEA9D1}" dt="2023-02-13T09:46:19.480" v="123" actId="255"/>
        <pc:sldMkLst>
          <pc:docMk/>
          <pc:sldMk cId="3518518026" sldId="488"/>
        </pc:sldMkLst>
        <pc:spChg chg="mod">
          <ac:chgData name="#JOHN TAN ZHU EN#" userId="9c038d62-e560-4ab3-ba62-0b2d27497b2c" providerId="ADAL" clId="{C6486567-88C5-410F-90D0-AE26B7EEA9D1}" dt="2023-02-13T09:46:19.480" v="123" actId="255"/>
          <ac:spMkLst>
            <pc:docMk/>
            <pc:sldMk cId="3518518026" sldId="488"/>
            <ac:spMk id="5" creationId="{E81C5CDA-6A71-36AE-6A2B-089850349171}"/>
          </ac:spMkLst>
        </pc:spChg>
        <pc:spChg chg="mod">
          <ac:chgData name="#JOHN TAN ZHU EN#" userId="9c038d62-e560-4ab3-ba62-0b2d27497b2c" providerId="ADAL" clId="{C6486567-88C5-410F-90D0-AE26B7EEA9D1}" dt="2023-02-13T09:46:05.789" v="121" actId="20577"/>
          <ac:spMkLst>
            <pc:docMk/>
            <pc:sldMk cId="3518518026" sldId="488"/>
            <ac:spMk id="8" creationId="{CEE303D4-35FA-C10D-C859-0417DFD03E20}"/>
          </ac:spMkLst>
        </pc:spChg>
      </pc:sldChg>
      <pc:sldChg chg="modSp add mod">
        <pc:chgData name="#JOHN TAN ZHU EN#" userId="9c038d62-e560-4ab3-ba62-0b2d27497b2c" providerId="ADAL" clId="{C6486567-88C5-410F-90D0-AE26B7EEA9D1}" dt="2023-02-13T10:14:18.431" v="128" actId="14100"/>
        <pc:sldMkLst>
          <pc:docMk/>
          <pc:sldMk cId="1114683308" sldId="489"/>
        </pc:sldMkLst>
        <pc:spChg chg="mod">
          <ac:chgData name="#JOHN TAN ZHU EN#" userId="9c038d62-e560-4ab3-ba62-0b2d27497b2c" providerId="ADAL" clId="{C6486567-88C5-410F-90D0-AE26B7EEA9D1}" dt="2023-02-13T10:14:18.431" v="128" actId="14100"/>
          <ac:spMkLst>
            <pc:docMk/>
            <pc:sldMk cId="1114683308" sldId="489"/>
            <ac:spMk id="5" creationId="{E81C5CDA-6A71-36AE-6A2B-089850349171}"/>
          </ac:spMkLst>
        </pc:spChg>
      </pc:sldChg>
      <pc:sldChg chg="addSp modSp add mod">
        <pc:chgData name="#JOHN TAN ZHU EN#" userId="9c038d62-e560-4ab3-ba62-0b2d27497b2c" providerId="ADAL" clId="{C6486567-88C5-410F-90D0-AE26B7EEA9D1}" dt="2023-02-13T10:15:04.585" v="133" actId="1076"/>
        <pc:sldMkLst>
          <pc:docMk/>
          <pc:sldMk cId="2498283644" sldId="490"/>
        </pc:sldMkLst>
        <pc:spChg chg="add mod">
          <ac:chgData name="#JOHN TAN ZHU EN#" userId="9c038d62-e560-4ab3-ba62-0b2d27497b2c" providerId="ADAL" clId="{C6486567-88C5-410F-90D0-AE26B7EEA9D1}" dt="2023-02-13T10:15:04.585" v="133" actId="1076"/>
          <ac:spMkLst>
            <pc:docMk/>
            <pc:sldMk cId="2498283644" sldId="490"/>
            <ac:spMk id="2" creationId="{9761A453-5437-DF78-1849-F160E0788910}"/>
          </ac:spMkLst>
        </pc:spChg>
        <pc:spChg chg="mod">
          <ac:chgData name="#JOHN TAN ZHU EN#" userId="9c038d62-e560-4ab3-ba62-0b2d27497b2c" providerId="ADAL" clId="{C6486567-88C5-410F-90D0-AE26B7EEA9D1}" dt="2023-02-13T10:14:55.461" v="131" actId="255"/>
          <ac:spMkLst>
            <pc:docMk/>
            <pc:sldMk cId="2498283644" sldId="490"/>
            <ac:spMk id="5" creationId="{E81C5CDA-6A71-36AE-6A2B-089850349171}"/>
          </ac:spMkLst>
        </pc:spChg>
      </pc:sldChg>
      <pc:sldChg chg="addSp delSp modSp add mod modNotesTx">
        <pc:chgData name="#JOHN TAN ZHU EN#" userId="9c038d62-e560-4ab3-ba62-0b2d27497b2c" providerId="ADAL" clId="{C6486567-88C5-410F-90D0-AE26B7EEA9D1}" dt="2023-02-13T10:19:20.277" v="196" actId="1076"/>
        <pc:sldMkLst>
          <pc:docMk/>
          <pc:sldMk cId="3544706828" sldId="491"/>
        </pc:sldMkLst>
        <pc:spChg chg="del">
          <ac:chgData name="#JOHN TAN ZHU EN#" userId="9c038d62-e560-4ab3-ba62-0b2d27497b2c" providerId="ADAL" clId="{C6486567-88C5-410F-90D0-AE26B7EEA9D1}" dt="2023-02-13T10:17:46.401" v="137" actId="478"/>
          <ac:spMkLst>
            <pc:docMk/>
            <pc:sldMk cId="3544706828" sldId="491"/>
            <ac:spMk id="2" creationId="{9761A453-5437-DF78-1849-F160E0788910}"/>
          </ac:spMkLst>
        </pc:spChg>
        <pc:spChg chg="add mod">
          <ac:chgData name="#JOHN TAN ZHU EN#" userId="9c038d62-e560-4ab3-ba62-0b2d27497b2c" providerId="ADAL" clId="{C6486567-88C5-410F-90D0-AE26B7EEA9D1}" dt="2023-02-13T10:19:20.277" v="196" actId="1076"/>
          <ac:spMkLst>
            <pc:docMk/>
            <pc:sldMk cId="3544706828" sldId="491"/>
            <ac:spMk id="4" creationId="{D320A54B-B0A5-3B43-A28E-90BE9A321C87}"/>
          </ac:spMkLst>
        </pc:spChg>
        <pc:spChg chg="mod">
          <ac:chgData name="#JOHN TAN ZHU EN#" userId="9c038d62-e560-4ab3-ba62-0b2d27497b2c" providerId="ADAL" clId="{C6486567-88C5-410F-90D0-AE26B7EEA9D1}" dt="2023-02-13T10:18:14.891" v="141" actId="1076"/>
          <ac:spMkLst>
            <pc:docMk/>
            <pc:sldMk cId="3544706828" sldId="491"/>
            <ac:spMk id="5" creationId="{E81C5CDA-6A71-36AE-6A2B-089850349171}"/>
          </ac:spMkLst>
        </pc:spChg>
        <pc:spChg chg="mod">
          <ac:chgData name="#JOHN TAN ZHU EN#" userId="9c038d62-e560-4ab3-ba62-0b2d27497b2c" providerId="ADAL" clId="{C6486567-88C5-410F-90D0-AE26B7EEA9D1}" dt="2023-02-13T10:18:34.111" v="188" actId="20577"/>
          <ac:spMkLst>
            <pc:docMk/>
            <pc:sldMk cId="3544706828" sldId="491"/>
            <ac:spMk id="8" creationId="{CEE303D4-35FA-C10D-C859-0417DFD03E20}"/>
          </ac:spMkLst>
        </pc:spChg>
      </pc:sldChg>
      <pc:sldChg chg="delSp modSp add mod">
        <pc:chgData name="#JOHN TAN ZHU EN#" userId="9c038d62-e560-4ab3-ba62-0b2d27497b2c" providerId="ADAL" clId="{C6486567-88C5-410F-90D0-AE26B7EEA9D1}" dt="2023-02-13T10:19:47.886" v="201" actId="255"/>
        <pc:sldMkLst>
          <pc:docMk/>
          <pc:sldMk cId="1684156721" sldId="492"/>
        </pc:sldMkLst>
        <pc:spChg chg="del">
          <ac:chgData name="#JOHN TAN ZHU EN#" userId="9c038d62-e560-4ab3-ba62-0b2d27497b2c" providerId="ADAL" clId="{C6486567-88C5-410F-90D0-AE26B7EEA9D1}" dt="2023-02-13T10:19:33.246" v="198" actId="478"/>
          <ac:spMkLst>
            <pc:docMk/>
            <pc:sldMk cId="1684156721" sldId="492"/>
            <ac:spMk id="4" creationId="{D320A54B-B0A5-3B43-A28E-90BE9A321C87}"/>
          </ac:spMkLst>
        </pc:spChg>
        <pc:spChg chg="mod">
          <ac:chgData name="#JOHN TAN ZHU EN#" userId="9c038d62-e560-4ab3-ba62-0b2d27497b2c" providerId="ADAL" clId="{C6486567-88C5-410F-90D0-AE26B7EEA9D1}" dt="2023-02-13T10:19:47.886" v="201" actId="255"/>
          <ac:spMkLst>
            <pc:docMk/>
            <pc:sldMk cId="1684156721" sldId="492"/>
            <ac:spMk id="5" creationId="{E81C5CDA-6A71-36AE-6A2B-089850349171}"/>
          </ac:spMkLst>
        </pc:spChg>
      </pc:sldChg>
      <pc:sldChg chg="modSp add mod">
        <pc:chgData name="#JOHN TAN ZHU EN#" userId="9c038d62-e560-4ab3-ba62-0b2d27497b2c" providerId="ADAL" clId="{C6486567-88C5-410F-90D0-AE26B7EEA9D1}" dt="2023-02-13T10:21:26.376" v="234" actId="404"/>
        <pc:sldMkLst>
          <pc:docMk/>
          <pc:sldMk cId="3229606034" sldId="493"/>
        </pc:sldMkLst>
        <pc:spChg chg="mod">
          <ac:chgData name="#JOHN TAN ZHU EN#" userId="9c038d62-e560-4ab3-ba62-0b2d27497b2c" providerId="ADAL" clId="{C6486567-88C5-410F-90D0-AE26B7EEA9D1}" dt="2023-02-13T10:21:26.376" v="234" actId="404"/>
          <ac:spMkLst>
            <pc:docMk/>
            <pc:sldMk cId="3229606034" sldId="493"/>
            <ac:spMk id="5" creationId="{E81C5CDA-6A71-36AE-6A2B-089850349171}"/>
          </ac:spMkLst>
        </pc:spChg>
        <pc:spChg chg="mod">
          <ac:chgData name="#JOHN TAN ZHU EN#" userId="9c038d62-e560-4ab3-ba62-0b2d27497b2c" providerId="ADAL" clId="{C6486567-88C5-410F-90D0-AE26B7EEA9D1}" dt="2023-02-13T10:20:17.753" v="229" actId="20577"/>
          <ac:spMkLst>
            <pc:docMk/>
            <pc:sldMk cId="3229606034" sldId="493"/>
            <ac:spMk id="8" creationId="{CEE303D4-35FA-C10D-C859-0417DFD03E20}"/>
          </ac:spMkLst>
        </pc:spChg>
      </pc:sldChg>
      <pc:sldChg chg="modSp add mod modNotesTx">
        <pc:chgData name="#JOHN TAN ZHU EN#" userId="9c038d62-e560-4ab3-ba62-0b2d27497b2c" providerId="ADAL" clId="{C6486567-88C5-410F-90D0-AE26B7EEA9D1}" dt="2023-02-13T10:22:33.959" v="239" actId="255"/>
        <pc:sldMkLst>
          <pc:docMk/>
          <pc:sldMk cId="3151713875" sldId="494"/>
        </pc:sldMkLst>
        <pc:spChg chg="mod">
          <ac:chgData name="#JOHN TAN ZHU EN#" userId="9c038d62-e560-4ab3-ba62-0b2d27497b2c" providerId="ADAL" clId="{C6486567-88C5-410F-90D0-AE26B7EEA9D1}" dt="2023-02-13T10:22:33.959" v="239" actId="255"/>
          <ac:spMkLst>
            <pc:docMk/>
            <pc:sldMk cId="3151713875" sldId="494"/>
            <ac:spMk id="5" creationId="{E81C5CDA-6A71-36AE-6A2B-08985034917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370C6-0EB6-AB4C-B6F2-DFBA4991C1ED}" type="datetimeFigureOut">
              <a:rPr lang="en-US" smtClean="0"/>
              <a:t>4/10/25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E6A36-EFE3-384E-8CE4-826E10130968}" type="slidenum">
              <a:rPr lang="en-US" smtClean="0"/>
              <a:t>‹#›</a:t>
            </a:fld>
            <a:endParaRPr lang="en-US"/>
          </a:p>
        </p:txBody>
      </p:sp>
    </p:spTree>
    <p:extLst>
      <p:ext uri="{BB962C8B-B14F-4D97-AF65-F5344CB8AC3E}">
        <p14:creationId xmlns:p14="http://schemas.microsoft.com/office/powerpoint/2010/main" val="780623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dirty="0"/>
          </a:p>
        </p:txBody>
      </p:sp>
      <p:sp>
        <p:nvSpPr>
          <p:cNvPr id="4" name="Rectangl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D3BF3-D352-46FC-8343-31F56E6730E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2</a:t>
            </a:fld>
            <a:endParaRPr lang="en-US"/>
          </a:p>
        </p:txBody>
      </p:sp>
    </p:spTree>
    <p:extLst>
      <p:ext uri="{BB962C8B-B14F-4D97-AF65-F5344CB8AC3E}">
        <p14:creationId xmlns:p14="http://schemas.microsoft.com/office/powerpoint/2010/main" val="375995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3</a:t>
            </a:fld>
            <a:endParaRPr lang="en-US"/>
          </a:p>
        </p:txBody>
      </p:sp>
    </p:spTree>
    <p:extLst>
      <p:ext uri="{BB962C8B-B14F-4D97-AF65-F5344CB8AC3E}">
        <p14:creationId xmlns:p14="http://schemas.microsoft.com/office/powerpoint/2010/main" val="3637781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4</a:t>
            </a:fld>
            <a:endParaRPr lang="en-US"/>
          </a:p>
        </p:txBody>
      </p:sp>
    </p:spTree>
    <p:extLst>
      <p:ext uri="{BB962C8B-B14F-4D97-AF65-F5344CB8AC3E}">
        <p14:creationId xmlns:p14="http://schemas.microsoft.com/office/powerpoint/2010/main" val="2379673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5</a:t>
            </a:fld>
            <a:endParaRPr lang="en-US"/>
          </a:p>
        </p:txBody>
      </p:sp>
    </p:spTree>
    <p:extLst>
      <p:ext uri="{BB962C8B-B14F-4D97-AF65-F5344CB8AC3E}">
        <p14:creationId xmlns:p14="http://schemas.microsoft.com/office/powerpoint/2010/main" val="1274616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6</a:t>
            </a:fld>
            <a:endParaRPr lang="en-US"/>
          </a:p>
        </p:txBody>
      </p:sp>
    </p:spTree>
    <p:extLst>
      <p:ext uri="{BB962C8B-B14F-4D97-AF65-F5344CB8AC3E}">
        <p14:creationId xmlns:p14="http://schemas.microsoft.com/office/powerpoint/2010/main" val="1272863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7</a:t>
            </a:fld>
            <a:endParaRPr lang="en-US"/>
          </a:p>
        </p:txBody>
      </p:sp>
    </p:spTree>
    <p:extLst>
      <p:ext uri="{BB962C8B-B14F-4D97-AF65-F5344CB8AC3E}">
        <p14:creationId xmlns:p14="http://schemas.microsoft.com/office/powerpoint/2010/main" val="3330189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fund managers ACTIVELY</a:t>
            </a:r>
            <a:r>
              <a:rPr lang="en-US" baseline="0" dirty="0"/>
              <a:t> choose stocks that are undervalued?</a:t>
            </a:r>
          </a:p>
          <a:p>
            <a:r>
              <a:rPr lang="en-US" baseline="0" dirty="0"/>
              <a:t>If market is efficient? They shouldn’t. Invest in a well-</a:t>
            </a:r>
            <a:r>
              <a:rPr lang="en-US" baseline="0" dirty="0" err="1"/>
              <a:t>diversifed</a:t>
            </a:r>
            <a:r>
              <a:rPr lang="en-US" baseline="0" dirty="0"/>
              <a:t> portfolio without attempting to outperform the market</a:t>
            </a:r>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8</a:t>
            </a:fld>
            <a:endParaRPr lang="en-US"/>
          </a:p>
        </p:txBody>
      </p:sp>
    </p:spTree>
    <p:extLst>
      <p:ext uri="{BB962C8B-B14F-4D97-AF65-F5344CB8AC3E}">
        <p14:creationId xmlns:p14="http://schemas.microsoft.com/office/powerpoint/2010/main" val="56683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fund managers ACTIVELY</a:t>
            </a:r>
            <a:r>
              <a:rPr lang="en-US" baseline="0" dirty="0"/>
              <a:t> choose stocks that are undervalued?</a:t>
            </a:r>
          </a:p>
          <a:p>
            <a:r>
              <a:rPr lang="en-US" baseline="0" dirty="0"/>
              <a:t>If market is efficient? They shouldn’t. Invest in a well-</a:t>
            </a:r>
            <a:r>
              <a:rPr lang="en-US" baseline="0" dirty="0" err="1"/>
              <a:t>diversifed</a:t>
            </a:r>
            <a:r>
              <a:rPr lang="en-US" baseline="0" dirty="0"/>
              <a:t> portfolio without attempting to outperform the market</a:t>
            </a:r>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9</a:t>
            </a:fld>
            <a:endParaRPr lang="en-US"/>
          </a:p>
        </p:txBody>
      </p:sp>
    </p:spTree>
    <p:extLst>
      <p:ext uri="{BB962C8B-B14F-4D97-AF65-F5344CB8AC3E}">
        <p14:creationId xmlns:p14="http://schemas.microsoft.com/office/powerpoint/2010/main" val="1639392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10</a:t>
            </a:fld>
            <a:endParaRPr lang="en-US"/>
          </a:p>
        </p:txBody>
      </p:sp>
    </p:spTree>
    <p:extLst>
      <p:ext uri="{BB962C8B-B14F-4D97-AF65-F5344CB8AC3E}">
        <p14:creationId xmlns:p14="http://schemas.microsoft.com/office/powerpoint/2010/main" val="514693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DDC1-F938-39E6-B3F4-EE600A5A009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310E25C-DA30-F293-094D-6C39E109A1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2DFDE2F-3C96-91B6-5144-86EF252C9221}"/>
              </a:ext>
            </a:extLst>
          </p:cNvPr>
          <p:cNvSpPr>
            <a:spLocks noGrp="1"/>
          </p:cNvSpPr>
          <p:nvPr>
            <p:ph type="dt" sz="half" idx="10"/>
          </p:nvPr>
        </p:nvSpPr>
        <p:spPr/>
        <p:txBody>
          <a:bodyPr/>
          <a:lstStyle/>
          <a:p>
            <a:fld id="{D69FE89A-86BA-FD42-9062-6FDC96000E94}" type="datetimeFigureOut">
              <a:rPr lang="en-US" smtClean="0"/>
              <a:t>4/10/25</a:t>
            </a:fld>
            <a:endParaRPr lang="en-US"/>
          </a:p>
        </p:txBody>
      </p:sp>
      <p:sp>
        <p:nvSpPr>
          <p:cNvPr id="5" name="Footer Placeholder 4">
            <a:extLst>
              <a:ext uri="{FF2B5EF4-FFF2-40B4-BE49-F238E27FC236}">
                <a16:creationId xmlns:a16="http://schemas.microsoft.com/office/drawing/2014/main" id="{D930E73F-BD8A-1A31-E1EA-8D0C5BAD9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404F0-4178-CE82-D356-35F161479C3B}"/>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91111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3162-2B14-4CA9-34B5-4C54D72AC02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7AE6F61-CB65-7BDF-539B-E50D55B140E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AA6BF6-4C90-201F-92CF-20B243068639}"/>
              </a:ext>
            </a:extLst>
          </p:cNvPr>
          <p:cNvSpPr>
            <a:spLocks noGrp="1"/>
          </p:cNvSpPr>
          <p:nvPr>
            <p:ph type="dt" sz="half" idx="10"/>
          </p:nvPr>
        </p:nvSpPr>
        <p:spPr/>
        <p:txBody>
          <a:bodyPr/>
          <a:lstStyle/>
          <a:p>
            <a:fld id="{D69FE89A-86BA-FD42-9062-6FDC96000E94}" type="datetimeFigureOut">
              <a:rPr lang="en-US" smtClean="0"/>
              <a:t>4/10/25</a:t>
            </a:fld>
            <a:endParaRPr lang="en-US"/>
          </a:p>
        </p:txBody>
      </p:sp>
      <p:sp>
        <p:nvSpPr>
          <p:cNvPr id="5" name="Footer Placeholder 4">
            <a:extLst>
              <a:ext uri="{FF2B5EF4-FFF2-40B4-BE49-F238E27FC236}">
                <a16:creationId xmlns:a16="http://schemas.microsoft.com/office/drawing/2014/main" id="{7CF38521-5721-D7E9-C5BD-1A005E7DB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A9494-39DF-3752-31D7-E1A2FF29F375}"/>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3007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0C542-42B3-DEF2-8D99-F6F5CFA91C5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B43B492-7744-AEE7-3E0D-9B0B34D5BB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F49855A-1C3C-BCAF-BA93-EFB9556B35E9}"/>
              </a:ext>
            </a:extLst>
          </p:cNvPr>
          <p:cNvSpPr>
            <a:spLocks noGrp="1"/>
          </p:cNvSpPr>
          <p:nvPr>
            <p:ph type="dt" sz="half" idx="10"/>
          </p:nvPr>
        </p:nvSpPr>
        <p:spPr/>
        <p:txBody>
          <a:bodyPr/>
          <a:lstStyle/>
          <a:p>
            <a:fld id="{D69FE89A-86BA-FD42-9062-6FDC96000E94}" type="datetimeFigureOut">
              <a:rPr lang="en-US" smtClean="0"/>
              <a:t>4/10/25</a:t>
            </a:fld>
            <a:endParaRPr lang="en-US"/>
          </a:p>
        </p:txBody>
      </p:sp>
      <p:sp>
        <p:nvSpPr>
          <p:cNvPr id="5" name="Footer Placeholder 4">
            <a:extLst>
              <a:ext uri="{FF2B5EF4-FFF2-40B4-BE49-F238E27FC236}">
                <a16:creationId xmlns:a16="http://schemas.microsoft.com/office/drawing/2014/main" id="{D0A5939B-A777-DBE7-E457-B3D5F6941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F3945-DAEF-EC24-6450-36E53556C748}"/>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099312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2EDA-922E-3FB8-D74A-041F33CF58F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626B4D5-9E31-2CBB-683F-631D34E8B2F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8D82937-D4A7-B2A4-73BE-97B71BF7722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F7BE170-5ED5-DBDC-9598-3BC575CCC857}"/>
              </a:ext>
            </a:extLst>
          </p:cNvPr>
          <p:cNvSpPr>
            <a:spLocks noGrp="1"/>
          </p:cNvSpPr>
          <p:nvPr>
            <p:ph type="dt" sz="half" idx="10"/>
          </p:nvPr>
        </p:nvSpPr>
        <p:spPr/>
        <p:txBody>
          <a:bodyPr/>
          <a:lstStyle/>
          <a:p>
            <a:fld id="{D69FE89A-86BA-FD42-9062-6FDC96000E94}" type="datetimeFigureOut">
              <a:rPr lang="en-US" smtClean="0"/>
              <a:t>4/10/25</a:t>
            </a:fld>
            <a:endParaRPr lang="en-US"/>
          </a:p>
        </p:txBody>
      </p:sp>
      <p:sp>
        <p:nvSpPr>
          <p:cNvPr id="6" name="Footer Placeholder 5">
            <a:extLst>
              <a:ext uri="{FF2B5EF4-FFF2-40B4-BE49-F238E27FC236}">
                <a16:creationId xmlns:a16="http://schemas.microsoft.com/office/drawing/2014/main" id="{45A24D56-BF9A-22ED-C2A7-99F5991BA5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5E357D-6133-6A46-144D-403593448CB4}"/>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78446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F133A-AC9A-D625-3179-1A32B69871D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B6DEC2B-4EC1-0AC9-08A1-712C1D601E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5CEA498-10A5-5B38-CA4A-8DBAEECD12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040DD02-8608-91C6-80F3-31687FF44D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733F49-49EF-E36F-8072-31F0522E87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A5AD18D-8600-3D9E-F7DF-BB27CC9E6273}"/>
              </a:ext>
            </a:extLst>
          </p:cNvPr>
          <p:cNvSpPr>
            <a:spLocks noGrp="1"/>
          </p:cNvSpPr>
          <p:nvPr>
            <p:ph type="dt" sz="half" idx="10"/>
          </p:nvPr>
        </p:nvSpPr>
        <p:spPr/>
        <p:txBody>
          <a:bodyPr/>
          <a:lstStyle/>
          <a:p>
            <a:fld id="{D69FE89A-86BA-FD42-9062-6FDC96000E94}" type="datetimeFigureOut">
              <a:rPr lang="en-US" smtClean="0"/>
              <a:t>4/10/25</a:t>
            </a:fld>
            <a:endParaRPr lang="en-US"/>
          </a:p>
        </p:txBody>
      </p:sp>
      <p:sp>
        <p:nvSpPr>
          <p:cNvPr id="8" name="Footer Placeholder 7">
            <a:extLst>
              <a:ext uri="{FF2B5EF4-FFF2-40B4-BE49-F238E27FC236}">
                <a16:creationId xmlns:a16="http://schemas.microsoft.com/office/drawing/2014/main" id="{2F831029-141B-BFFF-73FF-A66219D4D9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06EEDD-A397-2580-48D3-A253530AE4FD}"/>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892218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4DE71-0437-F5AA-9446-18C06C7C453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ED63A9C-6008-2E20-B9B1-4A0FAA4C0809}"/>
              </a:ext>
            </a:extLst>
          </p:cNvPr>
          <p:cNvSpPr>
            <a:spLocks noGrp="1"/>
          </p:cNvSpPr>
          <p:nvPr>
            <p:ph type="dt" sz="half" idx="10"/>
          </p:nvPr>
        </p:nvSpPr>
        <p:spPr/>
        <p:txBody>
          <a:bodyPr/>
          <a:lstStyle/>
          <a:p>
            <a:fld id="{D69FE89A-86BA-FD42-9062-6FDC96000E94}" type="datetimeFigureOut">
              <a:rPr lang="en-US" smtClean="0"/>
              <a:t>4/10/25</a:t>
            </a:fld>
            <a:endParaRPr lang="en-US"/>
          </a:p>
        </p:txBody>
      </p:sp>
      <p:sp>
        <p:nvSpPr>
          <p:cNvPr id="4" name="Footer Placeholder 3">
            <a:extLst>
              <a:ext uri="{FF2B5EF4-FFF2-40B4-BE49-F238E27FC236}">
                <a16:creationId xmlns:a16="http://schemas.microsoft.com/office/drawing/2014/main" id="{D9186955-7AF9-A7DD-C41A-4F16D1B5AD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E9460A-1480-FE9F-9A17-937A23D56FF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953201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E15C2-1EC8-B992-ECD0-C58895213ED6}"/>
              </a:ext>
            </a:extLst>
          </p:cNvPr>
          <p:cNvSpPr>
            <a:spLocks noGrp="1"/>
          </p:cNvSpPr>
          <p:nvPr>
            <p:ph type="dt" sz="half" idx="10"/>
          </p:nvPr>
        </p:nvSpPr>
        <p:spPr/>
        <p:txBody>
          <a:bodyPr/>
          <a:lstStyle/>
          <a:p>
            <a:fld id="{D69FE89A-86BA-FD42-9062-6FDC96000E94}" type="datetimeFigureOut">
              <a:rPr lang="en-US" smtClean="0"/>
              <a:t>4/10/25</a:t>
            </a:fld>
            <a:endParaRPr lang="en-US"/>
          </a:p>
        </p:txBody>
      </p:sp>
      <p:sp>
        <p:nvSpPr>
          <p:cNvPr id="3" name="Footer Placeholder 2">
            <a:extLst>
              <a:ext uri="{FF2B5EF4-FFF2-40B4-BE49-F238E27FC236}">
                <a16:creationId xmlns:a16="http://schemas.microsoft.com/office/drawing/2014/main" id="{FC315E9E-720E-BC87-9443-2F895F70B2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1D9D3E-C868-F812-8E13-F0D1739F699E}"/>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087757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DD15-EEED-CEA6-C707-385C1B2951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8393A3A-B88B-08AF-C900-1A5642671D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50EA202-647A-AEC1-3A69-F88FA61466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0699A85-DB44-0343-144A-E9A91DDC4AB2}"/>
              </a:ext>
            </a:extLst>
          </p:cNvPr>
          <p:cNvSpPr>
            <a:spLocks noGrp="1"/>
          </p:cNvSpPr>
          <p:nvPr>
            <p:ph type="dt" sz="half" idx="10"/>
          </p:nvPr>
        </p:nvSpPr>
        <p:spPr/>
        <p:txBody>
          <a:bodyPr/>
          <a:lstStyle/>
          <a:p>
            <a:fld id="{D69FE89A-86BA-FD42-9062-6FDC96000E94}" type="datetimeFigureOut">
              <a:rPr lang="en-US" smtClean="0"/>
              <a:t>4/10/25</a:t>
            </a:fld>
            <a:endParaRPr lang="en-US"/>
          </a:p>
        </p:txBody>
      </p:sp>
      <p:sp>
        <p:nvSpPr>
          <p:cNvPr id="6" name="Footer Placeholder 5">
            <a:extLst>
              <a:ext uri="{FF2B5EF4-FFF2-40B4-BE49-F238E27FC236}">
                <a16:creationId xmlns:a16="http://schemas.microsoft.com/office/drawing/2014/main" id="{AD4C8560-3CD4-5BD1-7073-6C81305E8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26E01-2CBA-5305-A8C9-6AD316FC0E10}"/>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2333375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6486-D790-8717-6108-668B5D01EF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2C77FDC-5172-3106-DC82-8A74194AD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BA6034-A474-10C9-4218-96F78062FB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C41F6A-2BBC-CE28-A15A-988E24A72797}"/>
              </a:ext>
            </a:extLst>
          </p:cNvPr>
          <p:cNvSpPr>
            <a:spLocks noGrp="1"/>
          </p:cNvSpPr>
          <p:nvPr>
            <p:ph type="dt" sz="half" idx="10"/>
          </p:nvPr>
        </p:nvSpPr>
        <p:spPr/>
        <p:txBody>
          <a:bodyPr/>
          <a:lstStyle/>
          <a:p>
            <a:fld id="{D69FE89A-86BA-FD42-9062-6FDC96000E94}" type="datetimeFigureOut">
              <a:rPr lang="en-US" smtClean="0"/>
              <a:t>4/10/25</a:t>
            </a:fld>
            <a:endParaRPr lang="en-US"/>
          </a:p>
        </p:txBody>
      </p:sp>
      <p:sp>
        <p:nvSpPr>
          <p:cNvPr id="6" name="Footer Placeholder 5">
            <a:extLst>
              <a:ext uri="{FF2B5EF4-FFF2-40B4-BE49-F238E27FC236}">
                <a16:creationId xmlns:a16="http://schemas.microsoft.com/office/drawing/2014/main" id="{EF6B4D11-D1AA-1913-F28A-FD5D0270F4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E6097-F062-EBFB-5A2D-5A8B95B22F1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1998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FCE19-3113-5CA8-4A83-BAE90D3AFAD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5E0656D-219D-B693-BDCA-F6240A8953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89D2FF-C4E7-28CC-49DB-885EA07042A3}"/>
              </a:ext>
            </a:extLst>
          </p:cNvPr>
          <p:cNvSpPr>
            <a:spLocks noGrp="1"/>
          </p:cNvSpPr>
          <p:nvPr>
            <p:ph type="dt" sz="half" idx="10"/>
          </p:nvPr>
        </p:nvSpPr>
        <p:spPr/>
        <p:txBody>
          <a:bodyPr/>
          <a:lstStyle/>
          <a:p>
            <a:fld id="{D69FE89A-86BA-FD42-9062-6FDC96000E94}" type="datetimeFigureOut">
              <a:rPr lang="en-US" smtClean="0"/>
              <a:t>4/10/25</a:t>
            </a:fld>
            <a:endParaRPr lang="en-US"/>
          </a:p>
        </p:txBody>
      </p:sp>
      <p:sp>
        <p:nvSpPr>
          <p:cNvPr id="5" name="Footer Placeholder 4">
            <a:extLst>
              <a:ext uri="{FF2B5EF4-FFF2-40B4-BE49-F238E27FC236}">
                <a16:creationId xmlns:a16="http://schemas.microsoft.com/office/drawing/2014/main" id="{08A0D90F-5BDA-FDD3-D096-145F86BFC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56B89-CA2C-7B4B-1E75-F21BA63FC0C1}"/>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65607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154FBD-B0CE-D003-3384-B360414AE4F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03F0770-FE73-D5A6-3F31-3F45F9FDCEA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0806A0-DB60-4C90-0E5C-A4438A160B4B}"/>
              </a:ext>
            </a:extLst>
          </p:cNvPr>
          <p:cNvSpPr>
            <a:spLocks noGrp="1"/>
          </p:cNvSpPr>
          <p:nvPr>
            <p:ph type="dt" sz="half" idx="10"/>
          </p:nvPr>
        </p:nvSpPr>
        <p:spPr/>
        <p:txBody>
          <a:bodyPr/>
          <a:lstStyle/>
          <a:p>
            <a:fld id="{D69FE89A-86BA-FD42-9062-6FDC96000E94}" type="datetimeFigureOut">
              <a:rPr lang="en-US" smtClean="0"/>
              <a:t>4/10/25</a:t>
            </a:fld>
            <a:endParaRPr lang="en-US"/>
          </a:p>
        </p:txBody>
      </p:sp>
      <p:sp>
        <p:nvSpPr>
          <p:cNvPr id="5" name="Footer Placeholder 4">
            <a:extLst>
              <a:ext uri="{FF2B5EF4-FFF2-40B4-BE49-F238E27FC236}">
                <a16:creationId xmlns:a16="http://schemas.microsoft.com/office/drawing/2014/main" id="{C2B60272-25A5-F266-476F-DCEC76907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47DF08-E356-0558-FF8F-2DC1400DD8E9}"/>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08459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Subtitle 8"/>
          <p:cNvSpPr>
            <a:spLocks noGrp="1"/>
          </p:cNvSpPr>
          <p:nvPr>
            <p:ph type="subTitle" idx="1"/>
          </p:nvPr>
        </p:nvSpPr>
        <p:spPr>
          <a:xfrm>
            <a:off x="3149600" y="6050037"/>
            <a:ext cx="8686800" cy="685800"/>
          </a:xfrm>
        </p:spPr>
        <p:txBody>
          <a:bodyPr anchor="ctr"/>
          <a:lstStyle>
            <a:lvl1pPr marL="0" indent="0" algn="l">
              <a:buNone/>
              <a:defRPr sz="3733">
                <a:solidFill>
                  <a:srgbClr val="FFFFFF"/>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extLst/>
          </a:lstStyle>
          <a:p>
            <a:r>
              <a:rPr lang="en-US"/>
              <a:t>Click to edit Master subtitle style</a:t>
            </a:r>
            <a:endParaRPr lang="en-US" dirty="0"/>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667">
                <a:solidFill>
                  <a:srgbClr val="FFFFFF"/>
                </a:solidFill>
              </a:defRPr>
            </a:lvl1pPr>
            <a:extLst/>
          </a:lstStyle>
          <a:p>
            <a:pPr algn="ctr"/>
            <a:fld id="{047E157E-8DCB-4F70-A0AF-5EB586A91DD4}" type="datetime1">
              <a:rPr lang="en-US" smtClean="0">
                <a:solidFill>
                  <a:srgbClr val="FFFFFF"/>
                </a:solidFill>
              </a:rPr>
              <a:pPr algn="ctr"/>
              <a:t>4/10/25</a:t>
            </a:fld>
            <a:endParaRPr lang="en-US" sz="2667" dirty="0">
              <a:solidFill>
                <a:srgbClr val="FFFFFF"/>
              </a:solidFill>
            </a:endParaRPr>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3149600" y="3124200"/>
            <a:ext cx="8636000" cy="2717800"/>
          </a:xfrm>
        </p:spPr>
        <p:txBody>
          <a:bodyPr rtlCol="0" anchor="b"/>
          <a:lstStyle>
            <a:lvl1pPr>
              <a:defRPr cap="all" baseline="0"/>
            </a:lvl1pPr>
            <a:extLst/>
          </a:lstStyle>
          <a:p>
            <a:r>
              <a:rPr lang="en-US"/>
              <a:t>Click to edit Master title style</a:t>
            </a:r>
            <a:endParaRPr lang="en-US" dirty="0"/>
          </a:p>
        </p:txBody>
      </p:sp>
    </p:spTree>
    <p:extLst>
      <p:ext uri="{BB962C8B-B14F-4D97-AF65-F5344CB8AC3E}">
        <p14:creationId xmlns:p14="http://schemas.microsoft.com/office/powerpoint/2010/main" val="219520014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fld id="{E4606EA6-EFEA-4C30-9264-4F9291A5780D}" type="datetime1">
              <a:rPr lang="en-US" smtClean="0"/>
              <a:pPr/>
              <a:t>4/10/25</a:t>
            </a:fld>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867" b="1" smtClean="0">
                <a:solidFill>
                  <a:srgbClr val="FFFFFF"/>
                </a:solidFill>
              </a:rPr>
              <a:pPr algn="ctr"/>
              <a:t>‹#›</a:t>
            </a:fld>
            <a:endParaRPr lang="en-US"/>
          </a:p>
        </p:txBody>
      </p:sp>
      <p:sp>
        <p:nvSpPr>
          <p:cNvPr id="7" name="Rectangle 6"/>
          <p:cNvSpPr>
            <a:spLocks noGrp="1"/>
          </p:cNvSpPr>
          <p:nvPr>
            <p:ph sz="quarter" idx="13"/>
          </p:nvPr>
        </p:nvSpPr>
        <p:spPr>
          <a:xfrm>
            <a:off x="812800" y="1803400"/>
            <a:ext cx="10871200" cy="436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1084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1"/>
            <a:ext cx="9497484" cy="1673225"/>
          </a:xfrm>
        </p:spPr>
        <p:txBody>
          <a:bodyPr anchor="t"/>
          <a:lstStyle>
            <a:lvl1pPr>
              <a:buNone/>
              <a:defRPr sz="3733">
                <a:solidFill>
                  <a:schemeClr val="tx2"/>
                </a:solidFill>
              </a:defRPr>
            </a:lvl1pPr>
            <a:lvl2pPr>
              <a:buNone/>
              <a:defRPr sz="2400">
                <a:solidFill>
                  <a:schemeClr val="tx1">
                    <a:tint val="75000"/>
                  </a:schemeClr>
                </a:solidFill>
              </a:defRPr>
            </a:lvl2pPr>
            <a:lvl3pPr>
              <a:buNone/>
              <a:defRPr sz="2133">
                <a:solidFill>
                  <a:schemeClr val="tx1">
                    <a:tint val="75000"/>
                  </a:schemeClr>
                </a:solidFill>
              </a:defRPr>
            </a:lvl3pPr>
            <a:lvl4pPr>
              <a:buNone/>
              <a:defRPr sz="1867">
                <a:solidFill>
                  <a:schemeClr val="tx1">
                    <a:tint val="75000"/>
                  </a:schemeClr>
                </a:solidFill>
              </a:defRPr>
            </a:lvl4pPr>
            <a:lvl5pPr>
              <a:buNone/>
              <a:defRPr sz="1867">
                <a:solidFill>
                  <a:schemeClr val="tx1">
                    <a:tint val="75000"/>
                  </a:schemeClr>
                </a:solidFill>
              </a:defRPr>
            </a:lvl5pPr>
            <a:extLst/>
          </a:lstStyle>
          <a:p>
            <a:pPr lvl="0"/>
            <a:r>
              <a:rPr lang="en-US"/>
              <a:t>Click to edit Master text styles</a:t>
            </a:r>
          </a:p>
        </p:txBody>
      </p:sp>
      <p:sp>
        <p:nvSpPr>
          <p:cNvPr id="7" name="Rectangle 6"/>
          <p:cNvSpPr/>
          <p:nvPr/>
        </p:nvSpPr>
        <p:spPr>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hasCustomPrompt="1"/>
          </p:nvPr>
        </p:nvSpPr>
        <p:spPr>
          <a:xfrm>
            <a:off x="1828800" y="1600200"/>
            <a:ext cx="10160000" cy="990600"/>
          </a:xfrm>
        </p:spPr>
        <p:txBody>
          <a:bodyPr/>
          <a:lstStyle>
            <a:lvl1pPr algn="l">
              <a:buNone/>
              <a:defRPr sz="5867"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fld id="{6FCF9F07-3BC7-4570-B054-79111B0A380C}" type="datetime1">
              <a:rPr lang="en-US" smtClean="0"/>
              <a:pPr/>
              <a:t>4/10/25</a:t>
            </a:fld>
            <a:endParaRPr lang="en-US"/>
          </a:p>
        </p:txBody>
      </p:sp>
      <p:sp>
        <p:nvSpPr>
          <p:cNvPr id="13" name="Slide Number Placeholder 12"/>
          <p:cNvSpPr>
            <a:spLocks noGrp="1"/>
          </p:cNvSpPr>
          <p:nvPr>
            <p:ph type="sldNum" sz="quarter" idx="11"/>
          </p:nvPr>
        </p:nvSpPr>
        <p:spPr>
          <a:xfrm>
            <a:off x="0" y="1752601"/>
            <a:ext cx="1727200" cy="701676"/>
          </a:xfrm>
        </p:spPr>
        <p:txBody>
          <a:bodyPr>
            <a:noAutofit/>
          </a:bodyPr>
          <a:lstStyle>
            <a:lvl1pPr>
              <a:defRPr sz="3200">
                <a:solidFill>
                  <a:srgbClr val="FFFFFF"/>
                </a:solidFill>
              </a:defRPr>
            </a:lvl1pPr>
            <a:extLst/>
          </a:lstStyle>
          <a:p>
            <a:pPr algn="ctr"/>
            <a:fld id="{8F82E0A0-C266-4798-8C8F-B9F91E9DA37E}" type="slidenum">
              <a:rPr lang="en-US" sz="3200" b="1" smtClean="0">
                <a:solidFill>
                  <a:srgbClr val="FFFFFF"/>
                </a:solidFill>
              </a:rPr>
              <a:pPr algn="ctr"/>
              <a:t>‹#›</a:t>
            </a:fld>
            <a:endParaRPr lang="en-US" sz="32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64355802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812800" y="1803402"/>
            <a:ext cx="5181600" cy="43581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6459868" y="1803399"/>
            <a:ext cx="5181600" cy="43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fld id="{E4606EA6-EFEA-4C30-9264-4F9291A5780D}" type="datetime1">
              <a:rPr lang="en-US" smtClean="0"/>
              <a:pPr/>
              <a:t>4/10/25</a:t>
            </a:fld>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extLst>
      <p:ext uri="{BB962C8B-B14F-4D97-AF65-F5344CB8AC3E}">
        <p14:creationId xmlns:p14="http://schemas.microsoft.com/office/powerpoint/2010/main" val="105751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6864" y="157480"/>
            <a:ext cx="10871200" cy="134112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812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fld id="{E4606EA6-EFEA-4C30-9264-4F9291A5780D}" type="datetime1">
              <a:rPr lang="en-US" smtClean="0"/>
              <a:pPr/>
              <a:t>4/10/25</a:t>
            </a:fld>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812800" y="1816383"/>
            <a:ext cx="5181600" cy="707136"/>
          </a:xfrm>
          <a:solidFill>
            <a:schemeClr val="accent2"/>
          </a:solidFill>
        </p:spPr>
        <p:txBody>
          <a:bodyPr rtlCol="0" anchor="ctr"/>
          <a:lstStyle>
            <a:lvl1pPr>
              <a:buFontTx/>
              <a:buNone/>
              <a:defRPr sz="2667"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6400800" y="1816383"/>
            <a:ext cx="5181600" cy="707136"/>
          </a:xfrm>
          <a:solidFill>
            <a:schemeClr val="accent4"/>
          </a:solidFill>
        </p:spPr>
        <p:txBody>
          <a:bodyPr rtlCol="0" anchor="ctr"/>
          <a:lstStyle>
            <a:lvl1pPr>
              <a:buFontTx/>
              <a:buNone/>
              <a:defRPr sz="2667" b="1">
                <a:solidFill>
                  <a:srgbClr val="FFFFFF"/>
                </a:solidFill>
              </a:defRPr>
            </a:lvl1pPr>
            <a:extLst/>
          </a:lstStyle>
          <a:p>
            <a:pPr lvl="0"/>
            <a:r>
              <a:rPr lang="en-US"/>
              <a:t>Click to edit Master text styles</a:t>
            </a:r>
          </a:p>
        </p:txBody>
      </p:sp>
    </p:spTree>
    <p:extLst>
      <p:ext uri="{BB962C8B-B14F-4D97-AF65-F5344CB8AC3E}">
        <p14:creationId xmlns:p14="http://schemas.microsoft.com/office/powerpoint/2010/main" val="2791058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FADB5D-B7A0-47E3-AD2D-B1A6F8614213}" type="datetime1">
              <a:rPr lang="en-US" smtClean="0"/>
              <a:pPr/>
              <a:t>4/10/25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242929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68126-03FC-49C0-B9B8-2B561CCC3D90}" type="datetime1">
              <a:rPr lang="en-US" smtClean="0"/>
              <a:pPr/>
              <a:t>4/10/25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extLst>
      <p:ext uri="{BB962C8B-B14F-4D97-AF65-F5344CB8AC3E}">
        <p14:creationId xmlns:p14="http://schemas.microsoft.com/office/powerpoint/2010/main" val="4042022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157480"/>
            <a:ext cx="10871200" cy="1341120"/>
          </a:xfrm>
        </p:spPr>
        <p:txBody>
          <a:bodyPr anchor="b"/>
          <a:lstStyle>
            <a:lvl1pPr algn="l">
              <a:buNone/>
              <a:defRPr sz="56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49A8198-4617-485E-9585-4840B69DBBA6}" type="datetime1">
              <a:rPr lang="en-US" smtClean="0"/>
              <a:pPr/>
              <a:t>4/10/25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812800" y="1905000"/>
            <a:ext cx="2133600" cy="41656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333"/>
              </a:spcAft>
              <a:buNone/>
              <a:defRPr sz="2400"/>
            </a:lvl1pPr>
            <a:lvl2pPr>
              <a:buNone/>
              <a:defRPr sz="1600"/>
            </a:lvl2pPr>
            <a:lvl3pPr>
              <a:buNone/>
              <a:defRPr sz="1333"/>
            </a:lvl3pPr>
            <a:lvl4pPr>
              <a:buNone/>
              <a:defRPr sz="1200"/>
            </a:lvl4pPr>
            <a:lvl5pPr>
              <a:buNone/>
              <a:defRPr sz="1200"/>
            </a:lvl5pPr>
            <a:extLst/>
          </a:lstStyle>
          <a:p>
            <a:pPr lvl="0"/>
            <a:r>
              <a:rPr lang="en-US"/>
              <a:t>Click to edit Master text styles</a:t>
            </a:r>
          </a:p>
        </p:txBody>
      </p:sp>
      <p:sp>
        <p:nvSpPr>
          <p:cNvPr id="9" name="Content Placeholder 8"/>
          <p:cNvSpPr>
            <a:spLocks noGrp="1"/>
          </p:cNvSpPr>
          <p:nvPr>
            <p:ph sz="quarter" idx="13"/>
          </p:nvPr>
        </p:nvSpPr>
        <p:spPr>
          <a:xfrm>
            <a:off x="3149600" y="1905000"/>
            <a:ext cx="8534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66189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076891" y="0"/>
            <a:ext cx="10115109" cy="4559808"/>
          </a:xfrm>
          <a:solidFill>
            <a:schemeClr val="tx2">
              <a:shade val="50000"/>
            </a:schemeClr>
          </a:solidFill>
          <a:ln>
            <a:noFill/>
          </a:ln>
        </p:spPr>
        <p:txBody>
          <a:bodyPr/>
          <a:lstStyle>
            <a:lvl1pPr>
              <a:buNone/>
              <a:defRPr sz="4267"/>
            </a:lvl1pPr>
            <a:extLst/>
          </a:lstStyle>
          <a:p>
            <a:r>
              <a:rPr lang="en-US"/>
              <a:t>Drag picture to placeholder or click icon to add</a:t>
            </a:r>
            <a:endParaRPr lang="en-US" dirty="0"/>
          </a:p>
        </p:txBody>
      </p:sp>
      <p:sp>
        <p:nvSpPr>
          <p:cNvPr id="4" name="Text Placeholder 3"/>
          <p:cNvSpPr>
            <a:spLocks noGrp="1"/>
          </p:cNvSpPr>
          <p:nvPr>
            <p:ph type="body" sz="half" idx="2"/>
          </p:nvPr>
        </p:nvSpPr>
        <p:spPr>
          <a:xfrm>
            <a:off x="2133600" y="5486400"/>
            <a:ext cx="9753600" cy="685800"/>
          </a:xfrm>
        </p:spPr>
        <p:txBody>
          <a:bodyPr/>
          <a:lstStyle>
            <a:lvl1pPr marL="0" indent="0">
              <a:buFontTx/>
              <a:buNone/>
              <a:defRPr sz="2267"/>
            </a:lvl1pPr>
            <a:lvl2pPr>
              <a:buFontTx/>
              <a:buNone/>
              <a:defRPr sz="1600"/>
            </a:lvl2pPr>
            <a:lvl3pPr>
              <a:buFontTx/>
              <a:buNone/>
              <a:defRPr sz="1333"/>
            </a:lvl3pPr>
            <a:lvl4pPr>
              <a:buFontTx/>
              <a:buNone/>
              <a:defRPr sz="1200"/>
            </a:lvl4pPr>
            <a:lvl5pPr>
              <a:buFontTx/>
              <a:buNone/>
              <a:defRPr sz="1200"/>
            </a:lvl5pPr>
            <a:extLst/>
          </a:lstStyle>
          <a:p>
            <a:pPr lvl="0"/>
            <a:r>
              <a:rPr lang="en-US"/>
              <a:t>Click to edit Master text styles</a:t>
            </a:r>
          </a:p>
        </p:txBody>
      </p:sp>
      <p:sp>
        <p:nvSpPr>
          <p:cNvPr id="8" name="Rectangle 7"/>
          <p:cNvSpPr/>
          <p:nvPr/>
        </p:nvSpPr>
        <p:spPr>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2060448" y="4654296"/>
            <a:ext cx="10119360"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p:nvPr>
        </p:nvSpPr>
        <p:spPr>
          <a:xfrm>
            <a:off x="2133600" y="4724400"/>
            <a:ext cx="9753600" cy="609600"/>
          </a:xfrm>
        </p:spPr>
        <p:txBody>
          <a:bodyPr anchor="ctr"/>
          <a:lstStyle>
            <a:lvl1pPr algn="l">
              <a:buNone/>
              <a:defRPr sz="3733" b="0">
                <a:solidFill>
                  <a:srgbClr val="FFFFFF"/>
                </a:solidFill>
              </a:defRPr>
            </a:lvl1pPr>
            <a:extLst/>
          </a:lstStyle>
          <a:p>
            <a:r>
              <a:rPr lang="en-US"/>
              <a:t>Click to edit Master title style</a:t>
            </a:r>
            <a:endParaRPr lang="en-US" dirty="0"/>
          </a:p>
        </p:txBody>
      </p:sp>
      <p:sp>
        <p:nvSpPr>
          <p:cNvPr id="11" name="Rectangle 10"/>
          <p:cNvSpPr/>
          <p:nvPr/>
        </p:nvSpPr>
        <p:spPr>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2" name="Date Placeholder 11"/>
          <p:cNvSpPr>
            <a:spLocks noGrp="1"/>
          </p:cNvSpPr>
          <p:nvPr>
            <p:ph type="dt" sz="half" idx="10"/>
          </p:nvPr>
        </p:nvSpPr>
        <p:spPr>
          <a:xfrm>
            <a:off x="8331200" y="6248400"/>
            <a:ext cx="3556000" cy="365125"/>
          </a:xfrm>
        </p:spPr>
        <p:txBody>
          <a:bodyPr rtlCol="0"/>
          <a:lstStyle/>
          <a:p>
            <a:fld id="{E4606EA6-EFEA-4C30-9264-4F9291A5780D}" type="datetime1">
              <a:rPr lang="en-US" smtClean="0"/>
              <a:pPr/>
              <a:t>4/10/25</a:t>
            </a:fld>
            <a:endParaRPr lang="en-US"/>
          </a:p>
        </p:txBody>
      </p:sp>
      <p:sp>
        <p:nvSpPr>
          <p:cNvPr id="13" name="Slide Number Placeholder 12"/>
          <p:cNvSpPr>
            <a:spLocks noGrp="1"/>
          </p:cNvSpPr>
          <p:nvPr>
            <p:ph type="sldNum" sz="quarter" idx="11"/>
          </p:nvPr>
        </p:nvSpPr>
        <p:spPr>
          <a:xfrm>
            <a:off x="0" y="4667249"/>
            <a:ext cx="1930400" cy="663579"/>
          </a:xfrm>
        </p:spPr>
        <p:txBody>
          <a:bodyPr rtlCol="0"/>
          <a:lstStyle>
            <a:lvl1pPr>
              <a:defRPr sz="3733"/>
            </a:lvl1pPr>
            <a:extLst/>
          </a:lstStyle>
          <a:p>
            <a:pPr algn="ctr"/>
            <a:fld id="{8F82E0A0-C266-4798-8C8F-B9F91E9DA37E}" type="slidenum">
              <a:rPr lang="en-US" sz="3733" b="1" smtClean="0">
                <a:solidFill>
                  <a:srgbClr val="FFFFFF"/>
                </a:solidFill>
              </a:rPr>
              <a:pPr algn="ctr"/>
              <a:t>‹#›</a:t>
            </a:fld>
            <a:endParaRPr lang="en-US" sz="3733" dirty="0"/>
          </a:p>
        </p:txBody>
      </p:sp>
      <p:sp>
        <p:nvSpPr>
          <p:cNvPr id="14" name="Footer Placeholder 13"/>
          <p:cNvSpPr>
            <a:spLocks noGrp="1"/>
          </p:cNvSpPr>
          <p:nvPr>
            <p:ph type="ftr" sz="quarter" idx="12"/>
          </p:nvPr>
        </p:nvSpPr>
        <p:spPr>
          <a:xfrm>
            <a:off x="2133600" y="6248207"/>
            <a:ext cx="6096000" cy="365125"/>
          </a:xfrm>
        </p:spPr>
        <p:txBody>
          <a:bodyPr rtlCol="0"/>
          <a:lstStyle/>
          <a:p>
            <a:endParaRPr lang="en-US" dirty="0"/>
          </a:p>
        </p:txBody>
      </p:sp>
    </p:spTree>
    <p:extLst>
      <p:ext uri="{BB962C8B-B14F-4D97-AF65-F5344CB8AC3E}">
        <p14:creationId xmlns:p14="http://schemas.microsoft.com/office/powerpoint/2010/main" val="317874242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000B9F-3D16-F369-AF91-1E7E3797BE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46678A3-0C92-DA57-BF84-76D00ED975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435C56-5483-A3CC-1AD0-7E2B0047C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FE89A-86BA-FD42-9062-6FDC96000E94}" type="datetimeFigureOut">
              <a:rPr lang="en-US" smtClean="0"/>
              <a:t>4/10/25</a:t>
            </a:fld>
            <a:endParaRPr lang="en-US"/>
          </a:p>
        </p:txBody>
      </p:sp>
      <p:sp>
        <p:nvSpPr>
          <p:cNvPr id="5" name="Footer Placeholder 4">
            <a:extLst>
              <a:ext uri="{FF2B5EF4-FFF2-40B4-BE49-F238E27FC236}">
                <a16:creationId xmlns:a16="http://schemas.microsoft.com/office/drawing/2014/main" id="{28FEBC52-95E6-A71C-B80B-178C8A1F9C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858E87-786F-0E40-8A5E-1DB601037E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3AC420-73C7-0E4D-B258-8A377A6F8F1A}" type="slidenum">
              <a:rPr lang="en-US" smtClean="0"/>
              <a:t>‹#›</a:t>
            </a:fld>
            <a:endParaRPr lang="en-US"/>
          </a:p>
        </p:txBody>
      </p:sp>
    </p:spTree>
    <p:extLst>
      <p:ext uri="{BB962C8B-B14F-4D97-AF65-F5344CB8AC3E}">
        <p14:creationId xmlns:p14="http://schemas.microsoft.com/office/powerpoint/2010/main" val="2159259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816864" y="1803400"/>
            <a:ext cx="10871200" cy="432308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8128000" y="6248400"/>
            <a:ext cx="3556000" cy="365125"/>
          </a:xfrm>
          <a:prstGeom prst="rect">
            <a:avLst/>
          </a:prstGeom>
        </p:spPr>
        <p:txBody>
          <a:bodyPr vert="horz" anchor="ctr" anchorCtr="0"/>
          <a:lstStyle>
            <a:lvl1pPr algn="l">
              <a:defRPr sz="1867">
                <a:solidFill>
                  <a:schemeClr val="tx2"/>
                </a:solidFill>
              </a:defRPr>
            </a:lvl1pPr>
            <a:extLst/>
          </a:lstStyle>
          <a:p>
            <a:fld id="{E4606EA6-EFEA-4C30-9264-4F9291A5780D}" type="datetime1">
              <a:rPr lang="en-US" smtClean="0"/>
              <a:pPr/>
              <a:t>4/10/25</a:t>
            </a:fld>
            <a:endParaRPr lang="en-US" sz="1867" dirty="0">
              <a:solidFill>
                <a:schemeClr val="tx2"/>
              </a:solidFill>
            </a:endParaRPr>
          </a:p>
        </p:txBody>
      </p:sp>
      <p:sp>
        <p:nvSpPr>
          <p:cNvPr id="3" name="Footer Placeholder 2"/>
          <p:cNvSpPr>
            <a:spLocks noGrp="1"/>
          </p:cNvSpPr>
          <p:nvPr>
            <p:ph type="ftr" sz="quarter" idx="3"/>
          </p:nvPr>
        </p:nvSpPr>
        <p:spPr>
          <a:xfrm>
            <a:off x="812802" y="6248207"/>
            <a:ext cx="7228111" cy="365125"/>
          </a:xfrm>
          <a:prstGeom prst="rect">
            <a:avLst/>
          </a:prstGeom>
        </p:spPr>
        <p:txBody>
          <a:bodyPr vert="horz" anchor="ctr"/>
          <a:lstStyle>
            <a:lvl1pPr algn="r">
              <a:defRPr sz="1867">
                <a:solidFill>
                  <a:schemeClr val="tx2"/>
                </a:solidFill>
              </a:defRPr>
            </a:lvl1pPr>
            <a:extLst/>
          </a:lstStyle>
          <a:p>
            <a:pPr algn="r"/>
            <a:endParaRPr lang="en-US" sz="1867" dirty="0">
              <a:solidFill>
                <a:schemeClr val="tx2"/>
              </a:solidFill>
            </a:endParaRPr>
          </a:p>
        </p:txBody>
      </p:sp>
      <p:sp>
        <p:nvSpPr>
          <p:cNvPr id="7" name="Rectangle 6"/>
          <p:cNvSpPr/>
          <p:nvPr/>
        </p:nvSpPr>
        <p:spPr>
          <a:xfrm>
            <a:off x="0" y="1460227"/>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505947"/>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787400" y="1505947"/>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3" name="Slide Number Placeholder 22"/>
          <p:cNvSpPr>
            <a:spLocks noGrp="1"/>
          </p:cNvSpPr>
          <p:nvPr>
            <p:ph type="sldNum" sz="quarter" idx="4"/>
          </p:nvPr>
        </p:nvSpPr>
        <p:spPr>
          <a:xfrm>
            <a:off x="0" y="1498010"/>
            <a:ext cx="711200" cy="244476"/>
          </a:xfrm>
          <a:prstGeom prst="rect">
            <a:avLst/>
          </a:prstGeom>
        </p:spPr>
        <p:txBody>
          <a:bodyPr vert="horz" anchor="ctr" anchorCtr="0">
            <a:normAutofit/>
          </a:bodyPr>
          <a:lstStyle>
            <a:lvl1pPr algn="ctr">
              <a:defRPr sz="1867" b="1">
                <a:solidFill>
                  <a:srgbClr val="FFFFFF"/>
                </a:solidFill>
              </a:defRPr>
            </a:lvl1pPr>
            <a:extLst/>
          </a:lstStyle>
          <a:p>
            <a:pPr algn="ctr"/>
            <a:fld id="{8F82E0A0-C266-4798-8C8F-B9F91E9DA37E}" type="slidenum">
              <a:rPr lang="en-US" sz="1867" b="1" smtClean="0">
                <a:solidFill>
                  <a:srgbClr val="FFFFFF"/>
                </a:solidFill>
              </a:rPr>
              <a:pPr algn="ctr"/>
              <a:t>‹#›</a:t>
            </a:fld>
            <a:endParaRPr lang="en-US" sz="1867" b="1" dirty="0">
              <a:solidFill>
                <a:srgbClr val="FFFFFF"/>
              </a:solidFill>
            </a:endParaRPr>
          </a:p>
        </p:txBody>
      </p:sp>
      <p:sp>
        <p:nvSpPr>
          <p:cNvPr id="22" name="Title Placeholder 21"/>
          <p:cNvSpPr>
            <a:spLocks noGrp="1"/>
          </p:cNvSpPr>
          <p:nvPr>
            <p:ph type="title"/>
          </p:nvPr>
        </p:nvSpPr>
        <p:spPr>
          <a:xfrm>
            <a:off x="812800" y="157480"/>
            <a:ext cx="10871200" cy="1341120"/>
          </a:xfrm>
          <a:prstGeom prst="rect">
            <a:avLst/>
          </a:prstGeom>
        </p:spPr>
        <p:txBody>
          <a:bodyPr vert="horz" anchor="b">
            <a:normAutofit/>
          </a:bodyPr>
          <a:lstStyle/>
          <a:p>
            <a:r>
              <a:rPr lang="en-US"/>
              <a:t>Click to edit Master title style</a:t>
            </a:r>
            <a:endParaRPr lang="en-US" dirty="0"/>
          </a:p>
        </p:txBody>
      </p:sp>
    </p:spTree>
    <p:extLst>
      <p:ext uri="{BB962C8B-B14F-4D97-AF65-F5344CB8AC3E}">
        <p14:creationId xmlns:p14="http://schemas.microsoft.com/office/powerpoint/2010/main" val="3506683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rtl="0" eaLnBrk="1" latinLnBrk="0" hangingPunct="1">
        <a:spcBef>
          <a:spcPct val="0"/>
        </a:spcBef>
        <a:buNone/>
        <a:defRPr sz="5600" kern="1200">
          <a:solidFill>
            <a:schemeClr val="tx2"/>
          </a:solidFill>
          <a:latin typeface="+mj-lt"/>
          <a:ea typeface="+mj-ea"/>
          <a:cs typeface="+mj-cs"/>
        </a:defRPr>
      </a:lvl1pPr>
      <a:extLst/>
    </p:titleStyle>
    <p:body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609585" algn="l" rtl="0" eaLnBrk="1" hangingPunct="1">
        <a:defRPr kern="1200">
          <a:solidFill>
            <a:schemeClr val="tx1"/>
          </a:solidFill>
          <a:latin typeface="+mn-lt"/>
          <a:ea typeface="+mn-ea"/>
          <a:cs typeface="+mn-cs"/>
        </a:defRPr>
      </a:lvl2pPr>
      <a:lvl3pPr marL="1219170" algn="l" rtl="0" eaLnBrk="1" hangingPunct="1">
        <a:defRPr kern="1200">
          <a:solidFill>
            <a:schemeClr val="tx1"/>
          </a:solidFill>
          <a:latin typeface="+mn-lt"/>
          <a:ea typeface="+mn-ea"/>
          <a:cs typeface="+mn-cs"/>
        </a:defRPr>
      </a:lvl3pPr>
      <a:lvl4pPr marL="1828754" algn="l" rtl="0" eaLnBrk="1" hangingPunct="1">
        <a:defRPr kern="1200">
          <a:solidFill>
            <a:schemeClr val="tx1"/>
          </a:solidFill>
          <a:latin typeface="+mn-lt"/>
          <a:ea typeface="+mn-ea"/>
          <a:cs typeface="+mn-cs"/>
        </a:defRPr>
      </a:lvl4pPr>
      <a:lvl5pPr marL="2438339" algn="l" rtl="0" eaLnBrk="1" hangingPunct="1">
        <a:defRPr kern="1200">
          <a:solidFill>
            <a:schemeClr val="tx1"/>
          </a:solidFill>
          <a:latin typeface="+mn-lt"/>
          <a:ea typeface="+mn-ea"/>
          <a:cs typeface="+mn-cs"/>
        </a:defRPr>
      </a:lvl5pPr>
      <a:lvl6pPr marL="3047924" algn="l" rtl="0" eaLnBrk="1" hangingPunct="1">
        <a:defRPr kern="1200">
          <a:solidFill>
            <a:schemeClr val="tx1"/>
          </a:solidFill>
          <a:latin typeface="+mn-lt"/>
          <a:ea typeface="+mn-ea"/>
          <a:cs typeface="+mn-cs"/>
        </a:defRPr>
      </a:lvl6pPr>
      <a:lvl7pPr marL="3657509" algn="l" rtl="0" eaLnBrk="1" hangingPunct="1">
        <a:defRPr kern="1200">
          <a:solidFill>
            <a:schemeClr val="tx1"/>
          </a:solidFill>
          <a:latin typeface="+mn-lt"/>
          <a:ea typeface="+mn-ea"/>
          <a:cs typeface="+mn-cs"/>
        </a:defRPr>
      </a:lvl7pPr>
      <a:lvl8pPr marL="4267093" algn="l" rtl="0" eaLnBrk="1" hangingPunct="1">
        <a:defRPr kern="1200">
          <a:solidFill>
            <a:schemeClr val="tx1"/>
          </a:solidFill>
          <a:latin typeface="+mn-lt"/>
          <a:ea typeface="+mn-ea"/>
          <a:cs typeface="+mn-cs"/>
        </a:defRPr>
      </a:lvl8pPr>
      <a:lvl9pPr marL="4876678"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John_C._Bogle"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www.investopedia.com/exam-guide/cfa-level-1/securities-markets/market-anomalies.asp"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www.youtube.com/watch?v=LnxFWBt3HhA"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F0e87R90rcM"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www.youtube.com/watch?v=bM9bYOBuKF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p:cNvSpPr>
            <a:spLocks noGrp="1"/>
          </p:cNvSpPr>
          <p:nvPr>
            <p:ph type="title"/>
          </p:nvPr>
        </p:nvSpPr>
        <p:spPr>
          <a:xfrm>
            <a:off x="621944" y="724788"/>
            <a:ext cx="11480800" cy="1746756"/>
          </a:xfrm>
        </p:spPr>
        <p:txBody>
          <a:bodyPr>
            <a:noAutofit/>
          </a:bodyPr>
          <a:lstStyle/>
          <a:p>
            <a:r>
              <a:rPr kumimoji="0" lang="en-US" sz="3800" b="1" i="0" u="none" strike="noStrike" kern="1200" cap="all" spc="0" normalizeH="0" baseline="0" noProof="0" dirty="0">
                <a:ln>
                  <a:noFill/>
                </a:ln>
                <a:solidFill>
                  <a:srgbClr val="DA1F28">
                    <a:lumMod val="75000"/>
                  </a:srgbClr>
                </a:solidFill>
                <a:effectLst/>
                <a:uLnTx/>
                <a:uFillTx/>
                <a:latin typeface="Tw Cen MT"/>
                <a:ea typeface="+mj-ea"/>
                <a:cs typeface="+mj-cs"/>
              </a:rPr>
              <a:t>Lecture 10: Efficient market hypothesis</a:t>
            </a:r>
            <a:br>
              <a:rPr kumimoji="0" lang="en-US" sz="3800" b="1" i="0" u="none" strike="noStrike" kern="1200" cap="all" spc="0" normalizeH="0" baseline="0" noProof="0" dirty="0">
                <a:ln>
                  <a:noFill/>
                </a:ln>
                <a:solidFill>
                  <a:srgbClr val="DA1F28">
                    <a:lumMod val="75000"/>
                  </a:srgbClr>
                </a:solidFill>
                <a:effectLst/>
                <a:uLnTx/>
                <a:uFillTx/>
                <a:latin typeface="Tw Cen MT"/>
                <a:ea typeface="+mj-ea"/>
                <a:cs typeface="+mj-cs"/>
              </a:rPr>
            </a:br>
            <a:endParaRPr lang="en-US" sz="4000" dirty="0">
              <a:solidFill>
                <a:schemeClr val="accent2">
                  <a:lumMod val="75000"/>
                </a:schemeClr>
              </a:solidFill>
            </a:endParaRPr>
          </a:p>
        </p:txBody>
      </p:sp>
      <p:sp>
        <p:nvSpPr>
          <p:cNvPr id="2" name="TextBox 1"/>
          <p:cNvSpPr txBox="1"/>
          <p:nvPr/>
        </p:nvSpPr>
        <p:spPr>
          <a:xfrm>
            <a:off x="12966184" y="1136501"/>
            <a:ext cx="184731" cy="461665"/>
          </a:xfrm>
          <a:prstGeom prst="rect">
            <a:avLst/>
          </a:prstGeom>
          <a:noFill/>
        </p:spPr>
        <p:txBody>
          <a:bodyPr wrap="none" rtlCol="0">
            <a:spAutoFit/>
          </a:bodyPr>
          <a:lstStyle/>
          <a:p>
            <a:pPr defTabSz="1219170"/>
            <a:endParaRPr lang="en-US" sz="2400" dirty="0">
              <a:solidFill>
                <a:prstClr val="white"/>
              </a:solidFill>
              <a:latin typeface="Tw Cen MT"/>
            </a:endParaRPr>
          </a:p>
        </p:txBody>
      </p:sp>
      <p:sp>
        <p:nvSpPr>
          <p:cNvPr id="5" name="Subtitle 2"/>
          <p:cNvSpPr txBox="1">
            <a:spLocks/>
          </p:cNvSpPr>
          <p:nvPr/>
        </p:nvSpPr>
        <p:spPr>
          <a:xfrm>
            <a:off x="365393" y="6070600"/>
            <a:ext cx="2590800" cy="685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733" dirty="0">
                <a:latin typeface="Tw Cen MT"/>
              </a:rPr>
              <a:t>HE Tai-</a:t>
            </a:r>
            <a:r>
              <a:rPr lang="en-US" sz="3733" dirty="0" err="1">
                <a:latin typeface="Tw Cen MT"/>
              </a:rPr>
              <a:t>Sen</a:t>
            </a:r>
            <a:endParaRPr lang="en-US" sz="3733" dirty="0">
              <a:latin typeface="Tw Cen MT"/>
            </a:endParaRPr>
          </a:p>
        </p:txBody>
      </p:sp>
      <p:sp>
        <p:nvSpPr>
          <p:cNvPr id="7" name="Subtitle 2"/>
          <p:cNvSpPr txBox="1">
            <a:spLocks/>
          </p:cNvSpPr>
          <p:nvPr/>
        </p:nvSpPr>
        <p:spPr>
          <a:xfrm>
            <a:off x="5177794" y="5973618"/>
            <a:ext cx="4963734" cy="812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067" b="1" dirty="0">
                <a:latin typeface="Tw Cen MT"/>
                <a:cs typeface="Tw Cen MT"/>
              </a:rPr>
              <a:t>FINANCIAL ECONOMICS</a:t>
            </a:r>
          </a:p>
        </p:txBody>
      </p:sp>
      <p:pic>
        <p:nvPicPr>
          <p:cNvPr id="6" name="Picture 5">
            <a:extLst>
              <a:ext uri="{FF2B5EF4-FFF2-40B4-BE49-F238E27FC236}">
                <a16:creationId xmlns:a16="http://schemas.microsoft.com/office/drawing/2014/main" id="{7CE6C02B-09F7-142F-05F4-37AB36C9FCC1}"/>
              </a:ext>
            </a:extLst>
          </p:cNvPr>
          <p:cNvPicPr>
            <a:picLocks noChangeAspect="1"/>
          </p:cNvPicPr>
          <p:nvPr/>
        </p:nvPicPr>
        <p:blipFill>
          <a:blip r:embed="rId3"/>
          <a:stretch>
            <a:fillRect/>
          </a:stretch>
        </p:blipFill>
        <p:spPr>
          <a:xfrm>
            <a:off x="5957213" y="2846070"/>
            <a:ext cx="6145531" cy="31275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Efficient Market Hypothesis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Outline</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13145" y="611099"/>
            <a:ext cx="11466323"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Efficient Market Hypothesis (EMH) (11.1, 11.2)</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Three Versions of the EMH (11.1, 11.2)</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Implications of the EMH (11.1, 11.2)</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srgbClr val="000000"/>
                </a:solidFill>
                <a:effectLst/>
                <a:uLnTx/>
                <a:uFillTx/>
                <a:latin typeface="Tw Cen MT"/>
                <a:ea typeface="+mn-ea"/>
                <a:cs typeface="+mn-cs"/>
              </a:rPr>
              <a:t>Market Efficiency Anomalies</a:t>
            </a:r>
            <a:endParaRPr kumimoji="0" lang="en-US" sz="3200" b="0" i="0" u="none" strike="noStrike" kern="1200" cap="none" spc="0" normalizeH="0" baseline="0" noProof="0" dirty="0">
              <a:ln>
                <a:noFill/>
              </a:ln>
              <a:solidFill>
                <a:prstClr val="black"/>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723655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Efficient Market Hypothesis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Efficient Market Hypothesis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43316" y="641199"/>
            <a:ext cx="11663874" cy="573674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3200" b="1" dirty="0">
                <a:solidFill>
                  <a:prstClr val="black"/>
                </a:solidFill>
                <a:latin typeface="Tw Cen MT"/>
              </a:rPr>
              <a:t>Question: </a:t>
            </a:r>
            <a:r>
              <a:rPr kumimoji="0" lang="en-US" sz="3200" b="0" i="0" u="none" strike="noStrike" kern="1200" cap="none" spc="0" normalizeH="0" baseline="0" noProof="0" dirty="0">
                <a:ln>
                  <a:noFill/>
                </a:ln>
                <a:solidFill>
                  <a:prstClr val="black"/>
                </a:solidFill>
                <a:effectLst/>
                <a:uLnTx/>
                <a:uFillTx/>
                <a:latin typeface="Tw Cen MT"/>
                <a:ea typeface="+mn-ea"/>
                <a:cs typeface="+mn-cs"/>
              </a:rPr>
              <a:t>Suppose you've acquired and mastered both fundamental and technical analysis skills. Do you think that you can use these skills to predict stock movement and achieve abnormal profits by </a:t>
            </a:r>
            <a:r>
              <a:rPr kumimoji="0" lang="en-US" sz="3200" b="0" i="0" u="none" strike="noStrike" kern="1200" cap="none" spc="0" normalizeH="0" baseline="0" noProof="0" dirty="0">
                <a:ln>
                  <a:noFill/>
                </a:ln>
                <a:solidFill>
                  <a:srgbClr val="FF7E79"/>
                </a:solidFill>
                <a:effectLst/>
                <a:uLnTx/>
                <a:uFillTx/>
                <a:latin typeface="Tw Cen MT"/>
                <a:ea typeface="+mn-ea"/>
                <a:cs typeface="+mn-cs"/>
              </a:rPr>
              <a:t>consistently beating the market</a:t>
            </a:r>
            <a:r>
              <a:rPr kumimoji="0" lang="en-US" sz="3200" b="0" i="0" u="none" strike="noStrike" kern="1200" cap="none" spc="0" normalizeH="0" baseline="0" noProof="0" dirty="0">
                <a:ln>
                  <a:noFill/>
                </a:ln>
                <a:solidFill>
                  <a:prstClr val="black"/>
                </a:solidFill>
                <a:effectLst/>
                <a:uLnTx/>
                <a:uFillTx/>
                <a:latin typeface="Tw Cen MT"/>
                <a:ea typeface="+mn-ea"/>
                <a:cs typeface="+mn-cs"/>
              </a:rPr>
              <a:t>?</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3200" dirty="0">
              <a:solidFill>
                <a:prstClr val="black"/>
              </a:solidFill>
              <a:latin typeface="Tw Cen MT"/>
            </a:endParaRPr>
          </a:p>
          <a:p>
            <a:pPr marL="320040" lvl="0" indent="-320040">
              <a:spcBef>
                <a:spcPts val="700"/>
              </a:spcBef>
              <a:buClr>
                <a:srgbClr val="DA1F28"/>
              </a:buClr>
              <a:defRPr/>
            </a:pPr>
            <a:r>
              <a:rPr lang="en-US" sz="3200" dirty="0">
                <a:solidFill>
                  <a:prstClr val="black"/>
                </a:solidFill>
                <a:latin typeface="Tw Cen MT"/>
              </a:rPr>
              <a:t>The answer to this question is extremely important. Why?</a:t>
            </a:r>
          </a:p>
          <a:p>
            <a:pPr marL="0" marR="0" lvl="0" indent="0" algn="l" defTabSz="914400" rtl="0" eaLnBrk="1" fontAlgn="auto" latinLnBrk="0" hangingPunct="1">
              <a:lnSpc>
                <a:spcPct val="100000"/>
              </a:lnSpc>
              <a:spcBef>
                <a:spcPts val="700"/>
              </a:spcBef>
              <a:spcAft>
                <a:spcPts val="0"/>
              </a:spcAft>
              <a:buClr>
                <a:srgbClr val="DA1F28"/>
              </a:buClr>
              <a:buSzPct val="60000"/>
              <a:buNone/>
              <a:tabLst/>
              <a:defRPr/>
            </a:pPr>
            <a:endParaRPr kumimoji="0" lang="en-US" sz="3200" b="0" i="0" u="none" strike="noStrike" kern="1200" cap="none" spc="0" normalizeH="0" baseline="0" noProof="0" dirty="0">
              <a:ln>
                <a:noFill/>
              </a:ln>
              <a:solidFill>
                <a:prstClr val="black"/>
              </a:solidFill>
              <a:effectLst/>
              <a:uLnTx/>
              <a:uFillTx/>
              <a:latin typeface="Tw Cen MT"/>
              <a:ea typeface="+mn-ea"/>
              <a:cs typeface="+mn-cs"/>
            </a:endParaRPr>
          </a:p>
        </p:txBody>
      </p:sp>
    </p:spTree>
    <p:extLst>
      <p:ext uri="{BB962C8B-B14F-4D97-AF65-F5344CB8AC3E}">
        <p14:creationId xmlns:p14="http://schemas.microsoft.com/office/powerpoint/2010/main" val="3203948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Efficient Market Hypothesis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Efficient Market Hypothesis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43316" y="641199"/>
            <a:ext cx="11663874" cy="573674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In 1960s, Eugene F. </a:t>
            </a:r>
            <a:r>
              <a:rPr kumimoji="0" lang="en-US" sz="3200" b="0" i="0" u="none" strike="noStrike" kern="1200" cap="none" spc="0" normalizeH="0" baseline="0" noProof="0" dirty="0" err="1">
                <a:ln>
                  <a:noFill/>
                </a:ln>
                <a:solidFill>
                  <a:prstClr val="black"/>
                </a:solidFill>
                <a:effectLst/>
                <a:uLnTx/>
                <a:uFillTx/>
                <a:latin typeface="Tw Cen MT"/>
                <a:ea typeface="+mn-ea"/>
                <a:cs typeface="+mn-cs"/>
              </a:rPr>
              <a:t>Fama</a:t>
            </a:r>
            <a:r>
              <a:rPr kumimoji="0" lang="en-US" sz="3200" b="0" i="0" u="none" strike="noStrike" kern="1200" cap="none" spc="0" normalizeH="0" baseline="0" noProof="0" dirty="0">
                <a:ln>
                  <a:noFill/>
                </a:ln>
                <a:solidFill>
                  <a:prstClr val="black"/>
                </a:solidFill>
                <a:effectLst/>
                <a:uLnTx/>
                <a:uFillTx/>
                <a:latin typeface="Tw Cen MT"/>
                <a:ea typeface="+mn-ea"/>
                <a:cs typeface="+mn-cs"/>
              </a:rPr>
              <a:t> proposed and demonstrated the </a:t>
            </a:r>
            <a:r>
              <a:rPr kumimoji="0" lang="en-US" sz="3200" b="1" i="0" u="none" strike="noStrike" kern="1200" cap="none" spc="0" normalizeH="0" baseline="0" noProof="0" dirty="0">
                <a:ln>
                  <a:noFill/>
                </a:ln>
                <a:solidFill>
                  <a:srgbClr val="FF7E79"/>
                </a:solidFill>
                <a:effectLst/>
                <a:uLnTx/>
                <a:uFillTx/>
                <a:latin typeface="Tw Cen MT"/>
                <a:ea typeface="+mn-ea"/>
                <a:cs typeface="+mn-cs"/>
              </a:rPr>
              <a:t>Efficient Market Hypothesis (EMH)</a:t>
            </a:r>
            <a:r>
              <a:rPr kumimoji="0" lang="en-US" sz="3200" b="0" i="0" u="none" strike="noStrike" kern="1200" cap="none" spc="0" normalizeH="0" baseline="0" noProof="0" dirty="0">
                <a:ln>
                  <a:noFill/>
                </a:ln>
                <a:effectLst/>
                <a:uLnTx/>
                <a:uFillTx/>
                <a:latin typeface="Tw Cen MT"/>
                <a:ea typeface="+mn-ea"/>
                <a:cs typeface="+mn-cs"/>
              </a:rPr>
              <a:t>,</a:t>
            </a:r>
            <a:r>
              <a:rPr kumimoji="0" lang="en-US" sz="3200" b="0" i="0" u="none" strike="noStrike" kern="1200" cap="none" spc="0" normalizeH="0" baseline="0" noProof="0" dirty="0">
                <a:ln>
                  <a:noFill/>
                </a:ln>
                <a:solidFill>
                  <a:srgbClr val="FF7E79"/>
                </a:solidFill>
                <a:effectLst/>
                <a:uLnTx/>
                <a:uFillTx/>
                <a:latin typeface="Tw Cen MT"/>
                <a:ea typeface="+mn-ea"/>
                <a:cs typeface="+mn-cs"/>
              </a:rPr>
              <a:t> </a:t>
            </a:r>
            <a:r>
              <a:rPr kumimoji="0" lang="en-US" sz="3200" b="0" i="0" u="none" strike="noStrike" kern="1200" cap="none" spc="0" normalizeH="0" baseline="0" noProof="0" dirty="0">
                <a:ln>
                  <a:noFill/>
                </a:ln>
                <a:solidFill>
                  <a:prstClr val="black"/>
                </a:solidFill>
                <a:effectLst/>
                <a:uLnTx/>
                <a:uFillTx/>
                <a:latin typeface="Tw Cen MT"/>
                <a:ea typeface="+mn-ea"/>
                <a:cs typeface="+mn-cs"/>
              </a:rPr>
              <a:t>which states that </a:t>
            </a:r>
            <a:r>
              <a:rPr kumimoji="0" lang="en-US" sz="3200" b="0" i="0" u="none" strike="noStrike" kern="1200" cap="none" spc="0" normalizeH="0" baseline="0" noProof="0" dirty="0">
                <a:ln>
                  <a:noFill/>
                </a:ln>
                <a:solidFill>
                  <a:srgbClr val="FF7E79"/>
                </a:solidFill>
                <a:effectLst/>
                <a:uLnTx/>
                <a:uFillTx/>
                <a:latin typeface="Tw Cen MT"/>
                <a:ea typeface="+mn-ea"/>
                <a:cs typeface="+mn-cs"/>
              </a:rPr>
              <a:t>stock prices reflect </a:t>
            </a:r>
            <a:r>
              <a:rPr kumimoji="0" lang="en-US" sz="3200" i="0" u="sng" strike="noStrike" kern="1200" cap="none" spc="0" normalizeH="0" baseline="0" noProof="0" dirty="0">
                <a:ln>
                  <a:noFill/>
                </a:ln>
                <a:solidFill>
                  <a:srgbClr val="FF7E79"/>
                </a:solidFill>
                <a:effectLst/>
                <a:uLnTx/>
                <a:uFillTx/>
                <a:latin typeface="Tw Cen MT"/>
                <a:ea typeface="+mn-ea"/>
                <a:cs typeface="+mn-cs"/>
              </a:rPr>
              <a:t>all available information</a:t>
            </a:r>
            <a:r>
              <a:rPr kumimoji="0" lang="en-US" sz="3200" b="0" i="0" u="none" strike="noStrike" kern="1200" cap="none" spc="0" normalizeH="0" baseline="0" noProof="0" dirty="0">
                <a:ln>
                  <a:noFill/>
                </a:ln>
                <a:solidFill>
                  <a:prstClr val="black"/>
                </a:solidFill>
                <a:effectLst/>
                <a:uLnTx/>
                <a:uFillTx/>
                <a:latin typeface="Tw Cen MT"/>
                <a:ea typeface="+mn-ea"/>
                <a:cs typeface="+mn-cs"/>
              </a:rPr>
              <a:t>. </a:t>
            </a:r>
            <a:r>
              <a:rPr lang="en-US" sz="3200" dirty="0">
                <a:solidFill>
                  <a:prstClr val="black"/>
                </a:solidFill>
                <a:latin typeface="Tw Cen MT"/>
              </a:rPr>
              <a:t>This hypothesis suggests that:</a:t>
            </a:r>
            <a:endParaRPr kumimoji="0" lang="en-US" sz="3200" b="0" i="0" u="none" strike="noStrike" kern="1200" cap="none" spc="0" normalizeH="0" baseline="0" noProof="0" dirty="0">
              <a:ln>
                <a:noFill/>
              </a:ln>
              <a:solidFill>
                <a:srgbClr val="FF7E79"/>
              </a:solidFill>
              <a:effectLst/>
              <a:uLnTx/>
              <a:uFillTx/>
              <a:latin typeface="Tw Cen MT"/>
              <a:ea typeface="+mn-ea"/>
              <a:cs typeface="+mn-cs"/>
            </a:endParaRPr>
          </a:p>
          <a:p>
            <a:pPr marL="1249661" lvl="2" indent="-457200">
              <a:spcBef>
                <a:spcPts val="700"/>
              </a:spcBef>
              <a:buClr>
                <a:srgbClr val="DA1F28"/>
              </a:buClr>
              <a:buSzPct val="60000"/>
              <a:buFont typeface="+mj-lt"/>
              <a:buAutoNum type="arabicParenR"/>
              <a:defRPr/>
            </a:pPr>
            <a:r>
              <a:rPr lang="en-US" sz="2400" dirty="0">
                <a:solidFill>
                  <a:srgbClr val="0CC7E4"/>
                </a:solidFill>
                <a:latin typeface="Tw Cen MT"/>
              </a:rPr>
              <a:t>New information affects prices almost immediately.</a:t>
            </a:r>
          </a:p>
          <a:p>
            <a:pPr marL="1249661" lvl="2" indent="-457200">
              <a:spcBef>
                <a:spcPts val="700"/>
              </a:spcBef>
              <a:buClr>
                <a:srgbClr val="DA1F28"/>
              </a:buClr>
              <a:buSzPct val="60000"/>
              <a:buFont typeface="+mj-lt"/>
              <a:buAutoNum type="arabicParenR"/>
              <a:defRPr/>
            </a:pPr>
            <a:r>
              <a:rPr kumimoji="0" lang="en-US" sz="2400" i="0" u="none" strike="noStrike" kern="1200" cap="none" spc="0" normalizeH="0" baseline="0" noProof="0" dirty="0">
                <a:ln>
                  <a:noFill/>
                </a:ln>
                <a:solidFill>
                  <a:srgbClr val="0CC7E4"/>
                </a:solidFill>
                <a:effectLst/>
                <a:uLnTx/>
                <a:uFillTx/>
                <a:latin typeface="Tw Cen MT"/>
                <a:ea typeface="+mn-ea"/>
                <a:cs typeface="+mn-cs"/>
              </a:rPr>
              <a:t>Stock price movements are impossible to predict using any available information.</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Eugene F. </a:t>
            </a:r>
            <a:r>
              <a:rPr kumimoji="0" lang="en-US" sz="3200" b="0" i="0" u="none" strike="noStrike" kern="1200" cap="none" spc="0" normalizeH="0" baseline="0" noProof="0" dirty="0" err="1">
                <a:ln>
                  <a:noFill/>
                </a:ln>
                <a:solidFill>
                  <a:prstClr val="black"/>
                </a:solidFill>
                <a:effectLst/>
                <a:uLnTx/>
                <a:uFillTx/>
                <a:latin typeface="Tw Cen MT"/>
                <a:ea typeface="+mn-ea"/>
                <a:cs typeface="+mn-cs"/>
              </a:rPr>
              <a:t>Fama</a:t>
            </a:r>
            <a:r>
              <a:rPr lang="en-US" sz="3200" dirty="0">
                <a:solidFill>
                  <a:prstClr val="black"/>
                </a:solidFill>
                <a:latin typeface="Tw Cen MT"/>
              </a:rPr>
              <a:t> was awarded </a:t>
            </a:r>
            <a:r>
              <a:rPr kumimoji="0" lang="en-US" sz="3200" b="0" i="0" u="none" strike="noStrike" kern="1200" cap="none" spc="0" normalizeH="0" baseline="0" noProof="0" dirty="0">
                <a:ln>
                  <a:noFill/>
                </a:ln>
                <a:solidFill>
                  <a:prstClr val="black"/>
                </a:solidFill>
                <a:effectLst/>
                <a:uLnTx/>
                <a:uFillTx/>
                <a:latin typeface="Tw Cen MT"/>
                <a:ea typeface="+mn-ea"/>
                <a:cs typeface="+mn-cs"/>
              </a:rPr>
              <a:t>the Nobel Prize in Economics in 2013 for his contribution in </a:t>
            </a:r>
            <a:r>
              <a:rPr lang="en-US" sz="3200" dirty="0">
                <a:solidFill>
                  <a:prstClr val="black"/>
                </a:solidFill>
                <a:latin typeface="Tw Cen MT"/>
              </a:rPr>
              <a:t>EMH</a:t>
            </a:r>
            <a:r>
              <a:rPr kumimoji="0" lang="en-US" sz="3200" b="0" i="0" u="none" strike="noStrike" kern="1200" cap="none" spc="0" normalizeH="0" baseline="0" noProof="0" dirty="0">
                <a:ln>
                  <a:noFill/>
                </a:ln>
                <a:solidFill>
                  <a:prstClr val="black"/>
                </a:solidFill>
                <a:effectLst/>
                <a:uLnTx/>
                <a:uFillTx/>
                <a:latin typeface="Tw Cen MT"/>
                <a:ea typeface="+mn-ea"/>
                <a:cs typeface="+mn-cs"/>
              </a:rPr>
              <a:t>.</a:t>
            </a:r>
          </a:p>
        </p:txBody>
      </p:sp>
    </p:spTree>
    <p:extLst>
      <p:ext uri="{BB962C8B-B14F-4D97-AF65-F5344CB8AC3E}">
        <p14:creationId xmlns:p14="http://schemas.microsoft.com/office/powerpoint/2010/main" val="2315543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Efficient Market Hypothesis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Three Versions of EMH</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38333" y="629769"/>
            <a:ext cx="1191533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a:ln>
                  <a:noFill/>
                </a:ln>
                <a:solidFill>
                  <a:srgbClr val="EC767C"/>
                </a:solidFill>
                <a:effectLst/>
                <a:uLnTx/>
                <a:uFillTx/>
                <a:latin typeface="Tw Cen MT"/>
                <a:ea typeface="+mn-ea"/>
                <a:cs typeface="+mn-cs"/>
              </a:rPr>
              <a:t>Weak-form EMH</a:t>
            </a:r>
            <a:r>
              <a:rPr kumimoji="0" lang="en-US" sz="3200" b="0" i="0" u="none" strike="noStrike" kern="1200" cap="none" spc="0" normalizeH="0" baseline="0" noProof="0" dirty="0">
                <a:ln>
                  <a:noFill/>
                </a:ln>
                <a:solidFill>
                  <a:prstClr val="black"/>
                </a:solidFill>
                <a:effectLst/>
                <a:uLnTx/>
                <a:uFillTx/>
                <a:latin typeface="Tw Cen MT"/>
                <a:ea typeface="+mn-ea"/>
                <a:cs typeface="+mn-cs"/>
              </a:rPr>
              <a:t>: stock prices already reflect all information that can be derived by examining </a:t>
            </a:r>
            <a:r>
              <a:rPr kumimoji="0" lang="en-US" sz="3200" b="0" i="0" u="none" kern="1200" cap="none" spc="0" normalizeH="0" baseline="0" noProof="0" dirty="0">
                <a:ln>
                  <a:noFill/>
                </a:ln>
                <a:solidFill>
                  <a:prstClr val="black"/>
                </a:solidFill>
                <a:effectLst/>
                <a:uLnTx/>
                <a:uFillTx/>
                <a:latin typeface="Tw Cen MT"/>
                <a:ea typeface="+mn-ea"/>
                <a:cs typeface="+mn-cs"/>
              </a:rPr>
              <a:t>market trading data such as </a:t>
            </a:r>
            <a:r>
              <a:rPr lang="en-US" sz="3200" dirty="0">
                <a:solidFill>
                  <a:srgbClr val="0CC7E4"/>
                </a:solidFill>
                <a:latin typeface="Tw Cen MT"/>
              </a:rPr>
              <a:t>the history of past prices and trading volume</a:t>
            </a:r>
            <a:r>
              <a:rPr kumimoji="0" lang="en-US" sz="3200" b="0" i="0" u="none" strike="noStrike" kern="1200" cap="none" spc="0" normalizeH="0" baseline="0" noProof="0" dirty="0">
                <a:ln>
                  <a:noFill/>
                </a:ln>
                <a:solidFill>
                  <a:srgbClr val="0CC7E4"/>
                </a:solidFill>
                <a:effectLst/>
                <a:uLnTx/>
                <a:uFillTx/>
                <a:latin typeface="Tw Cen MT"/>
                <a:ea typeface="+mn-ea"/>
                <a:cs typeface="+mn-cs"/>
              </a:rPr>
              <a:t> </a:t>
            </a:r>
            <a:r>
              <a:rPr kumimoji="0" lang="en-US" sz="3200" b="0" i="0" u="none" strike="noStrike" kern="1200" cap="none" spc="0" normalizeH="0" baseline="0" noProof="0" dirty="0">
                <a:ln>
                  <a:noFill/>
                </a:ln>
                <a:solidFill>
                  <a:prstClr val="black"/>
                </a:solidFill>
                <a:effectLst/>
                <a:uLnTx/>
                <a:uFillTx/>
                <a:latin typeface="Tw Cen MT"/>
                <a:ea typeface="+mn-ea"/>
                <a:cs typeface="+mn-cs"/>
              </a:rPr>
              <a:t>(</a:t>
            </a:r>
            <a:r>
              <a:rPr kumimoji="0" lang="en-US" sz="32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past market data or past </a:t>
            </a:r>
            <a:r>
              <a:rPr lang="en-US" sz="3200" dirty="0">
                <a:solidFill>
                  <a:srgbClr val="DA1F28">
                    <a:lumMod val="60000"/>
                    <a:lumOff val="40000"/>
                  </a:srgbClr>
                </a:solidFill>
                <a:latin typeface="Tw Cen MT"/>
              </a:rPr>
              <a:t>information</a:t>
            </a:r>
            <a:r>
              <a:rPr kumimoji="0" lang="en-US" sz="3200" b="0" i="0" u="none" strike="noStrike" kern="1200" cap="none" spc="0" normalizeH="0" baseline="0" noProof="0" dirty="0">
                <a:ln>
                  <a:noFill/>
                </a:ln>
                <a:solidFill>
                  <a:prstClr val="black"/>
                </a:solidFill>
                <a:effectLst/>
                <a:uLnTx/>
                <a:uFillTx/>
                <a:latin typeface="Tw Cen MT"/>
                <a:ea typeface="+mn-ea"/>
                <a:cs typeface="+mn-cs"/>
              </a:rPr>
              <a:t>).</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3200" dirty="0">
                <a:solidFill>
                  <a:prstClr val="black"/>
                </a:solidFill>
                <a:latin typeface="Tw Cen MT"/>
              </a:rPr>
              <a:t>The implication of the weak-form EMH is that </a:t>
            </a:r>
            <a:r>
              <a:rPr kumimoji="0" lang="en-US" sz="3200" b="0" i="0" u="none" strike="noStrike" kern="1200" cap="none" spc="0" normalizeH="0" baseline="0" noProof="0" dirty="0">
                <a:ln>
                  <a:noFill/>
                </a:ln>
                <a:solidFill>
                  <a:srgbClr val="EC767C"/>
                </a:solidFill>
                <a:effectLst/>
                <a:uLnTx/>
                <a:uFillTx/>
                <a:latin typeface="Tw Cen MT"/>
                <a:ea typeface="+mn-ea"/>
                <a:cs typeface="+mn-cs"/>
              </a:rPr>
              <a:t>technical analysis </a:t>
            </a:r>
            <a:r>
              <a:rPr lang="en-US" sz="3200" dirty="0">
                <a:solidFill>
                  <a:prstClr val="black"/>
                </a:solidFill>
                <a:latin typeface="Tw Cen MT"/>
              </a:rPr>
              <a:t>cannot be used to predict and beat the market.</a:t>
            </a: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3518518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Efficient Market Hypothesis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Three Versions of EMH</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44048" y="629342"/>
            <a:ext cx="11857452"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err="1">
                <a:ln>
                  <a:noFill/>
                </a:ln>
                <a:solidFill>
                  <a:srgbClr val="EC767C"/>
                </a:solidFill>
                <a:effectLst/>
                <a:uLnTx/>
                <a:uFillTx/>
                <a:latin typeface="Tw Cen MT"/>
                <a:ea typeface="+mn-ea"/>
                <a:cs typeface="+mn-cs"/>
              </a:rPr>
              <a:t>Semistrong</a:t>
            </a:r>
            <a:r>
              <a:rPr kumimoji="0" lang="en-US" sz="3200" b="1" i="0" u="none" strike="noStrike" kern="1200" cap="none" spc="0" normalizeH="0" baseline="0" noProof="0" dirty="0">
                <a:ln>
                  <a:noFill/>
                </a:ln>
                <a:solidFill>
                  <a:srgbClr val="EC767C"/>
                </a:solidFill>
                <a:effectLst/>
                <a:uLnTx/>
                <a:uFillTx/>
                <a:latin typeface="Tw Cen MT"/>
                <a:ea typeface="+mn-ea"/>
                <a:cs typeface="+mn-cs"/>
              </a:rPr>
              <a:t>-form EMH</a:t>
            </a:r>
            <a:r>
              <a:rPr kumimoji="0" lang="en-US" sz="3200" b="0" i="0" u="none" strike="noStrike" kern="1200" cap="none" spc="0" normalizeH="0" baseline="0" noProof="0" dirty="0">
                <a:ln>
                  <a:noFill/>
                </a:ln>
                <a:solidFill>
                  <a:prstClr val="black"/>
                </a:solidFill>
                <a:effectLst/>
                <a:uLnTx/>
                <a:uFillTx/>
                <a:latin typeface="Tw Cen MT"/>
                <a:ea typeface="+mn-ea"/>
                <a:cs typeface="+mn-cs"/>
              </a:rPr>
              <a:t>: stock prices already reflect all </a:t>
            </a:r>
            <a:r>
              <a:rPr kumimoji="0" lang="en-US" sz="3200" b="0" i="0" u="none" strike="noStrike" kern="1200" cap="none" spc="0" normalizeH="0" baseline="0" noProof="0" dirty="0">
                <a:ln>
                  <a:noFill/>
                </a:ln>
                <a:solidFill>
                  <a:srgbClr val="EC767C"/>
                </a:solidFill>
                <a:effectLst/>
                <a:uLnTx/>
                <a:uFillTx/>
                <a:latin typeface="Tw Cen MT"/>
                <a:ea typeface="+mn-ea"/>
                <a:cs typeface="+mn-cs"/>
              </a:rPr>
              <a:t>publicly available information </a:t>
            </a:r>
            <a:r>
              <a:rPr kumimoji="0" lang="en-US" sz="3200" b="0" i="0" u="none" strike="noStrike" kern="1200" cap="none" spc="0" normalizeH="0" baseline="0" noProof="0" dirty="0">
                <a:ln>
                  <a:noFill/>
                </a:ln>
                <a:solidFill>
                  <a:prstClr val="black"/>
                </a:solidFill>
                <a:effectLst/>
                <a:uLnTx/>
                <a:uFillTx/>
                <a:latin typeface="Tw Cen MT"/>
                <a:ea typeface="+mn-ea"/>
                <a:cs typeface="+mn-cs"/>
              </a:rPr>
              <a:t>regarding the prospects of a firm (e.g., </a:t>
            </a:r>
            <a:r>
              <a:rPr kumimoji="0" lang="en-US" sz="3200" b="0" i="0" u="none" strike="noStrike" kern="1200" cap="none" spc="0" normalizeH="0" baseline="0" noProof="0" dirty="0">
                <a:ln>
                  <a:noFill/>
                </a:ln>
                <a:solidFill>
                  <a:srgbClr val="0CC7E4"/>
                </a:solidFill>
                <a:effectLst/>
                <a:uLnTx/>
                <a:uFillTx/>
                <a:latin typeface="Tw Cen MT"/>
                <a:ea typeface="+mn-ea"/>
                <a:cs typeface="+mn-cs"/>
              </a:rPr>
              <a:t>financial statement data, company announcements, analyst reports, and past market data</a:t>
            </a:r>
            <a:r>
              <a:rPr kumimoji="0" lang="en-US" sz="3200" b="0" i="0" u="none" strike="noStrike" kern="1200" cap="none" spc="0" normalizeH="0" baseline="0" noProof="0" dirty="0">
                <a:ln>
                  <a:noFill/>
                </a:ln>
                <a:solidFill>
                  <a:prstClr val="black"/>
                </a:solidFill>
                <a:effectLst/>
                <a:uLnTx/>
                <a:uFillTx/>
                <a:latin typeface="Tw Cen MT"/>
                <a:ea typeface="+mn-ea"/>
                <a:cs typeface="+mn-cs"/>
              </a:rPr>
              <a:t>) must be reflected already in the stock price (</a:t>
            </a:r>
            <a:r>
              <a:rPr kumimoji="0" lang="en-US" sz="32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public information</a:t>
            </a:r>
            <a:r>
              <a:rPr kumimoji="0" lang="en-US" sz="3200" b="0" i="0" u="none" strike="noStrike" kern="1200" cap="none" spc="0" normalizeH="0" baseline="0" noProof="0" dirty="0">
                <a:ln>
                  <a:noFill/>
                </a:ln>
                <a:solidFill>
                  <a:prstClr val="black"/>
                </a:solidFill>
                <a:effectLst/>
                <a:uLnTx/>
                <a:uFillTx/>
                <a:latin typeface="Tw Cen MT"/>
                <a:ea typeface="+mn-ea"/>
                <a:cs typeface="+mn-cs"/>
              </a:rPr>
              <a:t>).</a:t>
            </a:r>
          </a:p>
          <a:p>
            <a:pPr marL="320040" indent="-320040">
              <a:spcBef>
                <a:spcPts val="700"/>
              </a:spcBef>
              <a:buClr>
                <a:srgbClr val="DA1F28"/>
              </a:buClr>
              <a:defRPr/>
            </a:pPr>
            <a:r>
              <a:rPr lang="en-US" sz="3200" dirty="0">
                <a:solidFill>
                  <a:prstClr val="black"/>
                </a:solidFill>
                <a:latin typeface="Tw Cen MT"/>
              </a:rPr>
              <a:t>The implication of the </a:t>
            </a:r>
            <a:r>
              <a:rPr lang="en-US" sz="3200" dirty="0" err="1">
                <a:solidFill>
                  <a:prstClr val="black"/>
                </a:solidFill>
                <a:latin typeface="Tw Cen MT"/>
              </a:rPr>
              <a:t>semistrong</a:t>
            </a:r>
            <a:r>
              <a:rPr lang="en-US" sz="3200" dirty="0">
                <a:solidFill>
                  <a:prstClr val="black"/>
                </a:solidFill>
                <a:latin typeface="Tw Cen MT"/>
              </a:rPr>
              <a:t>-form EMH is that </a:t>
            </a:r>
            <a:r>
              <a:rPr kumimoji="0" lang="en-US" sz="3200" b="0" i="0" u="none" strike="noStrike" kern="1200" cap="none" spc="0" normalizeH="0" baseline="0" noProof="0" dirty="0">
                <a:ln>
                  <a:noFill/>
                </a:ln>
                <a:solidFill>
                  <a:srgbClr val="EC767C"/>
                </a:solidFill>
                <a:effectLst/>
                <a:uLnTx/>
                <a:uFillTx/>
                <a:latin typeface="Tw Cen MT"/>
                <a:ea typeface="+mn-ea"/>
                <a:cs typeface="+mn-cs"/>
              </a:rPr>
              <a:t>fundamental analysis </a:t>
            </a:r>
            <a:r>
              <a:rPr lang="en-US" sz="3200" dirty="0">
                <a:solidFill>
                  <a:prstClr val="black"/>
                </a:solidFill>
                <a:latin typeface="Tw Cen MT"/>
              </a:rPr>
              <a:t>cannot be used to predict and beat the market.</a:t>
            </a:r>
          </a:p>
        </p:txBody>
      </p:sp>
    </p:spTree>
    <p:extLst>
      <p:ext uri="{BB962C8B-B14F-4D97-AF65-F5344CB8AC3E}">
        <p14:creationId xmlns:p14="http://schemas.microsoft.com/office/powerpoint/2010/main" val="1114683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Efficient Market Hypothesis</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Three Versions of EMH</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09026" y="606909"/>
            <a:ext cx="11973947"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a:ln>
                  <a:noFill/>
                </a:ln>
                <a:solidFill>
                  <a:srgbClr val="EC767C"/>
                </a:solidFill>
                <a:effectLst/>
                <a:uLnTx/>
                <a:uFillTx/>
                <a:latin typeface="Tw Cen MT"/>
                <a:ea typeface="+mn-ea"/>
                <a:cs typeface="+mn-cs"/>
              </a:rPr>
              <a:t>Strong-form EMH</a:t>
            </a:r>
            <a:r>
              <a:rPr kumimoji="0" lang="en-US" sz="3200" b="0" i="0" u="none" strike="noStrike" kern="1200" cap="none" spc="0" normalizeH="0" baseline="0" noProof="0" dirty="0">
                <a:ln>
                  <a:noFill/>
                </a:ln>
                <a:solidFill>
                  <a:prstClr val="black"/>
                </a:solidFill>
                <a:effectLst/>
                <a:uLnTx/>
                <a:uFillTx/>
                <a:latin typeface="Tw Cen MT"/>
                <a:ea typeface="+mn-ea"/>
                <a:cs typeface="+mn-cs"/>
              </a:rPr>
              <a:t>: stock prices already reflect all information relevant to the firm, even including information available only to company insiders. (</a:t>
            </a:r>
            <a:r>
              <a:rPr lang="en-US" sz="3200" dirty="0">
                <a:solidFill>
                  <a:srgbClr val="DA1F28">
                    <a:lumMod val="60000"/>
                    <a:lumOff val="40000"/>
                  </a:srgbClr>
                </a:solidFill>
                <a:latin typeface="Tw Cen MT"/>
              </a:rPr>
              <a:t>public and private </a:t>
            </a:r>
            <a:r>
              <a:rPr kumimoji="0" lang="en-US" sz="32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information</a:t>
            </a:r>
            <a:r>
              <a:rPr kumimoji="0" lang="en-US" sz="3200" b="0" i="0" u="none" strike="noStrike" kern="1200" cap="none" spc="0" normalizeH="0" baseline="0" noProof="0" dirty="0">
                <a:ln>
                  <a:noFill/>
                </a:ln>
                <a:solidFill>
                  <a:prstClr val="black"/>
                </a:solidFill>
                <a:effectLst/>
                <a:uLnTx/>
                <a:uFillTx/>
                <a:latin typeface="Tw Cen MT"/>
                <a:ea typeface="+mn-ea"/>
                <a:cs typeface="+mn-cs"/>
              </a:rPr>
              <a:t>).</a:t>
            </a:r>
          </a:p>
          <a:p>
            <a:pPr marL="320040" indent="-320040">
              <a:spcBef>
                <a:spcPts val="700"/>
              </a:spcBef>
              <a:buClr>
                <a:srgbClr val="DA1F28"/>
              </a:buClr>
              <a:defRPr/>
            </a:pPr>
            <a:r>
              <a:rPr lang="en-US" sz="3200" dirty="0">
                <a:solidFill>
                  <a:prstClr val="black"/>
                </a:solidFill>
                <a:latin typeface="Tw Cen MT"/>
              </a:rPr>
              <a:t>The implication of the strong-form EMH is that </a:t>
            </a:r>
            <a:r>
              <a:rPr kumimoji="0" lang="en-US" sz="3200" b="0" i="0" u="none" strike="noStrike" kern="1200" cap="none" spc="0" normalizeH="0" baseline="0" noProof="0" dirty="0">
                <a:ln>
                  <a:noFill/>
                </a:ln>
                <a:solidFill>
                  <a:srgbClr val="EC767C"/>
                </a:solidFill>
                <a:effectLst/>
                <a:uLnTx/>
                <a:uFillTx/>
                <a:latin typeface="Tw Cen MT"/>
                <a:ea typeface="+mn-ea"/>
                <a:cs typeface="+mn-cs"/>
              </a:rPr>
              <a:t>insider information </a:t>
            </a:r>
            <a:r>
              <a:rPr lang="en-US" sz="3200" dirty="0">
                <a:solidFill>
                  <a:prstClr val="black"/>
                </a:solidFill>
                <a:latin typeface="Tw Cen MT"/>
              </a:rPr>
              <a:t>cannot be used to predict and beat the market.</a:t>
            </a:r>
          </a:p>
        </p:txBody>
      </p:sp>
      <p:sp>
        <p:nvSpPr>
          <p:cNvPr id="2" name="Rectangle 1">
            <a:extLst>
              <a:ext uri="{FF2B5EF4-FFF2-40B4-BE49-F238E27FC236}">
                <a16:creationId xmlns:a16="http://schemas.microsoft.com/office/drawing/2014/main" id="{9761A453-5437-DF78-1849-F160E0788910}"/>
              </a:ext>
            </a:extLst>
          </p:cNvPr>
          <p:cNvSpPr/>
          <p:nvPr/>
        </p:nvSpPr>
        <p:spPr>
          <a:xfrm>
            <a:off x="5276872" y="3412435"/>
            <a:ext cx="6506392" cy="609600"/>
          </a:xfrm>
          <a:prstGeom prst="rect">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Tw Cen MT"/>
                <a:ea typeface="+mn-ea"/>
                <a:cs typeface="+mn-cs"/>
              </a:rPr>
              <a:t>trading based on insider information is illegal. </a:t>
            </a:r>
          </a:p>
        </p:txBody>
      </p:sp>
    </p:spTree>
    <p:extLst>
      <p:ext uri="{BB962C8B-B14F-4D97-AF65-F5344CB8AC3E}">
        <p14:creationId xmlns:p14="http://schemas.microsoft.com/office/powerpoint/2010/main" val="2498283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Efficient Market Hypothesis</a:t>
            </a:r>
          </a:p>
        </p:txBody>
      </p:sp>
      <p:sp>
        <p:nvSpPr>
          <p:cNvPr id="8" name="Rectangle 7">
            <a:extLst>
              <a:ext uri="{FF2B5EF4-FFF2-40B4-BE49-F238E27FC236}">
                <a16:creationId xmlns:a16="http://schemas.microsoft.com/office/drawing/2014/main" id="{CEE303D4-35FA-C10D-C859-0417DFD03E20}"/>
              </a:ext>
            </a:extLst>
          </p:cNvPr>
          <p:cNvSpPr/>
          <p:nvPr/>
        </p:nvSpPr>
        <p:spPr>
          <a:xfrm>
            <a:off x="3034143"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Implications of the EMH</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54141" y="550222"/>
            <a:ext cx="1182829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srgbClr val="000000"/>
                </a:solidFill>
                <a:effectLst/>
                <a:uLnTx/>
                <a:uFillTx/>
                <a:latin typeface="Tw Cen MT"/>
                <a:ea typeface="+mn-ea"/>
                <a:cs typeface="+mn-cs"/>
              </a:rPr>
              <a:t>Implications on portfolio management:</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Proponents of the efficient market hypothesis believe that active management is largely wasted effort and unlikely to justify the expenses incurred. Therefore, they advocate </a:t>
            </a:r>
            <a:r>
              <a:rPr kumimoji="0" lang="en-US" sz="2800" b="1" i="0" u="none" strike="noStrike" kern="1200" cap="none" spc="0" normalizeH="0" baseline="0" noProof="0" dirty="0">
                <a:ln>
                  <a:noFill/>
                </a:ln>
                <a:solidFill>
                  <a:srgbClr val="2DA2BF"/>
                </a:solidFill>
                <a:effectLst/>
                <a:uLnTx/>
                <a:uFillTx/>
                <a:latin typeface="Tw Cen MT"/>
                <a:ea typeface="+mn-ea"/>
                <a:cs typeface="+mn-cs"/>
              </a:rPr>
              <a:t>passive investment strategy</a:t>
            </a:r>
            <a:r>
              <a:rPr kumimoji="0" lang="en-US" sz="2800" b="0" i="0" u="none" strike="noStrike" kern="1200" cap="none" spc="0" normalizeH="0" baseline="0" noProof="0" dirty="0">
                <a:ln>
                  <a:noFill/>
                </a:ln>
                <a:solidFill>
                  <a:srgbClr val="2DA2BF"/>
                </a:solidFill>
                <a:effectLst/>
                <a:uLnTx/>
                <a:uFillTx/>
                <a:latin typeface="Tw Cen MT"/>
                <a:ea typeface="+mn-ea"/>
                <a:cs typeface="+mn-cs"/>
              </a:rPr>
              <a:t> </a:t>
            </a:r>
            <a:r>
              <a:rPr kumimoji="0" lang="en-US" sz="2800" b="0" i="0" u="none" strike="noStrike" kern="1200" cap="none" spc="0" normalizeH="0" baseline="0" noProof="0" dirty="0">
                <a:ln>
                  <a:noFill/>
                </a:ln>
                <a:solidFill>
                  <a:prstClr val="black"/>
                </a:solidFill>
                <a:effectLst/>
                <a:uLnTx/>
                <a:uFillTx/>
                <a:latin typeface="Tw Cen MT"/>
                <a:ea typeface="+mn-ea"/>
                <a:cs typeface="+mn-cs"/>
              </a:rPr>
              <a:t>that makes no attempt to outsmart the market. </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A passive investment strategy aims </a:t>
            </a:r>
            <a:r>
              <a:rPr kumimoji="0" lang="en-US" sz="2800" b="1" i="0" u="none" strike="noStrike" kern="1200" cap="none" spc="0" normalizeH="0" baseline="0" noProof="0" dirty="0">
                <a:ln>
                  <a:noFill/>
                </a:ln>
                <a:solidFill>
                  <a:srgbClr val="DA1F28">
                    <a:lumMod val="60000"/>
                    <a:lumOff val="40000"/>
                  </a:srgbClr>
                </a:solidFill>
                <a:effectLst/>
                <a:uLnTx/>
                <a:uFillTx/>
                <a:latin typeface="Tw Cen MT"/>
                <a:ea typeface="+mn-ea"/>
                <a:cs typeface="+mn-cs"/>
              </a:rPr>
              <a:t>only at establishing a well-diversified portfolio of securities (index fund) </a:t>
            </a:r>
            <a:r>
              <a:rPr kumimoji="0" lang="en-US" sz="2800" b="0" i="0" u="none" strike="noStrike" kern="1200" cap="none" spc="0" normalizeH="0" baseline="0" noProof="0" dirty="0">
                <a:ln>
                  <a:noFill/>
                </a:ln>
                <a:solidFill>
                  <a:prstClr val="black"/>
                </a:solidFill>
                <a:effectLst/>
                <a:uLnTx/>
                <a:uFillTx/>
                <a:latin typeface="Tw Cen MT"/>
                <a:ea typeface="+mn-ea"/>
                <a:cs typeface="+mn-cs"/>
              </a:rPr>
              <a:t>without attempting to find under- or overvalued stocks.</a:t>
            </a:r>
          </a:p>
          <a:p>
            <a:pPr marL="426710" lvl="1" indent="0">
              <a:buClr>
                <a:srgbClr val="DA1F28"/>
              </a:buClr>
              <a:buNone/>
              <a:defRPr/>
            </a:pPr>
            <a:endParaRPr lang="en-US" sz="2800" dirty="0">
              <a:solidFill>
                <a:sysClr val="windowText" lastClr="000000"/>
              </a:solidFill>
              <a:latin typeface="Tw Cen MT"/>
            </a:endParaRPr>
          </a:p>
        </p:txBody>
      </p:sp>
      <p:sp>
        <p:nvSpPr>
          <p:cNvPr id="4" name="TextBox 3">
            <a:extLst>
              <a:ext uri="{FF2B5EF4-FFF2-40B4-BE49-F238E27FC236}">
                <a16:creationId xmlns:a16="http://schemas.microsoft.com/office/drawing/2014/main" id="{D320A54B-B0A5-3B43-A28E-90BE9A321C87}"/>
              </a:ext>
            </a:extLst>
          </p:cNvPr>
          <p:cNvSpPr txBox="1"/>
          <p:nvPr/>
        </p:nvSpPr>
        <p:spPr>
          <a:xfrm>
            <a:off x="1742702" y="4661668"/>
            <a:ext cx="9415462" cy="12464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2500" b="0" i="1" u="none" strike="noStrike" kern="1200" cap="none" spc="0" normalizeH="0" baseline="0" noProof="0" dirty="0">
                <a:ln>
                  <a:noFill/>
                </a:ln>
                <a:solidFill>
                  <a:prstClr val="black"/>
                </a:solidFill>
                <a:effectLst/>
                <a:uLnTx/>
                <a:uFillTx/>
                <a:latin typeface="Tw Cen MT"/>
                <a:ea typeface="+mn-ea"/>
                <a:cs typeface="+mn-cs"/>
              </a:rPr>
              <a:t>“A lifetime of experience in this business makes me profoundly </a:t>
            </a:r>
            <a:r>
              <a:rPr kumimoji="0" lang="en-SG" sz="2500" b="0" i="1" u="none" strike="noStrike" kern="1200" cap="none" spc="0" normalizeH="0" baseline="0" noProof="0" dirty="0" err="1">
                <a:ln>
                  <a:noFill/>
                </a:ln>
                <a:solidFill>
                  <a:prstClr val="black"/>
                </a:solidFill>
                <a:effectLst/>
                <a:uLnTx/>
                <a:uFillTx/>
                <a:latin typeface="Tw Cen MT"/>
                <a:ea typeface="+mn-ea"/>
                <a:cs typeface="+mn-cs"/>
              </a:rPr>
              <a:t>skeptical</a:t>
            </a:r>
            <a:r>
              <a:rPr kumimoji="0" lang="en-SG" sz="2500" b="0" i="1" u="none" strike="noStrike" kern="1200" cap="none" spc="0" normalizeH="0" baseline="0" noProof="0" dirty="0">
                <a:ln>
                  <a:noFill/>
                </a:ln>
                <a:solidFill>
                  <a:prstClr val="black"/>
                </a:solidFill>
                <a:effectLst/>
                <a:uLnTx/>
                <a:uFillTx/>
                <a:latin typeface="Tw Cen MT"/>
                <a:ea typeface="+mn-ea"/>
                <a:cs typeface="+mn-cs"/>
              </a:rPr>
              <a:t> of </a:t>
            </a:r>
            <a:r>
              <a:rPr kumimoji="0" lang="en-SG" sz="2500" b="0" i="1" u="none" strike="noStrike" kern="1200" cap="none" spc="0" normalizeH="0" baseline="0" noProof="0" dirty="0">
                <a:ln>
                  <a:noFill/>
                </a:ln>
                <a:solidFill>
                  <a:srgbClr val="DA1F28">
                    <a:lumMod val="60000"/>
                    <a:lumOff val="40000"/>
                  </a:srgbClr>
                </a:solidFill>
                <a:effectLst/>
                <a:uLnTx/>
                <a:uFillTx/>
                <a:latin typeface="Tw Cen MT"/>
                <a:ea typeface="+mn-ea"/>
                <a:cs typeface="+mn-cs"/>
              </a:rPr>
              <a:t>market timing</a:t>
            </a:r>
            <a:r>
              <a:rPr kumimoji="0" lang="en-SG" sz="2500" b="0" i="1" u="none" strike="noStrike" kern="1200" cap="none" spc="0" normalizeH="0" baseline="0" noProof="0" dirty="0">
                <a:ln>
                  <a:noFill/>
                </a:ln>
                <a:solidFill>
                  <a:prstClr val="black"/>
                </a:solidFill>
                <a:effectLst/>
                <a:uLnTx/>
                <a:uFillTx/>
                <a:latin typeface="Tw Cen MT"/>
                <a:ea typeface="+mn-ea"/>
                <a:cs typeface="+mn-cs"/>
              </a:rPr>
              <a:t>. I don’t know anyone who can do it successfully, nor anyone who has done so in the past.”</a:t>
            </a:r>
            <a:r>
              <a:rPr kumimoji="0" lang="en-US" sz="2500" b="0" i="1" u="none" strike="noStrike" kern="1200" cap="none" spc="0" normalizeH="0" baseline="0" noProof="0" dirty="0">
                <a:ln>
                  <a:noFill/>
                </a:ln>
                <a:solidFill>
                  <a:prstClr val="black"/>
                </a:solidFill>
                <a:effectLst/>
                <a:uLnTx/>
                <a:uFillTx/>
                <a:latin typeface="Tw Cen MT"/>
                <a:ea typeface="+mn-ea"/>
                <a:cs typeface="+mn-cs"/>
              </a:rPr>
              <a:t>---</a:t>
            </a:r>
            <a:r>
              <a:rPr kumimoji="0" lang="en-US" sz="2500" b="0" i="1" u="none" strike="noStrike" kern="1200" cap="none" spc="0" normalizeH="0" baseline="0" noProof="0" dirty="0">
                <a:ln>
                  <a:noFill/>
                </a:ln>
                <a:solidFill>
                  <a:prstClr val="black"/>
                </a:solidFill>
                <a:effectLst/>
                <a:uLnTx/>
                <a:uFillTx/>
                <a:latin typeface="Tw Cen MT"/>
                <a:ea typeface="+mn-ea"/>
                <a:cs typeface="+mn-cs"/>
                <a:hlinkClick r:id="rId3"/>
              </a:rPr>
              <a:t>John C. Bogle</a:t>
            </a:r>
            <a:endParaRPr kumimoji="0" lang="en-US" sz="2500" b="0" i="1" u="none" strike="noStrike" kern="1200" cap="none" spc="0" normalizeH="0" baseline="0" noProof="0" dirty="0">
              <a:ln>
                <a:noFill/>
              </a:ln>
              <a:solidFill>
                <a:prstClr val="black"/>
              </a:solidFill>
              <a:effectLst/>
              <a:uLnTx/>
              <a:uFillTx/>
              <a:latin typeface="Tw Cen MT"/>
              <a:ea typeface="+mn-ea"/>
              <a:cs typeface="+mn-cs"/>
            </a:endParaRPr>
          </a:p>
        </p:txBody>
      </p:sp>
    </p:spTree>
    <p:extLst>
      <p:ext uri="{BB962C8B-B14F-4D97-AF65-F5344CB8AC3E}">
        <p14:creationId xmlns:p14="http://schemas.microsoft.com/office/powerpoint/2010/main" val="3544706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Efficient Market Hypothesis</a:t>
            </a:r>
          </a:p>
        </p:txBody>
      </p:sp>
      <p:sp>
        <p:nvSpPr>
          <p:cNvPr id="8" name="Rectangle 7">
            <a:extLst>
              <a:ext uri="{FF2B5EF4-FFF2-40B4-BE49-F238E27FC236}">
                <a16:creationId xmlns:a16="http://schemas.microsoft.com/office/drawing/2014/main" id="{CEE303D4-35FA-C10D-C859-0417DFD03E20}"/>
              </a:ext>
            </a:extLst>
          </p:cNvPr>
          <p:cNvSpPr/>
          <p:nvPr/>
        </p:nvSpPr>
        <p:spPr>
          <a:xfrm>
            <a:off x="3034143"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Market Efficiency Anomalies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71286" y="550222"/>
            <a:ext cx="1179400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srgbClr val="000000"/>
                </a:solidFill>
                <a:effectLst/>
                <a:uLnTx/>
                <a:uFillTx/>
                <a:latin typeface="Tw Cen MT"/>
                <a:ea typeface="+mn-ea"/>
                <a:cs typeface="+mn-cs"/>
              </a:rPr>
              <a:t>Market Efficiency Anomalies (</a:t>
            </a:r>
            <a:r>
              <a:rPr kumimoji="0" lang="en-US" sz="3200" b="0" i="0" u="none" strike="noStrike" kern="1200" cap="none" spc="0" normalizeH="0" baseline="0" noProof="0" dirty="0">
                <a:ln>
                  <a:noFill/>
                </a:ln>
                <a:solidFill>
                  <a:schemeClr val="accent2"/>
                </a:solidFill>
                <a:effectLst/>
                <a:uLnTx/>
                <a:uFillTx/>
                <a:latin typeface="Tw Cen MT"/>
                <a:ea typeface="+mn-ea"/>
                <a:cs typeface="+mn-cs"/>
                <a:hlinkClick r:id="rId3">
                  <a:extLst>
                    <a:ext uri="{A12FA001-AC4F-418D-AE19-62706E023703}">
                      <ahyp:hlinkClr xmlns:ahyp="http://schemas.microsoft.com/office/drawing/2018/hyperlinkcolor" val="tx"/>
                    </a:ext>
                  </a:extLst>
                </a:hlinkClick>
              </a:rPr>
              <a:t>link</a:t>
            </a:r>
            <a:r>
              <a:rPr kumimoji="0" lang="en-US" sz="3200" b="0" i="0" u="none" strike="noStrike" kern="1200" cap="none" spc="0" normalizeH="0" baseline="0" noProof="0" dirty="0">
                <a:ln>
                  <a:noFill/>
                </a:ln>
                <a:solidFill>
                  <a:schemeClr val="accent2"/>
                </a:solidFill>
                <a:effectLst/>
                <a:uLnTx/>
                <a:uFillTx/>
                <a:latin typeface="Tw Cen MT"/>
                <a:ea typeface="+mn-ea"/>
                <a:cs typeface="+mn-cs"/>
              </a:rPr>
              <a:t>; </a:t>
            </a:r>
            <a:r>
              <a:rPr lang="en-US" sz="3200" dirty="0">
                <a:solidFill>
                  <a:schemeClr val="accent2"/>
                </a:solidFill>
                <a:latin typeface="Tw Cen MT"/>
                <a:hlinkClick r:id="rId4"/>
              </a:rPr>
              <a:t>m</a:t>
            </a:r>
            <a:r>
              <a:rPr kumimoji="0" lang="en-US" sz="3200" b="0" i="0" u="none" strike="noStrike" kern="1200" cap="none" spc="0" normalizeH="0" baseline="0" noProof="0" dirty="0" err="1">
                <a:ln>
                  <a:noFill/>
                </a:ln>
                <a:solidFill>
                  <a:schemeClr val="accent2"/>
                </a:solidFill>
                <a:effectLst/>
                <a:uLnTx/>
                <a:uFillTx/>
                <a:latin typeface="Tw Cen MT"/>
                <a:hlinkClick r:id="rId4"/>
              </a:rPr>
              <a:t>arket</a:t>
            </a:r>
            <a:r>
              <a:rPr kumimoji="0" lang="en-US" sz="3200" b="0" i="0" u="none" strike="noStrike" kern="1200" cap="none" spc="0" normalizeH="0" baseline="0" noProof="0" dirty="0">
                <a:ln>
                  <a:noFill/>
                </a:ln>
                <a:solidFill>
                  <a:schemeClr val="accent2"/>
                </a:solidFill>
                <a:effectLst/>
                <a:uLnTx/>
                <a:uFillTx/>
                <a:latin typeface="Tw Cen MT"/>
                <a:hlinkClick r:id="rId4"/>
              </a:rPr>
              <a:t> anomalies</a:t>
            </a:r>
            <a:r>
              <a:rPr kumimoji="0" lang="en-US" sz="3200" b="0" i="0" u="none" strike="noStrike" kern="1200" cap="none" spc="0" normalizeH="0" baseline="0" noProof="0" dirty="0">
                <a:ln>
                  <a:noFill/>
                </a:ln>
                <a:solidFill>
                  <a:srgbClr val="000000"/>
                </a:solidFill>
                <a:effectLst/>
                <a:uLnTx/>
                <a:uFillTx/>
                <a:latin typeface="Tw Cen MT"/>
                <a:ea typeface="+mn-ea"/>
                <a:cs typeface="+mn-cs"/>
              </a:rPr>
              <a:t>) :</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600" b="1" i="0" u="none" strike="noStrike" kern="1200" cap="none" spc="0" normalizeH="0" baseline="0" noProof="0" dirty="0">
                <a:ln>
                  <a:noFill/>
                </a:ln>
                <a:solidFill>
                  <a:srgbClr val="000000"/>
                </a:solidFill>
                <a:effectLst/>
                <a:uLnTx/>
                <a:uFillTx/>
                <a:latin typeface="Tw Cen MT"/>
                <a:ea typeface="+mn-ea"/>
                <a:cs typeface="+mn-cs"/>
              </a:rPr>
              <a:t>P/E effect</a:t>
            </a:r>
            <a:r>
              <a:rPr kumimoji="0" lang="en-US" sz="2600" b="0" i="0" u="none" strike="noStrike" kern="1200" cap="none" spc="0" normalizeH="0" baseline="0" noProof="0" dirty="0">
                <a:ln>
                  <a:noFill/>
                </a:ln>
                <a:solidFill>
                  <a:srgbClr val="000000"/>
                </a:solidFill>
                <a:effectLst/>
                <a:uLnTx/>
                <a:uFillTx/>
                <a:latin typeface="Tw Cen MT"/>
                <a:ea typeface="+mn-ea"/>
                <a:cs typeface="+mn-cs"/>
              </a:rPr>
              <a:t>: investors can profit by investing in stocks with a low P/E ratio.</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600" b="1" i="0" u="none" strike="noStrike" kern="1200" cap="none" spc="0" normalizeH="0" baseline="0" noProof="0" dirty="0">
                <a:ln>
                  <a:noFill/>
                </a:ln>
                <a:solidFill>
                  <a:srgbClr val="000000"/>
                </a:solidFill>
                <a:effectLst/>
                <a:uLnTx/>
                <a:uFillTx/>
                <a:latin typeface="Tw Cen MT"/>
                <a:ea typeface="+mn-ea"/>
                <a:cs typeface="+mn-cs"/>
              </a:rPr>
              <a:t>Size effect</a:t>
            </a:r>
            <a:r>
              <a:rPr kumimoji="0" lang="en-US" sz="2600" b="0" i="0" u="none" strike="noStrike" kern="1200" cap="none" spc="0" normalizeH="0" baseline="0" noProof="0" dirty="0">
                <a:ln>
                  <a:noFill/>
                </a:ln>
                <a:solidFill>
                  <a:srgbClr val="000000"/>
                </a:solidFill>
                <a:effectLst/>
                <a:uLnTx/>
                <a:uFillTx/>
                <a:latin typeface="Tw Cen MT"/>
                <a:ea typeface="+mn-ea"/>
                <a:cs typeface="+mn-cs"/>
              </a:rPr>
              <a:t>: smaller companies have greater returns than their larger peers (on a risk-adjusted basis).</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600" b="1" i="0" u="none" strike="noStrike" kern="1200" cap="none" spc="0" normalizeH="0" baseline="0" noProof="0" dirty="0">
                <a:ln>
                  <a:noFill/>
                </a:ln>
                <a:solidFill>
                  <a:srgbClr val="000000"/>
                </a:solidFill>
                <a:effectLst/>
                <a:uLnTx/>
                <a:uFillTx/>
                <a:latin typeface="Tw Cen MT"/>
                <a:ea typeface="+mn-ea"/>
                <a:cs typeface="+mn-cs"/>
              </a:rPr>
              <a:t>January effect</a:t>
            </a:r>
            <a:r>
              <a:rPr kumimoji="0" lang="en-US" sz="2600" b="0" i="0" u="none" strike="noStrike" kern="1200" cap="none" spc="0" normalizeH="0" baseline="0" noProof="0" dirty="0">
                <a:ln>
                  <a:noFill/>
                </a:ln>
                <a:solidFill>
                  <a:srgbClr val="000000"/>
                </a:solidFill>
                <a:effectLst/>
                <a:uLnTx/>
                <a:uFillTx/>
                <a:latin typeface="Tw Cen MT"/>
                <a:ea typeface="+mn-ea"/>
                <a:cs typeface="+mn-cs"/>
              </a:rPr>
              <a:t>: investors can profit by buying stocks in December and selling them in January.</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600" b="1" i="0" u="none" strike="noStrike" kern="1200" cap="none" spc="0" normalizeH="0" baseline="0" noProof="0" dirty="0">
                <a:ln>
                  <a:noFill/>
                </a:ln>
                <a:solidFill>
                  <a:prstClr val="black"/>
                </a:solidFill>
                <a:effectLst/>
                <a:uLnTx/>
                <a:uFillTx/>
                <a:latin typeface="Tw Cen MT"/>
                <a:ea typeface="+mn-ea"/>
                <a:cs typeface="+mn-cs"/>
              </a:rPr>
              <a:t>Post–earnings-announcement drift</a:t>
            </a:r>
            <a:r>
              <a:rPr kumimoji="0" lang="en-US" sz="2600" b="0" i="0" u="none" strike="noStrike" kern="1200" cap="none" spc="0" normalizeH="0" baseline="0" noProof="0" dirty="0">
                <a:ln>
                  <a:noFill/>
                </a:ln>
                <a:solidFill>
                  <a:prstClr val="black"/>
                </a:solidFill>
                <a:effectLst/>
                <a:uLnTx/>
                <a:uFillTx/>
                <a:latin typeface="Tw Cen MT"/>
                <a:ea typeface="+mn-ea"/>
                <a:cs typeface="+mn-cs"/>
              </a:rPr>
              <a:t>: the tendency for a stock’s cumulative abnormal returns to drift in the direction of an earnings surprise for several weeks (even several months) following an earnings announcement.</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lang="en-US" sz="2600" b="1" dirty="0">
                <a:solidFill>
                  <a:prstClr val="black"/>
                </a:solidFill>
                <a:latin typeface="Tw Cen MT"/>
              </a:rPr>
              <a:t>The popularity of active asset management:</a:t>
            </a:r>
            <a:r>
              <a:rPr lang="en-US" sz="2600" dirty="0">
                <a:solidFill>
                  <a:prstClr val="black"/>
                </a:solidFill>
                <a:latin typeface="Tw Cen MT"/>
              </a:rPr>
              <a:t> Only</a:t>
            </a:r>
            <a:r>
              <a:rPr lang="en-US" sz="2600" b="0" i="0" u="none" strike="noStrike" kern="1200" baseline="0" dirty="0">
                <a:solidFill>
                  <a:srgbClr val="000000"/>
                </a:solidFill>
                <a:latin typeface="Tw Cen MT" panose="020B0602020104020603" pitchFamily="34" charset="77"/>
              </a:rPr>
              <a:t> about 10%-15% of the equity in the mutual fund industry is held in indexed accounts, even though studies have shown that actively managed equity mutual funds have provided investors with average returns significantly below those on passive benchmarks.</a:t>
            </a:r>
            <a:endParaRPr kumimoji="0" lang="en-US" sz="2600" b="0" i="0" u="none" strike="noStrike" kern="1200" cap="none" spc="0" normalizeH="0" baseline="0" noProof="0" dirty="0">
              <a:ln>
                <a:noFill/>
              </a:ln>
              <a:solidFill>
                <a:srgbClr val="000000"/>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3229606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Efficient Market Hypothesis</a:t>
            </a:r>
          </a:p>
        </p:txBody>
      </p:sp>
      <p:sp>
        <p:nvSpPr>
          <p:cNvPr id="8" name="Rectangle 7">
            <a:extLst>
              <a:ext uri="{FF2B5EF4-FFF2-40B4-BE49-F238E27FC236}">
                <a16:creationId xmlns:a16="http://schemas.microsoft.com/office/drawing/2014/main" id="{CEE303D4-35FA-C10D-C859-0417DFD03E20}"/>
              </a:ext>
            </a:extLst>
          </p:cNvPr>
          <p:cNvSpPr/>
          <p:nvPr/>
        </p:nvSpPr>
        <p:spPr>
          <a:xfrm>
            <a:off x="3034143"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Market Efficiency Anomalies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59856" y="526472"/>
            <a:ext cx="11816860" cy="449087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srgbClr val="000000"/>
                </a:solidFill>
                <a:effectLst/>
                <a:uLnTx/>
                <a:uFillTx/>
                <a:latin typeface="Tw Cen MT"/>
                <a:ea typeface="+mn-ea"/>
                <a:cs typeface="+mn-cs"/>
              </a:rPr>
              <a:t>However, whether the market is efficient is highly controversial and often disputed. </a:t>
            </a:r>
            <a:r>
              <a:rPr lang="en-US" sz="3200" dirty="0">
                <a:solidFill>
                  <a:srgbClr val="000000"/>
                </a:solidFill>
                <a:latin typeface="Tw Cen MT"/>
              </a:rPr>
              <a:t>Watch</a:t>
            </a:r>
            <a:r>
              <a:rPr kumimoji="0" lang="en-US" sz="3200" b="0" i="0" u="none" strike="noStrike" kern="1200" cap="none" spc="0" normalizeH="0" baseline="0" noProof="0" dirty="0">
                <a:ln>
                  <a:noFill/>
                </a:ln>
                <a:solidFill>
                  <a:srgbClr val="000000"/>
                </a:solidFill>
                <a:effectLst/>
                <a:uLnTx/>
                <a:uFillTx/>
                <a:latin typeface="Tw Cen MT"/>
                <a:ea typeface="+mn-ea"/>
                <a:cs typeface="+mn-cs"/>
              </a:rPr>
              <a:t> these two video clips: 1) </a:t>
            </a:r>
            <a:r>
              <a:rPr kumimoji="0" lang="en-US" sz="3200" b="0" i="0" u="none" strike="noStrike" kern="1200" cap="none" spc="0" normalizeH="0" baseline="0" noProof="0" dirty="0">
                <a:ln>
                  <a:noFill/>
                </a:ln>
                <a:solidFill>
                  <a:schemeClr val="accent2"/>
                </a:solidFill>
                <a:effectLst/>
                <a:uLnTx/>
                <a:uFillTx/>
                <a:latin typeface="Tw Cen MT"/>
                <a:ea typeface="+mn-ea"/>
                <a:cs typeface="+mn-cs"/>
                <a:hlinkClick r:id="rId3">
                  <a:extLst>
                    <a:ext uri="{A12FA001-AC4F-418D-AE19-62706E023703}">
                      <ahyp:hlinkClr xmlns:ahyp="http://schemas.microsoft.com/office/drawing/2018/hyperlinkcolor" val="tx"/>
                    </a:ext>
                  </a:extLst>
                </a:hlinkClick>
              </a:rPr>
              <a:t>How Efficient are Markets Really?</a:t>
            </a:r>
            <a:r>
              <a:rPr kumimoji="0" lang="en-US" sz="3200" b="0" i="0" u="none" strike="noStrike" kern="1200" cap="none" spc="0" normalizeH="0" baseline="0" noProof="0" dirty="0">
                <a:ln>
                  <a:noFill/>
                </a:ln>
                <a:solidFill>
                  <a:schemeClr val="accent2"/>
                </a:solidFill>
                <a:effectLst/>
                <a:uLnTx/>
                <a:uFillTx/>
                <a:latin typeface="Tw Cen MT"/>
                <a:ea typeface="+mn-ea"/>
                <a:cs typeface="+mn-cs"/>
              </a:rPr>
              <a:t> </a:t>
            </a:r>
            <a:r>
              <a:rPr lang="en-US" sz="3200" dirty="0">
                <a:solidFill>
                  <a:srgbClr val="000000"/>
                </a:solidFill>
                <a:latin typeface="Tw Cen MT"/>
              </a:rPr>
              <a:t>2)</a:t>
            </a:r>
            <a:r>
              <a:rPr kumimoji="0" lang="en-US" sz="3200" b="0" i="0" u="none" strike="noStrike" kern="1200" cap="none" spc="0" normalizeH="0" baseline="0" noProof="0" dirty="0">
                <a:ln>
                  <a:noFill/>
                </a:ln>
                <a:solidFill>
                  <a:schemeClr val="accent2"/>
                </a:solidFill>
                <a:effectLst/>
                <a:uLnTx/>
                <a:uFillTx/>
                <a:latin typeface="Tw Cen MT"/>
                <a:ea typeface="+mn-ea"/>
                <a:cs typeface="+mn-cs"/>
              </a:rPr>
              <a:t> </a:t>
            </a:r>
            <a:r>
              <a:rPr kumimoji="0" lang="en-US" sz="3200" b="0" i="0" u="none" strike="noStrike" kern="1200" cap="none" spc="0" normalizeH="0" baseline="0" noProof="0" dirty="0">
                <a:ln>
                  <a:noFill/>
                </a:ln>
                <a:solidFill>
                  <a:schemeClr val="accent2"/>
                </a:solidFill>
                <a:effectLst/>
                <a:uLnTx/>
                <a:uFillTx/>
                <a:latin typeface="Tw Cen MT"/>
                <a:ea typeface="+mn-ea"/>
                <a:cs typeface="+mn-cs"/>
                <a:hlinkClick r:id="rId4"/>
              </a:rPr>
              <a:t>Are markets efficient?</a:t>
            </a:r>
            <a:endParaRPr lang="en-SG" sz="1400" b="1" i="0" u="none" strike="noStrike" dirty="0">
              <a:solidFill>
                <a:srgbClr val="0F0F0F"/>
              </a:solidFill>
              <a:effectLst/>
              <a:latin typeface="Roboto" panose="02000000000000000000" pitchFamily="2" charset="0"/>
            </a:endParaRPr>
          </a:p>
          <a:p>
            <a:pPr marL="0" marR="0" lvl="0" indent="0" algn="l" defTabSz="914400" rtl="0" eaLnBrk="1" fontAlgn="auto" latinLnBrk="0" hangingPunct="1">
              <a:lnSpc>
                <a:spcPct val="100000"/>
              </a:lnSpc>
              <a:spcBef>
                <a:spcPts val="700"/>
              </a:spcBef>
              <a:spcAft>
                <a:spcPts val="0"/>
              </a:spcAft>
              <a:buClr>
                <a:srgbClr val="DA1F28"/>
              </a:buClr>
              <a:buSzPct val="60000"/>
              <a:buNone/>
              <a:tabLst/>
              <a:defRPr/>
            </a:pPr>
            <a:endParaRPr kumimoji="0" lang="en-US" sz="3200" b="0" i="0" u="none" strike="noStrike" kern="1200" cap="none" spc="0" normalizeH="0" baseline="0" noProof="0" dirty="0">
              <a:ln>
                <a:noFill/>
              </a:ln>
              <a:solidFill>
                <a:schemeClr val="accent2"/>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315171387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descreen 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1555</TotalTime>
  <Words>763</Words>
  <Application>Microsoft Macintosh PowerPoint</Application>
  <PresentationFormat>Widescreen</PresentationFormat>
  <Paragraphs>64</Paragraphs>
  <Slides>10</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Arial</vt:lpstr>
      <vt:lpstr>Calibri</vt:lpstr>
      <vt:lpstr>Calibri Light</vt:lpstr>
      <vt:lpstr>Roboto</vt:lpstr>
      <vt:lpstr>Tw Cen MT</vt:lpstr>
      <vt:lpstr>Wingdings</vt:lpstr>
      <vt:lpstr>Wingdings 2</vt:lpstr>
      <vt:lpstr>Office Theme</vt:lpstr>
      <vt:lpstr>Widescreen Presentation</vt:lpstr>
      <vt:lpstr>Lecture 10: Efficient market hypothesis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 time preference</dc:title>
  <dc:creator>#LIM PUI YEE#</dc:creator>
  <cp:lastModifiedBy>He Tai-Sen (Asst Prof)</cp:lastModifiedBy>
  <cp:revision>43</cp:revision>
  <dcterms:created xsi:type="dcterms:W3CDTF">2022-07-09T07:25:24Z</dcterms:created>
  <dcterms:modified xsi:type="dcterms:W3CDTF">2025-04-10T00:47:40Z</dcterms:modified>
</cp:coreProperties>
</file>