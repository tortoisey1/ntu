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sldIdLst>
    <p:sldId id="256" r:id="rId3"/>
    <p:sldId id="395" r:id="rId4"/>
    <p:sldId id="437" r:id="rId5"/>
    <p:sldId id="457" r:id="rId6"/>
    <p:sldId id="438" r:id="rId7"/>
    <p:sldId id="449" r:id="rId8"/>
    <p:sldId id="450" r:id="rId9"/>
    <p:sldId id="451" r:id="rId10"/>
    <p:sldId id="452" r:id="rId11"/>
    <p:sldId id="453" r:id="rId12"/>
    <p:sldId id="454" r:id="rId13"/>
    <p:sldId id="458" r:id="rId14"/>
    <p:sldId id="45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D88BB4-2CA8-4573-9361-44EB6C2D4E7B}" v="13" dt="2023-02-02T05:56:15.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87975" autoAdjust="0"/>
  </p:normalViewPr>
  <p:slideViewPr>
    <p:cSldViewPr snapToGrid="0" snapToObjects="1">
      <p:cViewPr varScale="1">
        <p:scale>
          <a:sx n="90" d="100"/>
          <a:sy n="90" d="100"/>
        </p:scale>
        <p:origin x="370" y="58"/>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3.900"/>
    </inkml:context>
    <inkml:brush xml:id="br0">
      <inkml:brushProperty name="width" value="0.035" units="cm"/>
      <inkml:brushProperty name="height" value="0.035" units="cm"/>
    </inkml:brush>
  </inkml:definitions>
  <inkml:trace contextRef="#ctx0" brushRef="#br0">122 18 136,'-13'-17'19138,"13"17"-18858,-1 0 0,1 0 0,0 0-1,-1 0 1,1 0 0,0 0 0,0 0 0,-1 0-1,1 0 1,0 0 0,-5 2 5596,5-2-5596,0 1 0,0-1-1,0 0 1,0 0 0,-1 1 0,1-1 0,0 0-1,0 1 1,-43 33 1737,36-23-2017,0 0 0,1 1 0,1 0 0,0 0 0,0 0 0,1 1 0,1-1 0,-3 16 0,2-1 0,1 0 0,2 52 0,1-71 0,0 0 0,1 0 0,1 0 0,-1 0 0,1-1 0,1 1 0,-1-1 0,1 1 0,0-1 0,1 0 0,0 0 0,5 7 0,-6-11 0,-1 0 0,1 0 0,0-1 0,0 1 0,-1-1 0,2 0 0,-1 0 0,0 0 0,0 0 0,1-1 0,-1 1 0,0-1 0,1 0 0,0 0 0,-1 0 0,1 0 0,0-1 0,-1 1 0,1-1 0,0 0 0,-1 0 0,1-1 0,0 1 0,0-1 0,-1 1 0,1-1 0,6-3 0,-2 0 0,0 0 0,0 0 0,0-1 0,-1 0 0,1 0 0,-1-1 0,0 0 0,-1 0 0,0-1 0,0 1 0,0-2 0,-1 1 0,0 0 0,0-1 0,-1 0 0,6-13 0,-2 2 0,-1 0 0,-1 0 0,-1 0 0,0-1 0,-1 1 0,1-30 0,-5 44 0,1 0 0,-1 0 0,-1-1 0,1 1 0,-1 0 0,0 0 0,0 0 0,0 0 0,-1 0 0,0 0 0,0 0 0,0 0 0,-1 1 0,1-1 0,-1 1 0,0 0 0,-4-5 0,4 7 0,0-1 0,0 1 0,0 0 0,0 0 0,0 1 0,-1-1 0,1 0 0,0 1 0,-1 0 0,1 0 0,-1 0 0,1 0 0,-1 1 0,0-1 0,1 1 0,-1 0 0,0 0 0,1 1 0,-1-1 0,0 1 0,1-1 0,-1 1 0,1 0 0,-7 3 0,4-2-328,0 1 0,1 0 0,-1 0 1,1 1-1,0-1 0,-10 9 0,10-7-708,0 1-1,-1-1 1,2 1-1,-1 0 1,-4 9 0,32 4-21716,-7-8 21442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4.083"/>
    </inkml:context>
    <inkml:brush xml:id="br0">
      <inkml:brushProperty name="width" value="0.035" units="cm"/>
      <inkml:brushProperty name="height" value="0.035" units="cm"/>
    </inkml:brush>
  </inkml:definitions>
  <inkml:trace contextRef="#ctx0" brushRef="#br0">16 0 1436,'-2'22'5123,"-4"31"17072,-1-32-18186,11-28-4009,-3 5 0,0 0 0,1 0 0,-1 0 0,0 0 0,0 0 0,0 0 0,0 0 0,-1 0 0,1-1 0,0 1 0,-1 0 0,0 0 0,1-1 0,-1 1 0,0 0 0,0-1 0,-1-2 0,-1 0-2811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4.550"/>
    </inkml:context>
    <inkml:brush xml:id="br0">
      <inkml:brushProperty name="width" value="0.035" units="cm"/>
      <inkml:brushProperty name="height" value="0.035" units="cm"/>
    </inkml:brush>
  </inkml:definitions>
  <inkml:trace contextRef="#ctx0" brushRef="#br0">262 137 1072,'-20'-18'6285,"18"16"-4481,-1 0 0,0 0-1,1-1 1,0 1 0,0-1-1,-1 1 1,1-1-1,1 0 1,-1 0 0,0 1-1,-1-6 1,0-16 1958,3 10-3762,1 10 0,-1 0 0,1 1 0,-1-1 0,-1 1 0,1-1 0,0 0 0,-2-4 0,2 7 0,-1 1 0,1-1 0,-1 0 0,1 0 0,-1 1 0,1-1 0,-1 0 0,0 1 0,1-1 0,-1 1 0,0-1 0,1 1 0,-1-1 0,0 1 0,0 0 0,1-1 0,-1 1 0,0 0 0,0 0 0,0-1 0,0 1 0,1 0 0,-1 0 0,0 0 0,0 0 0,0 0 0,0 0 0,0 0 0,1 0 0,-1 0 0,0 1 0,0-1 0,0 0 0,0 1 0,1-1 0,-2 1 0,-7 3 0,0-1 0,1 1 0,0 1 0,0 0 0,0 0 0,1 1 0,-1 0 0,1 0 0,-11 13 0,-3 5 0,-26 42 0,43-62 0,1 1 0,0 0 0,1 1 0,-1-1 0,1 0 0,0 1 0,1-1 0,-1 1 0,-1 10 0,3-13 0,0 0 0,0 0 0,1-1 0,-1 1 0,0 0 0,1-1 0,0 1 0,-1 0 0,1-1 0,0 1 0,1-1 0,-1 1 0,0-1 0,1 1 0,-1-1 0,1 0 0,0 0 0,-1 0 0,1 0 0,0 0 0,0 0 0,4 2 0,48 31 0,-31-21 0,34 27 0,-50-34 0,0-1 0,0 1 0,-1 1 0,0-1 0,0 1 0,-1 0 0,0 0 0,6 12 0,-6-7 0,-1 0 0,0 0 0,0 1 0,-1 0 0,-1-1 0,0 1 0,0 25 0,-2-34 0,0 0 0,0 0 0,-1 0 0,1 0 0,-1 0 0,0 0 0,-1 0 0,1-1 0,-1 1 0,0 0 0,0-1 0,0 1 0,-1-1 0,0 1 0,1-1 0,-2 0 0,1 0 0,0-1 0,-1 1 0,1-1 0,-1 1 0,0-1 0,0 0 0,-6 3 0,8-5 0,0 0 0,0 0 0,0 0 0,0-1 0,0 1 0,0 0 0,0-1 0,-1 1 0,1-1 0,0 0 0,0 0 0,0 0 0,0 0 0,0 0 0,-1 0 0,1 0 0,0-1 0,0 1 0,0-1 0,0 0 0,0 0 0,0 1 0,0-1 0,0 0 0,0-1 0,0 1 0,1 0 0,-1 0 0,0-1 0,1 1 0,-1-1 0,1 0 0,0 1 0,-1-1 0,1 0 0,0 0 0,0 0 0,0 0 0,0 0 0,0 0 0,1 0 0,-1 0 0,1 0 0,-1-2 0,-2-6 0,1 0 0,1 0 0,0-1 0,0 1 0,1 0 0,0-1 0,1 1 0,2-11 0,0 6 0,1-1 0,1 1 0,1 0 0,0 1 0,1 0 0,0 0 0,13-18 0,9-6 0,36-39 0,-1 3 0,-56 54-5082,-2 7-3157,9 17-9456,1-2 16160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4.986"/>
    </inkml:context>
    <inkml:brush xml:id="br0">
      <inkml:brushProperty name="width" value="0.035" units="cm"/>
      <inkml:brushProperty name="height" value="0.035" units="cm"/>
    </inkml:brush>
  </inkml:definitions>
  <inkml:trace contextRef="#ctx0" brushRef="#br0">172 0 512,'-15'11'5370,"-6"7"11028,10-7-8984,-1-1-4345,1-1-3069,0 0 0,1 1 0,0 0 0,1 1 0,1 0 0,-1 1 0,2 0 0,-1 0 0,2 0 0,-6 15 0,10-22 0,0 1 0,0-1 0,0 1 0,1-1 0,0 1 0,0 0 0,0 0 0,1-1 0,0 1 0,0 0 0,1 0 0,-1-1 0,1 1 0,0 0 0,1-1 0,0 1 0,0-1 0,0 1 0,0-1 0,1 0 0,0 0 0,0 0 0,0 0 0,0-1 0,1 1 0,8 7 0,-11-11 0,13 11 0,0 2 0,0 0 0,20 27 0,-32-37 0,1 0 0,-1 0 0,1 0 0,-1 0 0,0 0 0,-1 1 0,1-1 0,-1 0 0,0 1 0,0 0 0,0-1 0,0 1 0,-1-1 0,0 1 0,0 0 0,0-1 0,-1 1 0,0 0 0,1-1 0,-1 1 0,-4 8 0,5-12 0,-1 1 0,0-1 0,1 1 0,-1-1 0,0 1 0,0-1 0,0 0 0,0 1 0,0-1 0,-1 0 0,1 0 0,0 0 0,0 0 0,-1 0 0,1 0 0,-1 0 0,1 0 0,-1 0 0,1-1 0,-1 1 0,0-1 0,1 1 0,-1-1 0,1 0 0,-1 1 0,0-1 0,1 0 0,-1 0 0,0 0 0,0 0 0,1 0 0,-1-1 0,1 1 0,-1-1 0,0 1 0,1-1 0,-1 1 0,1-1 0,-3-1 0,0 0 0,0-1 0,0 1 0,0-1 0,1 1 0,-1-1 0,1 0 0,0-1 0,-1 1 0,2-1 0,-1 1 0,0-1 0,1 0 0,-4-7 0,3 2 0,1 1 0,1 0 0,0-1 0,0 1 0,0-1 0,1 1 0,0-1 0,1 1 0,0-1 0,0 1 0,1 0 0,0-1 0,0 1 0,1 0 0,0 0 0,1 1 0,0-1 0,0 1 0,6-9 0,12-16 0,1 2 0,54-55 0,-47 53 0,-15 16-1068,-8 7-1421,1 1 0,0 0 1,0 0-1,17-12 0,-2 16-16730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5.329"/>
    </inkml:context>
    <inkml:brush xml:id="br0">
      <inkml:brushProperty name="width" value="0.035" units="cm"/>
      <inkml:brushProperty name="height" value="0.035" units="cm"/>
    </inkml:brush>
  </inkml:definitions>
  <inkml:trace contextRef="#ctx0" brushRef="#br0">81 123 968,'-13'2'3870,"-6"5"8636,18-7-11950,1 1 0,-1-1 0,1 1 0,-1 0 0,1-1 0,-1 1 0,1-1 0,-1 1-1,1 0 1,-1-1 0,1 1 0,0 0 0,-1-1 0,1 1 0,0 0 0,0 0 0,0-1 0,0 1 0,-1 0 0,1 0-1,0 0 1,6 15 2633,-3-12-3189,0-1 0,0 0 0,0 1 0,0-1 0,0 0 0,1-1 0,0 1 0,-1 0 0,1-1 0,0 0 0,0 0 0,0 0 0,0-1 0,1 1 0,7 1 0,-10-3 0,0 1 0,0-1 0,1 0 0,-1 0 0,0 0 0,0 0 0,0 0 0,1 0 0,-1 0 0,0-1 0,0 1 0,0-1 0,1 0 0,-1 1 0,0-1 0,0 0 0,0 0 0,0 0 0,-1-1 0,1 1 0,0 0 0,0-1 0,-1 1 0,1-1 0,-1 0 0,1 1 0,-1-1 0,0 0 0,0 0 0,0 0 0,0 0 0,0 0 0,1-3 0,0-2 0,-1 0 0,0 0 0,0 0 0,-1-1 0,0 1 0,0 0 0,-1 0 0,1 0 0,-2-1 0,1 1 0,-1 0 0,0 0 0,0 1 0,-1-1 0,-7-12 0,9 16 0,-1 0 0,1 0 0,-1 0 0,0 1 0,1-1 0,-2 1 0,1-1 0,0 1 0,0 0 0,-1 0 0,1 0 0,-1 0 0,1 0 0,-1 1 0,0-1 0,0 1 0,1 0 0,-1 0 0,0 0 0,-1 0 0,1 0 0,0 0 0,0 1 0,0 0 0,0-1 0,0 1 0,-1 0 0,1 1 0,0-1 0,0 0 0,0 1 0,0 0 0,0 0 0,0 0 0,0 0 0,0 0 0,-5 4 0,5-3 0,-1 1 0,1 0 0,0 1 0,0-1 0,0 0 0,0 1 0,1 0 0,-1-1 0,1 1 0,0 0 0,0 0 0,-2 7 0,1-3 0,0 1 0,1-1 0,0 0 0,1 1 0,-1 14 0,2-23 2,-1 1-1,1-1 1,0 0-1,0 1 1,0-1 0,0 0-1,0 0 1,1 1-1,-1-1 1,0 0-1,0 1 1,0-1 0,0 0-1,0 0 1,0 1-1,0-1 1,0 0 0,1 0-1,-1 1 1,0-1-1,0 0 1,0 0 0,1 1-1,-1-1 1,0 0-1,0 0 1,0 0 0,1 0-1,-1 1 1,0-1-1,0 0 1,1 0-1,-1 0 1,0 0 0,1 0-1,-1 0 1,1 0-1,12-4 65,13-13-618,-25 17 474,14-11-8030,1 0 1,31-14-1,-12 11 2156,-13 8 4576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5.547"/>
    </inkml:context>
    <inkml:brush xml:id="br0">
      <inkml:brushProperty name="width" value="0.035" units="cm"/>
      <inkml:brushProperty name="height" value="0.035" units="cm"/>
    </inkml:brush>
  </inkml:definitions>
  <inkml:trace contextRef="#ctx0" brushRef="#br0">421 46 628,'17'-10'3375,"-5"1"2280,0-9 14924,-12 17-20540,0 1 0,0 0-1,0 0 1,0-1-1,1 1 1,-1 0 0,0 0-1,0-1 1,0 1-1,0 0 1,0 0 0,0-1-1,-1 1 1,1 0-1,0-1 1,0 1 0,0 0-1,0 0 1,0 0-1,0-1 1,0 1 0,0 0-1,-1 0 1,1-1-1,0 1 1,0 0 0,0 0-1,0 0 1,-1 0 0,1-1-1,0 1 1,0 0-1,-1 0 1,1 0 0,0 0-1,0 0 1,0-1-1,-1 1 1,1 0 0,-1 0-1,-15 1 698,-13 7-529,12-1-207,0 1 0,1 0 0,0 2 0,1 0 0,0 0 0,1 2 0,-22 21 0,-81 100 0,53-45-2637,39-50-2097,-30 65 1,54-100 2189,-3 5-223,8 6-11825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5.859"/>
    </inkml:context>
    <inkml:brush xml:id="br0">
      <inkml:brushProperty name="width" value="0.035" units="cm"/>
      <inkml:brushProperty name="height" value="0.035" units="cm"/>
    </inkml:brush>
  </inkml:definitions>
  <inkml:trace contextRef="#ctx0" brushRef="#br0">42 99 772,'-6'12'5189,"-8"18"18394,11-19-20364,2-10-3219,1 1 0,0 0 0,-1 0 0,1 0 0,0 0 0,0 0 0,0-1 0,0 1 0,0 0 0,0 0 0,1 0 0,-1 0 0,1 0 0,-1-1 0,1 1 0,0 0 0,0 0 0,0-1 0,0 1 0,0-1 0,0 1 0,0-1 0,0 1 0,0-1 0,1 0 0,-1 1 0,1-1 0,-1 0 0,1 0 0,-1 0 0,1 0 0,0 0 0,1 0 0,1 0 0,-1 0 0,0 0 0,0 0 0,1-1 0,-1 1 0,0-1 0,0 0 0,1 0 0,-1 0 0,0 0 0,1-1 0,-1 0 0,0 1 0,0-1 0,0 0 0,0 0 0,1-1 0,2-1 0,2-3 0,1 0 0,-2 0 0,1-1 0,0 0 0,-1-1 0,-1 1 0,1-1 0,-1-1 0,-1 1 0,1-1 0,-1 0 0,-1 0 0,0 0 0,0-1 0,-1 0 0,0 1 0,-1-1 0,3-19 0,-5 28 0,0 0 0,0 1 0,0-1 0,0 0 0,0 0 0,-1 0 0,1 0 0,0 0 0,0 1 0,0-1 0,-1 0 0,1 0 0,-1 0 0,1 0 0,0 1 0,-1-1 0,0 0 0,1 1 0,-1-1 0,1 0 0,-1 1 0,0-1 0,1 1 0,-1-1 0,0 1 0,-1-2 0,0 2 0,0-1 0,0 1 0,0 0 0,0-1 0,0 1 0,-1 0 0,1 0 0,0 0 0,0 0 0,-4 1 0,-3 1 0,1 1 0,0 0 0,0 0 0,-12 6 0,-44 35 0,19-12 0,38-28-2267,-1-4-4713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7.466"/>
    </inkml:context>
    <inkml:brush xml:id="br0">
      <inkml:brushProperty name="width" value="0.035" units="cm"/>
      <inkml:brushProperty name="height" value="0.035" units="cm"/>
    </inkml:brush>
  </inkml:definitions>
  <inkml:trace contextRef="#ctx0" brushRef="#br0">34 179 788,'0'0'288,"0"0"0,1 0 0,-1 0 0,1 0 0,-1 0 0,0 0 0,1 0 0,-1 0 0,0 0 0,1 0 0,-1 1 0,1-1 0,-1 0 0,0 0 0,1 0 0,-1 1 0,0-1 0,1 0 0,-1 0 0,0 1 0,1-1 0,-1 0 0,0 0 0,0 1 0,1-1 0,-1 0 0,0 1 0,0-1 0,0 0 0,1 1 0,-1-1 0,0 1 0,0-1 0,0 0 0,0 1 0,0-1-1,0 1 1,0-1 0,0 0 0,0 1 0,0-1 0,0 1 0,2 25 6367,-2-21-5598,4 73 1319,-4 1 0,-3-1 0,-3 0 0,-19 83 0,25-161-2376,0 0 0,0 0 0,0 0 0,0 0 0,-1-1 0,1 1 0,0 0 0,0 0 0,0 0 0,0 0 0,0 0 0,0 0 0,0 0 0,-1 0 0,1 0 0,0 0 0,0 0 0,0 0 0,0 0 0,0 0 0,0 0 0,0 0 0,-1 0 0,1 1 0,0-1 0,0 0 0,0 0 0,0 0 0,0 0 0,0 0 0,0 0 0,0 0 0,0 0 0,-1 0 0,1 0 0,0 0 0,0 0 0,0 1 0,0-1 0,0 0 0,0 0 0,0 0 0,0 0 0,0 0 0,0 0 0,0 0 0,0 1 0,0-1 0,0 0 0,0 0 0,0 0 0,0 0 0,0 0 0,-4-18 0,-1-28 0,2-37 0,5 1 0,3-1 0,3 1 0,22-92 0,-26 159 0,0 1 0,0-1 0,2 1 0,11-23 0,-16 35 0,0 0 0,0 0 0,0 0 0,0 0 0,1 0 0,-1 0 0,1 0 0,-1 1 0,1-1 0,0 0 0,-1 1 0,1-1 0,0 1 0,0 0 0,0 0 0,0 0 0,0 0 0,1 0 0,-1 0 0,0 0 0,0 1 0,1-1 0,-1 1 0,0-1 0,1 1 0,-1 0 0,0 0 0,1 0 0,-1 1 0,0-1 0,1 0 0,-1 1 0,0-1 0,0 1 0,1 0 0,-1 0 0,0 0 0,4 2 0,2 3 0,1 1 0,-1 0 0,0 0 0,0 1 0,-1 0 0,0 0 0,-1 1 0,1 0 0,-2 0 0,1 0 0,-1 1 0,-1 0 0,4 11 0,1 3 0,-2 1 0,0 0 0,-2 0 0,3 36 0,-6-39 0,-1-1 0,-2 1 0,0 0 0,-7 41 0,6-54 0,-1 1 0,0-1 0,0 1 0,-1-1 0,0 0 0,-1 0 0,1-1 0,-2 1 0,1-1 0,-1 0 0,-1-1 0,-13 14 0,14-16 0,1 0 0,-1 0 0,-1 0 0,1-1 0,0 0 0,-1 0 0,0-1 0,0 0 0,0 0 0,0 0 0,-1-1 0,1 0 0,-1-1 0,1 0 0,-1 0 0,1 0 0,-1-1 0,0 0 0,-11-2 0,5 2-2200,2 5-4207,32 12-13966,-5-8 17983,4-1 1149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7.652"/>
    </inkml:context>
    <inkml:brush xml:id="br0">
      <inkml:brushProperty name="width" value="0.035" units="cm"/>
      <inkml:brushProperty name="height" value="0.035" units="cm"/>
    </inkml:brush>
  </inkml:definitions>
  <inkml:trace contextRef="#ctx0" brushRef="#br0">1 35 1132,'1'0'457,"28"1"27399,-28 0-27607,-1 1-1,0-1 1,0 1-1,0-1 0,0 1 1,0-1-1,0 1 1,0-1-1,0 0 1,0 1-1,-1-1 0,0 3 1,0 0-161,0-1-2078,-2-14-2748,-2-15-5575,2 14-1978,0 5 10754,3-1 175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7.809"/>
    </inkml:context>
    <inkml:brush xml:id="br0">
      <inkml:brushProperty name="width" value="0.035" units="cm"/>
      <inkml:brushProperty name="height" value="0.035" units="cm"/>
    </inkml:brush>
  </inkml:definitions>
  <inkml:trace contextRef="#ctx0" brushRef="#br0">9 120 752,'4'-28'5099,"-2"20"-1717,-1 0 0,-1 0 0,0 0 0,0 0 0,0 0 0,-3-13 0,-6-2-144,6 24-3238,7 6 0,17-1-4503,19-4-10514,-12-1 6944,-6 1 4812,4-1 1696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8.122"/>
    </inkml:context>
    <inkml:brush xml:id="br0">
      <inkml:brushProperty name="width" value="0.035" units="cm"/>
      <inkml:brushProperty name="height" value="0.035" units="cm"/>
    </inkml:brush>
  </inkml:definitions>
  <inkml:trace contextRef="#ctx0" brushRef="#br0">212 1 44,'1'0'232,"0"1"0,0-1-1,1 0 1,-1 1 0,0-1 0,0 1-1,0 0 1,0-1 0,0 1 0,0 0-1,0 0 1,0 0 0,0 0 0,0 0-1,1 1 1,-2-1 328,1 0 0,-1 0 0,0 0 1,0 0-1,1 0 0,-1 0 0,0 0 0,0 0 0,0 0 0,0 0 1,0 0-1,0 0 0,-1 0 0,1 0 0,0 0 0,-1 0 0,1 0 1,0 0-1,-1 0 0,1 0 0,-1 0 0,-1 1 0,-19 24 12220,6-14-9432,-6 4-3348,8-7 0,1 1 0,-16 16 0,25-22 0,-1 0 0,1 0 0,0 1 0,0-1 0,1 1 0,-1 0 0,1-1 0,0 1 0,0 1 0,1-1 0,-2 5 0,2-3 0,0 0 0,1-1 0,-1 1 0,1 0 0,0-1 0,1 1 0,0 0 0,2 7 0,-2-11 0,0 0 0,0 1 0,0-1 0,1 0 0,-1 0 0,1 1 0,0-1 0,0-1 0,0 1 0,0 0 0,1 0 0,-1-1 0,1 1 0,0-1 0,-1 0 0,7 4 0,-8-6 0,-1 0 0,0 0 0,1 1 0,-1-1 0,0 0 0,1 0 0,-1 1 0,0-1 0,0 0 0,1 0 0,-1 1 0,0-1 0,0 0 0,0 1 0,1-1 0,-1 0 0,0 1 0,0-1 0,0 1 0,0-1 0,0 0 0,0 1 0,0-1 0,0 0 0,0 1 0,0-1 0,0 1 0,0-1 0,0 0 0,0 1 0,0-1 0,0 1 0,0-1 0,0 0 0,-1 1 0,1-1 0,0 0 0,0 1 0,0-1 0,-1 0 0,1 1 0,0-1 0,0 0 0,-1 0 0,1 1 0,-19 16 0,11-10 0,5-4 0,0 0 0,-1 0 0,1-1 0,0 1 0,-1-1 0,0 0 0,0 0 0,1 0 0,-1 0 0,-7 2 0,9-4 0,0 1 0,0 0 0,-1-1 0,1 0 0,0 1 0,-1-1 0,1 0 0,0 0 0,-1 0 0,1-1 0,0 1 0,0 0 0,-1-1 0,1 1 0,0-1 0,0 0 0,0 0 0,0 0 0,0 0 0,0 0 0,-3-2 0,5 3-90,0 0 0,0 0 1,-1-1-1,1 1 0,0 0 0,0 0 0,0 0 1,-1 0-1,1-1 0,0 1 0,0 0 1,0 0-1,0 0 0,-1-1 0,1 1 0,0 0 1,0 0-1,0-1 0,0 1 0,0 0 0,0 0 1,0-1-1,-1 1 0,1 0 0,0 0 0,0-1 1,0 1-1,0 0 0,0-1 0,0 1 1,1 0-1,-1 0 0,0-1 0,0 1 0,0 0 1,0 0-1,0-1 0,0 1 0,0 0 0,0 0 1,1-1-1,-1 1 0,0 0 0,11-5-7631,-10 5 6831,14-2-12191,9 4 8480,-3 1 3165,10-3 393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9.197"/>
    </inkml:context>
    <inkml:brush xml:id="br0">
      <inkml:brushProperty name="width" value="0.035" units="cm"/>
      <inkml:brushProperty name="height" value="0.035" units="cm"/>
    </inkml:brush>
  </inkml:definitions>
  <inkml:trace contextRef="#ctx0" brushRef="#br0">155 115 592,'7'-2'1658,"24"-17"27434,-32 18-29018,0 0 0,1 0 0,-1 0 0,0 0 0,0 1 0,1-1 0,-1 0 0,0 1 0,0-1 0,0 0 0,0 1 0,0-1 0,0 1 0,0 0 0,0-1 0,0 1 0,0 0 0,0 0 0,0-1 0,0 1 0,0 0 0,0 0 0,-1 0 0,-27-2-429,22 4 355,0-1 0,1 1 0,0 0 0,-1 0 0,1 1 0,0 0 0,0 0 0,1 0 0,-1 1 0,1 0 0,-1 0 0,1 0 0,0 1 0,1-1 0,-1 1 0,1 0 0,0 1 0,-6 9 0,6-9 0,0 1 0,1 0 0,-1-1 0,1 1 0,0 1 0,1-1 0,0 0 0,0 1 0,1-1 0,0 1 0,0 0 0,0-1 0,1 1 0,1 0 0,1 14 0,-1-20 0,-1-1 0,1 1 0,-1-1 0,1 1 0,0-1 0,0 1 0,0-1 0,0 1 0,0-1 0,0 0 0,0 0 0,0 1 0,0-1 0,1 0 0,-1 0 0,0 0 0,1 0 0,-1 0 0,1-1 0,-1 1 0,1 0 0,-1-1 0,1 1 0,0-1 0,-1 0 0,1 1 0,0-1 0,-1 0 0,1 0 0,0 0 0,-1 0 0,1 0 0,0 0 0,-1-1 0,4 0 0,7-1 0,-1-2 0,1 1 0,21-11 0,-18 8 0,1 0-707,18-8-4126,20-3-6771,-46 16 9580,1-1 0,-1 1 0,1 0-1,12 1 1,13 7-171,-16 5 5084,-11 6 3374,-6-11-3296,0 0 1,-1 0-1,-1 0 1,0 10-1,-1 14 2504,2-30-5471,0 0 0,0 1 0,0-1 0,0 0 0,0 0 0,0 1 0,1-1 0,-1 0 0,0 0 0,1 0 0,-1 0 0,1 1 0,-1-1 0,1 0 0,0 0 0,-1 0 0,1 0 0,0 0 0,0 0 0,0-1 0,-1 1 0,1 0 0,0 0 0,0 0 0,0-1 0,2 2 0,-1-2 0,-1 0 0,1 0 0,-1-1 0,1 1 0,0 0 0,-1 0 0,1-1 0,-1 1 0,1-1 0,-1 0 0,1 1 0,-1-1 0,1 0 0,-1 0 0,0 0 0,3-2 0,5-4 0,0-2 0,-1 1 0,0-1 0,8-11 0,-5 3 0,-1 0 0,-1-1 0,0 0 0,-1-1 0,-1 0 0,0 0 0,-2 0 0,0 0 0,1-23 0,-5 36 0,-1-1 0,0 0 0,0 0 0,0 1 0,-1-1 0,0 0 0,-1 1 0,0-1 0,0 1 0,-5-12 0,6 16 0,0 0 0,0 0 0,0 0 0,-1 0 0,1 0 0,-1 1 0,0-1 0,1 0 0,-1 1 0,0-1 0,0 1 0,0-1 0,0 1 0,0 0 0,-1 0 0,1 0 0,0 0 0,0 0 0,-1 1 0,1-1 0,0 1 0,-1-1 0,1 1 0,-1 0 0,1 0 0,0 0 0,-1 0 0,1 1 0,-1-1 0,1 0 0,0 1 0,-5 1 0,0 1 0,0 0 0,0 1 0,1-1 0,-1 2 0,1-1 0,-1 0 0,1 1 0,1 0 0,-1 1 0,1-1 0,0 1 0,0 0 0,1 1 0,-6 8 0,2 0 0,0 0 0,0 0 0,2 1 0,0 0 0,-5 25 0,10-40-9,1 0 0,-1 0 1,1 0-1,0 0 0,-1 0 0,1 1 1,0-1-1,0 0 0,0 0 0,0 0 1,0 0-1,0 0 0,0 1 0,0-1 1,1 0-1,-1 0 0,0 0 0,1 0 0,-1 0 1,0 0-1,1 0 0,0 0 0,-1 0 1,1 0-1,1 2 0,-1-3-32,1 1 1,-1-1-1,0 0 0,1 0 0,-1 1 1,1-1-1,-1 0 0,0 0 0,1-1 0,-1 1 1,0 0-1,1 0 0,-1-1 0,0 1 1,1-1-1,-1 1 0,3-2 0,9-5-1054,-1 0-1,23-18 0,-33 23 817,23-17-6266,38-28-4918,-55 42 10805,0 0-1,0 1 1,0 0-1,1 0 1,16-5 0,-23 9 823,0-1 1,1 1 0,-1 0-1,0 0 1,0 0 0,0 0-1,0 0 1,0 0 0,0 1 0,4 0-1,16 13 5418,-16-8-2749,0 1-1,-1 0 1,0 1-1,5 9 1,3 4 1582,-2-5-4095,14 21-130,-24-35-192,0-1 0,0 1 1,0-1-1,1 0 0,-1 1 0,1-1 0,-1 0 0,1 0 1,-1 0-1,1 0 0,0 0 0,0 0 0,-1 0 0,1-1 1,0 1-1,0-1 0,2 1 0,1-2 1,-1-1 0,0 0 0,0 0 0,0 0 0,0 0 0,0 0 0,0-1 0,-1 0 0,6-4 0,7-6 0,-7 9 0,-1 0 0,1 0 0,13-4 0,15-6 0,-34 13 0,0 0 0,0-1 0,0 1 0,0 0 0,0 0 0,0 1 0,0-1 0,1 1 0,-1-1 0,0 1 0,0 0 0,1 0 0,-1 1 0,0-1 0,0 1 0,6 1 0,-2 1 0,0 0 0,0 1 0,0 0 0,0 0 0,6 6 0,28 16 0,-39-25 0,-1 0 0,1-1 0,-1 1 0,1-1 0,-1 1 0,1-1 0,0 0 0,-1 0 0,1 1 0,0-1 0,-1 0 0,1 0 0,0-1 0,-1 1 0,1 0 0,0-1 0,-1 1 0,1-1 0,-1 1 0,1-1 0,-1 0 0,3-1 0,0-1 0,-1 0 0,1 0 0,-1 0 0,0-1 0,0 0 0,5-7 0,-8 11 0,1-1 0,-1 0 0,1 1 0,-1-1 0,1 1 0,0-1 0,-1 1 0,1-1 0,0 1 0,-1-1 0,1 1 0,0-1 0,0 1 0,0 0 0,-1 0 0,1-1 0,0 1 0,0 0 0,0 0 0,0 0 0,-1 0 0,1 0 0,0 0 0,0 0 0,0 0 0,0 0 0,0 0 0,-1 0 0,1 1 0,0-1 0,0 0 0,0 1 0,-1-1 0,1 1 0,1 0 0,-1-1 0,0 1 0,0 0 0,0 0 0,1 0 0,-1 0 0,0 0 0,0 0 0,0 0 0,0 0 0,-1 0 0,1 0 0,0 1 0,0-1 0,-1 0 0,1 0 0,-1 1 0,1-1 0,-1 1 0,0-1 0,1 2 0,14-30 0,-12 20 0,20-41 0,-22 46 0,0 0 0,0 0 0,0 0 0,0 1 0,1-1 0,-1 0 0,1 1 0,-1-1 0,1 1 0,-1-1 0,1 1 0,0 0 0,0 0 0,0 0 0,0 0 0,0 0 0,0 0 0,0 0 0,0 1 0,3-2 0,-2 3 0,-1 0 0,1-1 0,-1 1 0,0 0 0,1 0 0,-1 0 0,0 0 0,1 1 0,-1-1 0,0 1 0,0-1 0,0 1 0,-1 0 0,1 0 0,2 2 0,22 31 0,-9-11 112,-11-16-319,1 1 1,-1 1-1,-1-1 1,1 1-1,-2 0 0,5 13 1,30-11-30483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39.539"/>
    </inkml:context>
    <inkml:brush xml:id="br0">
      <inkml:brushProperty name="width" value="0.035" units="cm"/>
      <inkml:brushProperty name="height" value="0.035" units="cm"/>
    </inkml:brush>
  </inkml:definitions>
  <inkml:trace contextRef="#ctx0" brushRef="#br0">185 64 692,'3'-15'1604,"-1"-3"3609,-2 0 4627,-6 5 5451,2 45-15168,4-15-123,-6 325 0,1-311-5565,-2-19 982,7-12 4483,0 1 1,0-1 0,-1 0-1,1 0 1,0 0 0,-1 0-1,1 0 1,0 1 0,0-1-1,-1 0 1,1 0 0,0 0-1,-1 0 1,1 0 0,0 0-1,0 0 1,-1 0 0,1 0 0,0 0-1,-1 0 1,1 0 0,0 0-1,-1 0 1,1-1 0,0 1-1,0 0 1,-1 0 0,1 0-1,0 0 1,0 0 0,-1-1-1,1 1 1,0 0 0,0 0-1,-1 0 1,1-1 0,-17-20-11782,2-3 8654,-10-15 3957,5 17 3682,11 14 820,-1-1 1,0 1-1,-15-9 0,4 6-2372,29 13-2860,-1 0 0,1 0 0,0-1 0,0 0 0,0 0 0,0-1 0,0 0 0,0 0 0,0-1 0,-1 0 0,11-3 0,10-2 0,51-19 0,-51 11-2106,11-10-5918,-14 8 2703,-14 8-3248,17-8 1171,-11 10 6137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0.211"/>
    </inkml:context>
    <inkml:brush xml:id="br0">
      <inkml:brushProperty name="width" value="0.035" units="cm"/>
      <inkml:brushProperty name="height" value="0.035" units="cm"/>
    </inkml:brush>
  </inkml:definitions>
  <inkml:trace contextRef="#ctx0" brushRef="#br0">175 136 192,'-18'-9'482,"17"8"136,0 1 1,-1-1 0,1 1 0,-1-1-1,1 1 1,-1 0 0,1 0-1,-1 0 1,1 0 0,-1 0 0,1 0-1,-3 0 1,2 1 353,-1 0 0,1 1 0,0-1 0,0 0 0,0 1 0,0-1 0,0 1 0,1 0 0,-1-1 0,0 1 0,1 0-1,-1 0 1,1 0 0,0 0 0,0 0 0,-1 3 0,-12 26 179,1 0-1,2 1 0,2 0 0,0 0 0,-3 38 0,-3 1-528,13-61-622,-4 17 0,0 0 0,2 0 0,0 37 0,12-118 0,-5 42 0,-1-1 0,2-23 0,-5-29 0,0 25 0,1 1 0,11-80 0,-9 106 0,1 1 0,1 0 0,0 1 0,0-1 0,1 1 0,1 0 0,-1 0 0,2 0 0,0 1 0,0-1 0,1 2 0,0-1 0,18-15 0,-17 17 0,2 0 0,-1 1 0,1 0 0,0 0 0,1 1 0,17-7 0,-27 12 0,1 0 0,-1 1 0,0-1 0,0 0 0,1 1 0,-1 0 0,0-1 0,1 1 0,-1 0 0,0 0 0,1 0 0,-1 0 0,0 1 0,1-1 0,-1 1 0,0-1 0,0 1 0,1 0 0,-1 0 0,0 0 0,0 0 0,0 0 0,0 0 0,0 1 0,0-1 0,0 1 0,-1-1 0,1 1 0,0 0 0,-1-1 0,0 1 0,1 0 0,-1 0 0,0 0 0,0 0 0,0 1 0,0-1 0,0 0 0,0 0 0,-1 0 0,1 1 0,-1-1 0,1 3 0,0 7 0,1-1 0,-1 0 0,-1 0 0,0 0 0,-1 1 0,0-1 0,0 0 0,-1 0 0,-1 0 0,0 0 0,0 0 0,-1-1 0,-1 0 0,0 1 0,0-2 0,-1 1 0,0 0 0,0-1 0,-1 0 0,-11 11 0,16-19 0,-3 4 0,0 0 0,0 0 0,1 0 0,-1 0 0,-6 12 0,10-15 0,1 0 0,-1 0 0,0 0 0,1 0 0,0 0 0,-1 0 0,1 0 0,0 0 0,0 0 0,0 0 0,0 0 0,0 0 0,1-1 0,-1 1 0,0 0 0,1 0 0,0 0 0,-1 0 0,1 0 0,0 0 0,0-1 0,0 1 0,0 0 0,0-1 0,2 3 0,9 11 0,-1 1 0,-1 0 0,0 1 0,-1 0 0,-1 0 0,-1 1 0,6 19 0,-11-31 0,-1 0 0,0-1 0,-1 1 0,1 0 0,-1 0 0,0 0 0,0 0 0,-1-1 0,0 1 0,0 0 0,-3 10 0,2-12 0,0 0 0,0 0 0,0 0 0,-1 0 0,0-1 0,1 1 0,-1-1 0,-1 0 0,1 0 0,0 0 0,-1 0 0,1-1 0,-1 1 0,0-1 0,0 0 0,0 0 0,-7 2 0,-4 1 0,-1-1 0,1-1 0,-1-1 0,-27 2 0,-18 2 0,45-1-5299,24-14-5742,6-3 2169,3 2 4783,-2 0 2144,8-5 664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0.505"/>
    </inkml:context>
    <inkml:brush xml:id="br0">
      <inkml:brushProperty name="width" value="0.035" units="cm"/>
      <inkml:brushProperty name="height" value="0.035" units="cm"/>
    </inkml:brush>
  </inkml:definitions>
  <inkml:trace contextRef="#ctx0" brushRef="#br0">1 99 256,'21'19'3693,"-17"-13"-1558,0 0 0,-1 0 0,1 0 0,-1 0 0,2 9 0,7 36 10548,-10-22-9362,-2-29-3321,0 0 0,0 0 0,0 0 0,0 0 0,0 0 0,0 0 0,0 0 0,0 0 0,0 1 0,0-1 0,0 0 0,0 0 0,0 0 0,0 0 0,0 0 0,-1 0 0,1 0 0,0 0 0,0 0 0,0 0 0,0 0 0,0 0 0,0 0 0,0 0 0,0 0 0,0 0 0,-1 0 0,1 0 0,0 0 0,0 0 0,0 0 0,0 0 0,0 0 0,0 0 0,0 0 0,0 0 0,-1 0 0,1 0 0,0 0 0,0 0 0,0 0 0,0 0 0,0 0 0,0 0 0,0 0 0,0 0 0,0 0 0,0-1 0,0 1 0,0 0 0,-1 0 0,1 0 0,0 0 0,0 0 0,0 0 0,0 0 0,0 0 0,0 0 0,0 0 0,0-1 0,0 1 0,0 0 0,0 0 0,0 0 0,0 0 0,0 0 0,0 0 0,0 0 0,0-1 0,-9-11 0,-8-16 0,14 22 0,0 0 0,1-1 0,0 0 0,0 1 0,0-1 0,1 0 0,0 0 0,1 0 0,-1 1 0,1-1 0,1 0 0,-1 0 0,1 0 0,0 0 0,4-10 0,-4 12 0,1 1 0,0 0 0,0-1 0,1 1 0,-1 0 0,1 0 0,0 0 0,0 0 0,0 1 0,1-1 0,-1 1 0,1 0 0,0 0 0,0 0 0,0 1 0,0-1 0,0 1 0,1 0 0,-1 0 0,1 1 0,-1-1 0,10-1 0,55-5 332,-65 7-443,0 1 1,0 0-1,0 1 0,0-1 1,0 1-1,0-1 1,0 1-1,0 1 1,0-1-1,-1 0 1,1 1-1,0 0 1,-1 0-1,6 3 1,15 14-29594,-14-12 28347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0.799"/>
    </inkml:context>
    <inkml:brush xml:id="br0">
      <inkml:brushProperty name="width" value="0.035" units="cm"/>
      <inkml:brushProperty name="height" value="0.035" units="cm"/>
    </inkml:brush>
  </inkml:definitions>
  <inkml:trace contextRef="#ctx0" brushRef="#br0">71 38 136,'-10'25'2760,"-6"12"7188,-7 15 5591,11-17-11159,11-33-4380,1 1 0,0-1 0,-1 1 0,1-1 0,0 0 0,0 1 0,0-1 0,1 1 0,-1-1 0,0 0 0,1 1 0,0-1 0,-1 0 0,1 1 0,0-1 0,0 0 0,0 0 0,1 0 0,-1 0 0,0 0 0,1 0 0,-1 0 0,3 1 0,-3-1 0,1-1 0,-1 0 0,0 0 0,1 0 0,0 0 0,-1 0 0,1 0 0,-1 0 0,1 0 0,0-1 0,0 1 0,-1-1 0,1 1 0,0-1 0,0 0 0,0 0 0,0 0 0,-1 0 0,1 0 0,0 0 0,0 0 0,0 0 0,0-1 0,-1 1 0,1-1 0,0 0 0,-1 1 0,1-1 0,3-2 0,3-3 0,1 0 0,-1 0 0,-1-1 0,1 0 0,-1-1 0,0 0 0,-1 0 0,6-9 0,-9 12 0,0 0 0,-1 0 0,1 0 0,-1 0 0,0-1 0,0 1 0,-1-1 0,0 1 0,0-1 0,0 0 0,-1 0 0,1 1 0,-1-1 0,-1 0 0,-1-10 0,2 15 0,-1 0 0,1-1 0,-1 1 0,0 0 0,1-1 0,-1 1 0,0 0 0,0 0 0,0-1 0,0 1 0,0 0 0,0 0 0,0 0 0,0 0 0,0 0 0,0 1 0,-1-1 0,1 0 0,0 0 0,0 1 0,-1-1 0,1 1 0,-1-1 0,1 1 0,-1 0 0,1 0 0,0-1 0,-1 1 0,1 0 0,-1 0 0,1 0 0,-1 1 0,1-1 0,-1 0 0,1 0 0,-1 1 0,1-1 0,-2 2 0,-7 0 0,1 1 0,0 1 0,0 0 0,-12 7 0,6-1 0,12-7 0,0-1 0,-1 1 0,1-1 0,-1 0 0,1 0 0,-1 0 0,0-1 0,0 1 0,1-1 0,-7 1 0,10-2-91,-1 0 0,1-1 0,-1 1 0,1 0 0,0-1 0,-1 1 0,1 0 0,0-1 0,-1 1 0,1-1 0,0 1-1,0 0 1,-1-1 0,1 1 0,0-1 0,0 1 0,0-1 0,-1 1 0,1-1 0,0 1 0,0-1 0,0 1 0,0-1 0,0 1 0,0-1 0,0 1 0,0-1 0,0 1 0,0-1 0,1 1 0,-1-1 0,0 1 0,1-1 0,3-20-7410,11-7-5457,5 1 6569,-3 7 4353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1.003"/>
    </inkml:context>
    <inkml:brush xml:id="br0">
      <inkml:brushProperty name="width" value="0.035" units="cm"/>
      <inkml:brushProperty name="height" value="0.035" units="cm"/>
    </inkml:brush>
  </inkml:definitions>
  <inkml:trace contextRef="#ctx0" brushRef="#br0">9 17 880,'6'-17'5431,"-3"29"5449,-2 15 1468,-1-13-9124,-10 114-3335,4-64-1507,3 116-1,4-176-933,-1 0 0,1 0 1,0 0-1,0 0 0,0 0 0,1 0 1,-1 0-1,4 5 0,3 3-2034,2-3 3833,7 2-337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1.285"/>
    </inkml:context>
    <inkml:brush xml:id="br0">
      <inkml:brushProperty name="width" value="0.035" units="cm"/>
      <inkml:brushProperty name="height" value="0.035" units="cm"/>
    </inkml:brush>
  </inkml:definitions>
  <inkml:trace contextRef="#ctx0" brushRef="#br0">211 112 264,'-11'-27'3737,"-14"-14"9059,21 36-10687,0 1 0,0-1 0,0 1 0,-1 0 0,-9-6 1,-13-1 1201,24 11-3311,0-1 0,0 1 0,0 0 0,0 0 0,1 0 0,-1 1 0,0-1 0,0 1 0,0 0 0,1 0 0,-1 0 0,0 0 0,1 0 0,-1 0 0,1 1 0,-5 2 0,2 0 0,1 0 0,0 0 0,0 1 0,0-1 0,0 1 0,1 0 0,0-1 0,-3 7 0,2-3 0,0 0 0,1 0 0,0 0 0,1 0 0,-1 1 0,2-1 0,-1 1 0,1 0 0,0-1 0,1 1 0,1 12 0,-1-18 4,0 0 1,1 0-1,0 0 1,0 1-1,0-1 1,0 0-1,0 0 1,0-1-1,1 1 1,0 0-1,-1 0 1,1-1-1,0 1 1,0-1-1,0 1 1,1-1-1,-1 0 1,1 0-1,2 2 1,-2-3-27,0 0 1,0 0 0,0 0-1,0 0 1,0-1 0,0 0-1,0 1 1,0-1 0,0 0-1,0 0 1,0-1-1,0 1 1,0-1 0,0 1-1,0-1 1,0 0 0,0 0-1,0 0 1,0-1 0,2-1-1,14-7-4737,8-6-10496,-1 1 5171,-13 7 8474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1.893"/>
    </inkml:context>
    <inkml:brush xml:id="br0">
      <inkml:brushProperty name="width" value="0.035" units="cm"/>
      <inkml:brushProperty name="height" value="0.035" units="cm"/>
    </inkml:brush>
  </inkml:definitions>
  <inkml:trace contextRef="#ctx0" brushRef="#br0">164 246 540,'-19'-2'28930,"15"-4"-25637,4 6-3293,0 0 0,0 0 0,0-1 0,0 1 0,0 0 0,0 0 0,0 0 0,0-1 0,0 1 0,0 0 0,0 0 0,0-1 0,0 1 0,0 0 0,0 0 0,0-1 0,0 1 0,0 0 0,0 0 0,1 0 0,-1-1 0,0 1 0,0 0 0,0 0 0,0 0 0,1 0 0,-1-1 0,0 1 0,0 0 0,0 0 0,1 0 0,-1 0 0,0 0 0,0 0 0,0 0 0,1 0 0,-1 0 0,0-1 0,0 1 0,1 0 0,-1 0 0,0 0 0,0 0 0,1 0 0,15-2 0,-10 1 0,0-2 0,1 0 0,-1-1 0,0 0 0,0 0 0,0 0 0,-1-1 0,0 0 0,0 0 0,0-1 0,5-6 0,-8 10 0,-1-1 0,1 1 0,0-1 0,-1 0 0,0 0 0,0 1 0,0-1 0,0 0 0,0 0 0,-1 0 0,1 0 0,-1 0 0,0 0 0,0 0 0,0 0 0,0 0 0,0 0 0,-1 0 0,1 0 0,-1 0 0,0 0 0,0 0 0,0 0 0,0 1 0,0-1 0,-3-4 0,2 5 0,0-1 0,0 1 0,0 0 0,0 1 0,0-1 0,0 0 0,-1 1 0,1-1 0,0 1 0,-1 0 0,1-1 0,-1 1 0,0 0 0,1 1 0,-1-1 0,0 0 0,0 1 0,1 0 0,-1-1 0,0 1 0,0 0 0,0 0 0,1 1 0,-1-1 0,0 1 0,0-1 0,1 1 0,-1 0 0,1 0 0,-4 2 0,-2 0 0,0 0 0,0 1 0,0 1 0,1-1 0,-1 1 0,1 0 0,0 1 0,-8 9 0,5-3 0,1 0 0,1 1 0,0 0 0,1 0 0,0 1 0,1 0 0,0 0 0,2 1 0,-1 0 0,2 0 0,0 0 0,1 0 0,-1 27 0,3-40 0,-1 0 0,1 0 0,0 1 0,0-1 0,0 0 0,0 0 0,1 0 0,-1 0 0,1 0 0,-1 0 0,1 0 0,0 0 0,0 0 0,0 0 0,0 0 0,0 0 0,0 0 0,0-1 0,0 1 0,1 0 0,-1-1 0,1 1 0,-1-1 0,1 1 0,0-1 0,0 0 0,-1 0 0,1 0 0,0 0 0,0 0 0,0 0 0,0 0 0,0-1 0,0 1 0,0-1 0,1 0 0,-1 1 0,0-1 0,0 0 0,0 0 0,0 0 0,0-1 0,1 1 0,-1 0 0,0-1 0,0 1 0,0-1 0,0 0 0,0 0 0,0 0 0,0 0 0,-1 0 0,4-2 0,20-12-1657,9-12-4959,-21 17 2968,0 0 0,20-12 1,5 8-4734,-34 13 7857,0 0 0,0 1 0,0-1-1,0 1 1,0 0 0,0 0-1,5 1 1,-7 0 586,0-1-1,1 1 0,-1-1 1,0 1-1,0 0 0,0 0 1,0 0-1,0 0 0,0 0 1,-1 0-1,1 1 0,0-1 1,2 3-1,-2-1 461,-1-1-1,1 1 0,-1-1 1,1 1-1,-1-1 1,0 1-1,0 0 1,0 0-1,0-1 1,-1 1-1,1 0 1,0 4-1,1 15 2529,-1-11 1399,0 0-1,0 0 1,-2 13-1,-4 3-1139,3-25-3309,0-9 0,0-10 0,0-43 0,0 22 0,5-59 0,-2 86 0,1 1 0,0-1 0,0 1 0,1 0 0,0 0 0,1 0 0,0 1 0,1-1 0,0 1 0,9-13 0,-11 18 0,0 0 0,1 1 0,0-1 0,-1 1 0,2 0 0,-1 0 0,0 0 0,0 0 0,1 1 0,8-4 0,51-10 0,-51 14 0,0-1 0,0 0 0,18-8 0,-22 4-5272,-1-8-11500,-4 6 9847,2-1 4075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4.030"/>
    </inkml:context>
    <inkml:brush xml:id="br0">
      <inkml:brushProperty name="width" value="0.035" units="cm"/>
      <inkml:brushProperty name="height" value="0.035" units="cm"/>
    </inkml:brush>
  </inkml:definitions>
  <inkml:trace contextRef="#ctx0" brushRef="#br0">89 13 924,'-8'-3'5231,"-14"-3"18187,15 6-20228,-9-2-5869,15 2 2090,0-1 0,0 1 0,-1 0 0,1 0 0,0-1 0,0 1 0,-1 0 0,1 0 1,0 0-1,0 1 0,-1-1 0,1 0 0,0 0 0,0 1 0,0-1 0,0 0 0,-1 1 0,1-1 0,0 1 0,0 0 0,0-1 0,0 1 0,0 0 0,0 0 0,-1 1 0,-2 11-10001,4-11 9425,3 14-1099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4.219"/>
    </inkml:context>
    <inkml:brush xml:id="br0">
      <inkml:brushProperty name="width" value="0.035" units="cm"/>
      <inkml:brushProperty name="height" value="0.035" units="cm"/>
    </inkml:brush>
  </inkml:definitions>
  <inkml:trace contextRef="#ctx0" brushRef="#br0">35 0 1204,'-4'13'3152,"-15"29"20592,8-28-19081,15-23-10921,7-7-2240,8 2-8108,-4 6 15253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4.702"/>
    </inkml:context>
    <inkml:brush xml:id="br0">
      <inkml:brushProperty name="width" value="0.035" units="cm"/>
      <inkml:brushProperty name="height" value="0.035" units="cm"/>
    </inkml:brush>
  </inkml:definitions>
  <inkml:trace contextRef="#ctx0" brushRef="#br0">197 158 892,'-8'1'646,"-1"0"1,1 1-1,0 1 0,0-1 1,-8 5-1,8-3 747,1 0-1,0 0 0,0 1 1,0 0-1,1 0 1,-1 0-1,2 1 1,-7 7-1,5-4 652,0 0 0,1 1 0,0 0-1,1 0 1,-7 16 0,-5 32 1154,12-30-3198,1 0 0,1 0 0,2 0 0,0 0 0,2 1 0,1-1 0,2 0 0,0 0 0,2-1 0,1 1 0,1-1 0,23 50 0,-28-70 0,1-1 0,0 1 0,0-1 0,1 0 0,0-1 0,0 1 0,0-1 0,1 0 0,-1 0 0,1 0 0,0-1 0,8 4 0,-10-6 0,1 0 0,-1 0 0,1 0 0,0-1 0,0 1 0,0-1 0,0-1 0,0 1 0,-1-1 0,1 0 0,0 0 0,0 0 0,0 0 0,0-1 0,0 0 0,0 0 0,0-1 0,0 1 0,5-3 0,3-3 0,0-1 0,0 0 0,-1 0 0,0-2 0,-1 1 0,0-1 0,0-1 0,10-14 0,4-6 0,37-64 0,-44 62 0,-1 1 0,-2-2 0,-1 0 0,-2-1 0,10-46 0,-18 63 0,-1-1 0,0 1 0,-1-1 0,-2 0 0,1 0 0,-2 1 0,-1-1 0,0 0 0,-1 1 0,-1-1 0,-1 1 0,-8-20 0,10 31 0,-1-1 0,0 0 0,0 1 0,-1 0 0,0 0 0,0 1 0,0-1 0,-1 1 0,0 0 0,0 0 0,-1 1 0,0 0 0,0 0 0,-11-5 0,11 7 0,1 1 0,-1-1 0,1 2 0,-1-1 0,0 1 0,0 0 0,0 0 0,0 1 0,0 0 0,0 0 0,0 1 0,0 0 0,0 0 0,0 0 0,1 1 0,-1 0 0,-11 6 0,7-4 0,1 1 0,-1 0 0,1 1 0,1 0 0,-1 0 0,1 1 0,0 0 0,1 1 0,0 0 0,0 1 0,0-1 0,1 2 0,1-1 0,-1 1 0,2-1 0,-1 2 0,1-1 0,1 1 0,-4 11 0,10-10-1913,0-11 1355,-1 0 0,0-1-1,0 1 1,0 0 0,0-1-1,1 1 1,-1-1 0,0 1 0,1-1-1,-1 0 1,0 1 0,1-1-1,1 0 1,39-2-13792,-37 1 12814,28-2-2597,8-1 1994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5.059"/>
    </inkml:context>
    <inkml:brush xml:id="br0">
      <inkml:brushProperty name="width" value="0.035" units="cm"/>
      <inkml:brushProperty name="height" value="0.035" units="cm"/>
    </inkml:brush>
  </inkml:definitions>
  <inkml:trace contextRef="#ctx0" brushRef="#br0">145 127 828,'-23'-14'3883,"21"13"-2837,-1 0 0,1 0 0,-1 1 1,0-1-1,1 1 0,-1 0 0,1 0 0,-1 0 1,0 0-1,1 0 0,-4 1 0,-27 13 11246,12 1-9086,19-13-3206,0-1 0,0 1 0,1-1 0,-1 1 0,1 0 0,-1 0 0,1 0 0,0-1 0,-1 1 0,1 0 0,0 1 0,0-1 0,-1 4 0,2-4 0,0-1 0,0 0 0,0 0 0,0 1 0,0-1 0,0 0 0,0 1 0,0-1 0,1 0 0,-1 0 0,0 1 0,1-1 0,-1 0 0,1 0 0,-1 0 0,1 0 0,0 0 0,1 2 0,0-1 0,0 0 0,0 0 0,0-1 0,1 1 0,-1-1 0,0 0 0,1 0 0,-1 0 0,1 0 0,-1 0 0,1 0 0,-1-1 0,1 1 0,-1-1 0,1 0 0,0 1 0,-1-1 0,1 0 0,0-1 0,-1 1 0,1 0 0,-1-1 0,4-1 0,2 0 0,-1-2 0,0 1 0,0-1 0,0 0 0,0 0 0,-1-1 0,0 0 0,0 0 0,0-1 0,0 1 0,-1-1 0,6-8 0,-7 9 0,0 0 0,-1-1 0,0 1 0,0-1 0,0 1 0,0-1 0,-1 0 0,0 0 0,0 0 0,-1 0 0,0 0 0,0 0 0,0-1 0,-1 1 0,0 0 0,0-7 0,-1 11 0,1 0 0,0 1 0,0-1 0,-1 0 0,1 1 0,-1-1 0,1 1 0,-1-1 0,0 1 0,0-1 0,0 1 0,0-1 0,0 1 0,0 0 0,0-1 0,0 1 0,0 0 0,0 0 0,-1 0 0,1 0 0,0 0 0,-4-1 0,3 1 0,0 1 0,0 0 0,-1-1 0,1 1 0,0 0 0,-1 0 0,1 0 0,0 1 0,-1-1 0,1 0 0,0 1 0,0 0 0,-1-1 0,-2 2 0,-5 3 0,0 1 0,1-1 0,-1 2 0,1-1 0,-11 11 0,8-6 0,1 1 0,1 0 0,0 1 0,0 0 0,-12 23 0,22-36-36,0 0 1,0 0-1,0 0 1,0 0-1,0 0 1,0 0-1,0 0 1,0 0-1,0 1 1,0-1-1,0 0 0,0 0 1,0 0-1,0 0 1,0 0-1,0 0 1,-1 0-1,1 0 1,0 0-1,0 1 0,0-1 1,0 0-1,0 0 1,0 0-1,0 0 1,0 0-1,1 0 1,-1 0-1,0 0 1,0 0-1,0 1 0,0-1 1,0 0-1,0 0 1,0 0-1,0 0 1,0 0-1,0 0 1,0 0-1,0 0 1,0 0-1,0 0 0,0 0 1,0 0-1,1 1 1,-1-1-1,0 0 1,0 0-1,0 0 1,0 0-1,0 0 1,0 0-1,0 0 0,0 0 1,0 0-1,1 0 1,-1 0-1,0 0 1,0 0-1,0 0 1,0 0-1,0 0 0,0 0 1,0 0-1,0 0 1,0 0-1,1 0 1,10-4-5656,13-7-6143,18-6 1663,-13 8 8245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5.276"/>
    </inkml:context>
    <inkml:brush xml:id="br0">
      <inkml:brushProperty name="width" value="0.035" units="cm"/>
      <inkml:brushProperty name="height" value="0.035" units="cm"/>
    </inkml:brush>
  </inkml:definitions>
  <inkml:trace contextRef="#ctx0" brushRef="#br0">668 6 508,'9'0'3610,"27"0"20414,-29-4-19403,-7 4-4621,0 0 0,-1-1 0,1 1 0,0 0 0,-1 0 0,1 0 0,0-1 0,-1 1 0,1 0 0,-1 0 0,1 0 0,0 0 0,-1 0 0,1 0 0,-1 0 0,1 0 0,0 0 0,-1 0 0,1 0 0,-1 0 0,1 0 0,0 1 0,-1-1 0,1 0 0,-1 0 0,1 0 0,0 0 0,-1 1 0,1-1 0,0 0 0,-1 1 0,-15 6 0,-56 32 79,3 4 0,1 2 0,-67 60 0,33-15-869,-94 109 0,192-195 71,-31 39-13489,34-41 13403,0 0 0,-1 0-1,1 1 1,0-1 0,0 0-1,0 0 1,1 1 0,-1-1 0,1 0-1,-1 1 1,1-1 0,0 0-1,-1 1 1,1-1 0,0 1-1,1-1 1,-1 1 0,1 3-1,0-4-393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45.603"/>
    </inkml:context>
    <inkml:brush xml:id="br0">
      <inkml:brushProperty name="width" value="0.035" units="cm"/>
      <inkml:brushProperty name="height" value="0.035" units="cm"/>
    </inkml:brush>
  </inkml:definitions>
  <inkml:trace contextRef="#ctx0" brushRef="#br0">12 169 452,'3'21'16639,"0"-5"-5882,-5 2-6134,-1-7-4471,0-3-138,0 0 0,1 1 0,0-1 0,1 1 0,0-1 0,0 1 0,1 0 0,0 0 0,2 9 0,-2-17-14,0 0 0,0 0 0,0 0 0,0 0 0,1 0 0,-1-1 0,0 1 0,1 0 0,-1 0 0,1 0 0,-1 0 0,1 0 0,-1 0 0,1-1 0,0 1 0,-1 0 0,1-1 0,0 1 0,0 0 0,-1-1 0,1 1 0,0-1 0,0 1 0,0-1 0,0 1 0,0-1 0,2 1 0,-1-1 0,0 0 0,0 0 0,1 0 0,-1-1 0,0 1 0,0-1 0,0 1 0,1-1 0,-1 0 0,0 1 0,4-4 0,1 0 0,1-1 0,-1 1 0,0-2 0,-1 1 0,11-11 0,13-22 0,-2-1 0,-2-2 0,33-65 0,-59 106 0,15-38 0,-15 36 0,1 1 0,-1 0 0,1-1 0,-1 1 0,0-1 0,1 1 0,-1 0 0,0-1 0,0 1 0,0-1 0,0 1 0,0-1 0,-1 1 0,1 0 0,0-1 0,-1 1 0,1-1 0,-1 1 0,1 0 0,-1 0 0,0-1 0,1 1 0,-1 0 0,-2-2 0,2 2 0,-1 0 0,1 1 0,-1-1 0,1 1 0,-1 0 0,1-1 0,-1 1 0,0 0 0,1 0 0,-1 0 0,1 0 0,-1 0 0,0 0 0,1 1 0,-1-1 0,1 0 0,-2 2 0,-33 11 0,19-7 0,7-2 0,0 0 0,0 1 0,0 0 0,1 1 0,-1 0 0,1 0 0,0 1 0,1 0 0,-11 11 0,17-16-227,0 0 0,-1 0 0,1-1 0,-1 1 1,1 0-1,-1-1 0,0 0 0,-5 2 0,-25 2-6412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1.513"/>
    </inkml:context>
    <inkml:brush xml:id="br0">
      <inkml:brushProperty name="width" value="0.035" units="cm"/>
      <inkml:brushProperty name="height" value="0.035" units="cm"/>
    </inkml:brush>
  </inkml:definitions>
  <inkml:trace contextRef="#ctx0" brushRef="#br0">0 89 848,'0'2'1064,"1"-1"-1,-1 0 1,0 1-1,0-1 1,1 0 0,-1 0-1,1 1 1,-1-1-1,1 0 1,0 0-1,-1 0 1,1 0 0,2 2-1,17 15 5870,24 4-1775,-33-19-5022,-1 0 0,1 0 0,0-1 1,0-1-1,1 1 0,-1-2 0,0 0 1,0 0-1,0-1 0,0 0 1,0-1-1,0-1 0,11-3 0,10-6 612,-1-1 0,57-34 0,-50 26-356,42-18-1,-71 36-391,0 0 0,0 0 0,1 1 0,-1 0 0,1 0 0,0 1 0,0 0 0,-1 1 0,1 0 0,0 1 0,-1 0 0,1 0 0,10 4 0,-3 0 0,-1 1 0,0 1 0,0 1 0,-1 0 0,0 1 0,21 15 0,-26-16 0,5 3 0,34 20 0,-46-29 0,0-1 0,-1 1 0,1-1 0,0 0 0,0 0 0,0 0 0,0 0 0,0 0 0,0 0 0,0-1 0,0 0 0,0 0 0,0 0 0,0 0 0,0 0 0,0 0 0,0-1 0,0 1 0,0-1 0,4-1 0,-10-2-3322,-15-4-12918,1 12 6017,2 0 8149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1.839"/>
    </inkml:context>
    <inkml:brush xml:id="br0">
      <inkml:brushProperty name="width" value="0.035" units="cm"/>
      <inkml:brushProperty name="height" value="0.035" units="cm"/>
    </inkml:brush>
  </inkml:definitions>
  <inkml:trace contextRef="#ctx0" brushRef="#br0">17 20 180,'-10'10'1056,"10"-10"-317,-1 1 0,0 0 1,1 0-1,-1 0 0,1-1 0,-1 1 1,1 0-1,-1 0 0,1 0 0,-1 0 1,1 0-1,0 0 0,0 0 0,0 0 1,-1 0-1,1 0 0,0 2 0,5 9 6508,2-1-5937,4 4 70,1 0 1,1-1 0,0 0-1,1-1 1,1-1-1,20 14 1,-31-23-1381,0 0 0,1-1 0,0 0 0,-1 0 0,1 0 0,0 0 0,0-1 0,0 1 0,0-1 0,0-1 0,0 1 0,1-1 0,-1 0 0,0 0 0,0 0 0,0-1 0,0 0 0,0 0 0,9-3 0,1-2 0,-1-1 0,1-1 0,-1 0 0,23-19 0,-19 14 0,32-18 0,6 0 0,-37 19 0,1 2 0,0 0 0,41-14 0,-53 22 0,-1 0 0,0 1 0,1 0 0,-1 1 0,1-1 0,-1 2 0,1-1 0,-1 1 0,1 0 0,-1 0 0,0 1 0,1 0 0,-1 0 0,0 1 0,13 6 0,25 18 0,24 13 0,-63-37 0,0 0 0,0-1 0,0 0 0,1 0 0,-1 0 0,0-1 0,1 0 0,-1-1 0,10 1 0,14-10-5669,15-19-12171,-18 10 10781,-9 8 5340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3.569"/>
    </inkml:context>
    <inkml:brush xml:id="br0">
      <inkml:brushProperty name="width" value="0.035" units="cm"/>
      <inkml:brushProperty name="height" value="0.035" units="cm"/>
    </inkml:brush>
  </inkml:definitions>
  <inkml:trace contextRef="#ctx0" brushRef="#br0">24 30 568,'-18'-29'27017,"17"29"-26732,-2 16 4608,1 157-4658,6 207-1847,-4-377-276,0 0 0,1 0 1,-1 0-1,1 0 0,0 1 1,-1-1-1,1 0 0,1 0 1,-1 0-1,0-1 0,1 1 0,0 0 1,1 2-1,13 10-1818,-1-3 2498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3.727"/>
    </inkml:context>
    <inkml:brush xml:id="br0">
      <inkml:brushProperty name="width" value="0.035" units="cm"/>
      <inkml:brushProperty name="height" value="0.035" units="cm"/>
    </inkml:brush>
  </inkml:definitions>
  <inkml:trace contextRef="#ctx0" brushRef="#br0">0 118 1068,'19'29'30777,"-19"-29"-30757,0 0 0,0 0 0,0 0 0,0 1 0,0-1 0,-1 0 0,1 0 0,0 0 0,0 0 0,0 0-1,0 0 1,0 0 0,-1 0 0,1 0 0,0 0 0,0 0 0,0 0 0,0 0 0,0 0 0,-1 0 0,1 0 0,0 0 0,0 0 0,0 0 0,0 0 0,-1 0 0,1 0 0,0 0 0,0 0 0,0 0 0,0 0 0,0 0 0,-1 0 0,1 0-1,0-1 1,0 1 0,0 0 0,0 0 0,0 0 0,0 0 0,0 0 0,0 0 0,-1-1 0,1 1 0,0 0 0,-4-11 210,2-10-460,7-10-2802,12-15-6930,-6 31-1258,4 2 5127,-5 4 4289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6.342"/>
    </inkml:context>
    <inkml:brush xml:id="br0">
      <inkml:brushProperty name="width" value="0.035" units="cm"/>
      <inkml:brushProperty name="height" value="0.035" units="cm"/>
    </inkml:brush>
  </inkml:definitions>
  <inkml:trace contextRef="#ctx0" brushRef="#br0">416 94 488,'7'-14'3696,"-2"-9"9028,-5 21-11581,0 0-1,0 0 1,0 0-1,0 1 1,-1-1-1,1 0 1,-1 0-1,1 1 1,-1-1-1,-1-3 1,-10-6 2144,2 7-3287,0 1 0,0 0 0,0 1 0,0 0 0,-1 0 0,-15 1 0,3-2 0,4 2 0,1 0 0,-1 1 0,1 0 0,-1 2 0,0 0 0,-30 9 0,41-10 0,0 2 0,1-1 0,-1 1 0,1 0 0,-1 1 0,1 0 0,0 0 0,0 0 0,1 1 0,-1 0 0,1 0 0,0 1 0,0 0 0,1 0 0,0 0 0,0 1 0,-7 11 0,10-10 0,-1-1 0,2 0 0,-1 1 0,1 0 0,0-1 0,0 1 0,1 0 0,0 0 0,0 0 0,1-1 0,0 1 0,1 0 0,4 13 0,3 8 0,2-1 0,16 31 0,-14-31 0,2-1 0,33 47 0,-39-63 0,0-1 0,1 1 0,0-2 0,1 0 0,0 0 0,0 0 0,1-2 0,21 12 0,-12-10 0,-8-4 0,-1 1 0,1 0 0,-1 1 0,-1 1 0,14 10 0,-23-17 0,0 1 0,0 0 0,0 0 0,-1 0 0,1 0 0,0 0 0,-1 0 0,0 0 0,0 0 0,1 1 0,-1-1 0,0 0 0,-1 1 0,1-1 0,0 1 0,-1-1 0,0 1 0,1-1 0,-1 1 0,0-1 0,0 1 0,0 0 0,-1-1 0,1 1 0,0-1 0,-1 1 0,0-1 0,0 0 0,0 1 0,0-1 0,0 1 0,0-1 0,0 0 0,-4 4 0,-4 6 7,0 0 0,-1 0 1,-1-1-1,0 0 0,0-1 0,-1-1 1,0 1-1,-1-2 0,0 0 0,0 0 1,-25 9-1,25-12-38,0 0 0,-1-2 0,1 1 0,-1-2 0,1 1 0,-1-2 0,0 0 0,0-1 0,1 0 0,-1-1 0,0 0 0,0-2 0,-16-3 0,62-4-31941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7.037"/>
    </inkml:context>
    <inkml:brush xml:id="br0">
      <inkml:brushProperty name="width" value="0.035" units="cm"/>
      <inkml:brushProperty name="height" value="0.035" units="cm"/>
    </inkml:brush>
  </inkml:definitions>
  <inkml:trace contextRef="#ctx0" brushRef="#br0">35 6 48,'-15'-5'1339,"14"4"-662,0 1 0,0 0-1,0 0 1,1 0 0,-1 0 0,0 0 0,0 0 0,1 0-1,-1 0 1,0 1 0,0-1 0,0 0 0,1 0 0,-1 0-1,0 1 1,1-1 0,-1 1 0,-1 0 0,2-1-123,-1 1 1,1-1 0,0 1-1,0-1 1,-1 1-1,1-1 1,0 1 0,0-1-1,-1 1 1,1 0-1,0-1 1,0 1 0,0-1-1,0 1 1,0 0-1,0-1 1,0 1 0,0-1-1,0 1 1,0 0 0,0-1-1,1 1 1,-1 0-1,8 14 1434,6 7-1439,7 9 397,28 33 0,-42-57-868,0 1-1,0-1 1,1 0 0,0-1 0,0 0-1,0 0 1,1-1 0,-1 0-1,13 5 1,-15-8-78,-1-1 0,1 0 0,-1 0 0,1 0 0,-1 0 0,1-1 0,-1 0 0,1 0 0,0-1 0,-1 1 0,1-1 0,-1 0 0,1-1 0,-1 1 0,8-5 0,5-2 0,0-2 0,-1 0 0,18-15 0,-22 16 0,0-1 0,1 2 0,0-1 0,28-10 0,-15 13 0,-1 1 0,1 2 0,1 0 0,-1 2 0,0 1 0,36 4 0,28 0 0,-89-4-2508,36 0-27459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7.709"/>
    </inkml:context>
    <inkml:brush xml:id="br0">
      <inkml:brushProperty name="width" value="0.035" units="cm"/>
      <inkml:brushProperty name="height" value="0.035" units="cm"/>
    </inkml:brush>
  </inkml:definitions>
  <inkml:trace contextRef="#ctx0" brushRef="#br0">1 30 788,'0'-1'514,"0"0"0,0 0 1,0 1-1,-1-1 0,1 0 0,0 0 1,0 0-1,0 1 0,0-1 0,0 0 0,0 0 1,0 1-1,1-1 0,-1 0 0,0 0 0,0 0 1,1 1-1,-1-1 0,0 0 0,1 1 0,-1-1 1,1 0-1,-1 1 0,1-1 0,0 0 1,0 0 298,1 0 1,-1 0-1,1 0 1,-1 0 0,1 1-1,0-1 1,-1 0-1,1 1 1,0 0 0,-1-1-1,3 1 1,25-1 5392,-2 3-3641,-18-1-2628,0 0 67,1 0 0,-1 0 1,1 1-1,-1 0 0,0 1 0,0 0 0,0 0 0,0 1 1,0 0-1,-1 1 0,0 0 0,0 0 0,0 1 1,0 0-1,-1 0 0,0 1 0,0 0 0,-1 0 1,0 0-1,0 1 0,-1 0 0,0 0 0,0 1 0,-1-1 1,0 1-1,-1 0 0,1 0 0,-2 0 0,1 1 1,-1-1-1,0 11 0,0-1-4,-2 1 0,0-1 0,-1 1 0,-1 0 0,-1-1 0,-10 38 0,-49 108 0,35-99 0,22-41 0,5-24 0,0-1 0,0 1 0,0 0 0,0-1 0,0 1 0,1 0 0,-1-1 0,0 1 0,1 0 0,-1-1 0,0 1 0,1-1 0,-1 1 0,0-1 0,1 1 0,-1-1 0,1 1 0,-1-1 0,1 1 0,0 0 0,2 0 0,0-1 0,-1 1 0,1 0 0,0-1 0,-1 0 0,1 0 0,0 0 0,0 0 0,-1 0 0,1 0 0,0-1 0,-1 1 0,5-2 0,95-17 233,49-14-1519,-130 30-14473,7 8 5475,-24-4 8589,19 5-1189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2:57.881"/>
    </inkml:context>
    <inkml:brush xml:id="br0">
      <inkml:brushProperty name="width" value="0.035" units="cm"/>
      <inkml:brushProperty name="height" value="0.035" units="cm"/>
    </inkml:brush>
  </inkml:definitions>
  <inkml:trace contextRef="#ctx0" brushRef="#br0">47 92 20,'-7'3'-16,"-20"6"31512,27-9-31476,-1 0 1,1 0-1,0 0 0,-1 0 0,1 1 0,-1-1 0,1 0 1,0 0-1,-1 0 0,1 0 0,0 0 0,-1-1 0,1 1 1,-1 0-1,1 0 0,0 0 0,-1 0 0,1 0 0,0 0 1,-1-1-1,1 1 0,0 0 0,-1 0 0,1 0 0,0-1 1,-1 1-1,1 0 0,0-1 0,0 1 0,-1 0 0,1-1 1,0 1-1,0-1 0,-1-15 1413,6-3-3430,1 6-7611,8-7-3794,2 1 7137,-4 7 4386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0.403"/>
    </inkml:context>
    <inkml:brush xml:id="br0">
      <inkml:brushProperty name="width" value="0.035" units="cm"/>
      <inkml:brushProperty name="height" value="0.035" units="cm"/>
    </inkml:brush>
  </inkml:definitions>
  <inkml:trace contextRef="#ctx0" brushRef="#br0">341 6 896,'-5'-2'20533,"-8"-1"-9650,3 2-10750,0 1 1,0 0-1,-16 4 0,-1-1-215,6-2 82,0 0 0,0 2 0,0 1 0,0 1 0,-27 9 0,43-12 0,0 0 0,0 1 0,0-1 0,0 1 0,0 0 0,1 1 0,-1-1 0,1 1 0,0 0 0,0 0 0,0 0 0,0 0 0,1 1 0,0 0 0,0-1 0,0 1 0,0 0 0,1 1 0,0-1 0,0 0 0,0 1 0,1-1 0,0 1 0,0-1 0,0 8 0,0 5 0,1 1 0,1-1 0,1 1 0,1-1 0,6 24 0,-7-31 0,2 0 0,0 0 0,0 0 0,1-1 0,0 1 0,0-1 0,1-1 0,1 1 0,13 14 0,-17-21 0,1 0 0,-1 0 0,1-1 0,0 1 0,0-1 0,0 0 0,0 0 0,0-1 0,0 1 0,0-1 0,1 0 0,8 1 0,4-1 0,1 0 0,18-2 0,25 2 0,-45 1 0,0 0 0,0 2 0,0 0 0,0 1 0,-1 0 0,1 1 0,22 13 0,-33-16 0,0 0 0,0 1 0,0-1 0,-1 1 0,0 0 0,0 0 0,0 0 0,0 0 0,-1 1 0,1-1 0,-1 1 0,0 0 0,-1 0 0,1 1 0,-1-1 0,0 0 0,0 1 0,-1-1 0,1 1 0,-1-1 0,-1 1 0,1 0 0,-1 0 0,0-1 0,-1 10 0,0-5 0,0 0 0,0-1 0,-2 1 0,1-1 0,-1 1 0,0-1 0,-1 0 0,0 0 0,-1-1 0,1 1 0,-2-1 0,1 0 0,-1 0 0,0 0 0,-1-1 0,0 0 0,0-1 0,-1 1 0,1-1 0,-1-1 0,0 1 0,-1-2 0,0 1 0,1-1 0,-1 0 0,-1-1 0,1 0 0,0 0 0,-15 1 0,-50 6-2484,56-9 487,0 0-1,0-1 0,0-1 1,-23-5-1,41 6 1724,-2 0-409,1 0-1,0 0 1,0 0-1,0 0 0,0 0 1,-1-1-1,1 1 0,0 0 1,0-1-1,0 1 0,0-1 1,0 1-1,0-1 0,0 1 1,0-1-1,0 0 0,0 0 1,0 1-1,0-1 0,1 0 1,-1 0-1,0 0 0,1 0 1,-1 0-1,0 0 0,0-1 1,3-3-812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0.998"/>
    </inkml:context>
    <inkml:brush xml:id="br0">
      <inkml:brushProperty name="width" value="0.035" units="cm"/>
      <inkml:brushProperty name="height" value="0.035" units="cm"/>
    </inkml:brush>
  </inkml:definitions>
  <inkml:trace contextRef="#ctx0" brushRef="#br0">172 219 760,'-2'0'491,"1"0"0,-1 1 0,1-1 0,0 0 0,-1 1 0,1-1 0,-1 0 0,1 1 0,0 0 0,-1-1 0,1 1 0,0 0 0,0 0 0,0-1 0,-1 1 0,1 0 0,0 0 0,0 0 0,0 0 0,1 1 0,-1-1 0,0 0 0,0 0 0,1 1 0,-1-1 0,0 0 0,1 1-1,-1-1 1,0 3 0,1-2 350,-1 1 0,1-1-1,0 0 1,0 0 0,0 1-1,0-1 1,0 0 0,0 1-1,0-1 1,1 0-1,-1 0 1,1 1 0,0-1-1,0 0 1,0 0 0,0 0-1,0 0 1,2 3 0,-2-4-806,0-1 0,0 1 1,0-1-1,0 0 1,0 1-1,0-1 1,0 0-1,0 1 1,0-1-1,0 0 1,0 0-1,0 0 1,0 0-1,0 0 1,0 0-1,0 0 1,0 0-1,0 0 1,0-1-1,0 1 1,0 0-1,0-1 0,0 1 1,0-1-1,0 1 1,-1-1-1,1 1 1,1-2-1,26-19 238,-19 11-273,-1-1 0,0-1 0,0 1 0,-1-2 0,-1 1 0,0 0 0,-1-1 0,0 0 0,4-20 0,-7 28 0,-1-1 0,-1 0 0,1 1 0,-1-1 0,0 0 0,0 0 0,-1 1 0,1-1 0,-1 0 0,-1 0 0,-1-6 0,1 8 0,0 1 0,1 0 0,-1-1 0,-1 1 0,1 0 0,0 0 0,-1 0 0,1 1 0,-1-1 0,0 1 0,0-1 0,0 1 0,0 0 0,0 0 0,-1 1 0,1-1 0,-1 0 0,-6-1 0,3 2 0,1 0 0,-1 0 0,0 0 0,1 1 0,-1 0 0,0 1 0,1 0 0,-1 0 0,1 0 0,-1 1 0,1-1 0,-1 2 0,1-1 0,0 1 0,0 0 0,0 0 0,0 0 0,-6 6 0,5-4 0,-1 0 0,1 1 0,0 0 0,1 0 0,0 1 0,0 0 0,0 0 0,0 0 0,1 1 0,1 0 0,-1 0 0,-5 16 0,9-23-235,1 0 1,-1 1-1,1-1 0,-1 1 1,1-1-1,0 1 1,0-1-1,-1 1 0,1-1 1,0 1-1,0-1 0,1 1 1,-1-1-1,0 1 1,1-1-1,-1 1 0,0-1 1,1 1-1,0-1 0,-1 0 1,1 1-1,1 1 1,0-2-286,-1 0 0,1 0 1,0 0-1,0 0 0,-1 0 1,1 0-1,0-1 0,0 1 1,0-1-1,0 1 1,-1-1-1,1 0 0,0 0 1,0 0-1,0 0 0,0 0 1,0 0-1,2-1 1,21-2-8505,0-1 4328,5-1 2248,5-1 1150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1.233"/>
    </inkml:context>
    <inkml:brush xml:id="br0">
      <inkml:brushProperty name="width" value="0.035" units="cm"/>
      <inkml:brushProperty name="height" value="0.035" units="cm"/>
    </inkml:brush>
  </inkml:definitions>
  <inkml:trace contextRef="#ctx0" brushRef="#br0">810 24 336,'8'-24'14118,"-8"24"-13842,-1 0 0,1 0 0,0 0-1,0 0 1,-1 0 0,1 0 0,0 0-1,-1 0 1,-18 4 12272,4 3-9269,-55 38-3279,1 4 0,-70 64 0,63-49 0,3-4-1037,3 3 1,3 3-1,-111 143 1,172-202-2425,1 1 0,0 1 1,1-1-1,0 1 1,-4 12-1,2 8-2292,6-12 4077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1.559"/>
    </inkml:context>
    <inkml:brush xml:id="br0">
      <inkml:brushProperty name="width" value="0.035" units="cm"/>
      <inkml:brushProperty name="height" value="0.035" units="cm"/>
    </inkml:brush>
  </inkml:definitions>
  <inkml:trace contextRef="#ctx0" brushRef="#br0">103 81 744,'-25'27'8990,"-3"5"8641,11-8-12233,16-22-5398,-5 10 0,0-1 0,0 1 0,-3 13 0,8-22 0,0-1 0,0 1 0,1-1 0,-1 1 0,1-1 0,-1 1 0,1 0 0,0-1 0,0 1 0,0-1 0,1 1 0,-1 0 0,1-1 0,-1 1 0,1-1 0,0 1 0,0-1 0,0 0 0,0 1 0,0-1 0,0 0 0,3 4 0,-2-5 0,-1 0 0,1 0 0,0-1 0,0 1 0,-1 0 0,1-1 0,0 1 0,0-1 0,0 1 0,0-1 0,0 0 0,0 0 0,0 0 0,0 0 0,0 0 0,-1 0 0,1 0 0,0-1 0,0 1 0,0-1 0,0 1 0,0-1 0,-1 0 0,1 0 0,0 0 0,0 0 0,-1 0 0,1 0 0,1-2 0,8-4 0,-1 0 0,17-17 0,-6 4 0,-1 0 0,0-1 0,-2-1 0,-1-1 0,-1 0 0,0-1 0,14-33 0,-29 56 0,-1 0 0,1 0 0,-1 0 0,0 0 0,1-1 0,-1 1 0,0 0 0,1 0 0,-1 0 0,0 0 0,0 0 0,0-1 0,0 1 0,0 0 0,0 0 0,-1 0 0,1 0 0,0-1 0,-1 1 0,0-2 0,0 2 0,1 1 0,-1-1 0,0 0 0,0 1 0,0-1 0,0 1 0,1-1 0,-1 1 0,0-1 0,0 1 0,0 0 0,0-1 0,0 1 0,0 0 0,0 0 0,0 0 0,0 0 0,-2 0 0,-7 1 0,0 0 0,1 0 0,0 2 0,-11 2 0,8-1 0,0-1 10,-5 2-420,-1-1 1,1 0-1,0-1 1,-1-1-1,1-1 1,-35-1-1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6.870"/>
    </inkml:context>
    <inkml:brush xml:id="br0">
      <inkml:brushProperty name="width" value="0.035" units="cm"/>
      <inkml:brushProperty name="height" value="0.035" units="cm"/>
    </inkml:brush>
  </inkml:definitions>
  <inkml:trace contextRef="#ctx0" brushRef="#br0">144 158 296,'-2'58'3551,"-20"106"19912,9-95-18098,11-60-5277,-16 109-88,9-55 0,-17 66 0,25-127 0,1 0 0,-1 0 0,0 0 0,1 0 0,-1 0 0,-1 0 0,1 0 0,0 0 0,0 0 0,-3 3 0,4-5 0,0 0 0,0 0 0,-1 0 0,1 0 0,0 0 0,0 1 0,0-1 0,-1 0 0,1 0 0,0 0 0,0 0 0,0 0 0,-1 0 0,1 0 0,0 0 0,0 0 0,0 0 0,-1 0 0,1 0 0,0 0 0,0 0 0,0 0 0,-1 0 0,1 0 0,0 0 0,0 0 0,0-1 0,0 1 0,-1 0 0,1 0 0,0 0 0,0 0 0,0 0 0,0 0 0,-1-1 0,1 1 0,0 0 0,-5-17 0,-8-157 0,10 107 0,4-17 0,3-1 0,19-103 0,-17 138 0,-4 40 0,-1-1 0,1 1 0,1 0 0,0-1 0,0 1 0,9-17 0,-10 24 0,-1 0 0,1 1 0,0-1 0,0 1 0,0 0 0,0 0 0,0 0 0,1 0 0,-1 0 0,0 0 0,1 0 0,0 1 0,-1-1 0,1 1 0,0 0 0,0 0 0,0 0 0,0 0 0,0 0 0,0 1 0,0-1 0,0 1 0,0 0 0,0 0 0,0 0 0,0 0 0,5 2 0,1-1 0,0 1 0,-1 1 0,1 0 0,-1 0 0,0 0 0,1 1 0,-2 0 0,1 1 0,0 0 0,-1 0 0,8 8 0,-5-4 0,0 2 0,-1-1 0,0 2 0,0-1 0,-1 1 0,9 20 0,-6-9 0,-2 0 0,0 1 0,-2 0 0,0 0 0,-2 1 0,-1-1 0,2 43 0,-6-37 0,-1 0 0,-2 0 0,0-1 0,-3 0 0,-13 46 0,14-59 0,-1 1 0,0-1 0,-1-1 0,-1 0 0,-1 0 0,0 0 0,-1-1 0,0 0 0,-1-1 0,-1 0 0,-13 11 0,20-20-274,0 0 0,-1-1 0,1 1 0,-1-1 0,1-1 0,-1 1 0,0-1 0,0 0 0,0 0-1,0-1 1,-1 0 0,1 0 0,0 0 0,-1-1 0,1 0 0,0 0 0,0 0 0,-11-3 0,8 1-399,1-1-1,0 1 1,0-2-1,0 1 1,0-1-1,1 0 1,0 0-1,0-1 1,0 0-1,0-1 1,1 1 0,-1-1-1,-5-8 1,21-1-15644,7 5 14850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7.245"/>
    </inkml:context>
    <inkml:brush xml:id="br0">
      <inkml:brushProperty name="width" value="0.035" units="cm"/>
      <inkml:brushProperty name="height" value="0.035" units="cm"/>
    </inkml:brush>
  </inkml:definitions>
  <inkml:trace contextRef="#ctx0" brushRef="#br0">247 4 872,'-20'-3'6612,"-14"7"11676,11-1-11297,-55 6-6991,71-8 0,-1 1 0,1 0 0,0 0 0,0 1 0,0 0 0,0 0 0,1 0 0,-9 6 0,13-6 0,0-1 0,0 1 0,0 0 0,0-1 0,1 1 0,-1 0 0,1 0 0,0 0 0,-1 0 0,2 0 0,-1 1 0,0-1 0,1 0 0,-1 0 0,1 1 0,0-1 0,0 0 0,0 5 0,1-2 0,-1 0 0,1 0 0,0 0 0,0 0 0,1 0 0,0 0 0,0-1 0,5 12 0,-6-17 0,-1 1 0,0 0 0,1-1 0,-1 1 0,1-1 0,-1 1 0,1-1 0,-1 1 0,1-1 0,0 1 0,-1-1 0,1 0 0,-1 1 0,1-1 0,0 0 0,-1 1 0,1-1 0,0 0 0,0 0 0,-1 0 0,1 0 0,0 0 0,-1 0 0,1 0 0,1 0 0,20-10 0,16-27 0,-34 32 0,18-20 0,-15 15 0,1 0 0,0 1 0,0 0 0,1 1 0,0 0 0,1 1 0,17-11 0,-26 17 0,0 1 0,1-1 0,-1 1 0,0 0 0,1-1 0,-1 1 0,0 0 0,1 0 0,-1 0 0,0 0 0,1 1 0,-1-1 0,0 0 0,1 0 0,-1 1 0,0-1 0,1 1 0,-1-1 0,0 1 0,0 0 0,0-1 0,1 1 0,-1 0 0,0 0 0,0 0 0,1 1 0,26 34 0,-16-18 0,1 2 0,10 15 0,-22-34 0,0 0 0,0 0 0,0 0 0,0 0 0,0 0 0,0 0 0,1 0 0,-1 0 0,0-1 0,0 1 0,0 0 0,1-1 0,-1 1 0,0-1 0,1 0 0,-1 1 0,0-1 0,1 0 0,-1 0 0,1 0 0,-1 0 0,3 0 0,2-4-3259,6-7-8937,-2 1 1962,-5 6 6858,11-4 1079,3-2 1080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7.401"/>
    </inkml:context>
    <inkml:brush xml:id="br0">
      <inkml:brushProperty name="width" value="0.035" units="cm"/>
      <inkml:brushProperty name="height" value="0.035" units="cm"/>
    </inkml:brush>
  </inkml:definitions>
  <inkml:trace contextRef="#ctx0" brushRef="#br0">5 112 428,'7'6'3773,"-5"10"8954,-7 1-174,-2-11-9271,6-6-3282,11-24 0,-4 4-3258,-4 6-4663,-1-1 0,0-25 0,-2 14 3021,-1 8 4086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7.539"/>
    </inkml:context>
    <inkml:brush xml:id="br0">
      <inkml:brushProperty name="width" value="0.035" units="cm"/>
      <inkml:brushProperty name="height" value="0.035" units="cm"/>
    </inkml:brush>
  </inkml:definitions>
  <inkml:trace contextRef="#ctx0" brushRef="#br0">81 220 604,'-5'-31'1320,"-3"4"4315,-8 4 4072,-10 6 3761,25 16-13295,-1 1-1,0-1 1,1 0 0,-1 0-1,1 0 1,0 0 0,-1 0-1,1 0 1,0 0 0,-1 0-1,1-1 1,0 1 0,0-1-1,0 1 1,0 0 0,0-1-1,0 0 1,0-1 0,0 1-548,1 0 0,0 0 1,0 0-1,0 1 0,0-1 0,0 0 1,0 0-1,0 0 0,1 1 1,-1-1-1,1 0 0,-1 1 1,1-1-1,1-3 0,1 0-2284,1-1 0,-1 1 0,1 0 0,0 0-1,0 1 1,1-1 0,0 1 0,9-7 0,-2 3 36,5-2 1204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7.726"/>
    </inkml:context>
    <inkml:brush xml:id="br0">
      <inkml:brushProperty name="width" value="0.035" units="cm"/>
      <inkml:brushProperty name="height" value="0.035" units="cm"/>
    </inkml:brush>
  </inkml:definitions>
  <inkml:trace contextRef="#ctx0" brushRef="#br0">3 33 424,'0'-33'31697,"-1"36"-31631,1 1 0,-1-1 0,1 1-1,0-1 1,0 1 0,0-1 0,0 1 0,0-1 0,1 0 0,1 7-1,1 4-147,39 553 82,-41-520-70,11 62 1,-11-104 3207,0 1-3475,1 0-3552,2 2-6242,18-3-9469,-5-14 18227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7.917"/>
    </inkml:context>
    <inkml:brush xml:id="br0">
      <inkml:brushProperty name="width" value="0.035" units="cm"/>
      <inkml:brushProperty name="height" value="0.035" units="cm"/>
    </inkml:brush>
  </inkml:definitions>
  <inkml:trace contextRef="#ctx0" brushRef="#br0">298 2 220,'22'-2'3746,"14"7"9064,-35-5-12207,1 1 0,-1-1 1,0 1-1,1-1 1,-1 1-1,0-1 0,0 1 1,0 0-1,0 0 1,0 0-1,0-1 0,0 1 1,0 0-1,0 0 1,0 0-1,0 1 0,0-1 1,-1 0-1,1 0 1,0 2-1,0-1-366,-1 0 0,0-1-1,0 1 1,0 0 0,0-1 0,0 1 0,0-1 0,0 1 0,0 0 0,-1-1-1,1 1 1,-1 0 0,0 1 0,-9 20-237,-2 0 0,0-1 0,-1-1 0,-1 0 0,-23 25 0,7-12 0,-1-2 0,-41 32 0,23-27-2115,40-31 1032,1-1-1,-1 0 1,0 0 0,0-1-1,0 0 1,-1-1 0,-11 3-1,9-28-18047,14 5 17105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8.051"/>
    </inkml:context>
    <inkml:brush xml:id="br0">
      <inkml:brushProperty name="width" value="0.035" units="cm"/>
      <inkml:brushProperty name="height" value="0.035" units="cm"/>
    </inkml:brush>
  </inkml:definitions>
  <inkml:trace contextRef="#ctx0" brushRef="#br0">1 94 472,'6'-25'1692,"2"-8"5802,-3 16 1190,0 2 4810,-5 15-13475,0 0 0,0-1 0,0 1 0,0 0 0,0 0 0,0 0 0,1 0 0,-1-1-1,0 1 1,0 0 0,0 0 0,0 0 0,0 0 0,0 0 0,1-1 0,-1 1 0,0 0 0,0 0 0,0 0 0,1 0-1,-1 0 1,0 0 0,0 0 0,0 0 0,0 0 0,1 0 0,-1 0 0,0 0 0,0 0 0,0 0 0,1 0-1,-1 0 1,0 0 0,0 0 0,0 0 0,1 0 0,-1 0 0,0 0 0,0 0 0,0 0 0,1 0 0,-1 0 0,0 0-1,0 0 1,0 1 0,0-1 0,1 0 0,-1 0 0,12 13 213,7 17-464,-15-25 299,-1 1 0,1 0 0,0-1 0,9 9 0,-12-12-172,1 0 1,0-1-1,0 1 0,0-1 0,1 1 1,-1-1-1,0 0 0,0 0 0,1 0 1,-1 0-1,1 0 0,-1 0 0,1-1 1,-1 1-1,4 0 0,7-5-15783,1-3 8576,4-2 1845,-1 5 3312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8.505"/>
    </inkml:context>
    <inkml:brush xml:id="br0">
      <inkml:brushProperty name="width" value="0.035" units="cm"/>
      <inkml:brushProperty name="height" value="0.035" units="cm"/>
    </inkml:brush>
  </inkml:definitions>
  <inkml:trace contextRef="#ctx0" brushRef="#br0">38 34 680,'-20'-16'4305,"2"-1"14588,27 18-14713,9 4 525,-7 0-4705,0 0 0,-1 1 0,0 1 0,0 0 0,-1 0 0,0 1 0,0 0 0,9 11 0,-13-14 0,-1 1 0,0-1 0,0 1 0,-1 0 0,1 1 0,-1-1 0,-1 0 0,1 1 0,-1 0 0,0-1 0,-1 1 0,1 0 0,-2 0 0,1 0 0,-1 8 0,-2 5 0,-1 0 0,-1-1 0,-1 1 0,-1-1 0,-16 35 0,4-8 0,17-45 0,1 0 0,-1 1 0,1-1 0,-1 0 0,1 1 0,-1-1 0,1 1 0,0-1 0,0 1 0,0-1 0,0 1 0,0-1 0,0 0 0,0 1 0,0-1 0,0 1 0,1-1 0,-1 1 0,0-1 0,1 0 0,0 1 0,-1-1 0,1 0 0,0 0 0,-1 1 0,1-1 0,0 0 0,0 0 0,0 0 0,0 0 0,0 0 0,0 0 0,1 0 0,-1 0 0,0 0 0,0-1 0,1 1 0,1 0 0,2 1 0,0-1 0,1 0 0,-1 0 0,0 0 0,0-1 0,0 1 0,1-1 0,-1-1 0,6 0 0,58-12-2972,-23 4-2534,-31 7-6922,11 1 3463,-5 1 6769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8.659"/>
    </inkml:context>
    <inkml:brush xml:id="br0">
      <inkml:brushProperty name="width" value="0.035" units="cm"/>
      <inkml:brushProperty name="height" value="0.035" units="cm"/>
    </inkml:brush>
  </inkml:definitions>
  <inkml:trace contextRef="#ctx0" brushRef="#br0">23 36 780,'-3'10'5184,"-6"12"18396,5-15-20361,2-21-4864,-2-11-5890,20 11-10273,-9 6 15159,11-5 351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9.015"/>
    </inkml:context>
    <inkml:brush xml:id="br0">
      <inkml:brushProperty name="width" value="0.035" units="cm"/>
      <inkml:brushProperty name="height" value="0.035" units="cm"/>
    </inkml:brush>
  </inkml:definitions>
  <inkml:trace contextRef="#ctx0" brushRef="#br0">138 130 728,'-7'-7'2694,"-21"-17"14786,10 17-7951,8 11-7197,7-1-2332,1 0 0,0 0 0,0 0 0,1 1 0,-1-1 0,1 0 0,-1 1 0,1 0 0,0-1 0,1 1 0,-2 5 0,-3 44 0,5-42 0,0 0 0,1 0 0,0 0 0,1 1 0,0-1 0,1 0 0,0-1 0,1 1 0,0-1 0,6 12 0,-9-19 0,1-1 0,0 1 0,-1 0 0,1-1 0,0 1 0,0-1 0,0 0 0,1 1 0,-1-1 0,1 0 0,-1 0 0,1-1 0,0 1 0,-1 0 0,1-1 0,0 0 0,0 0 0,0 0 0,0 0 0,0 0 0,0 0 0,0-1 0,1 1 0,-1-1 0,0 0 0,0 0 0,0 0 0,0-1 0,0 1 0,1-1 0,-1 1 0,0-1 0,0 0 0,0-1 0,0 1 0,-1 0 0,1-1 0,0 1 0,4-5 0,1 1 0,-1 0 0,0 0 0,-1-1 0,1 0 0,-1-1 0,0 1 0,-1-1 0,0 0 0,0-1 0,0 1 0,-1-1 0,0 0 0,0 0 0,-1 0 0,0-1 0,-1 1 0,0-1 0,0 1 0,-1-1 0,1-9 0,-2 9 0,1 1 0,-1-1 0,-1 0 0,0 1 0,0-1 0,-1 1 0,0-1 0,0 1 0,-1 0 0,0 0 0,0 0 0,-1 0 0,0 0 0,-1 1 0,0 0 0,0 0 0,0 0 0,-1 0 0,0 1 0,-9-8 0,12 12 0,0 0 0,1 0 0,-1 1 0,0-1 0,0 1 0,0 0 0,0 0 0,0 0 0,0 0 0,-1 0 0,1 1 0,0-1 0,0 1 0,-1 0 0,-5 0 0,3 1 0,0 0 0,0 1 0,1 0 0,-1 0 0,1 0 0,-1 0 0,1 1 0,-7 4 0,1 1 0,0 0 0,0 1 0,1 0 0,1 0 0,-1 1 0,-14 22 0,22-29-404,0-1-1,0 0 1,1 1-1,-1-1 1,1 1-1,0-1 1,0 1-1,0 0 1,0 0-1,0 0 1,1-1-1,-1 1 1,1 4-1,0-7 232,0 1 0,0-1-1,0 0 1,1 1 0,-1-1-1,0 1 1,0-1 0,0 0-1,1 1 1,-1-1 0,0 0 0,1 1-1,-1-1 1,0 0 0,1 1-1,-1-1 1,0 0 0,1 0-1,-1 0 1,0 1 0,1-1 0,-1 0-1,1 0 1,-1 0 0,0 0-1,1 0 1,-1 1 0,2-1 0,23-5-4491,3-4-5581,-1 1 5747,-16 5 3632,19-5-584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09.652"/>
    </inkml:context>
    <inkml:brush xml:id="br0">
      <inkml:brushProperty name="width" value="0.035" units="cm"/>
      <inkml:brushProperty name="height" value="0.035" units="cm"/>
    </inkml:brush>
  </inkml:definitions>
  <inkml:trace contextRef="#ctx0" brushRef="#br0">7 326 640,'-7'-10'1641,"8"0"7132,9 3 543,2 2-6803,61-13 364,-1 3-1,138-10 1,-78 11-1627,468-88-1250,-303 46 0,-108 31 0,-20 4 0,-167 21-31,16-5-3873,-16 1 170,-12-1-630,4 2-1706,-13 4-8262</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0.171"/>
    </inkml:context>
    <inkml:brush xml:id="br0">
      <inkml:brushProperty name="width" value="0.035" units="cm"/>
      <inkml:brushProperty name="height" value="0.035" units="cm"/>
    </inkml:brush>
  </inkml:definitions>
  <inkml:trace contextRef="#ctx0" brushRef="#br0">53 1 364,'-22'3'3850,"-8"4"24694,48-4-28544,1 0 1,-1-1 0,1 0 0,0-2-1,0-1 1,-1 0 0,37-7 0,4 0-2,-58 8 1,-1 0 0,1 0 0,0-1 0,-1 1 0,1 0 0,0 0 0,-1 0 0,1 0 0,0 0 0,-1 1 0,1-1 0,0 0 0,-1 0 0,1 0 0,-1 1 0,1-1 0,0 0 0,-1 0 0,1 1 0,-1-1 0,1 1 0,-1-1 0,1 0 0,-1 1 0,1-1 0,-1 1 0,1-1 0,-1 1 0,1 0 0,-1 1 0,1-1 0,-1 0 0,0 1 0,0-1 0,0 1 0,0-1 0,0 1 0,0-1 0,0 0 0,-1 1 0,1-1 0,-1 3 0,-20 41 0,20-45 0,-47 75 0,-18 34 0,65-108 0,0 0 0,1 1 0,-1-1 0,0 1 0,1-1 0,0 1 0,-1-1 0,1 1 0,0 0 0,0-1 0,0 1 0,0-1 0,0 1 0,0 0 0,0-1 0,0 1 0,1-1 0,-1 1 0,1-1 0,-1 1 0,1-1 0,0 1 0,-1-1 0,1 1 0,1 0 0,2 3 0,1 0 0,-1 0 0,1-1 0,0 0 0,7 4 0,-8-5 0,0-1 0,0 1 0,0 0 0,-1 0 0,1 1 0,-1-1 0,0 1 0,0 0 0,3 4 0,-6-6 0,1 0 0,-1 0 0,1 0 0,-1 0 0,0 0 0,0 0 0,0 0 0,0 0 0,-1 0 0,1 0 0,0 0 0,-1 0 0,1 0 0,-1 0 0,0 0 0,0 0 0,1 0 0,-1-1 0,0 1 0,-1 0 0,1-1 0,0 1 0,0-1 0,-1 1 0,1-1 0,-1 1 0,-2 1 0,-2 3 0,0-1 0,-1 1 0,1-1 0,-1 0 0,0-1 0,-1 0 0,1 0 0,-1 0 0,1-1 0,-1 0 0,0-1 0,0 0 0,-1 0 0,1 0 0,0-1 0,-14 0 0,10 0-3911,-9-2-10498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2.038"/>
    </inkml:context>
    <inkml:brush xml:id="br0">
      <inkml:brushProperty name="width" value="0.035" units="cm"/>
      <inkml:brushProperty name="height" value="0.035" units="cm"/>
    </inkml:brush>
  </inkml:definitions>
  <inkml:trace contextRef="#ctx0" brushRef="#br0">189 39 400,'-4'-7'1046,"-6"-7"4223,-5 0 7086,14 13-11748,1 1 1,-1-1 0,0 1 0,0 0-1,0-1 1,0 1 0,0 0 0,-1 0-1,1 0 1,0 0 0,0 0 0,0 0-1,0 0 1,0 0 0,0 0 0,0 0-1,-1 1 1,-15 8 2146,9-3-2754,0 1 0,1 0 0,0 1 0,0 0 0,1 0 0,0 0 0,0 1 0,1 0 0,0 0 0,1 0 0,0 1 0,-4 14 0,-3 14 0,-10 74 0,18-90 0,0 2 0,0 1 0,2 29 0,1-46 0,0 0 0,1 0 0,0 0 0,0 0 0,1 0 0,0 0 0,1 0 0,0-1 0,0 1 0,6 11 0,-8-18 0,0 0 0,0 0 0,-1 0 0,1 0 0,0 0 0,0 0 0,0 0 0,0 0 0,0-1 0,0 1 0,1 0 0,-1 0 0,0-1 0,0 1 0,0-1 0,1 1 0,-1-1 0,0 0 0,0 1 0,1-1 0,-1 0 0,0 0 0,1 0 0,1 0 0,1-1 0,-1 0 0,0 0 0,0 0 0,0 0 0,-1 0 0,1-1 0,0 1 0,0-1 0,-1 0 0,4-2 0,3-4 0,0-1 0,0 0 0,-1 0 0,9-14 0,-11 14 0,-1 0 0,-1 0 0,1-1 0,3-13 0,-7 20 0,0 0 0,0 1 0,0-1 0,0 0 0,-1 0 0,1 0 0,-1 1 0,0-1 0,0 0 0,0 0 0,0 0 0,-1 0 0,1 1 0,-1-1 0,1 0 0,-1 0 0,0 1 0,0-1 0,0 0 0,-3-3 0,3 5 0,-1 0 0,0 0 0,1 1 0,-1-1 0,0 0 0,1 1 0,-1-1 0,0 1 0,0-1 0,1 1 0,-1 0 0,0 0 0,0 0 0,0 0 0,1 0 0,-1 0 0,0 1 0,0-1 0,0 0 0,1 1 0,-1 0 0,-2 0 0,-44 20 0,40-17 0,2-1 0,1 0 0,1 0 0,-1-1 0,1 0 0,-1 0 0,0 0 0,0 0 0,0-1 0,0 0 0,0 0 0,-6 0 0,11-1 0,0-1 0,0 1 0,0-1 0,0 1 0,0-1 0,0 0 0,0 1 0,0-1 0,0 1 0,1-1 0,-1 1 0,0-1 0,0 1 0,0-1 0,1 1 0,-1-1 0,0 1 0,0 0 0,1-1 0,-1 1 0,0-1 0,1 1 0,-1 0 0,1-1 0,-1 1 0,0 0 0,1-1 0,0 1 0,15-14 0,1 1-3152,36-18-20011,-28 19 18168,-1 3 3738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2.398"/>
    </inkml:context>
    <inkml:brush xml:id="br0">
      <inkml:brushProperty name="width" value="0.035" units="cm"/>
      <inkml:brushProperty name="height" value="0.035" units="cm"/>
    </inkml:brush>
  </inkml:definitions>
  <inkml:trace contextRef="#ctx0" brushRef="#br0">116 101 88,'-2'-13'3760,"2"12"-3117,-1 1 0,1-1-1,0 0 1,-3-2 3856,2 2-3856,1 1 0,-1-1-1,0 1 1,1 0 0,-1-1-1,1 1 1,-1 0 0,0-1 0,-16 2 12085,5 3-9396,7-1-3332,0 1 0,0-1 0,1 1 0,-1-1 0,1 1 0,0 0 0,1 1 0,-1-1 0,1 1 0,-1 0 0,1 0 0,1 0 0,-1 0 0,1 0 0,0 0 0,0 1 0,-1 7 0,-1-1 0,2 0 0,0 0 0,0 0 0,1 0 0,1 0 0,0 0 0,2 16 0,-1-23 0,0 0 0,0 0 0,0 0 0,1-1 0,0 1 0,0 0 0,0-1 0,1 1 0,-1-1 0,1 0 0,0 0 0,0 0 0,1 0 0,-1 0 0,1-1 0,0 0 0,0 1 0,6 2 0,-7-4 0,1 0 0,-1-1 0,1 1 0,-1-1 0,1 0 0,-1 0 0,1-1 0,0 1 0,0-1 0,-1 1 0,1-1 0,0-1 0,0 1 0,-1 0 0,1-1 0,0 0 0,-1 0 0,1 0 0,0 0 0,-1 0 0,0-1 0,1 1 0,-1-1 0,6-4 0,6-7 0,0-1 0,-1 0 0,-1-1 0,0-1 0,-1 0 0,-1 0 0,0-1 0,-1 0 0,11-30 0,-17 38 0,-1-1 0,0 0 0,0 0 0,-1 0 0,0 0 0,-1 0 0,0-1 0,-1 1 0,-1-12 0,1 19 0,0 1 0,0-1 0,-1 0 0,0 0 0,1 1 0,-1-1 0,0 0 0,0 1 0,0-1 0,-1 0 0,1 1 0,-1 0 0,1-1 0,-1 1 0,0 0 0,0 0 0,0 0 0,0 0 0,0 0 0,0 0 0,-1 1 0,1-1 0,-1 1 0,1 0 0,-1-1 0,1 1 0,-1 0 0,0 1 0,1-1 0,-1 0 0,0 1 0,0-1 0,0 1 0,1 0 0,-1 0 0,-6 1 0,-2 1 24,-1 0 0,1 1 0,0 0 0,0 1 0,0 0 1,0 1-1,1 0 0,0 1 0,-14 10 0,9-6-493,-1-1 0,-27 11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3.021"/>
    </inkml:context>
    <inkml:brush xml:id="br0">
      <inkml:brushProperty name="width" value="0.035" units="cm"/>
      <inkml:brushProperty name="height" value="0.035" units="cm"/>
    </inkml:brush>
  </inkml:definitions>
  <inkml:trace contextRef="#ctx0" brushRef="#br0">215 6 172,'-29'1'3694,"26"0"-2526,0 0-1,0 0 0,0 1 0,0-1 1,0 1-1,0 0 0,0-1 1,0 1-1,1 1 0,-4 1 0,2 1 1378,0-1 0,0 1 0,1 0 0,-6 10 0,-3 10 787,12-24-3332,-1 0 0,1 0 0,0-1 0,-1 1 0,1 0 0,0 0 0,0 0 0,0 0 0,-1-1 0,1 1 0,0 0 0,0 0 0,0 0 0,0 0 0,0 0 0,1-1 0,-1 1 0,0 0 0,0 0 0,0 0 0,1 0 0,-1-1 0,1 1 0,-1 0 0,0 0 0,1-1 0,-1 1 0,1 0 0,0-1 0,-1 1 0,1 0 0,-1-1 0,1 1 0,0-1 0,0 1 0,-1-1 0,1 1 0,0-1 0,0 0 0,-1 1 0,1-1 0,0 0 0,0 0 0,0 0 0,0 1 0,0-1 0,-1 0 0,1 0 0,0 0 0,0 0 0,0 0 0,0-1 0,1 1 0,3 0 0,0-1 0,0 0 0,0 0 0,0 0 0,0 0 0,0-1 0,8-3 0,-10 3 0,0-1 0,-1 1 0,1 0 0,-1-1 0,1 1 0,-1-1 0,0 0 0,0 0 0,0 0 0,0 0 0,-1 0 0,1 0 0,-1-1 0,0 1 0,0 0 0,0-1 0,1-5 0,-2 7 0,0 0 0,0 1 0,0-1 0,0 0 0,0 1 0,0-1 0,0 1 0,-1-1 0,1 0 0,0 1 0,-1-1 0,1 1 0,-1-1 0,0 1 0,0-1 0,1 1 0,-1-1 0,0 1 0,0 0 0,0-1 0,0 1 0,-1 0 0,1 0 0,0 0 0,0 0 0,-1 0 0,1 0 0,-1 0 0,1 0 0,-1 1 0,1-1 0,-1 0 0,1 1 0,-1 0 0,0-1 0,1 1 0,-1 0 0,0 0 0,-1 0 0,-4 0 0,-1 0 0,1 1 0,0 0 0,0 0 0,-1 1 0,1 0 0,0 0 0,1 0 0,-1 1 0,0 0 0,1 1 0,0-1 0,-9 8 0,6-5 0,1 0 0,0 1 0,1 0 0,0 1 0,0 0 0,0 0 0,1 0 0,-10 18 0,16-25-85,0-1-1,-1 1 1,1 0-1,0 0 1,0 0-1,0 0 1,0 0 0,0 0-1,0 0 1,0 0-1,0 0 1,0 0-1,0 0 1,1 0 0,-1-1-1,0 1 1,1 0-1,-1 0 1,0 0-1,1 0 1,-1-1 0,1 1-1,0 0 1,-1 0-1,1-1 1,-1 1-1,1 0 1,0-1 0,0 1-1,-1-1 1,1 1-1,0-1 1,0 1-1,0-1 1,0 1 0,0-1-1,3 2-753,0 0 0,0-1-1,0 1 1,0-1 0,0 0 0,0 0-1,4 0 1,28-2-10842,1-3 4261,-14 2 5659,7-1 339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3.270"/>
    </inkml:context>
    <inkml:brush xml:id="br0">
      <inkml:brushProperty name="width" value="0.035" units="cm"/>
      <inkml:brushProperty name="height" value="0.035" units="cm"/>
    </inkml:brush>
  </inkml:definitions>
  <inkml:trace contextRef="#ctx0" brushRef="#br0">538 1 740,'25'2'4975,"-12"-1"2781,-1 0 7099,-17-1-14543,0 1 1,0 0 0,0 0-1,0 0 1,1 1-1,-1 0 1,0 0-1,1 0 1,-7 4-1,-43 31 909,35-23-1130,-53 40-91,3 4 0,3 2 0,2 3 0,-69 88 0,123-140 0,-21 30 0,29-38 0,0 0 0,0 0 0,1 0 0,-1 0 0,1 1 0,-1-1 0,1 0 0,0 1 0,0 0 0,0 5 0,4-3-1599,10-2-4990,13-4-5922,-23 0 10977,19-2-4026,9-2 2080,-25 3 3043,14-2-496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3.519"/>
    </inkml:context>
    <inkml:brush xml:id="br0">
      <inkml:brushProperty name="width" value="0.035" units="cm"/>
      <inkml:brushProperty name="height" value="0.035" units="cm"/>
    </inkml:brush>
  </inkml:definitions>
  <inkml:trace contextRef="#ctx0" brushRef="#br0">5 163 596,'7'8'4207,"-8"13"9876,-2-3-3006,7-9-8277,-1-6-2800,0-1 0,0 0 0,0 0 0,0 0 0,0 0 0,0 0 0,1-1 0,-1 1 0,1-1 0,-1 0 0,1 0 0,0 0 0,-1-1 0,1 1 0,0-1 0,-1 0 0,1 0 0,0 0 0,-1-1 0,1 1 0,0-1 0,5-2 0,-1 1 0,-1 0 0,1-1 0,-1 0 0,0 0 0,0-1 0,-1 0 0,1 0 0,-1-1 0,12-10 0,-7 3 0,0 0 0,-1 0 0,12-19 0,-19 25 0,0 1 0,0 0 0,-1-1 0,0 1 0,0-1 0,0 0 0,-1 1 0,1-1 0,-1 0 0,-1 0 0,1 0 0,-1-8 0,0 12 0,-1 1 0,1-1 0,0 0 0,-1 0 0,1 1 0,-1-1 0,1 0 0,-1 1 0,0-1 0,0 1 0,0-1 0,0 1 0,0-1 0,0 1 0,0 0 0,0-1 0,0 1 0,-1 0 0,1 0 0,-3-2 0,1 2 0,0-1 0,-1 1 0,1 0 0,-1-1 0,1 2 0,-1-1 0,1 0 0,-1 1 0,-5-1 0,-2 1 0,0 1 0,1 0 0,-1 1 0,0 0 0,-19 6 0,10 1-1084,0 0 0,-19 13 0,9-5-2556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5.690"/>
    </inkml:context>
    <inkml:brush xml:id="br0">
      <inkml:brushProperty name="width" value="0.035" units="cm"/>
      <inkml:brushProperty name="height" value="0.035" units="cm"/>
    </inkml:brush>
  </inkml:definitions>
  <inkml:trace contextRef="#ctx0" brushRef="#br0">39 47 68,'-9'1'5077,"-14"1"19200,16 1-20936,62-9-3341,75-31 0,-114 31-546,-6 3-1480,-13 19-1907,-4 9-19612,7-24 22678,-2 11-587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3:15.892"/>
    </inkml:context>
    <inkml:brush xml:id="br0">
      <inkml:brushProperty name="width" value="0.035" units="cm"/>
      <inkml:brushProperty name="height" value="0.035" units="cm"/>
    </inkml:brush>
  </inkml:definitions>
  <inkml:trace contextRef="#ctx0" brushRef="#br0">78 0 172,'-31'43'3560,"4"-6"6688,7 2 8042,20-39-18276,0 1-1,0-1 1,0 0-1,0 1 0,1-1 1,-1 0-1,0 1 1,0-1-1,0 0 0,0 0 1,1 1-1,-1-1 1,0 0-1,0 0 1,0 1-1,1-1 0,-1 0 1,0 0-1,1 0 1,-1 1-1,0-1 1,0 0-1,1 0 0,-1 0 1,0 0-1,1 0 1,-1 1-1,0-1 0,1 0 1,-1 0-1,0 0 1,1 0-1,-1 0 1,0 0-1,1 0 0,-1 0 1,0 0-1,1 0 1,-1-1-1,0 1 0,1 0 1,-1 0-1,0 0 1,1 0-1,23-4-91,-18 3 45,93-20 33,-72 14 0,0 1 0,1 2 0,38-3 0,-53 10-3239,-14 4-4004,-2 2 241,-1 11-7913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3.684"/>
    </inkml:context>
    <inkml:brush xml:id="br0">
      <inkml:brushProperty name="width" value="0.035" units="cm"/>
      <inkml:brushProperty name="height" value="0.035" units="cm"/>
    </inkml:brush>
  </inkml:definitions>
  <inkml:trace contextRef="#ctx0" brushRef="#br0">60 143 92,'11'-18'16482,"-16"30"-3656,-4 2-9463,0 1-3363,1 0 0,0 1 0,1 0 0,1 1 0,-6 21 0,10-31 0,0 0 0,1 0 0,0 1 0,1-1 0,-1 0 0,1 0 0,1 1 0,-1-1 0,1 0 0,1 0 0,-1 0 0,1 0 0,0 0 0,1 0 0,5 10 0,-7-14 0,1 0 0,0-1 0,-1 1 0,1-1 0,0 0 0,1 1 0,-1-1 0,0 0 0,1 0 0,-1 0 0,1-1 0,-1 1 0,1 0 0,0-1 0,0 0 0,-1 0 0,1 0 0,0 0 0,6 1 0,-4-2 0,0 0 0,1 0 0,-1 0 0,0-1 0,0 0 0,0 0 0,0 0 0,0-1 0,0 1 0,9-6 0,1-1 0,-1-1 0,0 0 0,-1-1 0,0 0 0,-1-1 0,16-17 0,-17 14 0,0 0 0,0 0 0,-1-1 0,-1 0 0,-1-1 0,11-27 0,-16 36 0,-1-1 0,0 1 0,0-1 0,0 0 0,-1 1 0,0-1 0,-1 0 0,0 0 0,0 1 0,-1-1 0,0 0 0,0 0 0,-1 1 0,0-1 0,0 1 0,0-1 0,-7-11 0,7 15 0,-1 1 0,0-1 0,0 0 0,0 1 0,0 0 0,0 0 0,-1 0 0,1 0 0,-1 0 0,0 1 0,0 0 0,0-1 0,0 1 0,0 1 0,0-1 0,0 1 0,-1-1 0,1 1 0,-1 1 0,1-1 0,-1 0 0,1 1 0,-1 0 0,1 0 0,-1 1 0,1-1 0,-1 1 0,1 0 0,-1 0 0,-5 2 0,3 0 0,-1-1 0,1 1 0,0 0 0,0 0 0,0 1 0,0 0 0,1 0 0,0 1 0,0 0 0,0 0 0,0 0 0,1 1 0,0-1 0,0 1 0,0 1 0,1-1 0,-5 10 0,9-16-174,-1 1 0,1 0 0,0 0 0,-1 0 1,1 0-1,0 0 0,0 0 0,0 0 0,0 0 0,0 0 0,0 0 0,0 0 0,0 0 0,0 0 1,1 2-1,10 11-6630,27 6-9611,-15-9 10778,-5 1 4552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3.840"/>
    </inkml:context>
    <inkml:brush xml:id="br0">
      <inkml:brushProperty name="width" value="0.035" units="cm"/>
      <inkml:brushProperty name="height" value="0.035" units="cm"/>
    </inkml:brush>
  </inkml:definitions>
  <inkml:trace contextRef="#ctx0" brushRef="#br0">1 125 256,'7'6'91,"0"0"3577,12 17 24605,-20-24-28188,-1-2-46,-1 1 0,1-1 0,1 0 0,-1 0 0,0 0 0,1-1 0,0 1 0,-1 0 0,0-7 0,-2-13-3029,2-7-8550,10 2-483,4 8 8174,2 0 1924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4.276"/>
    </inkml:context>
    <inkml:brush xml:id="br0">
      <inkml:brushProperty name="width" value="0.035" units="cm"/>
      <inkml:brushProperty name="height" value="0.035" units="cm"/>
    </inkml:brush>
  </inkml:definitions>
  <inkml:trace contextRef="#ctx0" brushRef="#br0">164 29 776,'-6'-26'16401,"22"23"-4041,1 4-9134,11 3-3226,0 1 0,0 1 0,50 19 0,-74-24 0,-1 1 0,1-1 0,-1 1 0,1-1 0,-1 1 0,0 0 0,0 0 0,0 1 0,0-1 0,0 1 0,0-1 0,-1 1 0,5 5 0,-6-6 0,0 0 0,-1 0 0,1 1 0,0-1 0,-1 0 0,1 0 0,-1 1 0,0-1 0,0 0 0,0 0 0,0 1 0,0-1 0,0 0 0,-1 0 0,1 1 0,-1-1 0,0 0 0,1 0 0,-1 0 0,0 0 0,0 0 0,0 0 0,-1 0 0,-1 2 0,-16 24 0,-2-2 0,0 0 0,-2-1 0,-1-1 0,-1-2 0,-33 24 0,57-46 0,1 1 0,0-1 0,0 0 0,0 1 0,0-1 0,0 1 0,0-1 0,0 0 0,0 1 0,0-1 0,0 1 0,0-1 0,0 0 0,0 1 0,0-1 0,0 1 0,1-1 0,-1 0 0,0 1 0,0-1 0,0 0 0,1 1 0,-1-1 0,0 0 0,0 1 0,1-1 0,-1 0 0,0 0 0,1 1 0,-1-1 0,0 0 0,1 0 0,-1 1 0,0-1 0,1 0 0,-1 0 0,0 0 0,1 0 0,-1 0 0,1 0 0,-1 1 0,1-1 0,27 14 0,-16-8 0,-6-2 0,0 0 0,0 1 0,-1 0 0,0-1 0,0 2 0,0-1 0,0 1 0,-1-1 0,0 1 0,0 0 0,-1 1 0,1-1 0,-1 1 0,4 13 0,-6-15 0,1 1 0,-1 0 0,0 0 0,-1-1 0,1 1 0,-1 0 0,-1 0 0,1 0 0,-1-1 0,1 1 0,-2 0 0,1 0 0,-1-1 0,0 1 0,0-1 0,0 0 0,-1 1 0,1-1 0,-5 5 0,4-7-37,1 0 1,-1 0-1,1-1 0,-1 1 1,0-1-1,0 0 0,0 0 1,0 0-1,-1 0 1,1-1-1,-1 1 0,-5 1 1,-49 7-1914,15-3-1128,-23 11-13870,51-12 14139,0 0 0,-18 10 0,4 2 1253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5.910"/>
    </inkml:context>
    <inkml:brush xml:id="br0">
      <inkml:brushProperty name="width" value="0.035" units="cm"/>
      <inkml:brushProperty name="height" value="0.035" units="cm"/>
    </inkml:brush>
  </inkml:definitions>
  <inkml:trace contextRef="#ctx0" brushRef="#br0">33 4 176,'-14'-4'3707,"14"4"-3194,-1 0 1,1 0-1,-1 0 1,1 0-1,-1 0 1,1 0-1,-7 4 8215,6-3-8214,-3 14 12201,4 0-9386,-2 52-3329,1-25 0,6 74 0,-4-103 0,1-1 0,1 0 0,0 0 0,1 0 0,0 0 0,0-1 0,2 1 0,-1-1 0,1 0 0,12 14 0,-16-21 0,1-1 0,0 0 0,0 0 0,0 0 0,0 0 0,1-1 0,-1 1 0,1-1 0,-1 0 0,1 0 0,0 0 0,0-1 0,0 1 0,0-1 0,0 0 0,0 0 0,6 0 0,-4 0 0,1-1 0,-1-1 0,1 0 0,0 0 0,-1 0 0,0 0 0,1-1 0,-1 0 0,0-1 0,8-3 0,0-2 0,1-1 0,-1 0 0,0-2 0,-1 1 0,0-2 0,-1 1 0,20-26 0,-24 27 0,-1-1 0,0 0 0,0-1 0,-2 0 0,1 0 0,-1 0 0,-1 0 0,5-24 0,-8 32 0,-1 0 0,1 1 0,-1-1 0,1 0 0,-1 0 0,0 0 0,-1 0 0,1 0 0,-1 0 0,1 1 0,-1-1 0,0 0 0,-1 0 0,1 1 0,-1-1 0,1 1 0,-1-1 0,0 1 0,0 0 0,-1 0 0,1 0 0,-1 0 0,1 0 0,-1 0 0,0 1 0,0-1 0,0 1 0,0 0 0,-1 0 0,1 0 0,-1 0 0,1 1 0,-7-3 0,-8-1 0,1 2 0,-1-1 0,0 2 0,0 1 0,-18 0 0,-91 8 0,123-6 13,-1 0 0,1 0 1,0 1-1,0-1 0,-1 1 0,1 0 1,0 0-1,1 0 0,-5 3 0,7-4-24,0-1-1,1 1 0,-1-1 0,0 1 0,1-1 0,-1 1 1,1-1-1,-1 1 0,1-1 0,-1 1 0,1 0 1,-1-1-1,1 1 0,-1 0 0,1 0 0,0-1 0,-1 1 1,1 0-1,0 0 0,0-1 0,0 1 0,0 0 1,-1 0-1,1 0 0,0-1 0,0 1 0,1 0 1,-1 0-1,0 0 0,0-1 0,0 1 0,0 0 0,1 0 1,-1-1-1,0 1 0,1 0 0,-1 0 0,1-1 1,-1 1-1,0 0 0,1-1 0,0 1 0,-1-1 0,1 1 1,-1 0-1,1-1 0,0 1 0,-1-1 0,1 0 1,0 1-1,-1-1 0,1 0 0,0 1 0,0-1 0,1 0 1,67 29-23953,-47-20 19122,0-1 3464,11 6-280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6.096"/>
    </inkml:context>
    <inkml:brush xml:id="br0">
      <inkml:brushProperty name="width" value="0.035" units="cm"/>
      <inkml:brushProperty name="height" value="0.035" units="cm"/>
    </inkml:brush>
  </inkml:definitions>
  <inkml:trace contextRef="#ctx0" brushRef="#br0">10 218 424,'3'5'32990,"-5"-10"-34041,0 3 1075,1-1 1,0 1-1,0-1 1,0 0-1,0 1 1,0-1-1,1 0 1,-1 0-1,1 1 1,0-1-1,0 0 1,0 0-1,0 0 1,0 1-1,0-1 1,1 0-1,-1 0 1,1 1-1,1-4 1,-1 1-38,0 1 0,0-1 0,0 0 0,-1 1 1,0-1-1,0-7 0,-4-8-2162,2 15-27,1 0 0,0 0 1,0 0-1,1 0 0,-1-1 0,1 1 0,0 0 0,1 0 0,1-10 0,13-10-3322,0 10 3159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36.504"/>
    </inkml:context>
    <inkml:brush xml:id="br0">
      <inkml:brushProperty name="width" value="0.035" units="cm"/>
      <inkml:brushProperty name="height" value="0.035" units="cm"/>
    </inkml:brush>
  </inkml:definitions>
  <inkml:trace contextRef="#ctx0" brushRef="#br0">14 121 800,'-2'-30'3832,"2"26"-2260,0 0 0,1 0 0,-1 0 0,1-1 1,0 1-1,0 0 0,3-5 0,-2 6-451,-1 0 1,1 0-1,0 1 0,-1-1 1,2 1-1,-1-1 1,0 1-1,0 0 0,1 0 1,2-3-1,24-8 2098,-21 10-3219,1 1 0,0 1 0,0-1 0,0 2 0,0-1 0,0 1 0,0 0 0,13 3 0,-17-3 0,0 1 0,0 0 0,-1 0 0,1 1 0,0 0 0,-1-1 0,1 1 0,-1 1 0,0-1 0,1 1 0,-1 0 0,0 0 0,-1 0 0,1 0 0,0 1 0,-1-1 0,4 6 0,-6-7 0,-1-1 0,1 1 0,0 0 0,-1 0 0,0 0 0,1 0 0,-1 0 0,0 0 0,0 0 0,0 0 0,0 0 0,0 0 0,-1 0 0,1-1 0,0 1 0,-1 0 0,0 0 0,1 0 0,-1 0 0,0-1 0,0 1 0,0 0 0,-2 2 0,-34 45 0,16-24 0,-17 45 0,38-69 0,0 0 0,0-1 0,0 1 0,0 0 0,0-1 0,0 1 0,0 0 0,0 0 0,1-1 0,-1 1 0,0 0 0,0-1 0,1 1 0,-1-1 0,1 1 0,-1 0 0,0-1 0,1 1 0,-1-1 0,1 1 0,-1-1 0,1 1 0,-1-1 0,1 1 0,0-1 0,-1 0 0,1 1 0,-1-1 0,1 0 0,0 1 0,0-1 0,-1 0 0,1 0 0,0 0 0,-1 0 0,2 0 0,34 10 0,-30-9 0,-1 0 0,-1 0 0,1 0 0,-1 1 0,1-1 0,-1 1 0,0 0 0,0 1 0,0-1 0,0 1 0,0 0 0,0-1 0,-1 2 0,1-1 0,-1 0 0,0 1 0,0-1 0,0 1 0,-1 0 0,4 7 0,-3-4 0,-1-1 0,0 0 0,-1 0 0,1 1 0,-2-1 0,1 0 0,0 1 0,-1-1 0,0 1 0,-1-1 0,0 1 0,0-1 0,0 1 0,-2 5 0,-1 2 0,-1 0 0,0-1 0,0 0 0,-2 0 0,-8 14 0,11-21 0,0 0 0,-1-1 0,1 1 0,-1-1 0,0 0 0,-1 0 0,1-1 0,-1 1 0,0-1 0,0 0 0,-1-1 0,-7 4 0,-15 3-1707,-16 1-5262,9-2 196,-4 8-7395,22-7 11670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43.101"/>
    </inkml:context>
    <inkml:brush xml:id="br0">
      <inkml:brushProperty name="width" value="0.035" units="cm"/>
      <inkml:brushProperty name="height" value="0.035" units="cm"/>
    </inkml:brush>
  </inkml:definitions>
  <inkml:trace contextRef="#ctx0" brushRef="#br0">174 87 928,'-24'-7'5134,"22"6"-3752,-1 1 0,0 0 0,1 0 0,-1 0 0,0 0 0,1 0 0,-1 1 0,1-1 0,-1 1 0,0 0 0,1 0 0,-1 0 0,1 0 0,0 0 0,-1 0 0,-3 3 0,-10 10 1825,8-5-3207,0 1 0,1-1 0,1 1 0,0 0 0,0 1 0,1-1 0,0 1 0,-5 18 0,3-5 0,1 0 0,1 0 0,-2 29 0,6-47 0,1 1 0,0 0 0,0-1 0,1 1 0,0-1 0,0 1 0,0-1 0,1 1 0,0-1 0,0 0 0,5 9 0,-6-12 0,1-1 0,-1 1 0,1-1 0,0 0 0,0 0 0,0 0 0,0 0 0,0 0 0,1 0 0,-1-1 0,1 1 0,-1-1 0,1 0 0,-1 1 0,1-1 0,0 0 0,0-1 0,-1 1 0,1 0 0,0-1 0,0 0 0,0 1 0,0-1 0,0 0 0,-1 0 0,1-1 0,0 1 0,4-2 0,5-1 0,-1-1 0,0 0 0,0-1 0,-1 0 0,1 0 0,-1-1 0,0-1 0,0 0 0,-1 0 0,0-1 0,-1 0 0,11-12 0,0-2 0,-1-1 0,-1-1 0,27-49 0,-35 56 0,-1 0 0,-1 0 0,10-36 0,-15 49 0,-1-1 0,0 0 0,-1 1 0,1-1 0,-1 0 0,0 1 0,0-1 0,0 0 0,0 1 0,-1-1 0,0 0 0,0 1 0,0-1 0,-1 1 0,0-1 0,1 1 0,-1 0 0,-1 0 0,1 0 0,-1 0 0,-4-6 0,5 9 0,0-1 0,0 0 0,0 1 0,0 0 0,0-1 0,0 1 0,0 0 0,0 0 0,-1 0 0,1 0 0,0 1 0,-1-1 0,1 1 0,-1-1 0,1 1 0,-1 0 0,-3 0 0,0 1 0,0 0 0,0 0 0,0 0 0,1 1 0,-1 0 0,0 0 0,-6 3 0,-2 3 0,1 0 0,-1 1 0,1 1 0,-19 18 0,29-25-51,-18 19-2109,19-21 1692,1 0 1,0 1-1,0-1 1,0 1-1,0 0 0,0-1 1,0 1-1,0 0 1,0 0-1,1-1 1,-2 5-1,20-2-19004,-15-3 18075,20 4-1188,5 1 1270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43.275"/>
    </inkml:context>
    <inkml:brush xml:id="br0">
      <inkml:brushProperty name="width" value="0.035" units="cm"/>
      <inkml:brushProperty name="height" value="0.035" units="cm"/>
    </inkml:brush>
  </inkml:definitions>
  <inkml:trace contextRef="#ctx0" brushRef="#br0">41 40 48,'-4'12'630,"-4"2"7913,8-14-8157,0 1 1,0-1 0,0 0-1,0 1 1,-1-1 0,1 1-1,0-1 1,0 0 0,-1 1-1,1-1 1,0 0-1,-1 1 1,1-1 0,0 0-1,-1 1 1,1-1 0,-1 0-1,1 0 1,0 1 0,-1-1-1,1 0 1,-1 0 0,1 0-1,-1 0 1,1 0 0,-1 0-1,1 1 1,0-1-1,-1 0 1,1 0 0,-1-1-1,1 1 1,-1 0 0,1 0-1,-1 0 1,1 0 0,-1 0-1,1 0 1,0 0 0,-1-1-1,1 1 1,-1 0 0,1 0-1,0-1 1,-1 1-1,1 0 1,-1-1 0,1 1-1,0 0 1,0-1 0,-1 1-1,1 0 1,0-1 0,0 1-1,-1-1 1,1 0 0,-4-17 1230,1 0-5514,2 14-443,15-22-19760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43.615"/>
    </inkml:context>
    <inkml:brush xml:id="br0">
      <inkml:brushProperty name="width" value="0.035" units="cm"/>
      <inkml:brushProperty name="height" value="0.035" units="cm"/>
    </inkml:brush>
  </inkml:definitions>
  <inkml:trace contextRef="#ctx0" brushRef="#br0">97 36 836,'-16'-13'3886,"-11"-2"8665,26 14-11993,0 1 1,0-1-1,0 1 1,0 0-1,0 0 0,-1 0 1,1 0-1,0 0 1,0 0-1,0 0 1,0 0-1,0 0 1,0 0-1,0 1 1,-1-1-1,1 0 0,0 1 1,0-1-1,0 1 1,0-1-1,-1 1 1,-10 18 2645,8-4-3204,0-1 0,1 1 0,1 0 0,0 0 0,1 0 0,0 0 0,2 0 0,0 0 0,0 0 0,1 0 0,1 0 0,1-1 0,7 22 0,-10-34 0,-1 0 0,1 0 0,-1 0 0,1 0 0,0 0 0,0 0 0,0 0 0,0 0 0,0-1 0,1 1 0,-1 0 0,0-1 0,1 1 0,-1-1 0,1 1 0,0-1 0,-1 0 0,1 0 0,0 1 0,0-1 0,0 0 0,0-1 0,0 1 0,0 0 0,0-1 0,0 1 0,0-1 0,0 1 0,0-1 0,0 0 0,0 0 0,0 0 0,1 0 0,-1 0 0,0-1 0,0 1 0,0-1 0,0 1 0,0-1 0,0 0 0,0 0 0,0 0 0,0 0 0,0 0 0,2-2 0,7-4 0,0-2 0,-1 1 0,0-1 0,0 0 0,14-20 0,-16 19 0,0-1 0,0-1 0,-1 1 0,-1-1 0,0 0 0,0-1 0,5-18 0,-10 28 0,0 0 0,-1 0 0,1-1 0,0 1 0,-1 0 0,0-1 0,0 1 0,0 0 0,0-1 0,0 1 0,-1 0 0,1 0 0,-1-1 0,0 1 0,0 0 0,0 0 0,0 0 0,-1 0 0,1 0 0,-1 0 0,0 0 0,0 1 0,0-1 0,0 1 0,0-1 0,0 1 0,-1 0 0,1-1 0,-1 1 0,0 1 0,0-1 0,0 0 0,1 1 0,-1-1 0,-5 0 0,3 0 0,0 1 0,0 1 0,-1-1 0,1 1 0,0 0 0,0 0 0,-1 0 0,1 1 0,0 0 0,0 0 0,0 0 0,0 0 0,0 1 0,0 0 0,0 0 0,0 1 0,1-1 0,-7 5 0,3-2 0,-1-1 0,0 0 0,-17 5 0,26-9-381,38-28-29662,-33 25 29452,22-12-841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44.020"/>
    </inkml:context>
    <inkml:brush xml:id="br0">
      <inkml:brushProperty name="width" value="0.035" units="cm"/>
      <inkml:brushProperty name="height" value="0.035" units="cm"/>
    </inkml:brush>
  </inkml:definitions>
  <inkml:trace contextRef="#ctx0" brushRef="#br0">125 18 232,'4'6'29199,"1"-6"-25867,11-1-3332,0-1 0,28-6 0,-34 5 0,0 0 0,0 1 0,0 0 0,0 1 0,0 0 0,0 1 0,0 0 0,0 1 0,0 0 0,14 3 0,-23-4 0,1 1 0,-1 0 0,0 0 0,1 0 0,-1 1 0,0-1 0,0 0 0,0 0 0,1 1 0,-1-1 0,-1 1 0,1-1 0,0 0 0,0 1 0,0 0 0,-1-1 0,1 1 0,-1 0 0,1-1 0,-1 1 0,0 0 0,0-1 0,0 1 0,0 0 0,0-1 0,0 1 0,0 0 0,0 0 0,-1 2 0,-1 8 0,-1 1 0,-6 21 0,8-30 0,-6 15 0,-1-1 0,-18 31 0,3-7 0,23-41 0,-1 0 0,0 0 0,1 0 0,-1 0 0,1 0 0,-1 0 0,1 0 0,0 0 0,0 0 0,-1 1 0,1-1 0,0 0 0,0 0 0,0 0 0,0 0 0,0 1 0,0-1 0,0 0 0,1 0 0,-1 0 0,0 0 0,1 0 0,-1 1 0,1-1 0,-1 0 0,1 0 0,-1 0 0,1 0 0,0 0 0,-1-1 0,1 1 0,0 0 0,0 0 0,0 0 0,0-1 0,0 1 0,0 0 0,0-1 0,0 1 0,0-1 0,1 1 0,0 0 0,-1 0 0,1 0 0,-1 0 0,1 0 0,-1 0 0,1 0 0,-1 1 0,0-1 0,1 0 0,-1 1 0,0-1 0,0 1 0,0-1 0,0 1 0,-1-1 0,1 1 0,0 0 0,-1 0 0,1-1 0,-1 1 0,1 0 0,-1 0 0,0 2 0,0 5 0,-1 0 0,-1-1 0,1 1 0,-2-1 0,1 1 0,-1-1 0,0 0 0,-1 0 0,0 0 0,0 0 0,0-1 0,-1 0 0,-1 0 0,1 0 0,-1 0 0,0-1 0,0 0 0,-1 0 0,0-1 0,0 0 0,0 0 0,-1 0 0,1-1 0,-1 0 0,-11 3 0,-11 4-2998,-55 18-19498,49-17 17059,34-11 5353,-21 8-1544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50.145"/>
    </inkml:context>
    <inkml:brush xml:id="br0">
      <inkml:brushProperty name="width" value="0.035" units="cm"/>
      <inkml:brushProperty name="height" value="0.035" units="cm"/>
    </inkml:brush>
  </inkml:definitions>
  <inkml:trace contextRef="#ctx0" brushRef="#br0">36 106 856,'-2'1'877,"0"-1"1,0 1-1,1 0 1,-1 0-1,0 0 0,1 0 1,-1 0-1,0 0 0,1 0 1,-1 0-1,1 1 1,0-1-1,-1 1 0,1-1 1,0 1-1,0-1 0,0 1 1,0 0-1,0-1 1,1 1-1,-1 0 0,0 2 1,-3 20 6371,3 1-3302,1-18-3559,1 14-299,5 39 1,-5-54-93,0 0-1,0 1 1,1-1 0,0 0 0,0 0-1,1 0 1,0 0 0,0-1 0,0 1-1,5 6 1,-6-11 3,-1 1 0,0-1 0,1 1 0,-1-1 0,1 0 0,-1 0 0,1 0 0,-1 0 0,1 0 0,0 0 0,0 0 0,-1 0 0,1-1 0,0 1 0,0-1 0,0 0 0,0 1 0,0-1 0,0 0 0,0 0 0,0 0 0,3-1 0,-1 0 0,0 0 0,-1 0 0,1-1 0,0 0 0,-1 1 0,0-1 0,1-1 0,-1 1 0,0 0 0,5-6 0,3-3 0,-1-1 0,0-1 0,-1 0 0,11-20 0,-13 21 0,-1 0 0,0 0 0,-1 0 0,0-1 0,-1 1 0,-1-1 0,0 0 0,0-1 0,-1 1 0,-1 0 0,-1-1 0,1 1 0,-2-1 0,-2-13 0,2 24 0,0 0 0,0 1 0,0-1 0,-1 0 0,1 1 0,-1-1 0,0 1 0,1 0 0,-1-1 0,0 1 0,-1 0 0,1 0 0,0 0 0,0 0 0,-1 1 0,1-1 0,-1 1 0,0-1 0,1 1 0,-1 0 0,0 0 0,0 0 0,0 0 0,1 1 0,-1-1 0,0 1 0,0 0 0,0 0 0,0 0 0,0 0 0,0 0 0,0 1 0,0-1 0,0 1 0,0 0 0,0 0 0,1 0 0,-1 0 0,0 0 0,1 0 0,-1 1 0,1 0 0,-1-1 0,1 1 0,0 0 0,-3 3 0,-41 46 0,43-47 0,0 0 0,0 0 0,1 1 0,0-1 0,0 1 0,0-1 0,0 1 0,0 0 0,1 0 0,0 0 0,-1 9 0,2-14-190,1 1 1,-1-1-1,0 1 0,0-1 0,1 0 1,-1 1-1,0-1 0,1 0 1,-1 0-1,0 1 0,1-1 1,-1 0-1,0 0 0,1 1 0,-1-1 1,1 0-1,-1 0 0,0 0 1,1 0-1,-1 0 0,1 1 0,-1-1 1,1 0-1,-1 0 0,0 0 1,1 0-1,-1 0 0,1 0 0,-1-1 1,1 1-1,-1 0 0,0 0 1,1 0-1,-1 0 0,1 0 1,-1-1-1,0 1 0,1 0 0,-1 0 1,1-1-1,26-10-13016,-18 7 9361,20 0-2596,-10 6 5216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50.316"/>
    </inkml:context>
    <inkml:brush xml:id="br0">
      <inkml:brushProperty name="width" value="0.035" units="cm"/>
      <inkml:brushProperty name="height" value="0.035" units="cm"/>
    </inkml:brush>
  </inkml:definitions>
  <inkml:trace contextRef="#ctx0" brushRef="#br0">0 80 1016,'7'16'31438,"-6"-22"-31402,0 0 0,0 1 0,1-1 0,0 0-1,0 1 1,0-1 0,1 1 0,-1 0 0,1 0 0,0 0-1,7-7 1,11-11-7659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50.691"/>
    </inkml:context>
    <inkml:brush xml:id="br0">
      <inkml:brushProperty name="width" value="0.035" units="cm"/>
      <inkml:brushProperty name="height" value="0.035" units="cm"/>
    </inkml:brush>
  </inkml:definitions>
  <inkml:trace contextRef="#ctx0" brushRef="#br0">81 75 580,'0'-14'3739,"-4"-12"8941,4 25-12228,0 0 1,0 1-1,0-1 0,0 1 0,-1-1 0,1 1 1,0-1-1,0 1 0,0-1 0,-1 1 1,1-1-1,0 1 0,-1-1 0,1 1 1,0-1-1,-1 1 0,1 0 0,-1-1 1,1 1-1,-1 0 0,1-1 0,-1 1 0,0-1 1,0 2-219,0-1-1,0 0 1,0 1 0,1-1 0,-1 1 0,0-1-1,0 1 1,0-1 0,1 1 0,-1-1 0,0 1 0,1 0-1,-1-1 1,0 1 0,1 0 0,-1 0 0,1 0 0,-1-1-1,1 1 1,-1 1 0,-7 12-234,0 0 0,2 0 0,-1 1 0,2-1 0,0 1 0,0 1 0,-2 17 0,6-25 0,0 0 0,0 0 0,1 0 0,0 1 0,1-1 0,0 0 0,0 1 0,0-1 0,1 0 0,0 0 0,1 0 0,0-1 0,0 1 0,1-1 0,5 10 0,-8-15 0,0-1 0,0 1 0,1 0 0,-1-1 0,1 1 0,-1 0 0,1-1 0,0 0 0,-1 1 0,1-1 0,0 0 0,0 0 0,0 0 0,0 0 0,0 0 0,0-1 0,0 1 0,0 0 0,0-1 0,0 0 0,3 1 0,-2-1 0,0-1 0,1 1 0,-1-1 0,0 0 0,0 0 0,0 0 0,1 0 0,-1-1 0,0 1 0,-1-1 0,1 0 0,4-2 0,3-4 0,-1-1 0,0 0 0,0 0 0,-1-1 0,0 0 0,7-13 0,-10 14 0,0 0 0,0-1 0,-1 1 0,0-1 0,-1 0 0,0 0 0,0-1 0,-1 1 0,0-11 0,-1 15 0,-1 0 0,0 0 0,-1 0 0,1 0 0,-1 0 0,-1 0 0,1 0 0,-1 0 0,0 0 0,0 0 0,0 1 0,-1-1 0,0 1 0,0 0 0,-1 0 0,-7-9 0,9 12 0,0 0 0,0 0 0,0 0 0,0 1 0,0-1 0,-1 1 0,1 0 0,-1 0 0,1-1 0,-1 2 0,1-1 0,-1 0 0,0 0 0,1 1 0,-1 0 0,0-1 0,0 1 0,1 0 0,-1 0 0,0 0 0,0 1 0,-3 0 0,-1 1 0,0 0 0,1 0 0,0 1 0,-1 0 0,1 0 0,0 0 0,-9 8 0,14-11-2,1 0 0,-1 0-1,1 0 1,-1 1 0,1-1 0,0 0 0,-1 1 0,1-1-1,0 0 1,-1 1 0,1-1 0,-1 0 0,1 1 0,0-1-1,0 1 1,-1-1 0,1 1 0,0-1 0,0 0-1,0 1 1,-1-1 0,1 1 0,0-1 0,0 1 0,0-1-1,0 1 1,0-1 0,0 1 0,0-1 0,0 1 0,0-1-1,0 1 1,0-1 0,0 1 0,1-1 0,-1 1-1,0-1 1,0 1 0,0-1 0,1 2 0,0-2-87,0 1 1,-1-1 0,1 0-1,0 1 1,0-1-1,-1 1 1,1-1-1,0 0 1,0 0 0,0 0-1,0 1 1,-1-1-1,1 0 1,0 0-1,0 0 1,0 0-1,0 0 1,-1 0 0,1 0-1,0-1 1,0 1-1,0 0 1,1-1-1,51-27-22222,-24 12 16442,-9 6 4242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51.049"/>
    </inkml:context>
    <inkml:brush xml:id="br0">
      <inkml:brushProperty name="width" value="0.035" units="cm"/>
      <inkml:brushProperty name="height" value="0.035" units="cm"/>
    </inkml:brush>
  </inkml:definitions>
  <inkml:trace contextRef="#ctx0" brushRef="#br0">1 182 620,'8'-13'3614,"0"-10"8790,1 0 362,0 8-9407,-5 10-3359,1 0 0,1 0 0,-1 0 0,1 0 0,0 1 0,0 0 0,0 1 0,0-1 0,1 1 0,9-4 0,13-3 0,33-7 0,-34 10 0,-4 0 0,-13 3 0,0 1 0,1 0 0,-1 1 0,1 0 0,-1 1 0,15-1 0,-25 2 0,0 0 0,0 1 0,0-1 0,1 0 0,-1 0 0,0 0 0,0 1 0,0-1 0,0 1 0,0-1 0,0 1 0,0-1 0,0 1 0,0-1 0,0 1 0,-1 0 0,1 0 0,0-1 0,0 1 0,-1 0 0,1 0 0,0 0 0,-1 0 0,1 1 0,0 0 0,0 0 0,-1 1 0,1-1 0,-1 0 0,0 0 0,0 1 0,0-1 0,0 0 0,0 0 0,0 1 0,-2 2 0,-1 8 0,-2 0 0,1 0 0,-10 16 0,9-18 0,-35 78 0,-57 120 0,95-205-285,-1 1-1,0-1 1,1 0 0,-2 0-1,1 0 1,0 0 0,-1 0-1,-6 5 1,5-6-702,-1 1 1,0-1-1,1 0 1,-1-1-1,0 1 0,-8 1 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12:56:51.267"/>
    </inkml:context>
    <inkml:brush xml:id="br0">
      <inkml:brushProperty name="width" value="0.035" units="cm"/>
      <inkml:brushProperty name="height" value="0.035" units="cm"/>
    </inkml:brush>
  </inkml:definitions>
  <inkml:trace contextRef="#ctx0" brushRef="#br0">19 164 416,'-8'-38'4924,"5"29"-2079,1 0 1,0 0 0,1-1 0,0 1 0,0-10-1,1 17-2179,0-1 0,1 1 0,-1 0 0,1-1 0,-1 1 0,1 0 0,0-1 0,0 1-1,0 0 1,2-2 0,-2 2-414,1 0 0,-1 0 0,1 1 0,0-1 0,-1 0 0,1 1 0,0 0 0,0-1 0,0 1 0,0 0 0,4-2 0,7 0-252,-1 0 0,1 1 0,0 0 0,0 1 0,0 0 0,0 1 0,0 1 0,26 4 0,14-1 0,-9-3 0,0-2 0,62-9 0,-101 10 0,-6-2-912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2/22/2025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mailto:http://www.marketwatch.com/story/hillary-clinton-is-a-buffett-conservative-when-it-comes-to-investing-2015-08-10"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mailto:http://blog.futureadvisor.com/mr-president-youre-holding-too-many-bonds/" TargetMode="External"/><Relationship Id="rId4" Type="http://schemas.openxmlformats.org/officeDocument/2006/relationships/hyperlink" Target="mailto:http://gregmankiw.blogspot.tw/2011/05/president-obamas-asset-allocation.html"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schwabassetmanagement.com/content/understanding-etf-creation-and-redemption-mechanism"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mailto:http://blog.futureadvisor.com/mr-president-youre-holding-too-many-bonds/" TargetMode="External"/><Relationship Id="rId5" Type="http://schemas.openxmlformats.org/officeDocument/2006/relationships/hyperlink" Target="mailto:http://gregmankiw.blogspot.tw/2011/05/president-obamas-asset-allocation.html" TargetMode="External"/><Relationship Id="rId4" Type="http://schemas.openxmlformats.org/officeDocument/2006/relationships/hyperlink" Target="mailto:http://www.marketwatch.com/story/hillary-clinton-is-a-buffett-conservative-when-it-comes-to-investing-2015-08-10"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schwabassetmanagement.com/content/understanding-etf-creation-and-redemption-mechanism"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mailto:http://blog.futureadvisor.com/mr-president-youre-holding-too-many-bonds/" TargetMode="External"/><Relationship Id="rId5" Type="http://schemas.openxmlformats.org/officeDocument/2006/relationships/hyperlink" Target="mailto:http://gregmankiw.blogspot.tw/2011/05/president-obamas-asset-allocation.html" TargetMode="External"/><Relationship Id="rId4" Type="http://schemas.openxmlformats.org/officeDocument/2006/relationships/hyperlink" Target="mailto:http://www.marketwatch.com/story/hillary-clinton-is-a-buffett-conservative-when-it-comes-to-investing-2015-08-10"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r>
              <a:rPr lang="en-US" dirty="0"/>
              <a:t>Lecture time: 1.5 </a:t>
            </a:r>
            <a:r>
              <a:rPr lang="en-US" dirty="0" err="1"/>
              <a:t>hr</a:t>
            </a:r>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dirty="0">
                <a:solidFill>
                  <a:srgbClr val="001C6D"/>
                </a:solidFill>
                <a:effectLst/>
                <a:latin typeface="OpenSans"/>
              </a:rPr>
              <a:t>Mutual funds are open-end funds. ETFs are generally structured as open-end funds, but can also be structured as UITs. </a:t>
            </a:r>
            <a:endParaRPr lang="en-US" dirty="0"/>
          </a:p>
          <a:p>
            <a:r>
              <a:rPr lang="en-US" dirty="0"/>
              <a:t>Source: https://</a:t>
            </a:r>
            <a:r>
              <a:rPr lang="en-US" dirty="0" err="1"/>
              <a:t>www.sec.gov</a:t>
            </a:r>
            <a:r>
              <a:rPr lang="en-US" dirty="0"/>
              <a:t>/investor/pubs/sec-guide-to-mutual-</a:t>
            </a:r>
            <a:r>
              <a:rPr lang="en-US" dirty="0" err="1"/>
              <a:t>funds.pdf</a:t>
            </a:r>
            <a:endParaRPr lang="en-US" dirty="0"/>
          </a:p>
        </p:txBody>
      </p:sp>
      <p:sp>
        <p:nvSpPr>
          <p:cNvPr id="4" name="Slide Number Placeholder 3"/>
          <p:cNvSpPr>
            <a:spLocks noGrp="1"/>
          </p:cNvSpPr>
          <p:nvPr>
            <p:ph type="sldNum" sz="quarter" idx="5"/>
          </p:nvPr>
        </p:nvSpPr>
        <p:spPr/>
        <p:txBody>
          <a:bodyPr/>
          <a:lstStyle/>
          <a:p>
            <a:fld id="{C65E6A36-EFE3-384E-8CE4-826E10130968}" type="slidenum">
              <a:rPr lang="en-US" smtClean="0"/>
              <a:t>3</a:t>
            </a:fld>
            <a:endParaRPr lang="en-US"/>
          </a:p>
        </p:txBody>
      </p:sp>
    </p:spTree>
    <p:extLst>
      <p:ext uri="{BB962C8B-B14F-4D97-AF65-F5344CB8AC3E}">
        <p14:creationId xmlns:p14="http://schemas.microsoft.com/office/powerpoint/2010/main" val="4195857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2064-0475-0245-2263-7F9794C9C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4AA72-CD41-8A0F-1168-B1D8C2CF1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C00E9-33FB-B98A-27F0-9526E21C09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b="1" dirty="0">
                <a:solidFill>
                  <a:srgbClr val="001C6D"/>
                </a:solidFill>
                <a:effectLst/>
                <a:latin typeface="OpenSans"/>
              </a:rPr>
              <a:t>Mutual funds are open-end funds. ETFs are generally structured as open-end funds, but can also be structured as UITs. </a:t>
            </a:r>
            <a:endParaRPr lang="en-US" dirty="0"/>
          </a:p>
          <a:p>
            <a:r>
              <a:rPr lang="en-US" dirty="0"/>
              <a:t>Source: https://</a:t>
            </a:r>
            <a:r>
              <a:rPr lang="en-US" dirty="0" err="1"/>
              <a:t>www.sec.gov</a:t>
            </a:r>
            <a:r>
              <a:rPr lang="en-US" dirty="0"/>
              <a:t>/investor/pubs/sec-guide-to-mutual-</a:t>
            </a:r>
            <a:r>
              <a:rPr lang="en-US" dirty="0" err="1"/>
              <a:t>funds.pdf</a:t>
            </a:r>
            <a:endParaRPr lang="en-US" dirty="0"/>
          </a:p>
        </p:txBody>
      </p:sp>
      <p:sp>
        <p:nvSpPr>
          <p:cNvPr id="4" name="Slide Number Placeholder 3">
            <a:extLst>
              <a:ext uri="{FF2B5EF4-FFF2-40B4-BE49-F238E27FC236}">
                <a16:creationId xmlns:a16="http://schemas.microsoft.com/office/drawing/2014/main" id="{54BB9722-41A7-877E-39F6-90B9145D3F9E}"/>
              </a:ext>
            </a:extLst>
          </p:cNvPr>
          <p:cNvSpPr>
            <a:spLocks noGrp="1"/>
          </p:cNvSpPr>
          <p:nvPr>
            <p:ph type="sldNum" sz="quarter" idx="5"/>
          </p:nvPr>
        </p:nvSpPr>
        <p:spPr/>
        <p:txBody>
          <a:bodyPr/>
          <a:lstStyle/>
          <a:p>
            <a:fld id="{C65E6A36-EFE3-384E-8CE4-826E10130968}" type="slidenum">
              <a:rPr lang="en-US" smtClean="0"/>
              <a:t>4</a:t>
            </a:fld>
            <a:endParaRPr lang="en-US"/>
          </a:p>
        </p:txBody>
      </p:sp>
    </p:spTree>
    <p:extLst>
      <p:ext uri="{BB962C8B-B14F-4D97-AF65-F5344CB8AC3E}">
        <p14:creationId xmlns:p14="http://schemas.microsoft.com/office/powerpoint/2010/main" val="3450128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5</a:t>
            </a:fld>
            <a:endParaRPr lang="en-US"/>
          </a:p>
        </p:txBody>
      </p:sp>
    </p:spTree>
    <p:extLst>
      <p:ext uri="{BB962C8B-B14F-4D97-AF65-F5344CB8AC3E}">
        <p14:creationId xmlns:p14="http://schemas.microsoft.com/office/powerpoint/2010/main" val="108365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3A476-796F-2344-0604-979F92115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1574C-C5AA-7C54-F710-2E063C915B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50D1A-A9FF-52B7-5735-5F733B864F5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F3A003E-109C-1E56-3EDF-BAD3AEC54B67}"/>
              </a:ext>
            </a:extLst>
          </p:cNvPr>
          <p:cNvSpPr>
            <a:spLocks noGrp="1"/>
          </p:cNvSpPr>
          <p:nvPr>
            <p:ph type="sldNum" sz="quarter" idx="5"/>
          </p:nvPr>
        </p:nvSpPr>
        <p:spPr/>
        <p:txBody>
          <a:bodyPr/>
          <a:lstStyle/>
          <a:p>
            <a:fld id="{C65E6A36-EFE3-384E-8CE4-826E10130968}" type="slidenum">
              <a:rPr lang="en-US" smtClean="0"/>
              <a:t>6</a:t>
            </a:fld>
            <a:endParaRPr lang="en-US"/>
          </a:p>
        </p:txBody>
      </p:sp>
    </p:spTree>
    <p:extLst>
      <p:ext uri="{BB962C8B-B14F-4D97-AF65-F5344CB8AC3E}">
        <p14:creationId xmlns:p14="http://schemas.microsoft.com/office/powerpoint/2010/main" val="875465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4716-41D5-4971-4627-87AC5FD5A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9F5A-2BF0-CA22-F4FE-31E1D33B9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59B88-FF7F-C762-E368-A11055F72B7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DC88605-D8F1-0817-BDD8-D7E0754BACFB}"/>
              </a:ext>
            </a:extLst>
          </p:cNvPr>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3776590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6E01A-DE90-6A8E-A633-B42ED47C5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CB3AC-7286-2819-04B4-15838747A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AD8E4-DD3D-ABAD-B7C2-41AB288C5D8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C44ACFA-9513-F5CF-D9A6-16D9849242FD}"/>
              </a:ext>
            </a:extLst>
          </p:cNvPr>
          <p:cNvSpPr>
            <a:spLocks noGrp="1"/>
          </p:cNvSpPr>
          <p:nvPr>
            <p:ph type="sldNum" sz="quarter" idx="5"/>
          </p:nvPr>
        </p:nvSpPr>
        <p:spPr/>
        <p:txBody>
          <a:bodyPr/>
          <a:lstStyle/>
          <a:p>
            <a:fld id="{C65E6A36-EFE3-384E-8CE4-826E10130968}" type="slidenum">
              <a:rPr lang="en-US" smtClean="0"/>
              <a:t>8</a:t>
            </a:fld>
            <a:endParaRPr lang="en-US"/>
          </a:p>
        </p:txBody>
      </p:sp>
    </p:spTree>
    <p:extLst>
      <p:ext uri="{BB962C8B-B14F-4D97-AF65-F5344CB8AC3E}">
        <p14:creationId xmlns:p14="http://schemas.microsoft.com/office/powerpoint/2010/main" val="2522172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A1301-2770-2C47-7644-F458D8B24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CCABA-5357-B9E5-FE13-A91FBE208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863D5-0B44-380A-27DF-19D2C5A19FF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CC85C06-35C5-B0C3-9D49-126270FBA4C1}"/>
              </a:ext>
            </a:extLst>
          </p:cNvPr>
          <p:cNvSpPr>
            <a:spLocks noGrp="1"/>
          </p:cNvSpPr>
          <p:nvPr>
            <p:ph type="sldNum" sz="quarter" idx="5"/>
          </p:nvPr>
        </p:nvSpPr>
        <p:spPr/>
        <p:txBody>
          <a:bodyPr/>
          <a:lstStyle/>
          <a:p>
            <a:fld id="{C65E6A36-EFE3-384E-8CE4-826E10130968}" type="slidenum">
              <a:rPr lang="en-US" smtClean="0"/>
              <a:t>9</a:t>
            </a:fld>
            <a:endParaRPr lang="en-US"/>
          </a:p>
        </p:txBody>
      </p:sp>
    </p:spTree>
    <p:extLst>
      <p:ext uri="{BB962C8B-B14F-4D97-AF65-F5344CB8AC3E}">
        <p14:creationId xmlns:p14="http://schemas.microsoft.com/office/powerpoint/2010/main" val="2057672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28936-4906-AC55-6B90-E50DCBD8E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15AB3-5E23-D710-389D-089A7ADA6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22253-43A2-5B24-011B-128D081265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Tw Cen MT"/>
              </a:rPr>
              <a:t>Investors pay more attention to relatively irrelevant information like past performance. (Choi et al., 2010, The Review of Financial Studies).</a:t>
            </a:r>
            <a:endParaRPr lang="en-SG" dirty="0"/>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Should we buy mutual funds? Fund managers vs. monkey investors</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www.youtube.com</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watch?v</a:t>
            </a:r>
            <a:r>
              <a:rPr kumimoji="0" lang="en-US" sz="1200" b="0" i="0" u="none" strike="noStrike" kern="1200" cap="none" spc="0" normalizeH="0" baseline="0" noProof="0" dirty="0">
                <a:ln>
                  <a:noFill/>
                </a:ln>
                <a:solidFill>
                  <a:prstClr val="black"/>
                </a:solidFill>
                <a:effectLst/>
                <a:uLnTx/>
                <a:uFillTx/>
                <a:latin typeface="Calibri"/>
                <a:ea typeface="+mn-ea"/>
                <a:cs typeface="+mn-cs"/>
              </a:rPr>
              <a:t>=a41LhZE5Iec</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www.forbes.com</a:t>
            </a:r>
            <a:r>
              <a:rPr kumimoji="0" lang="en-US" sz="1200" b="0" i="0" u="none" strike="noStrike" kern="1200" cap="none" spc="0" normalizeH="0" baseline="0" noProof="0" dirty="0">
                <a:ln>
                  <a:noFill/>
                </a:ln>
                <a:solidFill>
                  <a:prstClr val="black"/>
                </a:solidFill>
                <a:effectLst/>
                <a:uLnTx/>
                <a:uFillTx/>
                <a:latin typeface="Calibri"/>
                <a:ea typeface="+mn-ea"/>
                <a:cs typeface="+mn-cs"/>
              </a:rPr>
              <a:t>/sites/</a:t>
            </a:r>
            <a:r>
              <a:rPr kumimoji="0" lang="en-US" sz="1200" b="0" i="0" u="none" strike="noStrike" kern="1200" cap="none" spc="0" normalizeH="0" baseline="0" noProof="0" dirty="0" err="1">
                <a:ln>
                  <a:noFill/>
                </a:ln>
                <a:solidFill>
                  <a:prstClr val="black"/>
                </a:solidFill>
                <a:effectLst/>
                <a:uLnTx/>
                <a:uFillTx/>
                <a:latin typeface="Calibri"/>
                <a:ea typeface="+mn-ea"/>
                <a:cs typeface="+mn-cs"/>
              </a:rPr>
              <a:t>rickferri</a:t>
            </a:r>
            <a:r>
              <a:rPr kumimoji="0" lang="en-US" sz="1200" b="0" i="0" u="none" strike="noStrike" kern="1200" cap="none" spc="0" normalizeH="0" baseline="0" noProof="0" dirty="0">
                <a:ln>
                  <a:noFill/>
                </a:ln>
                <a:solidFill>
                  <a:prstClr val="black"/>
                </a:solidFill>
                <a:effectLst/>
                <a:uLnTx/>
                <a:uFillTx/>
                <a:latin typeface="Calibri"/>
                <a:ea typeface="+mn-ea"/>
                <a:cs typeface="+mn-cs"/>
              </a:rPr>
              <a:t>/2012/12/20/any-monkey-can-beat-the-market/</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Why Does The Law of One Price Fail? An Experiment on Index Mutual Funds (James Choi</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1" i="0" u="none" strike="noStrike" kern="1200" cap="none" spc="0" normalizeH="0" baseline="0" noProof="0" dirty="0">
                <a:ln>
                  <a:noFill/>
                </a:ln>
                <a:solidFill>
                  <a:prstClr val="black"/>
                </a:solidFill>
                <a:effectLst/>
                <a:uLnTx/>
                <a:uFillTx/>
                <a:latin typeface="Calibri"/>
                <a:ea typeface="+mn-ea"/>
                <a:cs typeface="+mn-cs"/>
              </a:rPr>
              <a:t>David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Laibson</a:t>
            </a:r>
            <a:r>
              <a:rPr kumimoji="0" lang="en-US" sz="1200" b="0" i="0" u="none" strike="noStrike" kern="1200" cap="none" spc="0" normalizeH="0" baseline="0" noProof="0" dirty="0">
                <a:ln>
                  <a:noFill/>
                </a:ln>
                <a:solidFill>
                  <a:prstClr val="black"/>
                </a:solidFill>
                <a:effectLst/>
                <a:uLnTx/>
                <a:uFillTx/>
                <a:latin typeface="Calibri"/>
                <a:ea typeface="+mn-ea"/>
                <a:cs typeface="+mn-cs"/>
              </a:rPr>
              <a:t>, and </a:t>
            </a:r>
            <a:r>
              <a:rPr kumimoji="0" lang="en-US" sz="1200" b="1" i="0" u="none" strike="noStrike" kern="1200" cap="none" spc="0" normalizeH="0" baseline="0" noProof="0" dirty="0">
                <a:ln>
                  <a:noFill/>
                </a:ln>
                <a:solidFill>
                  <a:prstClr val="black"/>
                </a:solidFill>
                <a:effectLst/>
                <a:uLnTx/>
                <a:uFillTx/>
                <a:latin typeface="Calibri"/>
                <a:ea typeface="+mn-ea"/>
                <a:cs typeface="+mn-cs"/>
              </a:rPr>
              <a:t>Brigitte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Madrian</a:t>
            </a:r>
            <a:r>
              <a:rPr kumimoji="0" lang="en-US" sz="1200" b="1" i="0" u="none" strike="noStrike" kern="1200" cap="none" spc="0" normalizeH="0" baseline="0" noProof="0" dirty="0">
                <a:ln>
                  <a:noFill/>
                </a:ln>
                <a:solidFill>
                  <a:prstClr val="black"/>
                </a:solidFill>
                <a:effectLst/>
                <a:uLnTx/>
                <a:uFillTx/>
                <a:latin typeface="Calibri"/>
                <a:ea typeface="+mn-ea"/>
                <a:cs typeface="+mn-cs"/>
              </a:rPr>
              <a:t>)</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Hillary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Cliton</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3"/>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Obama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4"/>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5"/>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endParaRPr lang="en-SG" dirty="0"/>
          </a:p>
        </p:txBody>
      </p:sp>
      <p:sp>
        <p:nvSpPr>
          <p:cNvPr id="4" name="Slide Number Placeholder 3">
            <a:extLst>
              <a:ext uri="{FF2B5EF4-FFF2-40B4-BE49-F238E27FC236}">
                <a16:creationId xmlns:a16="http://schemas.microsoft.com/office/drawing/2014/main" id="{C8786CCE-9373-1C4C-E6BE-4C52A4726876}"/>
              </a:ext>
            </a:extLst>
          </p:cNvPr>
          <p:cNvSpPr>
            <a:spLocks noGrp="1"/>
          </p:cNvSpPr>
          <p:nvPr>
            <p:ph type="sldNum" sz="quarter" idx="5"/>
          </p:nvPr>
        </p:nvSpPr>
        <p:spPr/>
        <p:txBody>
          <a:bodyPr/>
          <a:lstStyle/>
          <a:p>
            <a:fld id="{C65E6A36-EFE3-384E-8CE4-826E10130968}" type="slidenum">
              <a:rPr lang="en-US" smtClean="0"/>
              <a:t>10</a:t>
            </a:fld>
            <a:endParaRPr lang="en-US"/>
          </a:p>
        </p:txBody>
      </p:sp>
    </p:spTree>
    <p:extLst>
      <p:ext uri="{BB962C8B-B14F-4D97-AF65-F5344CB8AC3E}">
        <p14:creationId xmlns:p14="http://schemas.microsoft.com/office/powerpoint/2010/main" val="149132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3984-4461-EEC1-4951-4A7E24902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9661D-DA35-7984-404F-873AF0F44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E6FB0-4825-7F19-36BE-96D10B5FCE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Tw Cen MT"/>
              </a:rPr>
              <a:t>Investors pay more attention to relatively irrelevant information like past performance. (Choi et al., 2010, The Review of Financial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Tw Cen MT"/>
            </a:endParaRPr>
          </a:p>
          <a:p>
            <a:pPr algn="l" fontAlgn="base"/>
            <a:r>
              <a:rPr lang="en-SG" sz="1800" b="0" i="0" u="none" strike="noStrike" dirty="0">
                <a:solidFill>
                  <a:srgbClr val="000000"/>
                </a:solidFill>
                <a:effectLst/>
                <a:latin typeface="Aptos" panose="020B0004020202020204" pitchFamily="34" charset="0"/>
              </a:rPr>
              <a:t>ETFs are typically classified as open-end funds because the fund size can be adjusted according to the market supply and demand. However, the redemption process of ETFs works differently from traditional mutual funds. You can refer to the following link for the process:</a:t>
            </a:r>
          </a:p>
          <a:p>
            <a:pPr algn="l" fontAlgn="base"/>
            <a:br>
              <a:rPr lang="en-SG" sz="1800" b="0" i="0" u="none" strike="noStrike" dirty="0">
                <a:solidFill>
                  <a:srgbClr val="000000"/>
                </a:solidFill>
                <a:effectLst/>
                <a:latin typeface="Aptos" panose="020B0004020202020204" pitchFamily="34" charset="0"/>
              </a:rPr>
            </a:br>
            <a:endParaRPr lang="en-SG" sz="1800" b="0" i="0" u="none" strike="noStrike" dirty="0">
              <a:solidFill>
                <a:srgbClr val="000000"/>
              </a:solidFill>
              <a:effectLst/>
              <a:latin typeface="Aptos" panose="020B0004020202020204" pitchFamily="34" charset="0"/>
            </a:endParaRPr>
          </a:p>
          <a:p>
            <a:pPr algn="l" fontAlgn="base"/>
            <a:r>
              <a:rPr lang="en-SG" sz="1800" b="0" i="0" u="none" strike="noStrike" dirty="0">
                <a:solidFill>
                  <a:srgbClr val="000000"/>
                </a:solidFill>
                <a:effectLst/>
                <a:latin typeface="inherit"/>
                <a:hlinkClick r:id="rId3"/>
              </a:rPr>
              <a:t>https://www.schwabassetmanagement.com/content/understanding-etf-creation-and-redemption-mechanism</a:t>
            </a:r>
            <a:endParaRPr lang="en-SG" b="0" i="0" u="none" strike="noStrike" dirty="0">
              <a:solidFill>
                <a:srgbClr val="242424"/>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Tw Cen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Should we buy mutual funds? Fund managers vs. monkey investors</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www.youtube.com</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watch?v</a:t>
            </a:r>
            <a:r>
              <a:rPr kumimoji="0" lang="en-US" sz="1200" b="0" i="0" u="none" strike="noStrike" kern="1200" cap="none" spc="0" normalizeH="0" baseline="0" noProof="0" dirty="0">
                <a:ln>
                  <a:noFill/>
                </a:ln>
                <a:solidFill>
                  <a:prstClr val="black"/>
                </a:solidFill>
                <a:effectLst/>
                <a:uLnTx/>
                <a:uFillTx/>
                <a:latin typeface="Calibri"/>
                <a:ea typeface="+mn-ea"/>
                <a:cs typeface="+mn-cs"/>
              </a:rPr>
              <a:t>=a41LhZE5Iec</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www.forbes.com</a:t>
            </a:r>
            <a:r>
              <a:rPr kumimoji="0" lang="en-US" sz="1200" b="0" i="0" u="none" strike="noStrike" kern="1200" cap="none" spc="0" normalizeH="0" baseline="0" noProof="0" dirty="0">
                <a:ln>
                  <a:noFill/>
                </a:ln>
                <a:solidFill>
                  <a:prstClr val="black"/>
                </a:solidFill>
                <a:effectLst/>
                <a:uLnTx/>
                <a:uFillTx/>
                <a:latin typeface="Calibri"/>
                <a:ea typeface="+mn-ea"/>
                <a:cs typeface="+mn-cs"/>
              </a:rPr>
              <a:t>/sites/</a:t>
            </a:r>
            <a:r>
              <a:rPr kumimoji="0" lang="en-US" sz="1200" b="0" i="0" u="none" strike="noStrike" kern="1200" cap="none" spc="0" normalizeH="0" baseline="0" noProof="0" dirty="0" err="1">
                <a:ln>
                  <a:noFill/>
                </a:ln>
                <a:solidFill>
                  <a:prstClr val="black"/>
                </a:solidFill>
                <a:effectLst/>
                <a:uLnTx/>
                <a:uFillTx/>
                <a:latin typeface="Calibri"/>
                <a:ea typeface="+mn-ea"/>
                <a:cs typeface="+mn-cs"/>
              </a:rPr>
              <a:t>rickferri</a:t>
            </a:r>
            <a:r>
              <a:rPr kumimoji="0" lang="en-US" sz="1200" b="0" i="0" u="none" strike="noStrike" kern="1200" cap="none" spc="0" normalizeH="0" baseline="0" noProof="0" dirty="0">
                <a:ln>
                  <a:noFill/>
                </a:ln>
                <a:solidFill>
                  <a:prstClr val="black"/>
                </a:solidFill>
                <a:effectLst/>
                <a:uLnTx/>
                <a:uFillTx/>
                <a:latin typeface="Calibri"/>
                <a:ea typeface="+mn-ea"/>
                <a:cs typeface="+mn-cs"/>
              </a:rPr>
              <a:t>/2012/12/20/any-monkey-can-beat-the-market/</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Why Does The Law of One Price Fail? An Experiment on Index Mutual Funds (James Choi</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1" i="0" u="none" strike="noStrike" kern="1200" cap="none" spc="0" normalizeH="0" baseline="0" noProof="0" dirty="0">
                <a:ln>
                  <a:noFill/>
                </a:ln>
                <a:solidFill>
                  <a:prstClr val="black"/>
                </a:solidFill>
                <a:effectLst/>
                <a:uLnTx/>
                <a:uFillTx/>
                <a:latin typeface="Calibri"/>
                <a:ea typeface="+mn-ea"/>
                <a:cs typeface="+mn-cs"/>
              </a:rPr>
              <a:t>David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Laibson</a:t>
            </a:r>
            <a:r>
              <a:rPr kumimoji="0" lang="en-US" sz="1200" b="0" i="0" u="none" strike="noStrike" kern="1200" cap="none" spc="0" normalizeH="0" baseline="0" noProof="0" dirty="0">
                <a:ln>
                  <a:noFill/>
                </a:ln>
                <a:solidFill>
                  <a:prstClr val="black"/>
                </a:solidFill>
                <a:effectLst/>
                <a:uLnTx/>
                <a:uFillTx/>
                <a:latin typeface="Calibri"/>
                <a:ea typeface="+mn-ea"/>
                <a:cs typeface="+mn-cs"/>
              </a:rPr>
              <a:t>, and </a:t>
            </a:r>
            <a:r>
              <a:rPr kumimoji="0" lang="en-US" sz="1200" b="1" i="0" u="none" strike="noStrike" kern="1200" cap="none" spc="0" normalizeH="0" baseline="0" noProof="0" dirty="0">
                <a:ln>
                  <a:noFill/>
                </a:ln>
                <a:solidFill>
                  <a:prstClr val="black"/>
                </a:solidFill>
                <a:effectLst/>
                <a:uLnTx/>
                <a:uFillTx/>
                <a:latin typeface="Calibri"/>
                <a:ea typeface="+mn-ea"/>
                <a:cs typeface="+mn-cs"/>
              </a:rPr>
              <a:t>Brigitte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Madrian</a:t>
            </a:r>
            <a:r>
              <a:rPr kumimoji="0" lang="en-US" sz="1200" b="1" i="0" u="none" strike="noStrike" kern="1200" cap="none" spc="0" normalizeH="0" baseline="0" noProof="0" dirty="0">
                <a:ln>
                  <a:noFill/>
                </a:ln>
                <a:solidFill>
                  <a:prstClr val="black"/>
                </a:solidFill>
                <a:effectLst/>
                <a:uLnTx/>
                <a:uFillTx/>
                <a:latin typeface="Calibri"/>
                <a:ea typeface="+mn-ea"/>
                <a:cs typeface="+mn-cs"/>
              </a:rPr>
              <a:t>)</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Hillary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Cliton</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4"/>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Obama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5"/>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6"/>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endParaRPr lang="en-SG" dirty="0"/>
          </a:p>
        </p:txBody>
      </p:sp>
      <p:sp>
        <p:nvSpPr>
          <p:cNvPr id="4" name="Slide Number Placeholder 3">
            <a:extLst>
              <a:ext uri="{FF2B5EF4-FFF2-40B4-BE49-F238E27FC236}">
                <a16:creationId xmlns:a16="http://schemas.microsoft.com/office/drawing/2014/main" id="{AF9635F5-33BA-D146-F7C4-BE4ECEC3E860}"/>
              </a:ext>
            </a:extLst>
          </p:cNvPr>
          <p:cNvSpPr>
            <a:spLocks noGrp="1"/>
          </p:cNvSpPr>
          <p:nvPr>
            <p:ph type="sldNum" sz="quarter" idx="5"/>
          </p:nvPr>
        </p:nvSpPr>
        <p:spPr/>
        <p:txBody>
          <a:bodyPr/>
          <a:lstStyle/>
          <a:p>
            <a:fld id="{C65E6A36-EFE3-384E-8CE4-826E10130968}" type="slidenum">
              <a:rPr lang="en-US" smtClean="0"/>
              <a:t>11</a:t>
            </a:fld>
            <a:endParaRPr lang="en-US"/>
          </a:p>
        </p:txBody>
      </p:sp>
    </p:spTree>
    <p:extLst>
      <p:ext uri="{BB962C8B-B14F-4D97-AF65-F5344CB8AC3E}">
        <p14:creationId xmlns:p14="http://schemas.microsoft.com/office/powerpoint/2010/main" val="1154847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B563-61EF-D63F-2A8E-4C8D1899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772B2-6759-B8EA-E530-D4719E086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6B0BE-F7F5-919D-131C-70B619752B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Tw Cen MT"/>
              </a:rPr>
              <a:t>Investors pay more attention to relatively irrelevant information like past performance. (Choi et al., 2010, The Review of Financial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Tw Cen MT"/>
            </a:endParaRPr>
          </a:p>
          <a:p>
            <a:pPr algn="l" fontAlgn="base"/>
            <a:r>
              <a:rPr lang="en-SG" sz="1800" b="0" i="0" u="none" strike="noStrike" dirty="0">
                <a:solidFill>
                  <a:srgbClr val="000000"/>
                </a:solidFill>
                <a:effectLst/>
                <a:latin typeface="Aptos" panose="020B0004020202020204" pitchFamily="34" charset="0"/>
              </a:rPr>
              <a:t>ETFs are typically classified as open-end funds because the fund size can be adjusted according to the market supply and demand. However, the redemption process of ETFs works differently from traditional mutual funds. You can refer to the following link for the process:</a:t>
            </a:r>
          </a:p>
          <a:p>
            <a:pPr algn="l" fontAlgn="base"/>
            <a:br>
              <a:rPr lang="en-SG" sz="1800" b="0" i="0" u="none" strike="noStrike" dirty="0">
                <a:solidFill>
                  <a:srgbClr val="000000"/>
                </a:solidFill>
                <a:effectLst/>
                <a:latin typeface="Aptos" panose="020B0004020202020204" pitchFamily="34" charset="0"/>
              </a:rPr>
            </a:br>
            <a:endParaRPr lang="en-SG" sz="1800" b="0" i="0" u="none" strike="noStrike" dirty="0">
              <a:solidFill>
                <a:srgbClr val="000000"/>
              </a:solidFill>
              <a:effectLst/>
              <a:latin typeface="Aptos" panose="020B0004020202020204" pitchFamily="34" charset="0"/>
            </a:endParaRPr>
          </a:p>
          <a:p>
            <a:pPr algn="l" fontAlgn="base"/>
            <a:r>
              <a:rPr lang="en-SG" sz="1800" b="0" i="0" u="none" strike="noStrike" dirty="0">
                <a:solidFill>
                  <a:srgbClr val="000000"/>
                </a:solidFill>
                <a:effectLst/>
                <a:latin typeface="inherit"/>
                <a:hlinkClick r:id="rId3"/>
              </a:rPr>
              <a:t>https://www.schwabassetmanagement.com/content/understanding-etf-creation-and-redemption-mechanism</a:t>
            </a:r>
            <a:endParaRPr lang="en-SG" b="0" i="0" u="none" strike="noStrike" dirty="0">
              <a:solidFill>
                <a:srgbClr val="242424"/>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Tw Cen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Should we buy mutual funds? Fund managers vs. monkey investors</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www.youtube.com</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watch?v</a:t>
            </a:r>
            <a:r>
              <a:rPr kumimoji="0" lang="en-US" sz="1200" b="0" i="0" u="none" strike="noStrike" kern="1200" cap="none" spc="0" normalizeH="0" baseline="0" noProof="0" dirty="0">
                <a:ln>
                  <a:noFill/>
                </a:ln>
                <a:solidFill>
                  <a:prstClr val="black"/>
                </a:solidFill>
                <a:effectLst/>
                <a:uLnTx/>
                <a:uFillTx/>
                <a:latin typeface="Calibri"/>
                <a:ea typeface="+mn-ea"/>
                <a:cs typeface="+mn-cs"/>
              </a:rPr>
              <a:t>=a41LhZE5Iec</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http://</a:t>
            </a:r>
            <a:r>
              <a:rPr kumimoji="0" lang="en-US" sz="1200" b="0" i="0" u="none" strike="noStrike" kern="1200" cap="none" spc="0" normalizeH="0" baseline="0" noProof="0" dirty="0" err="1">
                <a:ln>
                  <a:noFill/>
                </a:ln>
                <a:solidFill>
                  <a:prstClr val="black"/>
                </a:solidFill>
                <a:effectLst/>
                <a:uLnTx/>
                <a:uFillTx/>
                <a:latin typeface="Calibri"/>
                <a:ea typeface="+mn-ea"/>
                <a:cs typeface="+mn-cs"/>
              </a:rPr>
              <a:t>www.forbes.com</a:t>
            </a:r>
            <a:r>
              <a:rPr kumimoji="0" lang="en-US" sz="1200" b="0" i="0" u="none" strike="noStrike" kern="1200" cap="none" spc="0" normalizeH="0" baseline="0" noProof="0" dirty="0">
                <a:ln>
                  <a:noFill/>
                </a:ln>
                <a:solidFill>
                  <a:prstClr val="black"/>
                </a:solidFill>
                <a:effectLst/>
                <a:uLnTx/>
                <a:uFillTx/>
                <a:latin typeface="Calibri"/>
                <a:ea typeface="+mn-ea"/>
                <a:cs typeface="+mn-cs"/>
              </a:rPr>
              <a:t>/sites/</a:t>
            </a:r>
            <a:r>
              <a:rPr kumimoji="0" lang="en-US" sz="1200" b="0" i="0" u="none" strike="noStrike" kern="1200" cap="none" spc="0" normalizeH="0" baseline="0" noProof="0" dirty="0" err="1">
                <a:ln>
                  <a:noFill/>
                </a:ln>
                <a:solidFill>
                  <a:prstClr val="black"/>
                </a:solidFill>
                <a:effectLst/>
                <a:uLnTx/>
                <a:uFillTx/>
                <a:latin typeface="Calibri"/>
                <a:ea typeface="+mn-ea"/>
                <a:cs typeface="+mn-cs"/>
              </a:rPr>
              <a:t>rickferri</a:t>
            </a:r>
            <a:r>
              <a:rPr kumimoji="0" lang="en-US" sz="1200" b="0" i="0" u="none" strike="noStrike" kern="1200" cap="none" spc="0" normalizeH="0" baseline="0" noProof="0" dirty="0">
                <a:ln>
                  <a:noFill/>
                </a:ln>
                <a:solidFill>
                  <a:prstClr val="black"/>
                </a:solidFill>
                <a:effectLst/>
                <a:uLnTx/>
                <a:uFillTx/>
                <a:latin typeface="Calibri"/>
                <a:ea typeface="+mn-ea"/>
                <a:cs typeface="+mn-cs"/>
              </a:rPr>
              <a:t>/2012/12/20/any-monkey-can-beat-the-market/</a:t>
            </a:r>
          </a:p>
          <a:p>
            <a:pPr marL="0" marR="0" lvl="1" indent="0" algn="l" defTabSz="914400" rtl="0" eaLnBrk="1" fontAlgn="auto" latinLnBrk="0" hangingPunct="1">
              <a:lnSpc>
                <a:spcPct val="100000"/>
              </a:lnSpc>
              <a:spcBef>
                <a:spcPts val="700"/>
              </a:spcBef>
              <a:spcAft>
                <a:spcPts val="0"/>
              </a:spcAft>
              <a:buClr>
                <a:srgbClr val="C0504D"/>
              </a:buClr>
              <a:buSzPct val="60000"/>
              <a:buFont typeface="Wingdings"/>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Why Does The Law of One Price Fail? An Experiment on Index Mutual Funds (James Choi</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1" i="0" u="none" strike="noStrike" kern="1200" cap="none" spc="0" normalizeH="0" baseline="0" noProof="0" dirty="0">
                <a:ln>
                  <a:noFill/>
                </a:ln>
                <a:solidFill>
                  <a:prstClr val="black"/>
                </a:solidFill>
                <a:effectLst/>
                <a:uLnTx/>
                <a:uFillTx/>
                <a:latin typeface="Calibri"/>
                <a:ea typeface="+mn-ea"/>
                <a:cs typeface="+mn-cs"/>
              </a:rPr>
              <a:t>David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Laibson</a:t>
            </a:r>
            <a:r>
              <a:rPr kumimoji="0" lang="en-US" sz="1200" b="0" i="0" u="none" strike="noStrike" kern="1200" cap="none" spc="0" normalizeH="0" baseline="0" noProof="0" dirty="0">
                <a:ln>
                  <a:noFill/>
                </a:ln>
                <a:solidFill>
                  <a:prstClr val="black"/>
                </a:solidFill>
                <a:effectLst/>
                <a:uLnTx/>
                <a:uFillTx/>
                <a:latin typeface="Calibri"/>
                <a:ea typeface="+mn-ea"/>
                <a:cs typeface="+mn-cs"/>
              </a:rPr>
              <a:t>, and </a:t>
            </a:r>
            <a:r>
              <a:rPr kumimoji="0" lang="en-US" sz="1200" b="1" i="0" u="none" strike="noStrike" kern="1200" cap="none" spc="0" normalizeH="0" baseline="0" noProof="0" dirty="0">
                <a:ln>
                  <a:noFill/>
                </a:ln>
                <a:solidFill>
                  <a:prstClr val="black"/>
                </a:solidFill>
                <a:effectLst/>
                <a:uLnTx/>
                <a:uFillTx/>
                <a:latin typeface="Calibri"/>
                <a:ea typeface="+mn-ea"/>
                <a:cs typeface="+mn-cs"/>
              </a:rPr>
              <a:t>Brigitte </a:t>
            </a:r>
            <a:r>
              <a:rPr kumimoji="0" lang="en-US" sz="1200" b="1" i="0" u="none" strike="noStrike" kern="1200" cap="none" spc="0" normalizeH="0" baseline="0" noProof="0" dirty="0" err="1">
                <a:ln>
                  <a:noFill/>
                </a:ln>
                <a:solidFill>
                  <a:prstClr val="black"/>
                </a:solidFill>
                <a:effectLst/>
                <a:uLnTx/>
                <a:uFillTx/>
                <a:latin typeface="Calibri"/>
                <a:ea typeface="+mn-ea"/>
                <a:cs typeface="+mn-cs"/>
              </a:rPr>
              <a:t>Madrian</a:t>
            </a:r>
            <a:r>
              <a:rPr kumimoji="0" lang="en-US" sz="1200" b="1" i="0" u="none" strike="noStrike" kern="1200" cap="none" spc="0" normalizeH="0" baseline="0" noProof="0" dirty="0">
                <a:ln>
                  <a:noFill/>
                </a:ln>
                <a:solidFill>
                  <a:prstClr val="black"/>
                </a:solidFill>
                <a:effectLst/>
                <a:uLnTx/>
                <a:uFillTx/>
                <a:latin typeface="Calibri"/>
                <a:ea typeface="+mn-ea"/>
                <a:cs typeface="+mn-cs"/>
              </a:rPr>
              <a:t>)</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Hillary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Cliton</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4"/>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Obama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5"/>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 (</a:t>
            </a: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6"/>
              </a:rPr>
              <a:t>link</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endParaRPr lang="en-SG" dirty="0"/>
          </a:p>
        </p:txBody>
      </p:sp>
      <p:sp>
        <p:nvSpPr>
          <p:cNvPr id="4" name="Slide Number Placeholder 3">
            <a:extLst>
              <a:ext uri="{FF2B5EF4-FFF2-40B4-BE49-F238E27FC236}">
                <a16:creationId xmlns:a16="http://schemas.microsoft.com/office/drawing/2014/main" id="{6C009727-BD16-A8F7-F5C0-D8EA7E4CDA2B}"/>
              </a:ext>
            </a:extLst>
          </p:cNvPr>
          <p:cNvSpPr>
            <a:spLocks noGrp="1"/>
          </p:cNvSpPr>
          <p:nvPr>
            <p:ph type="sldNum" sz="quarter" idx="5"/>
          </p:nvPr>
        </p:nvSpPr>
        <p:spPr/>
        <p:txBody>
          <a:bodyPr/>
          <a:lstStyle/>
          <a:p>
            <a:fld id="{C65E6A36-EFE3-384E-8CE4-826E10130968}" type="slidenum">
              <a:rPr lang="en-US" smtClean="0"/>
              <a:t>12</a:t>
            </a:fld>
            <a:endParaRPr lang="en-US"/>
          </a:p>
        </p:txBody>
      </p:sp>
    </p:spTree>
    <p:extLst>
      <p:ext uri="{BB962C8B-B14F-4D97-AF65-F5344CB8AC3E}">
        <p14:creationId xmlns:p14="http://schemas.microsoft.com/office/powerpoint/2010/main" val="1441483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96A8-F78A-1B11-023A-6779A585F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061DC-214F-7914-A28C-363352821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2AF3C-D924-4558-F7B2-8AF4D29A81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solidFill>
              </a:rPr>
              <a:t>0.3%; 0.3%; 0.03%; 0.07%</a:t>
            </a:r>
          </a:p>
        </p:txBody>
      </p:sp>
      <p:sp>
        <p:nvSpPr>
          <p:cNvPr id="4" name="Slide Number Placeholder 3">
            <a:extLst>
              <a:ext uri="{FF2B5EF4-FFF2-40B4-BE49-F238E27FC236}">
                <a16:creationId xmlns:a16="http://schemas.microsoft.com/office/drawing/2014/main" id="{6EF29758-6CC7-B86A-4E1F-9EC4B1713664}"/>
              </a:ext>
            </a:extLst>
          </p:cNvPr>
          <p:cNvSpPr>
            <a:spLocks noGrp="1"/>
          </p:cNvSpPr>
          <p:nvPr>
            <p:ph type="sldNum" sz="quarter" idx="5"/>
          </p:nvPr>
        </p:nvSpPr>
        <p:spPr/>
        <p:txBody>
          <a:bodyPr/>
          <a:lstStyle/>
          <a:p>
            <a:fld id="{C65E6A36-EFE3-384E-8CE4-826E10130968}" type="slidenum">
              <a:rPr lang="en-US" smtClean="0"/>
              <a:t>13</a:t>
            </a:fld>
            <a:endParaRPr lang="en-US"/>
          </a:p>
        </p:txBody>
      </p:sp>
    </p:spTree>
    <p:extLst>
      <p:ext uri="{BB962C8B-B14F-4D97-AF65-F5344CB8AC3E}">
        <p14:creationId xmlns:p14="http://schemas.microsoft.com/office/powerpoint/2010/main" val="3574066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2/22/2025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2/22/2025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2/22/2025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2/22/2025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2/22/2025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2/22/2025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2/22/2025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2/22/2025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2/22/2025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http://www.sec.gov/answers/mfinvco.ht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statista.com/statistics/1378611/worldwide-investment-fund-firms-leading-by-assets-under-management/"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4.png"/><Relationship Id="rId42" Type="http://schemas.openxmlformats.org/officeDocument/2006/relationships/customXml" Target="../ink/ink20.xml"/><Relationship Id="rId47" Type="http://schemas.openxmlformats.org/officeDocument/2006/relationships/image" Target="../media/image27.png"/><Relationship Id="rId63" Type="http://schemas.openxmlformats.org/officeDocument/2006/relationships/image" Target="../media/image35.png"/><Relationship Id="rId68" Type="http://schemas.openxmlformats.org/officeDocument/2006/relationships/customXml" Target="../ink/ink33.xml"/><Relationship Id="rId84" Type="http://schemas.openxmlformats.org/officeDocument/2006/relationships/customXml" Target="../ink/ink41.xml"/><Relationship Id="rId89" Type="http://schemas.openxmlformats.org/officeDocument/2006/relationships/image" Target="../media/image48.png"/><Relationship Id="rId112" Type="http://schemas.openxmlformats.org/officeDocument/2006/relationships/customXml" Target="../ink/ink55.xml"/><Relationship Id="rId16" Type="http://schemas.openxmlformats.org/officeDocument/2006/relationships/customXml" Target="../ink/ink7.xml"/><Relationship Id="rId107" Type="http://schemas.openxmlformats.org/officeDocument/2006/relationships/image" Target="../media/image57.png"/><Relationship Id="rId11" Type="http://schemas.openxmlformats.org/officeDocument/2006/relationships/image" Target="../media/image9.png"/><Relationship Id="rId32" Type="http://schemas.openxmlformats.org/officeDocument/2006/relationships/customXml" Target="../ink/ink15.xml"/><Relationship Id="rId37" Type="http://schemas.openxmlformats.org/officeDocument/2006/relationships/image" Target="../media/image22.png"/><Relationship Id="rId53" Type="http://schemas.openxmlformats.org/officeDocument/2006/relationships/image" Target="../media/image30.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43.png"/><Relationship Id="rId102" Type="http://schemas.openxmlformats.org/officeDocument/2006/relationships/customXml" Target="../ink/ink50.xml"/><Relationship Id="rId5" Type="http://schemas.openxmlformats.org/officeDocument/2006/relationships/image" Target="../media/image6.png"/><Relationship Id="rId90" Type="http://schemas.openxmlformats.org/officeDocument/2006/relationships/customXml" Target="../ink/ink44.xml"/><Relationship Id="rId95" Type="http://schemas.openxmlformats.org/officeDocument/2006/relationships/image" Target="../media/image51.png"/><Relationship Id="rId22" Type="http://schemas.openxmlformats.org/officeDocument/2006/relationships/customXml" Target="../ink/ink10.xml"/><Relationship Id="rId27" Type="http://schemas.openxmlformats.org/officeDocument/2006/relationships/image" Target="../media/image17.png"/><Relationship Id="rId43" Type="http://schemas.openxmlformats.org/officeDocument/2006/relationships/image" Target="../media/image25.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8.png"/><Relationship Id="rId113" Type="http://schemas.openxmlformats.org/officeDocument/2006/relationships/image" Target="../media/image60.png"/><Relationship Id="rId80" Type="http://schemas.openxmlformats.org/officeDocument/2006/relationships/customXml" Target="../ink/ink39.xml"/><Relationship Id="rId85" Type="http://schemas.openxmlformats.org/officeDocument/2006/relationships/image" Target="../media/image46.png"/><Relationship Id="rId12" Type="http://schemas.openxmlformats.org/officeDocument/2006/relationships/customXml" Target="../ink/ink5.xml"/><Relationship Id="rId17" Type="http://schemas.openxmlformats.org/officeDocument/2006/relationships/image" Target="../media/image12.png"/><Relationship Id="rId33" Type="http://schemas.openxmlformats.org/officeDocument/2006/relationships/image" Target="../media/image20.png"/><Relationship Id="rId38" Type="http://schemas.openxmlformats.org/officeDocument/2006/relationships/customXml" Target="../ink/ink18.xml"/><Relationship Id="rId59" Type="http://schemas.openxmlformats.org/officeDocument/2006/relationships/image" Target="../media/image33.png"/><Relationship Id="rId103" Type="http://schemas.openxmlformats.org/officeDocument/2006/relationships/image" Target="../media/image55.png"/><Relationship Id="rId108" Type="http://schemas.openxmlformats.org/officeDocument/2006/relationships/customXml" Target="../ink/ink53.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41.png"/><Relationship Id="rId91" Type="http://schemas.openxmlformats.org/officeDocument/2006/relationships/image" Target="../media/image49.png"/><Relationship Id="rId96" Type="http://schemas.openxmlformats.org/officeDocument/2006/relationships/customXml" Target="../ink/ink47.xml"/><Relationship Id="rId1" Type="http://schemas.openxmlformats.org/officeDocument/2006/relationships/slideLayout" Target="../slideLayouts/slideLayout1.xml"/><Relationship Id="rId6" Type="http://schemas.openxmlformats.org/officeDocument/2006/relationships/customXml" Target="../ink/ink2.xml"/><Relationship Id="rId15" Type="http://schemas.openxmlformats.org/officeDocument/2006/relationships/image" Target="../media/image11.png"/><Relationship Id="rId23" Type="http://schemas.openxmlformats.org/officeDocument/2006/relationships/image" Target="../media/image15.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8.png"/><Relationship Id="rId57" Type="http://schemas.openxmlformats.org/officeDocument/2006/relationships/image" Target="../media/image32.png"/><Relationship Id="rId106" Type="http://schemas.openxmlformats.org/officeDocument/2006/relationships/customXml" Target="../ink/ink52.xml"/><Relationship Id="rId114" Type="http://schemas.openxmlformats.org/officeDocument/2006/relationships/customXml" Target="../ink/ink56.xml"/><Relationship Id="rId10" Type="http://schemas.openxmlformats.org/officeDocument/2006/relationships/customXml" Target="../ink/ink4.xml"/><Relationship Id="rId31" Type="http://schemas.openxmlformats.org/officeDocument/2006/relationships/image" Target="../media/image19.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6.png"/><Relationship Id="rId73" Type="http://schemas.openxmlformats.org/officeDocument/2006/relationships/image" Target="../media/image40.png"/><Relationship Id="rId78" Type="http://schemas.openxmlformats.org/officeDocument/2006/relationships/customXml" Target="../ink/ink38.xml"/><Relationship Id="rId81" Type="http://schemas.openxmlformats.org/officeDocument/2006/relationships/image" Target="../media/image44.png"/><Relationship Id="rId86" Type="http://schemas.openxmlformats.org/officeDocument/2006/relationships/customXml" Target="../ink/ink42.xml"/><Relationship Id="rId94" Type="http://schemas.openxmlformats.org/officeDocument/2006/relationships/customXml" Target="../ink/ink46.xml"/><Relationship Id="rId99" Type="http://schemas.openxmlformats.org/officeDocument/2006/relationships/image" Target="../media/image53.png"/><Relationship Id="rId101" Type="http://schemas.openxmlformats.org/officeDocument/2006/relationships/image" Target="../media/image54.png"/><Relationship Id="rId4" Type="http://schemas.openxmlformats.org/officeDocument/2006/relationships/customXml" Target="../ink/ink1.xml"/><Relationship Id="rId9" Type="http://schemas.openxmlformats.org/officeDocument/2006/relationships/image" Target="../media/image8.png"/><Relationship Id="rId13" Type="http://schemas.openxmlformats.org/officeDocument/2006/relationships/image" Target="../media/image10.png"/><Relationship Id="rId18" Type="http://schemas.openxmlformats.org/officeDocument/2006/relationships/customXml" Target="../ink/ink8.xml"/><Relationship Id="rId39" Type="http://schemas.openxmlformats.org/officeDocument/2006/relationships/image" Target="../media/image23.png"/><Relationship Id="rId109" Type="http://schemas.openxmlformats.org/officeDocument/2006/relationships/image" Target="../media/image58.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31.png"/><Relationship Id="rId76" Type="http://schemas.openxmlformats.org/officeDocument/2006/relationships/customXml" Target="../ink/ink37.xml"/><Relationship Id="rId97" Type="http://schemas.openxmlformats.org/officeDocument/2006/relationships/image" Target="../media/image52.png"/><Relationship Id="rId104" Type="http://schemas.openxmlformats.org/officeDocument/2006/relationships/customXml" Target="../ink/ink51.xml"/><Relationship Id="rId7" Type="http://schemas.openxmlformats.org/officeDocument/2006/relationships/image" Target="../media/image7.png"/><Relationship Id="rId71" Type="http://schemas.openxmlformats.org/officeDocument/2006/relationships/image" Target="../media/image39.png"/><Relationship Id="rId92" Type="http://schemas.openxmlformats.org/officeDocument/2006/relationships/customXml" Target="../ink/ink45.xml"/><Relationship Id="rId2" Type="http://schemas.openxmlformats.org/officeDocument/2006/relationships/notesSlide" Target="../notesSlides/notesSlide8.xml"/><Relationship Id="rId29" Type="http://schemas.openxmlformats.org/officeDocument/2006/relationships/image" Target="../media/image18.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6.png"/><Relationship Id="rId66" Type="http://schemas.openxmlformats.org/officeDocument/2006/relationships/customXml" Target="../ink/ink32.xml"/><Relationship Id="rId87" Type="http://schemas.openxmlformats.org/officeDocument/2006/relationships/image" Target="../media/image47.png"/><Relationship Id="rId110" Type="http://schemas.openxmlformats.org/officeDocument/2006/relationships/customXml" Target="../ink/ink54.xml"/><Relationship Id="rId115" Type="http://schemas.openxmlformats.org/officeDocument/2006/relationships/image" Target="../media/image61.png"/><Relationship Id="rId61" Type="http://schemas.openxmlformats.org/officeDocument/2006/relationships/image" Target="../media/image34.png"/><Relationship Id="rId82" Type="http://schemas.openxmlformats.org/officeDocument/2006/relationships/customXml" Target="../ink/ink40.xml"/><Relationship Id="rId19" Type="http://schemas.openxmlformats.org/officeDocument/2006/relationships/image" Target="../media/image13.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21.png"/><Relationship Id="rId56" Type="http://schemas.openxmlformats.org/officeDocument/2006/relationships/customXml" Target="../ink/ink27.xml"/><Relationship Id="rId77" Type="http://schemas.openxmlformats.org/officeDocument/2006/relationships/image" Target="../media/image42.png"/><Relationship Id="rId100" Type="http://schemas.openxmlformats.org/officeDocument/2006/relationships/customXml" Target="../ink/ink49.xml"/><Relationship Id="rId105" Type="http://schemas.openxmlformats.org/officeDocument/2006/relationships/image" Target="../media/image56.png"/><Relationship Id="rId8" Type="http://schemas.openxmlformats.org/officeDocument/2006/relationships/customXml" Target="../ink/ink3.xml"/><Relationship Id="rId51" Type="http://schemas.openxmlformats.org/officeDocument/2006/relationships/image" Target="../media/image29.png"/><Relationship Id="rId72" Type="http://schemas.openxmlformats.org/officeDocument/2006/relationships/customXml" Target="../ink/ink35.xml"/><Relationship Id="rId93" Type="http://schemas.openxmlformats.org/officeDocument/2006/relationships/image" Target="../media/image50.png"/><Relationship Id="rId98" Type="http://schemas.openxmlformats.org/officeDocument/2006/relationships/customXml" Target="../ink/ink48.xml"/><Relationship Id="rId3" Type="http://schemas.openxmlformats.org/officeDocument/2006/relationships/image" Target="../media/image5.png"/><Relationship Id="rId25" Type="http://schemas.openxmlformats.org/officeDocument/2006/relationships/image" Target="../media/image16.png"/><Relationship Id="rId46" Type="http://schemas.openxmlformats.org/officeDocument/2006/relationships/customXml" Target="../ink/ink22.xml"/><Relationship Id="rId67" Type="http://schemas.openxmlformats.org/officeDocument/2006/relationships/image" Target="../media/image37.png"/><Relationship Id="rId20" Type="http://schemas.openxmlformats.org/officeDocument/2006/relationships/customXml" Target="../ink/ink9.xml"/><Relationship Id="rId41" Type="http://schemas.openxmlformats.org/officeDocument/2006/relationships/image" Target="../media/image24.png"/><Relationship Id="rId62" Type="http://schemas.openxmlformats.org/officeDocument/2006/relationships/customXml" Target="../ink/ink30.xml"/><Relationship Id="rId83" Type="http://schemas.openxmlformats.org/officeDocument/2006/relationships/image" Target="../media/image45.png"/><Relationship Id="rId88" Type="http://schemas.openxmlformats.org/officeDocument/2006/relationships/customXml" Target="../ink/ink43.xml"/><Relationship Id="rId111"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saAHRQGThL8"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rk-funds.com/funds/arkk/"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customXml" Target="../ink/ink62.xml"/><Relationship Id="rId18" Type="http://schemas.openxmlformats.org/officeDocument/2006/relationships/image" Target="../media/image71.png"/><Relationship Id="rId26" Type="http://schemas.openxmlformats.org/officeDocument/2006/relationships/image" Target="../media/image75.png"/><Relationship Id="rId3" Type="http://schemas.openxmlformats.org/officeDocument/2006/relationships/customXml" Target="../ink/ink57.xml"/><Relationship Id="rId21" Type="http://schemas.openxmlformats.org/officeDocument/2006/relationships/customXml" Target="../ink/ink66.xml"/><Relationship Id="rId7" Type="http://schemas.openxmlformats.org/officeDocument/2006/relationships/customXml" Target="../ink/ink59.xml"/><Relationship Id="rId12" Type="http://schemas.openxmlformats.org/officeDocument/2006/relationships/image" Target="../media/image68.png"/><Relationship Id="rId17" Type="http://schemas.openxmlformats.org/officeDocument/2006/relationships/customXml" Target="../ink/ink64.xml"/><Relationship Id="rId25" Type="http://schemas.openxmlformats.org/officeDocument/2006/relationships/customXml" Target="../ink/ink68.xml"/><Relationship Id="rId2" Type="http://schemas.openxmlformats.org/officeDocument/2006/relationships/notesSlide" Target="../notesSlides/notesSlide12.xml"/><Relationship Id="rId16" Type="http://schemas.openxmlformats.org/officeDocument/2006/relationships/image" Target="../media/image70.png"/><Relationship Id="rId20" Type="http://schemas.openxmlformats.org/officeDocument/2006/relationships/image" Target="../media/image72.png"/><Relationship Id="rId29" Type="http://schemas.openxmlformats.org/officeDocument/2006/relationships/customXml" Target="../ink/ink70.xml"/><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customXml" Target="../ink/ink61.xml"/><Relationship Id="rId24" Type="http://schemas.openxmlformats.org/officeDocument/2006/relationships/image" Target="../media/image74.png"/><Relationship Id="rId32" Type="http://schemas.openxmlformats.org/officeDocument/2006/relationships/image" Target="../media/image78.png"/><Relationship Id="rId5" Type="http://schemas.openxmlformats.org/officeDocument/2006/relationships/customXml" Target="../ink/ink58.xml"/><Relationship Id="rId15" Type="http://schemas.openxmlformats.org/officeDocument/2006/relationships/customXml" Target="../ink/ink63.xml"/><Relationship Id="rId23" Type="http://schemas.openxmlformats.org/officeDocument/2006/relationships/customXml" Target="../ink/ink67.xml"/><Relationship Id="rId28" Type="http://schemas.openxmlformats.org/officeDocument/2006/relationships/image" Target="../media/image76.png"/><Relationship Id="rId10" Type="http://schemas.openxmlformats.org/officeDocument/2006/relationships/image" Target="../media/image67.png"/><Relationship Id="rId19" Type="http://schemas.openxmlformats.org/officeDocument/2006/relationships/customXml" Target="../ink/ink65.xml"/><Relationship Id="rId31" Type="http://schemas.openxmlformats.org/officeDocument/2006/relationships/customXml" Target="../ink/ink71.xml"/><Relationship Id="rId4" Type="http://schemas.openxmlformats.org/officeDocument/2006/relationships/image" Target="../media/image64.png"/><Relationship Id="rId9" Type="http://schemas.openxmlformats.org/officeDocument/2006/relationships/customXml" Target="../ink/ink60.xml"/><Relationship Id="rId14" Type="http://schemas.openxmlformats.org/officeDocument/2006/relationships/image" Target="../media/image69.png"/><Relationship Id="rId22" Type="http://schemas.openxmlformats.org/officeDocument/2006/relationships/image" Target="../media/image73.png"/><Relationship Id="rId27" Type="http://schemas.openxmlformats.org/officeDocument/2006/relationships/customXml" Target="../ink/ink69.xml"/><Relationship Id="rId30"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1258250" y="820964"/>
            <a:ext cx="9675500" cy="914400"/>
          </a:xfrm>
        </p:spPr>
        <p:txBody>
          <a:bodyPr anchor="ctr">
            <a:normAutofit/>
          </a:bodyPr>
          <a:lstStyle/>
          <a:p>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Lecture 4: Mutual funds (unit trusts)</a:t>
            </a: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6" name="Picture 2" descr="Mutual Funds - Diagram of How They Work ">
            <a:extLst>
              <a:ext uri="{FF2B5EF4-FFF2-40B4-BE49-F238E27FC236}">
                <a16:creationId xmlns:a16="http://schemas.microsoft.com/office/drawing/2014/main" id="{E11287BA-F826-4E2D-6068-9316CC746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6565" y="1995055"/>
            <a:ext cx="4538870" cy="35847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15827" y="565264"/>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Mutual Funds (4.1, 4.2, 4.3, 4,4)</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Investment companies</a:t>
            </a:r>
          </a:p>
          <a:p>
            <a:pPr marL="834390" lvl="1" indent="-514350">
              <a:spcBef>
                <a:spcPts val="550"/>
              </a:spcBef>
              <a:buClr>
                <a:srgbClr val="2DA2BF"/>
              </a:buClr>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Mutual </a:t>
            </a:r>
            <a:r>
              <a:rPr lang="en-US" sz="2800" dirty="0">
                <a:solidFill>
                  <a:prstClr val="black"/>
                </a:solidFill>
                <a:latin typeface="Tw Cen MT"/>
              </a:rPr>
              <a:t>funds, Costs of investing in mutual funds</a:t>
            </a: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Exchange-traded funds</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Investment Companies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97380" y="526472"/>
            <a:ext cx="11658576"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Investment Companies: </a:t>
            </a:r>
            <a:r>
              <a:rPr kumimoji="0" lang="en-US" sz="2800" b="0" i="0" u="none" strike="noStrike" kern="1200" cap="none" spc="0" normalizeH="0" baseline="0" noProof="0" dirty="0">
                <a:ln>
                  <a:noFill/>
                </a:ln>
                <a:solidFill>
                  <a:prstClr val="black"/>
                </a:solidFill>
                <a:effectLst/>
                <a:uLnTx/>
                <a:uFillTx/>
                <a:latin typeface="Tw Cen MT"/>
                <a:ea typeface="+mn-ea"/>
                <a:cs typeface="+mn-cs"/>
              </a:rPr>
              <a:t>financial intermediaries that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collect funds from individual investors and invest those funds in a potentially wide ranges of securities or other assets</a:t>
            </a:r>
            <a:r>
              <a:rPr kumimoji="0" lang="en-US" sz="2800" b="0" i="0" u="none" strike="noStrike" kern="1200" cap="none" spc="0" normalizeH="0" baseline="0" noProof="0" dirty="0">
                <a:ln>
                  <a:noFill/>
                </a:ln>
                <a:solidFill>
                  <a:prstClr val="black"/>
                </a:solidFill>
                <a:effectLst/>
                <a:uLnTx/>
                <a:uFillTx/>
                <a:latin typeface="Tw Cen MT"/>
                <a:ea typeface="+mn-ea"/>
                <a:cs typeface="+mn-cs"/>
              </a:rPr>
              <a:t>. (refer to </a:t>
            </a:r>
            <a:r>
              <a:rPr kumimoji="0" lang="en-US" sz="2800" b="0" i="0" u="none" strike="noStrike" kern="1200" cap="none" spc="0" normalizeH="0" baseline="0" noProof="0" dirty="0">
                <a:ln>
                  <a:noFill/>
                </a:ln>
                <a:solidFill>
                  <a:prstClr val="black"/>
                </a:solidFill>
                <a:effectLst/>
                <a:uLnTx/>
                <a:uFillTx/>
                <a:latin typeface="Tw Cen MT"/>
                <a:ea typeface="+mn-ea"/>
                <a:cs typeface="+mn-cs"/>
                <a:hlinkClick r:id="rId3"/>
              </a:rPr>
              <a:t>SEC</a:t>
            </a:r>
            <a:r>
              <a:rPr kumimoji="0" lang="en-US" sz="2800" b="0" i="0" u="none" strike="noStrike" kern="1200" cap="none" spc="0" normalizeH="0" baseline="0" noProof="0" dirty="0">
                <a:ln>
                  <a:noFill/>
                </a:ln>
                <a:solidFill>
                  <a:prstClr val="black"/>
                </a:solidFill>
                <a:effectLst/>
                <a:uLnTx/>
                <a:uFillTx/>
                <a:latin typeface="Tw Cen MT"/>
                <a:ea typeface="+mn-ea"/>
                <a:cs typeface="+mn-cs"/>
              </a:rPr>
              <a:t>’s website)</a:t>
            </a:r>
          </a:p>
          <a:p>
            <a:pPr marL="0" marR="0" lvl="0" indent="0" algn="just" defTabSz="914400" rtl="0" eaLnBrk="1" fontAlgn="auto" latinLnBrk="0" hangingPunct="1">
              <a:lnSpc>
                <a:spcPct val="100000"/>
              </a:lnSpc>
              <a:spcBef>
                <a:spcPts val="700"/>
              </a:spcBef>
              <a:spcAft>
                <a:spcPts val="0"/>
              </a:spcAft>
              <a:buClr>
                <a:srgbClr val="DA1F28"/>
              </a:buClr>
              <a:buSzPct val="60000"/>
              <a:buNone/>
              <a:tabLst/>
              <a:defRPr/>
            </a:pPr>
            <a:endParaRPr kumimoji="0" lang="en-US" sz="2800" b="1" i="0" u="none" strike="noStrike" kern="1200" cap="none" spc="0" normalizeH="0" baseline="0" noProof="0" dirty="0">
              <a:ln>
                <a:noFill/>
              </a:ln>
              <a:solidFill>
                <a:prstClr val="black"/>
              </a:solidFill>
              <a:effectLst/>
              <a:uLnTx/>
              <a:uFillTx/>
              <a:latin typeface="Tw Cen MT"/>
              <a:ea typeface="+mn-ea"/>
              <a:cs typeface="+mn-cs"/>
            </a:endParaRPr>
          </a:p>
        </p:txBody>
      </p:sp>
      <p:pic>
        <p:nvPicPr>
          <p:cNvPr id="3" name="Picture 2" descr="Mutual Funds - Diagram of How They Work ">
            <a:extLst>
              <a:ext uri="{FF2B5EF4-FFF2-40B4-BE49-F238E27FC236}">
                <a16:creationId xmlns:a16="http://schemas.microsoft.com/office/drawing/2014/main" id="{01C239D8-CEAB-58D0-9321-0188BEA6E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6455" y="2194560"/>
            <a:ext cx="5099089" cy="402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70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2632-51E6-9C28-8468-3AA4E98BA21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AFBE093-872A-F809-E14E-8FAE4E9519D7}"/>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AAE6B446-B71D-7D2E-566D-D4113A01E738}"/>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Investment Companies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8CC94E75-B2BC-128F-3514-BF3FFF96E975}"/>
              </a:ext>
            </a:extLst>
          </p:cNvPr>
          <p:cNvSpPr txBox="1">
            <a:spLocks/>
          </p:cNvSpPr>
          <p:nvPr/>
        </p:nvSpPr>
        <p:spPr>
          <a:xfrm>
            <a:off x="123900" y="526472"/>
            <a:ext cx="11944199"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a:spcBef>
                <a:spcPts val="700"/>
              </a:spcBef>
              <a:buClr>
                <a:srgbClr val="DA1F28"/>
              </a:buClr>
              <a:defRPr/>
            </a:pPr>
            <a:r>
              <a:rPr kumimoji="0" lang="en-US" sz="2800" i="0" u="none" strike="noStrike" kern="1200" cap="none" spc="0" normalizeH="0" baseline="0" noProof="0" dirty="0">
                <a:ln>
                  <a:noFill/>
                </a:ln>
                <a:solidFill>
                  <a:prstClr val="black"/>
                </a:solidFill>
                <a:effectLst/>
                <a:uLnTx/>
                <a:uFillTx/>
                <a:latin typeface="Tw Cen MT"/>
                <a:ea typeface="+mn-ea"/>
                <a:cs typeface="+mn-cs"/>
              </a:rPr>
              <a:t>Three types of investments companies:</a:t>
            </a:r>
            <a:endParaRPr kumimoji="0" lang="en-US" sz="2800" i="0" u="none" strike="sngStrike" kern="1200" cap="none" spc="0" normalizeH="0" baseline="0" noProof="0" dirty="0">
              <a:ln>
                <a:noFill/>
              </a:ln>
              <a:solidFill>
                <a:prstClr val="black"/>
              </a:solidFill>
              <a:effectLst/>
              <a:uLnTx/>
              <a:uFillTx/>
              <a:latin typeface="Tw Cen MT"/>
              <a:ea typeface="+mn-ea"/>
              <a:cs typeface="+mn-cs"/>
            </a:endParaRPr>
          </a:p>
          <a:p>
            <a:pPr marL="1200141" lvl="2" indent="-514350" algn="just">
              <a:spcBef>
                <a:spcPts val="550"/>
              </a:spcBef>
              <a:buClr>
                <a:srgbClr val="2DA2BF"/>
              </a:buClr>
              <a:buSzPct val="70000"/>
              <a:buFont typeface="+mj-lt"/>
              <a:buAutoNum type="arabicPeriod"/>
              <a:defRPr/>
            </a:pPr>
            <a:r>
              <a:rPr lang="en-US" sz="2800" dirty="0">
                <a:solidFill>
                  <a:prstClr val="black"/>
                </a:solidFill>
                <a:latin typeface="Tw Cen MT"/>
              </a:rPr>
              <a:t>Unit investment trusts (UITs)</a:t>
            </a:r>
          </a:p>
          <a:p>
            <a:pPr marL="1200141" lvl="2" indent="-514350" algn="just">
              <a:spcBef>
                <a:spcPts val="550"/>
              </a:spcBef>
              <a:buClr>
                <a:srgbClr val="2DA2BF"/>
              </a:buClr>
              <a:buSzPct val="70000"/>
              <a:buFont typeface="+mj-lt"/>
              <a:buAutoNum type="arabicPeriod"/>
              <a:defRPr/>
            </a:pPr>
            <a:r>
              <a:rPr lang="en-US" sz="2800" dirty="0">
                <a:solidFill>
                  <a:srgbClr val="DA1F28">
                    <a:lumMod val="60000"/>
                    <a:lumOff val="40000"/>
                  </a:srgbClr>
                </a:solidFill>
                <a:latin typeface="Tw Cen MT"/>
              </a:rPr>
              <a:t>Open-end investment companies (Open-end funds/</a:t>
            </a:r>
            <a:r>
              <a:rPr lang="en-US" sz="2800" b="1" dirty="0">
                <a:solidFill>
                  <a:srgbClr val="DA1F28">
                    <a:lumMod val="60000"/>
                    <a:lumOff val="40000"/>
                  </a:srgbClr>
                </a:solidFill>
                <a:latin typeface="Tw Cen MT"/>
              </a:rPr>
              <a:t>Mutual funds</a:t>
            </a:r>
            <a:r>
              <a:rPr lang="en-US" sz="2800" dirty="0">
                <a:solidFill>
                  <a:srgbClr val="DA1F28">
                    <a:lumMod val="60000"/>
                    <a:lumOff val="40000"/>
                  </a:srgbClr>
                </a:solidFill>
                <a:latin typeface="Tw Cen MT"/>
              </a:rPr>
              <a:t>) </a:t>
            </a:r>
          </a:p>
          <a:p>
            <a:pPr marL="1200141" lvl="2" indent="-514350" algn="just">
              <a:spcBef>
                <a:spcPts val="550"/>
              </a:spcBef>
              <a:buClr>
                <a:srgbClr val="2DA2BF"/>
              </a:buClr>
              <a:buSzPct val="70000"/>
              <a:buFont typeface="+mj-lt"/>
              <a:buAutoNum type="arabicPeriod"/>
              <a:defRPr/>
            </a:pPr>
            <a:r>
              <a:rPr lang="en-US" sz="2800" dirty="0">
                <a:solidFill>
                  <a:prstClr val="black"/>
                </a:solidFill>
                <a:latin typeface="Tw Cen MT"/>
              </a:rPr>
              <a:t>Closed-end investment companies (Closed-end funds)</a:t>
            </a:r>
            <a:endParaRPr lang="en-US" sz="2800" strike="sngStrike" dirty="0">
              <a:solidFill>
                <a:prstClr val="black"/>
              </a:solidFill>
              <a:latin typeface="Tw Cen MT"/>
            </a:endParaRPr>
          </a:p>
          <a:p>
            <a:pPr marL="342900" marR="0" lvl="0" indent="-34290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sngStrike" kern="1200" cap="none" spc="0" normalizeH="0" baseline="0" noProof="0" dirty="0">
                <a:ln>
                  <a:noFill/>
                </a:ln>
                <a:solidFill>
                  <a:prstClr val="black"/>
                </a:solidFill>
                <a:effectLst/>
                <a:uLnTx/>
                <a:uFillTx/>
                <a:latin typeface="Tw Cen MT"/>
                <a:ea typeface="+mn-ea"/>
                <a:cs typeface="+mn-cs"/>
              </a:rPr>
              <a:t>Other investment organizations similar to investment companies</a:t>
            </a:r>
          </a:p>
          <a:p>
            <a:pPr marL="777240" marR="0" lvl="1" indent="-457200" algn="just"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sngStrike" kern="1200" cap="none" spc="0" normalizeH="0" baseline="0" noProof="0" dirty="0">
                <a:ln>
                  <a:noFill/>
                </a:ln>
                <a:solidFill>
                  <a:prstClr val="black"/>
                </a:solidFill>
                <a:effectLst/>
                <a:uLnTx/>
                <a:uFillTx/>
                <a:latin typeface="Tw Cen MT"/>
                <a:ea typeface="+mn-ea"/>
                <a:cs typeface="+mn-cs"/>
              </a:rPr>
              <a:t>Real estate investment funds (REITs)</a:t>
            </a:r>
          </a:p>
          <a:p>
            <a:pPr marL="777240" marR="0" lvl="1" indent="-457200" algn="just"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sngStrike" kern="1200" cap="none" spc="0" normalizeH="0" baseline="0" noProof="0" dirty="0">
                <a:ln>
                  <a:noFill/>
                </a:ln>
                <a:solidFill>
                  <a:prstClr val="black"/>
                </a:solidFill>
                <a:effectLst/>
                <a:uLnTx/>
                <a:uFillTx/>
                <a:latin typeface="Tw Cen MT"/>
                <a:ea typeface="+mn-ea"/>
                <a:cs typeface="+mn-cs"/>
              </a:rPr>
              <a:t>Hedge funds</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4156580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Investment Companies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81213" y="608860"/>
            <a:ext cx="1173399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 Differences among the three types of investment companies:</a:t>
            </a:r>
          </a:p>
          <a:p>
            <a:pPr marL="777240" marR="0" lvl="1" indent="-457200" algn="just"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Investment companies </a:t>
            </a:r>
            <a:r>
              <a:rPr lang="en-US" sz="2600" dirty="0">
                <a:solidFill>
                  <a:srgbClr val="DA1F28">
                    <a:lumMod val="60000"/>
                    <a:lumOff val="40000"/>
                  </a:srgbClr>
                </a:solidFill>
                <a:latin typeface="Tw Cen MT"/>
              </a:rPr>
              <a:t>issue shares </a:t>
            </a:r>
            <a:r>
              <a:rPr kumimoji="0" lang="en-US" sz="2800" b="0" i="0" u="none" strike="noStrike" kern="1200" cap="none" spc="0" normalizeH="0" baseline="0" noProof="0" dirty="0">
                <a:ln>
                  <a:noFill/>
                </a:ln>
                <a:solidFill>
                  <a:prstClr val="black"/>
                </a:solidFill>
                <a:effectLst/>
                <a:uLnTx/>
                <a:uFillTx/>
                <a:latin typeface="Tw Cen MT"/>
                <a:ea typeface="+mn-ea"/>
                <a:cs typeface="+mn-cs"/>
              </a:rPr>
              <a:t>to their investors. </a:t>
            </a:r>
          </a:p>
          <a:p>
            <a:pPr marL="1051560" marR="0" lvl="2" indent="-457200" algn="just" defTabSz="914400" rtl="0" eaLnBrk="1" fontAlgn="auto" latinLnBrk="0" hangingPunct="1">
              <a:lnSpc>
                <a:spcPct val="100000"/>
              </a:lnSpc>
              <a:spcBef>
                <a:spcPts val="500"/>
              </a:spcBef>
              <a:spcAft>
                <a:spcPts val="0"/>
              </a:spcAft>
              <a:buClr>
                <a:srgbClr val="DA1F28"/>
              </a:buClr>
              <a:buSzPct val="75000"/>
              <a:buFont typeface="Wingdings"/>
              <a:buChar char=""/>
              <a:tabLst/>
              <a:defRPr/>
            </a:pPr>
            <a:r>
              <a:rPr kumimoji="0" lang="en-US" sz="2600" b="0" i="0" u="none" strike="noStrike" kern="1200" cap="none" spc="0" normalizeH="0" baseline="0" noProof="0" dirty="0">
                <a:ln>
                  <a:noFill/>
                </a:ln>
                <a:solidFill>
                  <a:prstClr val="black"/>
                </a:solidFill>
                <a:effectLst/>
                <a:uLnTx/>
                <a:uFillTx/>
                <a:latin typeface="Tw Cen MT"/>
                <a:ea typeface="+mn-ea"/>
                <a:cs typeface="+mn-cs"/>
              </a:rPr>
              <a:t>Mutual fund and UIT shares are </a:t>
            </a:r>
            <a:r>
              <a:rPr kumimoji="0" lang="en-US" sz="2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redeemable</a:t>
            </a:r>
            <a:r>
              <a:rPr kumimoji="0" lang="en-US" sz="2600" b="0" i="0" u="none" strike="noStrike" kern="1200" cap="none" spc="0" normalizeH="0" baseline="0" noProof="0" dirty="0">
                <a:ln>
                  <a:noFill/>
                </a:ln>
                <a:solidFill>
                  <a:prstClr val="black"/>
                </a:solidFill>
                <a:effectLst/>
                <a:uLnTx/>
                <a:uFillTx/>
                <a:latin typeface="Tw Cen MT"/>
                <a:ea typeface="+mn-ea"/>
                <a:cs typeface="+mn-cs"/>
              </a:rPr>
              <a:t> (meaning that when investors want to sell their shares, they sell them back to the fund or trust). You can purchase/redeem based on the </a:t>
            </a:r>
            <a:r>
              <a:rPr kumimoji="0" lang="en-US" sz="2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net asset value (NAV) per share </a:t>
            </a:r>
            <a:r>
              <a:rPr kumimoji="0" lang="en-US" sz="2600" b="0" i="0" u="none" strike="noStrike" kern="1200" cap="none" spc="0" normalizeH="0" baseline="0" noProof="0" dirty="0">
                <a:ln>
                  <a:noFill/>
                </a:ln>
                <a:solidFill>
                  <a:prstClr val="black"/>
                </a:solidFill>
                <a:effectLst/>
                <a:uLnTx/>
                <a:uFillTx/>
                <a:latin typeface="Tw Cen MT"/>
                <a:ea typeface="+mn-ea"/>
                <a:cs typeface="+mn-cs"/>
              </a:rPr>
              <a:t>which is computed at the end of each trading day. </a:t>
            </a:r>
          </a:p>
          <a:p>
            <a:pPr marL="594360" marR="0" lvl="2" indent="0" algn="just" defTabSz="914400" rtl="0" eaLnBrk="1" fontAlgn="auto" latinLnBrk="0" hangingPunct="1">
              <a:lnSpc>
                <a:spcPct val="100000"/>
              </a:lnSpc>
              <a:spcBef>
                <a:spcPts val="500"/>
              </a:spcBef>
              <a:spcAft>
                <a:spcPts val="0"/>
              </a:spcAft>
              <a:buClr>
                <a:srgbClr val="DA1F28"/>
              </a:buClr>
              <a:buSzPct val="75000"/>
              <a:buNone/>
              <a:tabLst/>
              <a:defRPr/>
            </a:pPr>
            <a:r>
              <a:rPr lang="en-US" sz="2600" dirty="0">
                <a:solidFill>
                  <a:prstClr val="black"/>
                </a:solidFill>
                <a:latin typeface="Tw Cen MT"/>
              </a:rPr>
              <a:t>          </a:t>
            </a:r>
            <a:r>
              <a:rPr kumimoji="0" lang="en-US" sz="2800" i="0" u="none" strike="noStrike" kern="1200" cap="none" spc="0" normalizeH="0" baseline="0" noProof="0" dirty="0">
                <a:ln>
                  <a:noFill/>
                </a:ln>
                <a:solidFill>
                  <a:srgbClr val="EC767C"/>
                </a:solidFill>
                <a:effectLst/>
                <a:uLnTx/>
                <a:uFillTx/>
                <a:latin typeface="Tw Cen MT"/>
                <a:ea typeface="+mn-ea"/>
                <a:cs typeface="+mn-cs"/>
              </a:rPr>
              <a:t>NAV= (Market value of assets - liabilities)/(no. of shares outstanding)</a:t>
            </a:r>
            <a:endParaRPr kumimoji="0" lang="en-US" sz="2600" i="0" u="none" strike="noStrike" kern="1200" cap="none" spc="0" normalizeH="0" baseline="0" noProof="0" dirty="0">
              <a:ln>
                <a:noFill/>
              </a:ln>
              <a:solidFill>
                <a:prstClr val="black"/>
              </a:solidFill>
              <a:effectLst/>
              <a:uLnTx/>
              <a:uFillTx/>
              <a:latin typeface="Tw Cen MT"/>
              <a:ea typeface="+mn-ea"/>
              <a:cs typeface="+mn-cs"/>
            </a:endParaRPr>
          </a:p>
          <a:p>
            <a:pPr marL="1051560" marR="0" lvl="2" indent="-457200" algn="just" defTabSz="914400" rtl="0" eaLnBrk="1" fontAlgn="auto" latinLnBrk="0" hangingPunct="1">
              <a:lnSpc>
                <a:spcPct val="100000"/>
              </a:lnSpc>
              <a:spcBef>
                <a:spcPts val="500"/>
              </a:spcBef>
              <a:spcAft>
                <a:spcPts val="0"/>
              </a:spcAft>
              <a:buClr>
                <a:srgbClr val="DA1F28"/>
              </a:buClr>
              <a:buSzPct val="75000"/>
              <a:buFont typeface="Wingdings"/>
              <a:buChar char=""/>
              <a:tabLst/>
              <a:defRPr/>
            </a:pPr>
            <a:r>
              <a:rPr kumimoji="0" lang="en-US" sz="2600" b="0" i="0" u="none" strike="noStrike" kern="1200" cap="none" spc="0" normalizeH="0" baseline="0" noProof="0" dirty="0">
                <a:ln>
                  <a:noFill/>
                </a:ln>
                <a:solidFill>
                  <a:prstClr val="black"/>
                </a:solidFill>
                <a:effectLst/>
                <a:uLnTx/>
                <a:uFillTx/>
                <a:latin typeface="Tw Cen MT"/>
                <a:ea typeface="+mn-ea"/>
                <a:cs typeface="+mn-cs"/>
              </a:rPr>
              <a:t>Closed-end fund shares generally are </a:t>
            </a:r>
            <a:r>
              <a:rPr kumimoji="0" lang="en-US" sz="2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not redeemable </a:t>
            </a:r>
            <a:r>
              <a:rPr kumimoji="0" lang="en-US" sz="2600" b="0" i="0" u="none" strike="noStrike" kern="1200" cap="none" spc="0" normalizeH="0" baseline="0" noProof="0" dirty="0">
                <a:ln>
                  <a:noFill/>
                </a:ln>
                <a:solidFill>
                  <a:prstClr val="black"/>
                </a:solidFill>
                <a:effectLst/>
                <a:uLnTx/>
                <a:uFillTx/>
                <a:latin typeface="Tw Cen MT"/>
                <a:ea typeface="+mn-ea"/>
                <a:cs typeface="+mn-cs"/>
              </a:rPr>
              <a:t>(when closed-end fund investors want to sell their shares, they generally sell them to other investors on the secondary market, at a price determined by the market).</a:t>
            </a:r>
          </a:p>
          <a:p>
            <a:pPr marL="777240" lvl="1" indent="-457200" algn="just">
              <a:spcBef>
                <a:spcPts val="550"/>
              </a:spcBef>
              <a:buClr>
                <a:srgbClr val="2DA2BF"/>
              </a:buClr>
              <a:buFont typeface="+mj-lt"/>
              <a:buAutoNum type="arabicPeriod"/>
              <a:defRPr/>
            </a:pPr>
            <a:r>
              <a:rPr lang="en-US" sz="2800" dirty="0">
                <a:solidFill>
                  <a:prstClr val="black"/>
                </a:solidFill>
                <a:latin typeface="Tw Cen MT"/>
              </a:rPr>
              <a:t>Unlike mutual funds, UITs invest in a smaller diversified portfolio of securities and do not actively trade its portfolio. In other words, the UIT might invest in </a:t>
            </a:r>
            <a:r>
              <a:rPr lang="en-US" sz="2800" dirty="0">
                <a:solidFill>
                  <a:srgbClr val="DA1F28">
                    <a:lumMod val="60000"/>
                    <a:lumOff val="40000"/>
                  </a:srgbClr>
                </a:solidFill>
                <a:latin typeface="Tw Cen MT"/>
              </a:rPr>
              <a:t>10</a:t>
            </a:r>
            <a:r>
              <a:rPr lang="en-US" sz="2800" dirty="0">
                <a:solidFill>
                  <a:prstClr val="black"/>
                </a:solidFill>
                <a:latin typeface="Tw Cen MT"/>
              </a:rPr>
              <a:t> securities and use a “</a:t>
            </a:r>
            <a:r>
              <a:rPr lang="en-US" sz="2800" dirty="0">
                <a:solidFill>
                  <a:srgbClr val="DA1F28">
                    <a:lumMod val="60000"/>
                    <a:lumOff val="40000"/>
                  </a:srgbClr>
                </a:solidFill>
                <a:latin typeface="Tw Cen MT"/>
              </a:rPr>
              <a:t>buy and hold</a:t>
            </a:r>
            <a:r>
              <a:rPr lang="en-US" sz="2800" dirty="0">
                <a:solidFill>
                  <a:prstClr val="black"/>
                </a:solidFill>
                <a:latin typeface="Tw Cen MT"/>
              </a:rPr>
              <a:t>” strategy for those ten securities for the life of the UIT.</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226124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655E-0807-AD28-4079-A788E5186FC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D3A8D6F-DAF3-472A-C8F8-100AB7BA0297}"/>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2978D9C-3CE3-4731-6484-C3AACAF6321E}"/>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Mutual Funds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2002F45B-3981-CCC8-729E-3C476FBFC33E}"/>
              </a:ext>
            </a:extLst>
          </p:cNvPr>
          <p:cNvSpPr txBox="1">
            <a:spLocks/>
          </p:cNvSpPr>
          <p:nvPr/>
        </p:nvSpPr>
        <p:spPr>
          <a:xfrm>
            <a:off x="81212" y="631438"/>
            <a:ext cx="11877239"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Mutual funds (known as unit trusts in Singapore) account for more than 90% of investment companies’ assets.</a:t>
            </a: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just" defTabSz="914400" rtl="0" eaLnBrk="1" fontAlgn="auto" latinLnBrk="0" hangingPunct="1">
              <a:lnSpc>
                <a:spcPct val="100000"/>
              </a:lnSpc>
              <a:spcBef>
                <a:spcPts val="700"/>
              </a:spcBef>
              <a:spcAft>
                <a:spcPts val="0"/>
              </a:spcAft>
              <a:buClr>
                <a:srgbClr val="DA1F28"/>
              </a:buClr>
              <a:buSzPct val="60000"/>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Leading investment management firms worldwide by assets under management (</a:t>
            </a:r>
            <a:r>
              <a:rPr kumimoji="0" lang="en-US" sz="2800" b="0" i="0" u="none" strike="noStrike" kern="1200" cap="none" spc="0" normalizeH="0" baseline="0" noProof="0" dirty="0">
                <a:ln>
                  <a:noFill/>
                </a:ln>
                <a:solidFill>
                  <a:prstClr val="black"/>
                </a:solidFill>
                <a:effectLst/>
                <a:uLnTx/>
                <a:uFillTx/>
                <a:latin typeface="Tw Cen MT"/>
                <a:ea typeface="+mn-ea"/>
                <a:cs typeface="+mn-cs"/>
                <a:hlinkClick r:id="rId3"/>
              </a:rPr>
              <a:t>link</a:t>
            </a:r>
            <a:r>
              <a:rPr kumimoji="0" lang="en-US" sz="2800" b="0" i="0" u="none" strike="noStrike" kern="1200" cap="none" spc="0" normalizeH="0" baseline="0" noProof="0" dirty="0">
                <a:ln>
                  <a:noFill/>
                </a:ln>
                <a:solidFill>
                  <a:prstClr val="black"/>
                </a:solidFill>
                <a:effectLst/>
                <a:uLnTx/>
                <a:uFillTx/>
                <a:latin typeface="Tw Cen MT"/>
                <a:ea typeface="+mn-ea"/>
                <a:cs typeface="+mn-cs"/>
              </a:rPr>
              <a:t>)</a:t>
            </a: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pic>
        <p:nvPicPr>
          <p:cNvPr id="2" name="Content Placeholder 4">
            <a:extLst>
              <a:ext uri="{FF2B5EF4-FFF2-40B4-BE49-F238E27FC236}">
                <a16:creationId xmlns:a16="http://schemas.microsoft.com/office/drawing/2014/main" id="{AB11E787-8C30-38BC-9D98-D789641422F3}"/>
              </a:ext>
            </a:extLst>
          </p:cNvPr>
          <p:cNvPicPr>
            <a:picLocks noChangeAspect="1"/>
          </p:cNvPicPr>
          <p:nvPr/>
        </p:nvPicPr>
        <p:blipFill>
          <a:blip r:embed="rId4"/>
          <a:stretch>
            <a:fillRect/>
          </a:stretch>
        </p:blipFill>
        <p:spPr>
          <a:xfrm>
            <a:off x="671736" y="1744579"/>
            <a:ext cx="4140570" cy="2301766"/>
          </a:xfrm>
          <a:prstGeom prst="rect">
            <a:avLst/>
          </a:prstGeom>
        </p:spPr>
      </p:pic>
      <p:sp>
        <p:nvSpPr>
          <p:cNvPr id="3" name="Rectangle 4">
            <a:extLst>
              <a:ext uri="{FF2B5EF4-FFF2-40B4-BE49-F238E27FC236}">
                <a16:creationId xmlns:a16="http://schemas.microsoft.com/office/drawing/2014/main" id="{80762327-8879-D938-FBF0-B9E5639C9FE8}"/>
              </a:ext>
            </a:extLst>
          </p:cNvPr>
          <p:cNvSpPr txBox="1">
            <a:spLocks noChangeArrowheads="1"/>
          </p:cNvSpPr>
          <p:nvPr/>
        </p:nvSpPr>
        <p:spPr>
          <a:xfrm>
            <a:off x="4812306" y="1969348"/>
            <a:ext cx="4814876" cy="739087"/>
          </a:xfrm>
          <a:prstGeom prst="rect">
            <a:avLst/>
          </a:prstGeom>
        </p:spPr>
        <p:txBody>
          <a:bodyPr vert="horz" anchor="b">
            <a:noAutofit/>
          </a:bodyPr>
          <a:lstStyle>
            <a:lvl1pPr algn="l" rtl="0" eaLnBrk="1" latinLnBrk="0" hangingPunct="1">
              <a:spcBef>
                <a:spcPct val="0"/>
              </a:spcBef>
              <a:buNone/>
              <a:defRPr sz="4200" kern="1200">
                <a:solidFill>
                  <a:schemeClr val="tx2"/>
                </a:solidFill>
                <a:latin typeface="+mj-lt"/>
                <a:ea typeface="+mj-ea"/>
                <a:cs typeface="+mj-cs"/>
              </a:defRPr>
            </a:lvl1pPr>
            <a:extLst/>
          </a:lstStyle>
          <a:p>
            <a:r>
              <a:rPr lang="en-US" sz="2000" b="1" dirty="0">
                <a:solidFill>
                  <a:srgbClr val="2DA2BF"/>
                </a:solidFill>
                <a:latin typeface="Tw Cen MT"/>
              </a:rPr>
              <a:t>Investment Company Assets Under Management, 2018 ($ billion)</a:t>
            </a:r>
          </a:p>
        </p:txBody>
      </p:sp>
      <p:pic>
        <p:nvPicPr>
          <p:cNvPr id="4" name="Picture 3">
            <a:extLst>
              <a:ext uri="{FF2B5EF4-FFF2-40B4-BE49-F238E27FC236}">
                <a16:creationId xmlns:a16="http://schemas.microsoft.com/office/drawing/2014/main" id="{6F36AE1B-65F0-03B1-D209-DF8AA0FDAAAA}"/>
              </a:ext>
            </a:extLst>
          </p:cNvPr>
          <p:cNvPicPr>
            <a:picLocks noChangeAspect="1"/>
          </p:cNvPicPr>
          <p:nvPr/>
        </p:nvPicPr>
        <p:blipFill>
          <a:blip r:embed="rId5"/>
          <a:stretch>
            <a:fillRect/>
          </a:stretch>
        </p:blipFill>
        <p:spPr>
          <a:xfrm>
            <a:off x="9112469" y="4830443"/>
            <a:ext cx="2845982" cy="1847322"/>
          </a:xfrm>
          <a:prstGeom prst="rect">
            <a:avLst/>
          </a:prstGeom>
        </p:spPr>
      </p:pic>
    </p:spTree>
    <p:extLst>
      <p:ext uri="{BB962C8B-B14F-4D97-AF65-F5344CB8AC3E}">
        <p14:creationId xmlns:p14="http://schemas.microsoft.com/office/powerpoint/2010/main" val="3610377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AD00-F775-5802-BE0F-802F62C0CB7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E9524C7-0F7B-7AED-68F9-EE4245D73CDB}"/>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7E26315-D8B8-494E-FE36-5742F5CC5AD9}"/>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Mutual Funds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15E0B603-8CB0-15E3-1B2A-5E32877930D5}"/>
              </a:ext>
            </a:extLst>
          </p:cNvPr>
          <p:cNvSpPr txBox="1">
            <a:spLocks/>
          </p:cNvSpPr>
          <p:nvPr/>
        </p:nvSpPr>
        <p:spPr>
          <a:xfrm>
            <a:off x="81213" y="631438"/>
            <a:ext cx="11817276"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indent="-320040" algn="just">
              <a:spcBef>
                <a:spcPts val="700"/>
              </a:spcBef>
              <a:buClr>
                <a:srgbClr val="DA1F28"/>
              </a:buCl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Each mutual fund has a specified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investment policy</a:t>
            </a:r>
            <a:r>
              <a:rPr kumimoji="0" lang="en-US" sz="2800" b="0" i="0" u="none" strike="noStrike" kern="1200" cap="none" spc="0" normalizeH="0" baseline="0" noProof="0" dirty="0">
                <a:ln>
                  <a:noFill/>
                </a:ln>
                <a:solidFill>
                  <a:prstClr val="black"/>
                </a:solidFill>
                <a:effectLst/>
                <a:uLnTx/>
                <a:uFillTx/>
                <a:latin typeface="Tw Cen MT"/>
                <a:ea typeface="+mn-ea"/>
                <a:cs typeface="+mn-cs"/>
              </a:rPr>
              <a:t>, which is described in the fund’s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prospectus </a:t>
            </a:r>
            <a:r>
              <a:rPr kumimoji="0" lang="en-US" sz="2800" b="0" i="0" u="none" strike="noStrike" kern="1200" cap="none" spc="0" normalizeH="0" baseline="0" noProof="0" dirty="0">
                <a:ln>
                  <a:noFill/>
                </a:ln>
                <a:effectLst/>
                <a:uLnTx/>
                <a:uFillTx/>
                <a:latin typeface="Tw Cen MT"/>
                <a:ea typeface="+mn-ea"/>
                <a:cs typeface="+mn-cs"/>
              </a:rPr>
              <a:t>(summarized in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product highlight sheet</a:t>
            </a:r>
            <a:r>
              <a:rPr kumimoji="0" lang="en-US" sz="2800" b="0" i="0" u="none" strike="noStrike" kern="1200" cap="none" spc="0" normalizeH="0" baseline="0" noProof="0" dirty="0">
                <a:ln>
                  <a:noFill/>
                </a:ln>
                <a:effectLst/>
                <a:uLnTx/>
                <a:uFillTx/>
                <a:latin typeface="Tw Cen MT"/>
                <a:ea typeface="+mn-ea"/>
                <a:cs typeface="+mn-cs"/>
              </a:rPr>
              <a:t>).</a:t>
            </a:r>
          </a:p>
          <a:p>
            <a:pPr marL="0" marR="0" lvl="0" indent="0" algn="just" defTabSz="914400" rtl="0" eaLnBrk="1" fontAlgn="auto" latinLnBrk="0" hangingPunct="1">
              <a:lnSpc>
                <a:spcPct val="100000"/>
              </a:lnSpc>
              <a:spcBef>
                <a:spcPts val="700"/>
              </a:spcBef>
              <a:spcAft>
                <a:spcPts val="0"/>
              </a:spcAft>
              <a:buClr>
                <a:srgbClr val="DA1F28"/>
              </a:buClr>
              <a:buSzPct val="60000"/>
              <a:buNone/>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Based on their investment policies, mutual funds can be classified as:</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Money market funds </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Equity funds (income funds/growth funds)</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Bond funds</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Balanced/blended funds: they contain a bond component and an equity component in a specific ratio in a single portfolio. Many balanced funds are in fact funds of funds.</a:t>
            </a:r>
          </a:p>
          <a:p>
            <a:pPr marL="941060" lvl="1" indent="-514350" algn="just">
              <a:spcBef>
                <a:spcPts val="700"/>
              </a:spcBef>
              <a:buClr>
                <a:srgbClr val="DA1F28"/>
              </a:buClr>
              <a:buSzPct val="60000"/>
              <a:buFont typeface="+mj-lt"/>
              <a:buAutoNum type="arabicPeriod"/>
              <a:defRPr/>
            </a:pPr>
            <a:r>
              <a:rPr lang="en-US" sz="2400" dirty="0">
                <a:solidFill>
                  <a:srgbClr val="DA1F28">
                    <a:lumMod val="60000"/>
                    <a:lumOff val="40000"/>
                  </a:srgbClr>
                </a:solidFill>
                <a:latin typeface="Tw Cen MT"/>
              </a:rPr>
              <a:t>Index funds </a:t>
            </a:r>
            <a:r>
              <a:rPr lang="en-US" sz="2400" dirty="0">
                <a:solidFill>
                  <a:prstClr val="black"/>
                </a:solidFill>
                <a:latin typeface="Tw Cen MT"/>
              </a:rPr>
              <a:t>are mutual funds with a portfolio constructed to match or track a financial market index, such as S&amp;P500 and STI. Its performance mirrors the performance of the index it tracks.</a:t>
            </a: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4031510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25D8-AC6E-1FF5-EB1F-A9CF0A5A8A8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37ADAEF-D994-C643-3434-CD44D841ED51}"/>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44CFC645-C15F-B6F3-58E6-888F870ECB18}"/>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Mutual Funds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CD03C907-88D5-FDAB-8A3D-2AD081DCE77C}"/>
              </a:ext>
            </a:extLst>
          </p:cNvPr>
          <p:cNvSpPr txBox="1">
            <a:spLocks/>
          </p:cNvSpPr>
          <p:nvPr/>
        </p:nvSpPr>
        <p:spPr>
          <a:xfrm>
            <a:off x="81213" y="631438"/>
            <a:ext cx="11817276"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How funds are sold:</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Direct-marketed: sold through mails, office of the fund, over the phone, over the internet. Investors contact the fund directly to purchase shares.</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About half of fund sales are distributed through a </a:t>
            </a:r>
            <a:r>
              <a:rPr lang="en-US" sz="2400" dirty="0">
                <a:solidFill>
                  <a:srgbClr val="EC767C"/>
                </a:solidFill>
                <a:latin typeface="Tw Cen MT"/>
              </a:rPr>
              <a:t>sales force</a:t>
            </a:r>
            <a:r>
              <a:rPr lang="en-US" sz="2400" dirty="0">
                <a:solidFill>
                  <a:prstClr val="black"/>
                </a:solidFill>
                <a:latin typeface="Tw Cen MT"/>
              </a:rPr>
              <a:t>. Brokers and financial advisers receive a commission for selling shares to investors.</a:t>
            </a:r>
          </a:p>
          <a:p>
            <a:pPr marL="941060" lvl="1" indent="-514350" algn="just">
              <a:spcBef>
                <a:spcPts val="700"/>
              </a:spcBef>
              <a:buClr>
                <a:srgbClr val="DA1F28"/>
              </a:buClr>
              <a:buSzPct val="60000"/>
              <a:buFont typeface="+mj-lt"/>
              <a:buAutoNum type="arabicPeriod"/>
              <a:defRPr/>
            </a:pPr>
            <a:r>
              <a:rPr lang="en-US" sz="2400" dirty="0">
                <a:solidFill>
                  <a:prstClr val="black"/>
                </a:solidFill>
                <a:latin typeface="Tw Cen MT"/>
              </a:rPr>
              <a:t>Investors buy shares in investment companies, and ownership is proportional to the number of shares purchased. The value of each share is called the net asset value (NAV).</a:t>
            </a:r>
          </a:p>
          <a:p>
            <a:pPr marL="426710" lvl="1" indent="0" algn="just">
              <a:spcBef>
                <a:spcPts val="700"/>
              </a:spcBef>
              <a:buClr>
                <a:srgbClr val="DA1F28"/>
              </a:buClr>
              <a:buSzPct val="60000"/>
              <a:buNone/>
              <a:defRPr/>
            </a:pPr>
            <a:r>
              <a:rPr lang="en-US" sz="2400" dirty="0">
                <a:solidFill>
                  <a:srgbClr val="EC767C"/>
                </a:solidFill>
                <a:latin typeface="Tw Cen MT"/>
              </a:rPr>
              <a:t>                  NAV= (Market value of assets - liabilities)/(no. of shares outstanding)</a:t>
            </a:r>
          </a:p>
          <a:p>
            <a:pPr marL="941060" lvl="1" indent="-514350" algn="just">
              <a:spcBef>
                <a:spcPts val="700"/>
              </a:spcBef>
              <a:buClr>
                <a:srgbClr val="DA1F28"/>
              </a:buClr>
              <a:buSzPct val="60000"/>
              <a:buFont typeface="+mj-lt"/>
              <a:buAutoNum type="arabicPeriod" startAt="4"/>
              <a:defRPr/>
            </a:pPr>
            <a:r>
              <a:rPr lang="en-US" sz="2400" dirty="0">
                <a:solidFill>
                  <a:srgbClr val="EC767C"/>
                </a:solidFill>
                <a:latin typeface="Tw Cen MT"/>
              </a:rPr>
              <a:t>Late trading</a:t>
            </a:r>
            <a:r>
              <a:rPr lang="en-US" sz="2400" dirty="0">
                <a:solidFill>
                  <a:prstClr val="black"/>
                </a:solidFill>
                <a:latin typeface="Tw Cen MT"/>
              </a:rPr>
              <a:t>: The price of a mutual fund does not vary during the course of the trading day because it is set at the end of each trading day. You buy or sell a mutual fund at the end of the day after the price for that day has been set, based on the value of the individual investments in the fund.</a:t>
            </a:r>
          </a:p>
          <a:p>
            <a:pPr marL="426710" lvl="1" indent="0" algn="just">
              <a:spcBef>
                <a:spcPts val="700"/>
              </a:spcBef>
              <a:buClr>
                <a:srgbClr val="DA1F28"/>
              </a:buClr>
              <a:buSzPct val="60000"/>
              <a:buNone/>
              <a:defRPr/>
            </a:pPr>
            <a:r>
              <a:rPr kumimoji="0" lang="en-US" sz="2400" b="0" i="0" u="none" strike="noStrike" kern="1200" cap="none" spc="0" normalizeH="0" baseline="0" noProof="0" dirty="0">
                <a:ln>
                  <a:noFill/>
                </a:ln>
                <a:solidFill>
                  <a:srgbClr val="EC767C"/>
                </a:solidFill>
                <a:effectLst/>
                <a:uLnTx/>
                <a:uFillTx/>
                <a:latin typeface="Tw Cen MT"/>
                <a:ea typeface="+mn-ea"/>
                <a:cs typeface="+mn-cs"/>
              </a:rPr>
              <a:t>		</a:t>
            </a: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3272776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7903-A8AF-1A36-E8AE-054EDA994F3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50C9464-D235-D4B6-D738-42AAE8EBB9D5}"/>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5324154-08B5-8DA3-B8FA-B567D53E776C}"/>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Mutual Funds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65A5D332-DC56-CC04-F1C7-40D6B3E7A130}"/>
              </a:ext>
            </a:extLst>
          </p:cNvPr>
          <p:cNvSpPr txBox="1">
            <a:spLocks/>
          </p:cNvSpPr>
          <p:nvPr/>
        </p:nvSpPr>
        <p:spPr>
          <a:xfrm>
            <a:off x="81213" y="631438"/>
            <a:ext cx="11794698"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Fee structure</a:t>
            </a:r>
          </a:p>
          <a:p>
            <a:pPr marL="834390" lvl="1" indent="-514350" algn="just">
              <a:spcBef>
                <a:spcPts val="550"/>
              </a:spcBef>
              <a:buClr>
                <a:srgbClr val="FF7E79"/>
              </a:buClr>
              <a:buSzPct val="60000"/>
              <a:buFont typeface="+mj-lt"/>
              <a:buAutoNum type="arabicPeriod"/>
              <a:defRPr/>
            </a:pPr>
            <a:r>
              <a:rPr lang="en-US" sz="2400" b="1" dirty="0">
                <a:solidFill>
                  <a:srgbClr val="EC767C"/>
                </a:solidFill>
                <a:latin typeface="Tw Cen MT"/>
              </a:rPr>
              <a:t>Front-end load </a:t>
            </a:r>
            <a:r>
              <a:rPr lang="en-US" sz="2400" dirty="0">
                <a:solidFill>
                  <a:prstClr val="black"/>
                </a:solidFill>
                <a:latin typeface="Tw Cen MT"/>
              </a:rPr>
              <a:t>(i.e., sales charge): commission or sales charge paid when you purchase the shares. (mostly less than 6%)  </a:t>
            </a:r>
          </a:p>
          <a:p>
            <a:pPr marL="1200141" lvl="2" indent="-514350" algn="just">
              <a:spcBef>
                <a:spcPts val="550"/>
              </a:spcBef>
              <a:buClr>
                <a:srgbClr val="FF7E79"/>
              </a:buClr>
              <a:buSzPct val="60000"/>
              <a:buFont typeface="Arial" panose="020B0604020202020204" pitchFamily="34" charset="0"/>
              <a:buChar char="•"/>
              <a:defRPr/>
            </a:pPr>
            <a:r>
              <a:rPr lang="en-US" sz="2000" dirty="0">
                <a:solidFill>
                  <a:prstClr val="black"/>
                </a:solidFill>
                <a:latin typeface="Tw Cen MT"/>
              </a:rPr>
              <a:t>OCBC sales charge: ______</a:t>
            </a:r>
          </a:p>
          <a:p>
            <a:pPr marL="1200141" lvl="2" indent="-514350" algn="just">
              <a:spcBef>
                <a:spcPts val="550"/>
              </a:spcBef>
              <a:buClr>
                <a:srgbClr val="FF7E79"/>
              </a:buClr>
              <a:buSzPct val="60000"/>
              <a:buFont typeface="Arial" panose="020B0604020202020204" pitchFamily="34" charset="0"/>
              <a:buChar char="•"/>
              <a:defRPr/>
            </a:pPr>
            <a:endParaRPr lang="en-US" sz="2000" dirty="0">
              <a:solidFill>
                <a:prstClr val="black"/>
              </a:solidFill>
              <a:latin typeface="Tw Cen MT"/>
            </a:endParaRPr>
          </a:p>
          <a:p>
            <a:pPr marL="834390" lvl="1" indent="-514350" algn="just">
              <a:spcBef>
                <a:spcPts val="550"/>
              </a:spcBef>
              <a:buClr>
                <a:srgbClr val="FF7E79"/>
              </a:buClr>
              <a:buSzPct val="60000"/>
              <a:buFont typeface="+mj-lt"/>
              <a:buAutoNum type="arabicPeriod"/>
              <a:defRPr/>
            </a:pPr>
            <a:r>
              <a:rPr lang="en-US" sz="2400" b="1" dirty="0">
                <a:solidFill>
                  <a:srgbClr val="EC767C"/>
                </a:solidFill>
                <a:latin typeface="Tw Cen MT"/>
              </a:rPr>
              <a:t>Back-end load </a:t>
            </a:r>
            <a:r>
              <a:rPr lang="en-US" sz="2400" dirty="0">
                <a:solidFill>
                  <a:prstClr val="black"/>
                </a:solidFill>
                <a:latin typeface="Tw Cen MT"/>
              </a:rPr>
              <a:t>(i.e., redemption fee): redemption fee incurred when you sell your share. (5%-6% for those who charge this fee)</a:t>
            </a:r>
            <a:endParaRPr lang="en-US" sz="2400" b="1" dirty="0">
              <a:solidFill>
                <a:srgbClr val="EC767C"/>
              </a:solidFill>
              <a:latin typeface="Tw Cen MT"/>
            </a:endParaRPr>
          </a:p>
          <a:p>
            <a:pPr marL="834390" lvl="1" indent="-514350" algn="just">
              <a:spcBef>
                <a:spcPts val="550"/>
              </a:spcBef>
              <a:buClr>
                <a:srgbClr val="FF7E79"/>
              </a:buClr>
              <a:buSzPct val="60000"/>
              <a:buFont typeface="+mj-lt"/>
              <a:buAutoNum type="arabicPeriod"/>
              <a:defRPr/>
            </a:pPr>
            <a:r>
              <a:rPr lang="en-US" sz="2400" b="1" dirty="0">
                <a:solidFill>
                  <a:srgbClr val="EC767C"/>
                </a:solidFill>
                <a:latin typeface="Tw Cen MT"/>
              </a:rPr>
              <a:t>Operating expenses</a:t>
            </a:r>
            <a:r>
              <a:rPr kumimoji="0" lang="en-US" sz="2400" b="0" i="0" u="none" strike="noStrike" kern="1200" cap="none" spc="0" normalizeH="0" baseline="0" noProof="0" dirty="0">
                <a:ln>
                  <a:noFill/>
                </a:ln>
                <a:solidFill>
                  <a:prstClr val="black"/>
                </a:solidFill>
                <a:effectLst/>
                <a:uLnTx/>
                <a:uFillTx/>
                <a:latin typeface="Tw Cen MT"/>
                <a:ea typeface="+mn-ea"/>
                <a:cs typeface="+mn-cs"/>
              </a:rPr>
              <a:t>: the costs incurred by the mutual fund in operating the portfolio, including </a:t>
            </a:r>
            <a:r>
              <a:rPr kumimoji="0" lang="en-US" sz="2400" b="0" i="0" u="none" strike="noStrike" kern="1200" cap="none" spc="0" normalizeH="0" baseline="0" noProof="0" dirty="0">
                <a:ln>
                  <a:noFill/>
                </a:ln>
                <a:solidFill>
                  <a:srgbClr val="0CC7E4"/>
                </a:solidFill>
                <a:effectLst/>
                <a:uLnTx/>
                <a:uFillTx/>
                <a:latin typeface="Tw Cen MT"/>
                <a:ea typeface="+mn-ea"/>
                <a:cs typeface="+mn-cs"/>
              </a:rPr>
              <a:t>administrative expenses and advisory fees paid to the investment manager</a:t>
            </a:r>
            <a:r>
              <a:rPr kumimoji="0" lang="en-US" sz="2400" b="0" i="0" u="none" strike="noStrike" kern="1200" cap="none" spc="0" normalizeH="0" baseline="0" noProof="0" dirty="0">
                <a:ln>
                  <a:noFill/>
                </a:ln>
                <a:solidFill>
                  <a:prstClr val="black"/>
                </a:solidFill>
                <a:effectLst/>
                <a:uLnTx/>
                <a:uFillTx/>
                <a:latin typeface="Tw Cen MT"/>
                <a:ea typeface="+mn-ea"/>
                <a:cs typeface="+mn-cs"/>
              </a:rPr>
              <a:t>. These expenses range from 0.2% -1.5%.</a:t>
            </a:r>
          </a:p>
          <a:p>
            <a:pPr marL="834390" lvl="1" indent="-514350" algn="just">
              <a:spcBef>
                <a:spcPts val="550"/>
              </a:spcBef>
              <a:buClr>
                <a:srgbClr val="FF7E79"/>
              </a:buClr>
              <a:buSzPct val="60000"/>
              <a:buFont typeface="+mj-lt"/>
              <a:buAutoNum type="arabicPeriod"/>
              <a:defRPr/>
            </a:pPr>
            <a:r>
              <a:rPr lang="en-US" sz="2400" b="1" dirty="0">
                <a:solidFill>
                  <a:srgbClr val="EC767C"/>
                </a:solidFill>
                <a:latin typeface="Tw Cen MT"/>
              </a:rPr>
              <a:t>12b-1 Charges</a:t>
            </a:r>
            <a:r>
              <a:rPr kumimoji="0" lang="en-US" sz="2400" b="0" i="0" u="none" strike="noStrike" kern="1200" cap="none" spc="0" normalizeH="0" baseline="0" noProof="0" dirty="0">
                <a:ln>
                  <a:noFill/>
                </a:ln>
                <a:solidFill>
                  <a:prstClr val="black"/>
                </a:solidFill>
                <a:effectLst/>
                <a:uLnTx/>
                <a:uFillTx/>
                <a:latin typeface="Tw Cen MT"/>
                <a:ea typeface="+mn-ea"/>
                <a:cs typeface="+mn-cs"/>
              </a:rPr>
              <a:t>: </a:t>
            </a:r>
            <a:r>
              <a:rPr kumimoji="0" lang="en-US" sz="2400" b="0" i="0" u="none" strike="noStrike" kern="1200" cap="none" spc="0" normalizeH="0" baseline="0" noProof="0" dirty="0">
                <a:ln>
                  <a:noFill/>
                </a:ln>
                <a:solidFill>
                  <a:srgbClr val="0CC7E4"/>
                </a:solidFill>
                <a:effectLst/>
                <a:uLnTx/>
                <a:uFillTx/>
                <a:latin typeface="Tw Cen MT"/>
                <a:ea typeface="+mn-ea"/>
                <a:cs typeface="+mn-cs"/>
              </a:rPr>
              <a:t>distribution costs </a:t>
            </a:r>
            <a:r>
              <a:rPr kumimoji="0" lang="en-US" sz="2400" b="0" i="0" u="none" strike="noStrike" kern="1200" cap="none" spc="0" normalizeH="0" baseline="0" noProof="0" dirty="0">
                <a:ln>
                  <a:noFill/>
                </a:ln>
                <a:solidFill>
                  <a:prstClr val="black"/>
                </a:solidFill>
                <a:effectLst/>
                <a:uLnTx/>
                <a:uFillTx/>
                <a:latin typeface="Tw Cen MT"/>
                <a:ea typeface="+mn-ea"/>
                <a:cs typeface="+mn-cs"/>
              </a:rPr>
              <a:t>such as advertising, promotional literature, including annual reports and prospectuses, and </a:t>
            </a:r>
            <a:r>
              <a:rPr kumimoji="0" lang="en-US" sz="2400" b="0" i="0" u="none" strike="noStrike" kern="1200" cap="none" spc="0" normalizeH="0" baseline="0" noProof="0" dirty="0">
                <a:ln>
                  <a:noFill/>
                </a:ln>
                <a:solidFill>
                  <a:srgbClr val="0CC7E4"/>
                </a:solidFill>
                <a:effectLst/>
                <a:uLnTx/>
                <a:uFillTx/>
                <a:latin typeface="Tw Cen MT"/>
                <a:ea typeface="+mn-ea"/>
                <a:cs typeface="+mn-cs"/>
              </a:rPr>
              <a:t>commissions paid to brokers who sell the fund to investors</a:t>
            </a:r>
            <a:r>
              <a:rPr kumimoji="0" lang="en-US" sz="2400" b="0" i="0" u="none" strike="noStrike" kern="1200" cap="none" spc="0" normalizeH="0" baseline="0" noProof="0" dirty="0">
                <a:ln>
                  <a:noFill/>
                </a:ln>
                <a:solidFill>
                  <a:prstClr val="black"/>
                </a:solidFill>
                <a:effectLst/>
                <a:uLnTx/>
                <a:uFillTx/>
                <a:latin typeface="Tw Cen MT"/>
                <a:ea typeface="+mn-ea"/>
                <a:cs typeface="+mn-cs"/>
              </a:rPr>
              <a:t>. (limited to 1% of a fund’s average net assets per year)</a:t>
            </a:r>
          </a:p>
          <a:p>
            <a:pPr marL="426710" lvl="1" indent="0" algn="just">
              <a:spcBef>
                <a:spcPts val="700"/>
              </a:spcBef>
              <a:buClr>
                <a:srgbClr val="DA1F28"/>
              </a:buClr>
              <a:buSzPct val="60000"/>
              <a:buNone/>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
        <p:nvSpPr>
          <p:cNvPr id="2" name="Rectangle 1">
            <a:extLst>
              <a:ext uri="{FF2B5EF4-FFF2-40B4-BE49-F238E27FC236}">
                <a16:creationId xmlns:a16="http://schemas.microsoft.com/office/drawing/2014/main" id="{4EF8E2E6-90C5-2270-89BF-501A947CFD40}"/>
              </a:ext>
            </a:extLst>
          </p:cNvPr>
          <p:cNvSpPr/>
          <p:nvPr/>
        </p:nvSpPr>
        <p:spPr>
          <a:xfrm>
            <a:off x="997043" y="5988047"/>
            <a:ext cx="2933905" cy="477029"/>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600" b="0" i="0" u="none" strike="noStrike" kern="0" cap="none" spc="0" normalizeH="0" baseline="0" noProof="0" dirty="0">
                <a:ln>
                  <a:noFill/>
                </a:ln>
                <a:solidFill>
                  <a:prstClr val="white"/>
                </a:solidFill>
                <a:effectLst/>
                <a:uLnTx/>
                <a:uFillTx/>
                <a:latin typeface="Tw Cen MT"/>
                <a:ea typeface="+mn-ea"/>
                <a:cs typeface="+mn-cs"/>
              </a:rPr>
              <a:t>(Total) Expense ratio</a:t>
            </a:r>
          </a:p>
        </p:txBody>
      </p:sp>
      <p:pic>
        <p:nvPicPr>
          <p:cNvPr id="3" name="Picture 2">
            <a:extLst>
              <a:ext uri="{FF2B5EF4-FFF2-40B4-BE49-F238E27FC236}">
                <a16:creationId xmlns:a16="http://schemas.microsoft.com/office/drawing/2014/main" id="{6B1D034D-6E3B-33C7-7FA5-2193DC6D69F6}"/>
              </a:ext>
            </a:extLst>
          </p:cNvPr>
          <p:cNvPicPr>
            <a:picLocks noChangeAspect="1"/>
          </p:cNvPicPr>
          <p:nvPr/>
        </p:nvPicPr>
        <p:blipFill>
          <a:blip r:embed="rId3"/>
          <a:stretch>
            <a:fillRect/>
          </a:stretch>
        </p:blipFill>
        <p:spPr>
          <a:xfrm>
            <a:off x="4574810" y="1956390"/>
            <a:ext cx="4366478" cy="821668"/>
          </a:xfrm>
          <a:prstGeom prst="rect">
            <a:avLst/>
          </a:prstGeom>
        </p:spPr>
      </p:pic>
      <p:grpSp>
        <p:nvGrpSpPr>
          <p:cNvPr id="14" name="Group 13">
            <a:extLst>
              <a:ext uri="{FF2B5EF4-FFF2-40B4-BE49-F238E27FC236}">
                <a16:creationId xmlns:a16="http://schemas.microsoft.com/office/drawing/2014/main" id="{22FC79D3-D0D1-1931-FFDA-835195893B01}"/>
              </a:ext>
            </a:extLst>
          </p:cNvPr>
          <p:cNvGrpSpPr/>
          <p:nvPr/>
        </p:nvGrpSpPr>
        <p:grpSpPr>
          <a:xfrm>
            <a:off x="3549665" y="2023396"/>
            <a:ext cx="813960" cy="252360"/>
            <a:chOff x="3549665" y="2023396"/>
            <a:chExt cx="813960" cy="25236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D8C9210-B69C-797D-762B-32CB61BDE19D}"/>
                    </a:ext>
                  </a:extLst>
                </p14:cNvPr>
                <p14:cNvContentPartPr/>
                <p14:nvPr/>
              </p14:nvContentPartPr>
              <p14:xfrm>
                <a:off x="3549665" y="2034556"/>
                <a:ext cx="104760" cy="156240"/>
              </p14:xfrm>
            </p:contentPart>
          </mc:Choice>
          <mc:Fallback>
            <p:pic>
              <p:nvPicPr>
                <p:cNvPr id="4" name="Ink 3">
                  <a:extLst>
                    <a:ext uri="{FF2B5EF4-FFF2-40B4-BE49-F238E27FC236}">
                      <a16:creationId xmlns:a16="http://schemas.microsoft.com/office/drawing/2014/main" id="{7D8C9210-B69C-797D-762B-32CB61BDE19D}"/>
                    </a:ext>
                  </a:extLst>
                </p:cNvPr>
                <p:cNvPicPr/>
                <p:nvPr/>
              </p:nvPicPr>
              <p:blipFill>
                <a:blip r:embed="rId5"/>
                <a:stretch>
                  <a:fillRect/>
                </a:stretch>
              </p:blipFill>
              <p:spPr>
                <a:xfrm>
                  <a:off x="3543545" y="2028436"/>
                  <a:ext cx="1170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195A3093-A2C1-4E1A-FB4D-9D23ACC1B270}"/>
                    </a:ext>
                  </a:extLst>
                </p14:cNvPr>
                <p14:cNvContentPartPr/>
                <p14:nvPr/>
              </p14:nvContentPartPr>
              <p14:xfrm>
                <a:off x="3728585" y="2205556"/>
                <a:ext cx="6120" cy="34920"/>
              </p14:xfrm>
            </p:contentPart>
          </mc:Choice>
          <mc:Fallback>
            <p:pic>
              <p:nvPicPr>
                <p:cNvPr id="6" name="Ink 5">
                  <a:extLst>
                    <a:ext uri="{FF2B5EF4-FFF2-40B4-BE49-F238E27FC236}">
                      <a16:creationId xmlns:a16="http://schemas.microsoft.com/office/drawing/2014/main" id="{195A3093-A2C1-4E1A-FB4D-9D23ACC1B270}"/>
                    </a:ext>
                  </a:extLst>
                </p:cNvPr>
                <p:cNvPicPr/>
                <p:nvPr/>
              </p:nvPicPr>
              <p:blipFill>
                <a:blip r:embed="rId7"/>
                <a:stretch>
                  <a:fillRect/>
                </a:stretch>
              </p:blipFill>
              <p:spPr>
                <a:xfrm>
                  <a:off x="3722465" y="2199436"/>
                  <a:ext cx="183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C30BB3B4-6664-92E8-A8CE-BFFB6BA1E2B5}"/>
                    </a:ext>
                  </a:extLst>
                </p14:cNvPr>
                <p14:cNvContentPartPr/>
                <p14:nvPr/>
              </p14:nvContentPartPr>
              <p14:xfrm>
                <a:off x="3799505" y="2024836"/>
                <a:ext cx="132840" cy="250920"/>
              </p14:xfrm>
            </p:contentPart>
          </mc:Choice>
          <mc:Fallback>
            <p:pic>
              <p:nvPicPr>
                <p:cNvPr id="9" name="Ink 8">
                  <a:extLst>
                    <a:ext uri="{FF2B5EF4-FFF2-40B4-BE49-F238E27FC236}">
                      <a16:creationId xmlns:a16="http://schemas.microsoft.com/office/drawing/2014/main" id="{C30BB3B4-6664-92E8-A8CE-BFFB6BA1E2B5}"/>
                    </a:ext>
                  </a:extLst>
                </p:cNvPr>
                <p:cNvPicPr/>
                <p:nvPr/>
              </p:nvPicPr>
              <p:blipFill>
                <a:blip r:embed="rId9"/>
                <a:stretch>
                  <a:fillRect/>
                </a:stretch>
              </p:blipFill>
              <p:spPr>
                <a:xfrm>
                  <a:off x="3793385" y="2018716"/>
                  <a:ext cx="1450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BC1AABD2-E2D3-9A9E-A608-6568916E0941}"/>
                    </a:ext>
                  </a:extLst>
                </p14:cNvPr>
                <p14:cNvContentPartPr/>
                <p14:nvPr/>
              </p14:nvContentPartPr>
              <p14:xfrm>
                <a:off x="4024145" y="2071276"/>
                <a:ext cx="109440" cy="199080"/>
              </p14:xfrm>
            </p:contentPart>
          </mc:Choice>
          <mc:Fallback>
            <p:pic>
              <p:nvPicPr>
                <p:cNvPr id="10" name="Ink 9">
                  <a:extLst>
                    <a:ext uri="{FF2B5EF4-FFF2-40B4-BE49-F238E27FC236}">
                      <a16:creationId xmlns:a16="http://schemas.microsoft.com/office/drawing/2014/main" id="{BC1AABD2-E2D3-9A9E-A608-6568916E0941}"/>
                    </a:ext>
                  </a:extLst>
                </p:cNvPr>
                <p:cNvPicPr/>
                <p:nvPr/>
              </p:nvPicPr>
              <p:blipFill>
                <a:blip r:embed="rId11"/>
                <a:stretch>
                  <a:fillRect/>
                </a:stretch>
              </p:blipFill>
              <p:spPr>
                <a:xfrm>
                  <a:off x="4018025" y="2065156"/>
                  <a:ext cx="12168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EEF9BD38-02FE-D918-96E5-604AFE00063F}"/>
                    </a:ext>
                  </a:extLst>
                </p14:cNvPr>
                <p14:cNvContentPartPr/>
                <p14:nvPr/>
              </p14:nvContentPartPr>
              <p14:xfrm>
                <a:off x="4143305" y="2023396"/>
                <a:ext cx="65520" cy="74520"/>
              </p14:xfrm>
            </p:contentPart>
          </mc:Choice>
          <mc:Fallback>
            <p:pic>
              <p:nvPicPr>
                <p:cNvPr id="11" name="Ink 10">
                  <a:extLst>
                    <a:ext uri="{FF2B5EF4-FFF2-40B4-BE49-F238E27FC236}">
                      <a16:creationId xmlns:a16="http://schemas.microsoft.com/office/drawing/2014/main" id="{EEF9BD38-02FE-D918-96E5-604AFE00063F}"/>
                    </a:ext>
                  </a:extLst>
                </p:cNvPr>
                <p:cNvPicPr/>
                <p:nvPr/>
              </p:nvPicPr>
              <p:blipFill>
                <a:blip r:embed="rId13"/>
                <a:stretch>
                  <a:fillRect/>
                </a:stretch>
              </p:blipFill>
              <p:spPr>
                <a:xfrm>
                  <a:off x="4137185" y="2017276"/>
                  <a:ext cx="777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5FA1DBD1-0958-F92C-EAEA-27822EB9BBCA}"/>
                    </a:ext>
                  </a:extLst>
                </p14:cNvPr>
                <p14:cNvContentPartPr/>
                <p14:nvPr/>
              </p14:nvContentPartPr>
              <p14:xfrm>
                <a:off x="4196945" y="2039956"/>
                <a:ext cx="166680" cy="177840"/>
              </p14:xfrm>
            </p:contentPart>
          </mc:Choice>
          <mc:Fallback>
            <p:pic>
              <p:nvPicPr>
                <p:cNvPr id="12" name="Ink 11">
                  <a:extLst>
                    <a:ext uri="{FF2B5EF4-FFF2-40B4-BE49-F238E27FC236}">
                      <a16:creationId xmlns:a16="http://schemas.microsoft.com/office/drawing/2014/main" id="{5FA1DBD1-0958-F92C-EAEA-27822EB9BBCA}"/>
                    </a:ext>
                  </a:extLst>
                </p:cNvPr>
                <p:cNvPicPr/>
                <p:nvPr/>
              </p:nvPicPr>
              <p:blipFill>
                <a:blip r:embed="rId15"/>
                <a:stretch>
                  <a:fillRect/>
                </a:stretch>
              </p:blipFill>
              <p:spPr>
                <a:xfrm>
                  <a:off x="4190825" y="2033836"/>
                  <a:ext cx="1789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08F2FA24-6101-3D61-D07B-C833EFD1793B}"/>
                    </a:ext>
                  </a:extLst>
                </p14:cNvPr>
                <p14:cNvContentPartPr/>
                <p14:nvPr/>
              </p14:nvContentPartPr>
              <p14:xfrm>
                <a:off x="4264985" y="2163796"/>
                <a:ext cx="78120" cy="75600"/>
              </p14:xfrm>
            </p:contentPart>
          </mc:Choice>
          <mc:Fallback>
            <p:pic>
              <p:nvPicPr>
                <p:cNvPr id="13" name="Ink 12">
                  <a:extLst>
                    <a:ext uri="{FF2B5EF4-FFF2-40B4-BE49-F238E27FC236}">
                      <a16:creationId xmlns:a16="http://schemas.microsoft.com/office/drawing/2014/main" id="{08F2FA24-6101-3D61-D07B-C833EFD1793B}"/>
                    </a:ext>
                  </a:extLst>
                </p:cNvPr>
                <p:cNvPicPr/>
                <p:nvPr/>
              </p:nvPicPr>
              <p:blipFill>
                <a:blip r:embed="rId17"/>
                <a:stretch>
                  <a:fillRect/>
                </a:stretch>
              </p:blipFill>
              <p:spPr>
                <a:xfrm>
                  <a:off x="4258865" y="2157676"/>
                  <a:ext cx="90360" cy="87840"/>
                </a:xfrm>
                <a:prstGeom prst="rect">
                  <a:avLst/>
                </a:prstGeom>
              </p:spPr>
            </p:pic>
          </mc:Fallback>
        </mc:AlternateContent>
      </p:grpSp>
      <p:grpSp>
        <p:nvGrpSpPr>
          <p:cNvPr id="28" name="Group 27">
            <a:extLst>
              <a:ext uri="{FF2B5EF4-FFF2-40B4-BE49-F238E27FC236}">
                <a16:creationId xmlns:a16="http://schemas.microsoft.com/office/drawing/2014/main" id="{7115BA98-9E21-EBC3-52D5-C7CA20745421}"/>
              </a:ext>
            </a:extLst>
          </p:cNvPr>
          <p:cNvGrpSpPr/>
          <p:nvPr/>
        </p:nvGrpSpPr>
        <p:grpSpPr>
          <a:xfrm>
            <a:off x="1170425" y="2433796"/>
            <a:ext cx="997200" cy="309240"/>
            <a:chOff x="1170425" y="2433796"/>
            <a:chExt cx="997200" cy="309240"/>
          </a:xfrm>
        </p:grpSpPr>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4E15D67E-CB93-EA9C-9DED-FFF66DEEE24A}"/>
                    </a:ext>
                  </a:extLst>
                </p14:cNvPr>
                <p14:cNvContentPartPr/>
                <p14:nvPr/>
              </p14:nvContentPartPr>
              <p14:xfrm>
                <a:off x="1170425" y="2433796"/>
                <a:ext cx="106200" cy="251280"/>
              </p14:xfrm>
            </p:contentPart>
          </mc:Choice>
          <mc:Fallback>
            <p:pic>
              <p:nvPicPr>
                <p:cNvPr id="15" name="Ink 14">
                  <a:extLst>
                    <a:ext uri="{FF2B5EF4-FFF2-40B4-BE49-F238E27FC236}">
                      <a16:creationId xmlns:a16="http://schemas.microsoft.com/office/drawing/2014/main" id="{4E15D67E-CB93-EA9C-9DED-FFF66DEEE24A}"/>
                    </a:ext>
                  </a:extLst>
                </p:cNvPr>
                <p:cNvPicPr/>
                <p:nvPr/>
              </p:nvPicPr>
              <p:blipFill>
                <a:blip r:embed="rId19"/>
                <a:stretch>
                  <a:fillRect/>
                </a:stretch>
              </p:blipFill>
              <p:spPr>
                <a:xfrm>
                  <a:off x="1164305" y="2427676"/>
                  <a:ext cx="11844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EF53C7DB-E476-59E9-EE4A-2DE703E6D424}"/>
                    </a:ext>
                  </a:extLst>
                </p14:cNvPr>
                <p14:cNvContentPartPr/>
                <p14:nvPr/>
              </p14:nvContentPartPr>
              <p14:xfrm>
                <a:off x="1351865" y="2653036"/>
                <a:ext cx="11880" cy="23400"/>
              </p14:xfrm>
            </p:contentPart>
          </mc:Choice>
          <mc:Fallback>
            <p:pic>
              <p:nvPicPr>
                <p:cNvPr id="16" name="Ink 15">
                  <a:extLst>
                    <a:ext uri="{FF2B5EF4-FFF2-40B4-BE49-F238E27FC236}">
                      <a16:creationId xmlns:a16="http://schemas.microsoft.com/office/drawing/2014/main" id="{EF53C7DB-E476-59E9-EE4A-2DE703E6D424}"/>
                    </a:ext>
                  </a:extLst>
                </p:cNvPr>
                <p:cNvPicPr/>
                <p:nvPr/>
              </p:nvPicPr>
              <p:blipFill>
                <a:blip r:embed="rId21"/>
                <a:stretch>
                  <a:fillRect/>
                </a:stretch>
              </p:blipFill>
              <p:spPr>
                <a:xfrm>
                  <a:off x="1345745" y="2646916"/>
                  <a:ext cx="2412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9CE92B98-E855-362E-FC22-55814EE0779F}"/>
                    </a:ext>
                  </a:extLst>
                </p14:cNvPr>
                <p14:cNvContentPartPr/>
                <p14:nvPr/>
              </p14:nvContentPartPr>
              <p14:xfrm>
                <a:off x="1365545" y="2550436"/>
                <a:ext cx="51120" cy="43560"/>
              </p14:xfrm>
            </p:contentPart>
          </mc:Choice>
          <mc:Fallback>
            <p:pic>
              <p:nvPicPr>
                <p:cNvPr id="17" name="Ink 16">
                  <a:extLst>
                    <a:ext uri="{FF2B5EF4-FFF2-40B4-BE49-F238E27FC236}">
                      <a16:creationId xmlns:a16="http://schemas.microsoft.com/office/drawing/2014/main" id="{9CE92B98-E855-362E-FC22-55814EE0779F}"/>
                    </a:ext>
                  </a:extLst>
                </p:cNvPr>
                <p:cNvPicPr/>
                <p:nvPr/>
              </p:nvPicPr>
              <p:blipFill>
                <a:blip r:embed="rId23"/>
                <a:stretch>
                  <a:fillRect/>
                </a:stretch>
              </p:blipFill>
              <p:spPr>
                <a:xfrm>
                  <a:off x="1359425" y="2544316"/>
                  <a:ext cx="6336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11FB4B3A-B18A-A573-8154-2489E5C2D44B}"/>
                    </a:ext>
                  </a:extLst>
                </p14:cNvPr>
                <p14:cNvContentPartPr/>
                <p14:nvPr/>
              </p14:nvContentPartPr>
              <p14:xfrm>
                <a:off x="1422785" y="2558716"/>
                <a:ext cx="83520" cy="139320"/>
              </p14:xfrm>
            </p:contentPart>
          </mc:Choice>
          <mc:Fallback>
            <p:pic>
              <p:nvPicPr>
                <p:cNvPr id="18" name="Ink 17">
                  <a:extLst>
                    <a:ext uri="{FF2B5EF4-FFF2-40B4-BE49-F238E27FC236}">
                      <a16:creationId xmlns:a16="http://schemas.microsoft.com/office/drawing/2014/main" id="{11FB4B3A-B18A-A573-8154-2489E5C2D44B}"/>
                    </a:ext>
                  </a:extLst>
                </p:cNvPr>
                <p:cNvPicPr/>
                <p:nvPr/>
              </p:nvPicPr>
              <p:blipFill>
                <a:blip r:embed="rId25"/>
                <a:stretch>
                  <a:fillRect/>
                </a:stretch>
              </p:blipFill>
              <p:spPr>
                <a:xfrm>
                  <a:off x="1416665" y="2552596"/>
                  <a:ext cx="957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9233CB7A-58F1-FF99-412B-02C61C2B1ADB}"/>
                    </a:ext>
                  </a:extLst>
                </p14:cNvPr>
                <p14:cNvContentPartPr/>
                <p14:nvPr/>
              </p14:nvContentPartPr>
              <p14:xfrm>
                <a:off x="1532585" y="2603716"/>
                <a:ext cx="486720" cy="139320"/>
              </p14:xfrm>
            </p:contentPart>
          </mc:Choice>
          <mc:Fallback>
            <p:pic>
              <p:nvPicPr>
                <p:cNvPr id="19" name="Ink 18">
                  <a:extLst>
                    <a:ext uri="{FF2B5EF4-FFF2-40B4-BE49-F238E27FC236}">
                      <a16:creationId xmlns:a16="http://schemas.microsoft.com/office/drawing/2014/main" id="{9233CB7A-58F1-FF99-412B-02C61C2B1ADB}"/>
                    </a:ext>
                  </a:extLst>
                </p:cNvPr>
                <p:cNvPicPr/>
                <p:nvPr/>
              </p:nvPicPr>
              <p:blipFill>
                <a:blip r:embed="rId27"/>
                <a:stretch>
                  <a:fillRect/>
                </a:stretch>
              </p:blipFill>
              <p:spPr>
                <a:xfrm>
                  <a:off x="1526465" y="2597596"/>
                  <a:ext cx="4989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565DD812-7DAC-055C-C889-11249F736CA9}"/>
                    </a:ext>
                  </a:extLst>
                </p14:cNvPr>
                <p14:cNvContentPartPr/>
                <p14:nvPr/>
              </p14:nvContentPartPr>
              <p14:xfrm>
                <a:off x="2038025" y="2574916"/>
                <a:ext cx="129600" cy="157320"/>
              </p14:xfrm>
            </p:contentPart>
          </mc:Choice>
          <mc:Fallback>
            <p:pic>
              <p:nvPicPr>
                <p:cNvPr id="20" name="Ink 19">
                  <a:extLst>
                    <a:ext uri="{FF2B5EF4-FFF2-40B4-BE49-F238E27FC236}">
                      <a16:creationId xmlns:a16="http://schemas.microsoft.com/office/drawing/2014/main" id="{565DD812-7DAC-055C-C889-11249F736CA9}"/>
                    </a:ext>
                  </a:extLst>
                </p:cNvPr>
                <p:cNvPicPr/>
                <p:nvPr/>
              </p:nvPicPr>
              <p:blipFill>
                <a:blip r:embed="rId29"/>
                <a:stretch>
                  <a:fillRect/>
                </a:stretch>
              </p:blipFill>
              <p:spPr>
                <a:xfrm>
                  <a:off x="2031905" y="2568796"/>
                  <a:ext cx="141840" cy="169560"/>
                </a:xfrm>
                <a:prstGeom prst="rect">
                  <a:avLst/>
                </a:prstGeom>
              </p:spPr>
            </p:pic>
          </mc:Fallback>
        </mc:AlternateContent>
      </p:grpSp>
      <p:grpSp>
        <p:nvGrpSpPr>
          <p:cNvPr id="27" name="Group 26">
            <a:extLst>
              <a:ext uri="{FF2B5EF4-FFF2-40B4-BE49-F238E27FC236}">
                <a16:creationId xmlns:a16="http://schemas.microsoft.com/office/drawing/2014/main" id="{1232A1D2-754D-B650-37E4-BBD12E100AB1}"/>
              </a:ext>
            </a:extLst>
          </p:cNvPr>
          <p:cNvGrpSpPr/>
          <p:nvPr/>
        </p:nvGrpSpPr>
        <p:grpSpPr>
          <a:xfrm>
            <a:off x="2337545" y="2503636"/>
            <a:ext cx="624240" cy="299160"/>
            <a:chOff x="2337545" y="2503636"/>
            <a:chExt cx="624240" cy="299160"/>
          </a:xfrm>
        </p:grpSpPr>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F349486A-835A-035D-0193-A84E7742856C}"/>
                    </a:ext>
                  </a:extLst>
                </p14:cNvPr>
                <p14:cNvContentPartPr/>
                <p14:nvPr/>
              </p14:nvContentPartPr>
              <p14:xfrm>
                <a:off x="2337545" y="2503636"/>
                <a:ext cx="107280" cy="250920"/>
              </p14:xfrm>
            </p:contentPart>
          </mc:Choice>
          <mc:Fallback>
            <p:pic>
              <p:nvPicPr>
                <p:cNvPr id="21" name="Ink 20">
                  <a:extLst>
                    <a:ext uri="{FF2B5EF4-FFF2-40B4-BE49-F238E27FC236}">
                      <a16:creationId xmlns:a16="http://schemas.microsoft.com/office/drawing/2014/main" id="{F349486A-835A-035D-0193-A84E7742856C}"/>
                    </a:ext>
                  </a:extLst>
                </p:cNvPr>
                <p:cNvPicPr/>
                <p:nvPr/>
              </p:nvPicPr>
              <p:blipFill>
                <a:blip r:embed="rId31"/>
                <a:stretch>
                  <a:fillRect/>
                </a:stretch>
              </p:blipFill>
              <p:spPr>
                <a:xfrm>
                  <a:off x="2331425" y="2497516"/>
                  <a:ext cx="11952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43CC967E-281B-C56D-7886-65A247E9078E}"/>
                    </a:ext>
                  </a:extLst>
                </p14:cNvPr>
                <p14:cNvContentPartPr/>
                <p14:nvPr/>
              </p14:nvContentPartPr>
              <p14:xfrm>
                <a:off x="2444465" y="2676076"/>
                <a:ext cx="98640" cy="88200"/>
              </p14:xfrm>
            </p:contentPart>
          </mc:Choice>
          <mc:Fallback>
            <p:pic>
              <p:nvPicPr>
                <p:cNvPr id="22" name="Ink 21">
                  <a:extLst>
                    <a:ext uri="{FF2B5EF4-FFF2-40B4-BE49-F238E27FC236}">
                      <a16:creationId xmlns:a16="http://schemas.microsoft.com/office/drawing/2014/main" id="{43CC967E-281B-C56D-7886-65A247E9078E}"/>
                    </a:ext>
                  </a:extLst>
                </p:cNvPr>
                <p:cNvPicPr/>
                <p:nvPr/>
              </p:nvPicPr>
              <p:blipFill>
                <a:blip r:embed="rId33"/>
                <a:stretch>
                  <a:fillRect/>
                </a:stretch>
              </p:blipFill>
              <p:spPr>
                <a:xfrm>
                  <a:off x="2438345" y="2669956"/>
                  <a:ext cx="1108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C0F10697-2552-9426-A519-DD73131F458C}"/>
                    </a:ext>
                  </a:extLst>
                </p14:cNvPr>
                <p14:cNvContentPartPr/>
                <p14:nvPr/>
              </p14:nvContentPartPr>
              <p14:xfrm>
                <a:off x="2519705" y="2695156"/>
                <a:ext cx="62640" cy="91800"/>
              </p14:xfrm>
            </p:contentPart>
          </mc:Choice>
          <mc:Fallback>
            <p:pic>
              <p:nvPicPr>
                <p:cNvPr id="23" name="Ink 22">
                  <a:extLst>
                    <a:ext uri="{FF2B5EF4-FFF2-40B4-BE49-F238E27FC236}">
                      <a16:creationId xmlns:a16="http://schemas.microsoft.com/office/drawing/2014/main" id="{C0F10697-2552-9426-A519-DD73131F458C}"/>
                    </a:ext>
                  </a:extLst>
                </p:cNvPr>
                <p:cNvPicPr/>
                <p:nvPr/>
              </p:nvPicPr>
              <p:blipFill>
                <a:blip r:embed="rId35"/>
                <a:stretch>
                  <a:fillRect/>
                </a:stretch>
              </p:blipFill>
              <p:spPr>
                <a:xfrm>
                  <a:off x="2513585" y="2689036"/>
                  <a:ext cx="748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289063FB-A79F-AB6C-D4C1-5010C7569FF0}"/>
                    </a:ext>
                  </a:extLst>
                </p14:cNvPr>
                <p14:cNvContentPartPr/>
                <p14:nvPr/>
              </p14:nvContentPartPr>
              <p14:xfrm>
                <a:off x="2619785" y="2596156"/>
                <a:ext cx="17640" cy="179280"/>
              </p14:xfrm>
            </p:contentPart>
          </mc:Choice>
          <mc:Fallback>
            <p:pic>
              <p:nvPicPr>
                <p:cNvPr id="24" name="Ink 23">
                  <a:extLst>
                    <a:ext uri="{FF2B5EF4-FFF2-40B4-BE49-F238E27FC236}">
                      <a16:creationId xmlns:a16="http://schemas.microsoft.com/office/drawing/2014/main" id="{289063FB-A79F-AB6C-D4C1-5010C7569FF0}"/>
                    </a:ext>
                  </a:extLst>
                </p:cNvPr>
                <p:cNvPicPr/>
                <p:nvPr/>
              </p:nvPicPr>
              <p:blipFill>
                <a:blip r:embed="rId37"/>
                <a:stretch>
                  <a:fillRect/>
                </a:stretch>
              </p:blipFill>
              <p:spPr>
                <a:xfrm>
                  <a:off x="2613665" y="2590036"/>
                  <a:ext cx="298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6BF84117-DC63-510E-504F-CDBE7402C1C3}"/>
                    </a:ext>
                  </a:extLst>
                </p14:cNvPr>
                <p14:cNvContentPartPr/>
                <p14:nvPr/>
              </p14:nvContentPartPr>
              <p14:xfrm>
                <a:off x="2686745" y="2668516"/>
                <a:ext cx="75960" cy="84960"/>
              </p14:xfrm>
            </p:contentPart>
          </mc:Choice>
          <mc:Fallback>
            <p:pic>
              <p:nvPicPr>
                <p:cNvPr id="25" name="Ink 24">
                  <a:extLst>
                    <a:ext uri="{FF2B5EF4-FFF2-40B4-BE49-F238E27FC236}">
                      <a16:creationId xmlns:a16="http://schemas.microsoft.com/office/drawing/2014/main" id="{6BF84117-DC63-510E-504F-CDBE7402C1C3}"/>
                    </a:ext>
                  </a:extLst>
                </p:cNvPr>
                <p:cNvPicPr/>
                <p:nvPr/>
              </p:nvPicPr>
              <p:blipFill>
                <a:blip r:embed="rId39"/>
                <a:stretch>
                  <a:fillRect/>
                </a:stretch>
              </p:blipFill>
              <p:spPr>
                <a:xfrm>
                  <a:off x="2680625" y="2662396"/>
                  <a:ext cx="882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9551459B-D22D-CFE4-51F1-4C73DF6ABAD9}"/>
                    </a:ext>
                  </a:extLst>
                </p14:cNvPr>
                <p14:cNvContentPartPr/>
                <p14:nvPr/>
              </p14:nvContentPartPr>
              <p14:xfrm>
                <a:off x="2756945" y="2638636"/>
                <a:ext cx="204840" cy="164160"/>
              </p14:xfrm>
            </p:contentPart>
          </mc:Choice>
          <mc:Fallback>
            <p:pic>
              <p:nvPicPr>
                <p:cNvPr id="26" name="Ink 25">
                  <a:extLst>
                    <a:ext uri="{FF2B5EF4-FFF2-40B4-BE49-F238E27FC236}">
                      <a16:creationId xmlns:a16="http://schemas.microsoft.com/office/drawing/2014/main" id="{9551459B-D22D-CFE4-51F1-4C73DF6ABAD9}"/>
                    </a:ext>
                  </a:extLst>
                </p:cNvPr>
                <p:cNvPicPr/>
                <p:nvPr/>
              </p:nvPicPr>
              <p:blipFill>
                <a:blip r:embed="rId41"/>
                <a:stretch>
                  <a:fillRect/>
                </a:stretch>
              </p:blipFill>
              <p:spPr>
                <a:xfrm>
                  <a:off x="2750825" y="2632516"/>
                  <a:ext cx="217080" cy="176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EB6D31C0-74F8-4A4F-63BC-C3D34E7EEF14}"/>
                  </a:ext>
                </a:extLst>
              </p14:cNvPr>
              <p14:cNvContentPartPr/>
              <p14:nvPr/>
            </p14:nvContentPartPr>
            <p14:xfrm>
              <a:off x="3149345" y="2584636"/>
              <a:ext cx="32040" cy="15120"/>
            </p14:xfrm>
          </p:contentPart>
        </mc:Choice>
        <mc:Fallback>
          <p:pic>
            <p:nvPicPr>
              <p:cNvPr id="29" name="Ink 28">
                <a:extLst>
                  <a:ext uri="{FF2B5EF4-FFF2-40B4-BE49-F238E27FC236}">
                    <a16:creationId xmlns:a16="http://schemas.microsoft.com/office/drawing/2014/main" id="{EB6D31C0-74F8-4A4F-63BC-C3D34E7EEF14}"/>
                  </a:ext>
                </a:extLst>
              </p:cNvPr>
              <p:cNvPicPr/>
              <p:nvPr/>
            </p:nvPicPr>
            <p:blipFill>
              <a:blip r:embed="rId43"/>
              <a:stretch>
                <a:fillRect/>
              </a:stretch>
            </p:blipFill>
            <p:spPr>
              <a:xfrm>
                <a:off x="3143225" y="2578516"/>
                <a:ext cx="4428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CCCE9B33-B179-82DA-0CD2-58558567B9CF}"/>
                  </a:ext>
                </a:extLst>
              </p14:cNvPr>
              <p14:cNvContentPartPr/>
              <p14:nvPr/>
            </p14:nvContentPartPr>
            <p14:xfrm>
              <a:off x="3195425" y="2708116"/>
              <a:ext cx="18360" cy="25200"/>
            </p14:xfrm>
          </p:contentPart>
        </mc:Choice>
        <mc:Fallback>
          <p:pic>
            <p:nvPicPr>
              <p:cNvPr id="30" name="Ink 29">
                <a:extLst>
                  <a:ext uri="{FF2B5EF4-FFF2-40B4-BE49-F238E27FC236}">
                    <a16:creationId xmlns:a16="http://schemas.microsoft.com/office/drawing/2014/main" id="{CCCE9B33-B179-82DA-0CD2-58558567B9CF}"/>
                  </a:ext>
                </a:extLst>
              </p:cNvPr>
              <p:cNvPicPr/>
              <p:nvPr/>
            </p:nvPicPr>
            <p:blipFill>
              <a:blip r:embed="rId45"/>
              <a:stretch>
                <a:fillRect/>
              </a:stretch>
            </p:blipFill>
            <p:spPr>
              <a:xfrm>
                <a:off x="3189305" y="2701996"/>
                <a:ext cx="30600" cy="37440"/>
              </a:xfrm>
              <a:prstGeom prst="rect">
                <a:avLst/>
              </a:prstGeom>
            </p:spPr>
          </p:pic>
        </mc:Fallback>
      </mc:AlternateContent>
      <p:grpSp>
        <p:nvGrpSpPr>
          <p:cNvPr id="35" name="Group 34">
            <a:extLst>
              <a:ext uri="{FF2B5EF4-FFF2-40B4-BE49-F238E27FC236}">
                <a16:creationId xmlns:a16="http://schemas.microsoft.com/office/drawing/2014/main" id="{0CFF744A-9233-75FE-7B48-BEC0042942BD}"/>
              </a:ext>
            </a:extLst>
          </p:cNvPr>
          <p:cNvGrpSpPr/>
          <p:nvPr/>
        </p:nvGrpSpPr>
        <p:grpSpPr>
          <a:xfrm>
            <a:off x="3448865" y="2475196"/>
            <a:ext cx="600480" cy="343080"/>
            <a:chOff x="3448865" y="2475196"/>
            <a:chExt cx="600480" cy="343080"/>
          </a:xfrm>
        </p:grpSpPr>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CBC519E1-93FE-FACD-8417-5F0746DAF153}"/>
                    </a:ext>
                  </a:extLst>
                </p14:cNvPr>
                <p14:cNvContentPartPr/>
                <p14:nvPr/>
              </p14:nvContentPartPr>
              <p14:xfrm>
                <a:off x="3448865" y="2509396"/>
                <a:ext cx="198720" cy="308880"/>
              </p14:xfrm>
            </p:contentPart>
          </mc:Choice>
          <mc:Fallback>
            <p:pic>
              <p:nvPicPr>
                <p:cNvPr id="31" name="Ink 30">
                  <a:extLst>
                    <a:ext uri="{FF2B5EF4-FFF2-40B4-BE49-F238E27FC236}">
                      <a16:creationId xmlns:a16="http://schemas.microsoft.com/office/drawing/2014/main" id="{CBC519E1-93FE-FACD-8417-5F0746DAF153}"/>
                    </a:ext>
                  </a:extLst>
                </p:cNvPr>
                <p:cNvPicPr/>
                <p:nvPr/>
              </p:nvPicPr>
              <p:blipFill>
                <a:blip r:embed="rId47"/>
                <a:stretch>
                  <a:fillRect/>
                </a:stretch>
              </p:blipFill>
              <p:spPr>
                <a:xfrm>
                  <a:off x="3442745" y="2503276"/>
                  <a:ext cx="21096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EC3F3255-C35B-4463-99B9-D3363A5D24AB}"/>
                    </a:ext>
                  </a:extLst>
                </p14:cNvPr>
                <p14:cNvContentPartPr/>
                <p14:nvPr/>
              </p14:nvContentPartPr>
              <p14:xfrm>
                <a:off x="3785105" y="2475196"/>
                <a:ext cx="73800" cy="76680"/>
              </p14:xfrm>
            </p:contentPart>
          </mc:Choice>
          <mc:Fallback>
            <p:pic>
              <p:nvPicPr>
                <p:cNvPr id="32" name="Ink 31">
                  <a:extLst>
                    <a:ext uri="{FF2B5EF4-FFF2-40B4-BE49-F238E27FC236}">
                      <a16:creationId xmlns:a16="http://schemas.microsoft.com/office/drawing/2014/main" id="{EC3F3255-C35B-4463-99B9-D3363A5D24AB}"/>
                    </a:ext>
                  </a:extLst>
                </p:cNvPr>
                <p:cNvPicPr/>
                <p:nvPr/>
              </p:nvPicPr>
              <p:blipFill>
                <a:blip r:embed="rId49"/>
                <a:stretch>
                  <a:fillRect/>
                </a:stretch>
              </p:blipFill>
              <p:spPr>
                <a:xfrm>
                  <a:off x="3778985" y="2469076"/>
                  <a:ext cx="860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E2A7FDC7-02E3-93DB-B632-EF0D8DA97D85}"/>
                    </a:ext>
                  </a:extLst>
                </p14:cNvPr>
                <p14:cNvContentPartPr/>
                <p14:nvPr/>
              </p14:nvContentPartPr>
              <p14:xfrm>
                <a:off x="3789785" y="2524516"/>
                <a:ext cx="259560" cy="226440"/>
              </p14:xfrm>
            </p:contentPart>
          </mc:Choice>
          <mc:Fallback>
            <p:pic>
              <p:nvPicPr>
                <p:cNvPr id="33" name="Ink 32">
                  <a:extLst>
                    <a:ext uri="{FF2B5EF4-FFF2-40B4-BE49-F238E27FC236}">
                      <a16:creationId xmlns:a16="http://schemas.microsoft.com/office/drawing/2014/main" id="{E2A7FDC7-02E3-93DB-B632-EF0D8DA97D85}"/>
                    </a:ext>
                  </a:extLst>
                </p:cNvPr>
                <p:cNvPicPr/>
                <p:nvPr/>
              </p:nvPicPr>
              <p:blipFill>
                <a:blip r:embed="rId51"/>
                <a:stretch>
                  <a:fillRect/>
                </a:stretch>
              </p:blipFill>
              <p:spPr>
                <a:xfrm>
                  <a:off x="3783665" y="2518396"/>
                  <a:ext cx="2718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35783709-EC49-8E1B-1A06-959760A33AA6}"/>
                    </a:ext>
                  </a:extLst>
                </p14:cNvPr>
                <p14:cNvContentPartPr/>
                <p14:nvPr/>
              </p14:nvContentPartPr>
              <p14:xfrm>
                <a:off x="3924065" y="2651596"/>
                <a:ext cx="95040" cy="126360"/>
              </p14:xfrm>
            </p:contentPart>
          </mc:Choice>
          <mc:Fallback>
            <p:pic>
              <p:nvPicPr>
                <p:cNvPr id="34" name="Ink 33">
                  <a:extLst>
                    <a:ext uri="{FF2B5EF4-FFF2-40B4-BE49-F238E27FC236}">
                      <a16:creationId xmlns:a16="http://schemas.microsoft.com/office/drawing/2014/main" id="{35783709-EC49-8E1B-1A06-959760A33AA6}"/>
                    </a:ext>
                  </a:extLst>
                </p:cNvPr>
                <p:cNvPicPr/>
                <p:nvPr/>
              </p:nvPicPr>
              <p:blipFill>
                <a:blip r:embed="rId53"/>
                <a:stretch>
                  <a:fillRect/>
                </a:stretch>
              </p:blipFill>
              <p:spPr>
                <a:xfrm>
                  <a:off x="3917945" y="2645476"/>
                  <a:ext cx="107280" cy="138600"/>
                </a:xfrm>
                <a:prstGeom prst="rect">
                  <a:avLst/>
                </a:prstGeom>
              </p:spPr>
            </p:pic>
          </mc:Fallback>
        </mc:AlternateContent>
      </p:grpSp>
      <p:grpSp>
        <p:nvGrpSpPr>
          <p:cNvPr id="54" name="Group 53">
            <a:extLst>
              <a:ext uri="{FF2B5EF4-FFF2-40B4-BE49-F238E27FC236}">
                <a16:creationId xmlns:a16="http://schemas.microsoft.com/office/drawing/2014/main" id="{8A68CC4E-97DC-B80E-7DA6-0795D9926A7D}"/>
              </a:ext>
            </a:extLst>
          </p:cNvPr>
          <p:cNvGrpSpPr/>
          <p:nvPr/>
        </p:nvGrpSpPr>
        <p:grpSpPr>
          <a:xfrm>
            <a:off x="4172465" y="6123436"/>
            <a:ext cx="2713320" cy="426600"/>
            <a:chOff x="4172465" y="6123436"/>
            <a:chExt cx="2713320" cy="426600"/>
          </a:xfrm>
        </p:grpSpPr>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E404C134-AB0B-AF21-7ADB-CC810C7CD09F}"/>
                    </a:ext>
                  </a:extLst>
                </p14:cNvPr>
                <p14:cNvContentPartPr/>
                <p14:nvPr/>
              </p14:nvContentPartPr>
              <p14:xfrm>
                <a:off x="4172465" y="6138196"/>
                <a:ext cx="332280" cy="58680"/>
              </p14:xfrm>
            </p:contentPart>
          </mc:Choice>
          <mc:Fallback>
            <p:pic>
              <p:nvPicPr>
                <p:cNvPr id="36" name="Ink 35">
                  <a:extLst>
                    <a:ext uri="{FF2B5EF4-FFF2-40B4-BE49-F238E27FC236}">
                      <a16:creationId xmlns:a16="http://schemas.microsoft.com/office/drawing/2014/main" id="{E404C134-AB0B-AF21-7ADB-CC810C7CD09F}"/>
                    </a:ext>
                  </a:extLst>
                </p:cNvPr>
                <p:cNvPicPr/>
                <p:nvPr/>
              </p:nvPicPr>
              <p:blipFill>
                <a:blip r:embed="rId55"/>
                <a:stretch>
                  <a:fillRect/>
                </a:stretch>
              </p:blipFill>
              <p:spPr>
                <a:xfrm>
                  <a:off x="4166345" y="6132076"/>
                  <a:ext cx="34452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93F9DF23-A129-E4D4-AD31-31FE5ECFE5A3}"/>
                    </a:ext>
                  </a:extLst>
                </p14:cNvPr>
                <p14:cNvContentPartPr/>
                <p14:nvPr/>
              </p14:nvContentPartPr>
              <p14:xfrm>
                <a:off x="4257425" y="6347716"/>
                <a:ext cx="363240" cy="72720"/>
              </p14:xfrm>
            </p:contentPart>
          </mc:Choice>
          <mc:Fallback>
            <p:pic>
              <p:nvPicPr>
                <p:cNvPr id="37" name="Ink 36">
                  <a:extLst>
                    <a:ext uri="{FF2B5EF4-FFF2-40B4-BE49-F238E27FC236}">
                      <a16:creationId xmlns:a16="http://schemas.microsoft.com/office/drawing/2014/main" id="{93F9DF23-A129-E4D4-AD31-31FE5ECFE5A3}"/>
                    </a:ext>
                  </a:extLst>
                </p:cNvPr>
                <p:cNvPicPr/>
                <p:nvPr/>
              </p:nvPicPr>
              <p:blipFill>
                <a:blip r:embed="rId57"/>
                <a:stretch>
                  <a:fillRect/>
                </a:stretch>
              </p:blipFill>
              <p:spPr>
                <a:xfrm>
                  <a:off x="4251305" y="6341596"/>
                  <a:ext cx="3754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F9D301BE-2B4B-17E8-00FE-EFE08E766118}"/>
                    </a:ext>
                  </a:extLst>
                </p14:cNvPr>
                <p14:cNvContentPartPr/>
                <p14:nvPr/>
              </p14:nvContentPartPr>
              <p14:xfrm>
                <a:off x="4776545" y="6123436"/>
                <a:ext cx="18360" cy="230760"/>
              </p14:xfrm>
            </p:contentPart>
          </mc:Choice>
          <mc:Fallback>
            <p:pic>
              <p:nvPicPr>
                <p:cNvPr id="38" name="Ink 37">
                  <a:extLst>
                    <a:ext uri="{FF2B5EF4-FFF2-40B4-BE49-F238E27FC236}">
                      <a16:creationId xmlns:a16="http://schemas.microsoft.com/office/drawing/2014/main" id="{F9D301BE-2B4B-17E8-00FE-EFE08E766118}"/>
                    </a:ext>
                  </a:extLst>
                </p:cNvPr>
                <p:cNvPicPr/>
                <p:nvPr/>
              </p:nvPicPr>
              <p:blipFill>
                <a:blip r:embed="rId59"/>
                <a:stretch>
                  <a:fillRect/>
                </a:stretch>
              </p:blipFill>
              <p:spPr>
                <a:xfrm>
                  <a:off x="4770425" y="6117316"/>
                  <a:ext cx="306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827BF975-12F3-AD93-806F-EA840FF033D0}"/>
                    </a:ext>
                  </a:extLst>
                </p14:cNvPr>
                <p14:cNvContentPartPr/>
                <p14:nvPr/>
              </p14:nvContentPartPr>
              <p14:xfrm>
                <a:off x="4906145" y="6368956"/>
                <a:ext cx="23760" cy="53640"/>
              </p14:xfrm>
            </p:contentPart>
          </mc:Choice>
          <mc:Fallback>
            <p:pic>
              <p:nvPicPr>
                <p:cNvPr id="39" name="Ink 38">
                  <a:extLst>
                    <a:ext uri="{FF2B5EF4-FFF2-40B4-BE49-F238E27FC236}">
                      <a16:creationId xmlns:a16="http://schemas.microsoft.com/office/drawing/2014/main" id="{827BF975-12F3-AD93-806F-EA840FF033D0}"/>
                    </a:ext>
                  </a:extLst>
                </p:cNvPr>
                <p:cNvPicPr/>
                <p:nvPr/>
              </p:nvPicPr>
              <p:blipFill>
                <a:blip r:embed="rId61"/>
                <a:stretch>
                  <a:fillRect/>
                </a:stretch>
              </p:blipFill>
              <p:spPr>
                <a:xfrm>
                  <a:off x="4900025" y="6362836"/>
                  <a:ext cx="360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AB10B0D8-5F2F-035C-D8D2-2211F19F0B9F}"/>
                    </a:ext>
                  </a:extLst>
                </p14:cNvPr>
                <p14:cNvContentPartPr/>
                <p14:nvPr/>
              </p14:nvContentPartPr>
              <p14:xfrm>
                <a:off x="5094785" y="6166996"/>
                <a:ext cx="154440" cy="311040"/>
              </p14:xfrm>
            </p:contentPart>
          </mc:Choice>
          <mc:Fallback>
            <p:pic>
              <p:nvPicPr>
                <p:cNvPr id="43" name="Ink 42">
                  <a:extLst>
                    <a:ext uri="{FF2B5EF4-FFF2-40B4-BE49-F238E27FC236}">
                      <a16:creationId xmlns:a16="http://schemas.microsoft.com/office/drawing/2014/main" id="{AB10B0D8-5F2F-035C-D8D2-2211F19F0B9F}"/>
                    </a:ext>
                  </a:extLst>
                </p:cNvPr>
                <p:cNvPicPr/>
                <p:nvPr/>
              </p:nvPicPr>
              <p:blipFill>
                <a:blip r:embed="rId63"/>
                <a:stretch>
                  <a:fillRect/>
                </a:stretch>
              </p:blipFill>
              <p:spPr>
                <a:xfrm>
                  <a:off x="5088665" y="6160876"/>
                  <a:ext cx="16668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4" name="Ink 43">
                  <a:extLst>
                    <a:ext uri="{FF2B5EF4-FFF2-40B4-BE49-F238E27FC236}">
                      <a16:creationId xmlns:a16="http://schemas.microsoft.com/office/drawing/2014/main" id="{A922C1F2-F073-17D3-64C7-35153D676BEE}"/>
                    </a:ext>
                  </a:extLst>
                </p14:cNvPr>
                <p14:cNvContentPartPr/>
                <p14:nvPr/>
              </p14:nvContentPartPr>
              <p14:xfrm>
                <a:off x="5378825" y="6338716"/>
                <a:ext cx="295560" cy="81000"/>
              </p14:xfrm>
            </p:contentPart>
          </mc:Choice>
          <mc:Fallback>
            <p:pic>
              <p:nvPicPr>
                <p:cNvPr id="44" name="Ink 43">
                  <a:extLst>
                    <a:ext uri="{FF2B5EF4-FFF2-40B4-BE49-F238E27FC236}">
                      <a16:creationId xmlns:a16="http://schemas.microsoft.com/office/drawing/2014/main" id="{A922C1F2-F073-17D3-64C7-35153D676BEE}"/>
                    </a:ext>
                  </a:extLst>
                </p:cNvPr>
                <p:cNvPicPr/>
                <p:nvPr/>
              </p:nvPicPr>
              <p:blipFill>
                <a:blip r:embed="rId65"/>
                <a:stretch>
                  <a:fillRect/>
                </a:stretch>
              </p:blipFill>
              <p:spPr>
                <a:xfrm>
                  <a:off x="5372705" y="6332596"/>
                  <a:ext cx="3078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5" name="Ink 44">
                  <a:extLst>
                    <a:ext uri="{FF2B5EF4-FFF2-40B4-BE49-F238E27FC236}">
                      <a16:creationId xmlns:a16="http://schemas.microsoft.com/office/drawing/2014/main" id="{3FE69304-4073-C4EF-41D9-10E1977A27B6}"/>
                    </a:ext>
                  </a:extLst>
                </p14:cNvPr>
                <p14:cNvContentPartPr/>
                <p14:nvPr/>
              </p14:nvContentPartPr>
              <p14:xfrm>
                <a:off x="5763305" y="6253036"/>
                <a:ext cx="205200" cy="234720"/>
              </p14:xfrm>
            </p:contentPart>
          </mc:Choice>
          <mc:Fallback>
            <p:pic>
              <p:nvPicPr>
                <p:cNvPr id="45" name="Ink 44">
                  <a:extLst>
                    <a:ext uri="{FF2B5EF4-FFF2-40B4-BE49-F238E27FC236}">
                      <a16:creationId xmlns:a16="http://schemas.microsoft.com/office/drawing/2014/main" id="{3FE69304-4073-C4EF-41D9-10E1977A27B6}"/>
                    </a:ext>
                  </a:extLst>
                </p:cNvPr>
                <p:cNvPicPr/>
                <p:nvPr/>
              </p:nvPicPr>
              <p:blipFill>
                <a:blip r:embed="rId67"/>
                <a:stretch>
                  <a:fillRect/>
                </a:stretch>
              </p:blipFill>
              <p:spPr>
                <a:xfrm>
                  <a:off x="5757185" y="6246916"/>
                  <a:ext cx="21744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6" name="Ink 45">
                  <a:extLst>
                    <a:ext uri="{FF2B5EF4-FFF2-40B4-BE49-F238E27FC236}">
                      <a16:creationId xmlns:a16="http://schemas.microsoft.com/office/drawing/2014/main" id="{A178157F-1C67-7836-592F-6B001A110E80}"/>
                    </a:ext>
                  </a:extLst>
                </p14:cNvPr>
                <p14:cNvContentPartPr/>
                <p14:nvPr/>
              </p14:nvContentPartPr>
              <p14:xfrm>
                <a:off x="6096305" y="6464356"/>
                <a:ext cx="19440" cy="37800"/>
              </p14:xfrm>
            </p:contentPart>
          </mc:Choice>
          <mc:Fallback>
            <p:pic>
              <p:nvPicPr>
                <p:cNvPr id="46" name="Ink 45">
                  <a:extLst>
                    <a:ext uri="{FF2B5EF4-FFF2-40B4-BE49-F238E27FC236}">
                      <a16:creationId xmlns:a16="http://schemas.microsoft.com/office/drawing/2014/main" id="{A178157F-1C67-7836-592F-6B001A110E80}"/>
                    </a:ext>
                  </a:extLst>
                </p:cNvPr>
                <p:cNvPicPr/>
                <p:nvPr/>
              </p:nvPicPr>
              <p:blipFill>
                <a:blip r:embed="rId69"/>
                <a:stretch>
                  <a:fillRect/>
                </a:stretch>
              </p:blipFill>
              <p:spPr>
                <a:xfrm>
                  <a:off x="6090185" y="6458236"/>
                  <a:ext cx="3168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0" name="Ink 49">
                  <a:extLst>
                    <a:ext uri="{FF2B5EF4-FFF2-40B4-BE49-F238E27FC236}">
                      <a16:creationId xmlns:a16="http://schemas.microsoft.com/office/drawing/2014/main" id="{B0C7F36C-6C67-6923-F443-DD7B55C67007}"/>
                    </a:ext>
                  </a:extLst>
                </p14:cNvPr>
                <p14:cNvContentPartPr/>
                <p14:nvPr/>
              </p14:nvContentPartPr>
              <p14:xfrm>
                <a:off x="6252185" y="6228916"/>
                <a:ext cx="175680" cy="300240"/>
              </p14:xfrm>
            </p:contentPart>
          </mc:Choice>
          <mc:Fallback>
            <p:pic>
              <p:nvPicPr>
                <p:cNvPr id="50" name="Ink 49">
                  <a:extLst>
                    <a:ext uri="{FF2B5EF4-FFF2-40B4-BE49-F238E27FC236}">
                      <a16:creationId xmlns:a16="http://schemas.microsoft.com/office/drawing/2014/main" id="{B0C7F36C-6C67-6923-F443-DD7B55C67007}"/>
                    </a:ext>
                  </a:extLst>
                </p:cNvPr>
                <p:cNvPicPr/>
                <p:nvPr/>
              </p:nvPicPr>
              <p:blipFill>
                <a:blip r:embed="rId71"/>
                <a:stretch>
                  <a:fillRect/>
                </a:stretch>
              </p:blipFill>
              <p:spPr>
                <a:xfrm>
                  <a:off x="6246065" y="6222796"/>
                  <a:ext cx="18792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1" name="Ink 50">
                  <a:extLst>
                    <a:ext uri="{FF2B5EF4-FFF2-40B4-BE49-F238E27FC236}">
                      <a16:creationId xmlns:a16="http://schemas.microsoft.com/office/drawing/2014/main" id="{5AE53CA4-FFA1-85A2-6A4F-E8EE642F52DC}"/>
                    </a:ext>
                  </a:extLst>
                </p14:cNvPr>
                <p14:cNvContentPartPr/>
                <p14:nvPr/>
              </p14:nvContentPartPr>
              <p14:xfrm>
                <a:off x="6532985" y="6208036"/>
                <a:ext cx="101160" cy="106920"/>
              </p14:xfrm>
            </p:contentPart>
          </mc:Choice>
          <mc:Fallback>
            <p:pic>
              <p:nvPicPr>
                <p:cNvPr id="51" name="Ink 50">
                  <a:extLst>
                    <a:ext uri="{FF2B5EF4-FFF2-40B4-BE49-F238E27FC236}">
                      <a16:creationId xmlns:a16="http://schemas.microsoft.com/office/drawing/2014/main" id="{5AE53CA4-FFA1-85A2-6A4F-E8EE642F52DC}"/>
                    </a:ext>
                  </a:extLst>
                </p:cNvPr>
                <p:cNvPicPr/>
                <p:nvPr/>
              </p:nvPicPr>
              <p:blipFill>
                <a:blip r:embed="rId73"/>
                <a:stretch>
                  <a:fillRect/>
                </a:stretch>
              </p:blipFill>
              <p:spPr>
                <a:xfrm>
                  <a:off x="6526865" y="6201916"/>
                  <a:ext cx="11340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A398A3EA-15AF-769F-9B19-903117D61572}"/>
                    </a:ext>
                  </a:extLst>
                </p14:cNvPr>
                <p14:cNvContentPartPr/>
                <p14:nvPr/>
              </p14:nvContentPartPr>
              <p14:xfrm>
                <a:off x="6591305" y="6210556"/>
                <a:ext cx="294480" cy="284040"/>
              </p14:xfrm>
            </p:contentPart>
          </mc:Choice>
          <mc:Fallback>
            <p:pic>
              <p:nvPicPr>
                <p:cNvPr id="52" name="Ink 51">
                  <a:extLst>
                    <a:ext uri="{FF2B5EF4-FFF2-40B4-BE49-F238E27FC236}">
                      <a16:creationId xmlns:a16="http://schemas.microsoft.com/office/drawing/2014/main" id="{A398A3EA-15AF-769F-9B19-903117D61572}"/>
                    </a:ext>
                  </a:extLst>
                </p:cNvPr>
                <p:cNvPicPr/>
                <p:nvPr/>
              </p:nvPicPr>
              <p:blipFill>
                <a:blip r:embed="rId75"/>
                <a:stretch>
                  <a:fillRect/>
                </a:stretch>
              </p:blipFill>
              <p:spPr>
                <a:xfrm>
                  <a:off x="6585185" y="6204436"/>
                  <a:ext cx="30672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B95E1C28-7DC8-38BB-F75F-127092BDA64F}"/>
                    </a:ext>
                  </a:extLst>
                </p14:cNvPr>
                <p14:cNvContentPartPr/>
                <p14:nvPr/>
              </p14:nvContentPartPr>
              <p14:xfrm>
                <a:off x="6708665" y="6443836"/>
                <a:ext cx="100800" cy="106200"/>
              </p14:xfrm>
            </p:contentPart>
          </mc:Choice>
          <mc:Fallback>
            <p:pic>
              <p:nvPicPr>
                <p:cNvPr id="53" name="Ink 52">
                  <a:extLst>
                    <a:ext uri="{FF2B5EF4-FFF2-40B4-BE49-F238E27FC236}">
                      <a16:creationId xmlns:a16="http://schemas.microsoft.com/office/drawing/2014/main" id="{B95E1C28-7DC8-38BB-F75F-127092BDA64F}"/>
                    </a:ext>
                  </a:extLst>
                </p:cNvPr>
                <p:cNvPicPr/>
                <p:nvPr/>
              </p:nvPicPr>
              <p:blipFill>
                <a:blip r:embed="rId77"/>
                <a:stretch>
                  <a:fillRect/>
                </a:stretch>
              </p:blipFill>
              <p:spPr>
                <a:xfrm>
                  <a:off x="6702545" y="6437716"/>
                  <a:ext cx="113040" cy="118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55" name="Ink 54">
                <a:extLst>
                  <a:ext uri="{FF2B5EF4-FFF2-40B4-BE49-F238E27FC236}">
                    <a16:creationId xmlns:a16="http://schemas.microsoft.com/office/drawing/2014/main" id="{58F65867-97EF-3099-0A88-20F375C23FCA}"/>
                  </a:ext>
                </a:extLst>
              </p14:cNvPr>
              <p14:cNvContentPartPr/>
              <p14:nvPr/>
            </p14:nvContentPartPr>
            <p14:xfrm>
              <a:off x="8297705" y="6245116"/>
              <a:ext cx="138240" cy="298080"/>
            </p14:xfrm>
          </p:contentPart>
        </mc:Choice>
        <mc:Fallback>
          <p:pic>
            <p:nvPicPr>
              <p:cNvPr id="55" name="Ink 54">
                <a:extLst>
                  <a:ext uri="{FF2B5EF4-FFF2-40B4-BE49-F238E27FC236}">
                    <a16:creationId xmlns:a16="http://schemas.microsoft.com/office/drawing/2014/main" id="{58F65867-97EF-3099-0A88-20F375C23FCA}"/>
                  </a:ext>
                </a:extLst>
              </p:cNvPr>
              <p:cNvPicPr/>
              <p:nvPr/>
            </p:nvPicPr>
            <p:blipFill>
              <a:blip r:embed="rId79"/>
              <a:stretch>
                <a:fillRect/>
              </a:stretch>
            </p:blipFill>
            <p:spPr>
              <a:xfrm>
                <a:off x="8291585" y="6238996"/>
                <a:ext cx="15048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6" name="Ink 55">
                <a:extLst>
                  <a:ext uri="{FF2B5EF4-FFF2-40B4-BE49-F238E27FC236}">
                    <a16:creationId xmlns:a16="http://schemas.microsoft.com/office/drawing/2014/main" id="{6BCE8211-E459-C056-1171-9553B3F98A24}"/>
                  </a:ext>
                </a:extLst>
              </p14:cNvPr>
              <p14:cNvContentPartPr/>
              <p14:nvPr/>
            </p14:nvContentPartPr>
            <p14:xfrm>
              <a:off x="8481305" y="6442396"/>
              <a:ext cx="150120" cy="64800"/>
            </p14:xfrm>
          </p:contentPart>
        </mc:Choice>
        <mc:Fallback>
          <p:pic>
            <p:nvPicPr>
              <p:cNvPr id="56" name="Ink 55">
                <a:extLst>
                  <a:ext uri="{FF2B5EF4-FFF2-40B4-BE49-F238E27FC236}">
                    <a16:creationId xmlns:a16="http://schemas.microsoft.com/office/drawing/2014/main" id="{6BCE8211-E459-C056-1171-9553B3F98A24}"/>
                  </a:ext>
                </a:extLst>
              </p:cNvPr>
              <p:cNvPicPr/>
              <p:nvPr/>
            </p:nvPicPr>
            <p:blipFill>
              <a:blip r:embed="rId81"/>
              <a:stretch>
                <a:fillRect/>
              </a:stretch>
            </p:blipFill>
            <p:spPr>
              <a:xfrm>
                <a:off x="8475185" y="6436276"/>
                <a:ext cx="1623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7" name="Ink 56">
                <a:extLst>
                  <a:ext uri="{FF2B5EF4-FFF2-40B4-BE49-F238E27FC236}">
                    <a16:creationId xmlns:a16="http://schemas.microsoft.com/office/drawing/2014/main" id="{E9EA85E5-8253-4931-5F7F-C87CAB34B4B4}"/>
                  </a:ext>
                </a:extLst>
              </p14:cNvPr>
              <p14:cNvContentPartPr/>
              <p14:nvPr/>
            </p14:nvContentPartPr>
            <p14:xfrm>
              <a:off x="8689385" y="6422596"/>
              <a:ext cx="7560" cy="56880"/>
            </p14:xfrm>
          </p:contentPart>
        </mc:Choice>
        <mc:Fallback>
          <p:pic>
            <p:nvPicPr>
              <p:cNvPr id="57" name="Ink 56">
                <a:extLst>
                  <a:ext uri="{FF2B5EF4-FFF2-40B4-BE49-F238E27FC236}">
                    <a16:creationId xmlns:a16="http://schemas.microsoft.com/office/drawing/2014/main" id="{E9EA85E5-8253-4931-5F7F-C87CAB34B4B4}"/>
                  </a:ext>
                </a:extLst>
              </p:cNvPr>
              <p:cNvPicPr/>
              <p:nvPr/>
            </p:nvPicPr>
            <p:blipFill>
              <a:blip r:embed="rId83"/>
              <a:stretch>
                <a:fillRect/>
              </a:stretch>
            </p:blipFill>
            <p:spPr>
              <a:xfrm>
                <a:off x="8683265" y="6416476"/>
                <a:ext cx="198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8" name="Ink 57">
                <a:extLst>
                  <a:ext uri="{FF2B5EF4-FFF2-40B4-BE49-F238E27FC236}">
                    <a16:creationId xmlns:a16="http://schemas.microsoft.com/office/drawing/2014/main" id="{55F7514E-C038-9F1C-399F-275F89BCB71E}"/>
                  </a:ext>
                </a:extLst>
              </p14:cNvPr>
              <p14:cNvContentPartPr/>
              <p14:nvPr/>
            </p14:nvContentPartPr>
            <p14:xfrm>
              <a:off x="8662745" y="6246556"/>
              <a:ext cx="29160" cy="79560"/>
            </p14:xfrm>
          </p:contentPart>
        </mc:Choice>
        <mc:Fallback>
          <p:pic>
            <p:nvPicPr>
              <p:cNvPr id="58" name="Ink 57">
                <a:extLst>
                  <a:ext uri="{FF2B5EF4-FFF2-40B4-BE49-F238E27FC236}">
                    <a16:creationId xmlns:a16="http://schemas.microsoft.com/office/drawing/2014/main" id="{55F7514E-C038-9F1C-399F-275F89BCB71E}"/>
                  </a:ext>
                </a:extLst>
              </p:cNvPr>
              <p:cNvPicPr/>
              <p:nvPr/>
            </p:nvPicPr>
            <p:blipFill>
              <a:blip r:embed="rId85"/>
              <a:stretch>
                <a:fillRect/>
              </a:stretch>
            </p:blipFill>
            <p:spPr>
              <a:xfrm>
                <a:off x="8656625" y="6240436"/>
                <a:ext cx="414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C40FFAC4-69CA-BA4D-E59D-7DC79AA20513}"/>
                  </a:ext>
                </a:extLst>
              </p14:cNvPr>
              <p14:cNvContentPartPr/>
              <p14:nvPr/>
            </p14:nvContentPartPr>
            <p14:xfrm>
              <a:off x="8780465" y="6150796"/>
              <a:ext cx="39600" cy="292320"/>
            </p14:xfrm>
          </p:contentPart>
        </mc:Choice>
        <mc:Fallback>
          <p:pic>
            <p:nvPicPr>
              <p:cNvPr id="59" name="Ink 58">
                <a:extLst>
                  <a:ext uri="{FF2B5EF4-FFF2-40B4-BE49-F238E27FC236}">
                    <a16:creationId xmlns:a16="http://schemas.microsoft.com/office/drawing/2014/main" id="{C40FFAC4-69CA-BA4D-E59D-7DC79AA20513}"/>
                  </a:ext>
                </a:extLst>
              </p:cNvPr>
              <p:cNvPicPr/>
              <p:nvPr/>
            </p:nvPicPr>
            <p:blipFill>
              <a:blip r:embed="rId87"/>
              <a:stretch>
                <a:fillRect/>
              </a:stretch>
            </p:blipFill>
            <p:spPr>
              <a:xfrm>
                <a:off x="8774345" y="6144676"/>
                <a:ext cx="5184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F716FC76-98C1-3D1F-45CB-46074BDFE690}"/>
                  </a:ext>
                </a:extLst>
              </p14:cNvPr>
              <p14:cNvContentPartPr/>
              <p14:nvPr/>
            </p14:nvContentPartPr>
            <p14:xfrm>
              <a:off x="8811425" y="6398836"/>
              <a:ext cx="136800" cy="147600"/>
            </p14:xfrm>
          </p:contentPart>
        </mc:Choice>
        <mc:Fallback>
          <p:pic>
            <p:nvPicPr>
              <p:cNvPr id="60" name="Ink 59">
                <a:extLst>
                  <a:ext uri="{FF2B5EF4-FFF2-40B4-BE49-F238E27FC236}">
                    <a16:creationId xmlns:a16="http://schemas.microsoft.com/office/drawing/2014/main" id="{F716FC76-98C1-3D1F-45CB-46074BDFE690}"/>
                  </a:ext>
                </a:extLst>
              </p:cNvPr>
              <p:cNvPicPr/>
              <p:nvPr/>
            </p:nvPicPr>
            <p:blipFill>
              <a:blip r:embed="rId89"/>
              <a:stretch>
                <a:fillRect/>
              </a:stretch>
            </p:blipFill>
            <p:spPr>
              <a:xfrm>
                <a:off x="8805305" y="6392716"/>
                <a:ext cx="1490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B938D3AF-894B-FEB7-F0A2-7D9286610289}"/>
                  </a:ext>
                </a:extLst>
              </p14:cNvPr>
              <p14:cNvContentPartPr/>
              <p14:nvPr/>
            </p14:nvContentPartPr>
            <p14:xfrm>
              <a:off x="8843105" y="6400276"/>
              <a:ext cx="69480" cy="36000"/>
            </p14:xfrm>
          </p:contentPart>
        </mc:Choice>
        <mc:Fallback>
          <p:pic>
            <p:nvPicPr>
              <p:cNvPr id="61" name="Ink 60">
                <a:extLst>
                  <a:ext uri="{FF2B5EF4-FFF2-40B4-BE49-F238E27FC236}">
                    <a16:creationId xmlns:a16="http://schemas.microsoft.com/office/drawing/2014/main" id="{B938D3AF-894B-FEB7-F0A2-7D9286610289}"/>
                  </a:ext>
                </a:extLst>
              </p:cNvPr>
              <p:cNvPicPr/>
              <p:nvPr/>
            </p:nvPicPr>
            <p:blipFill>
              <a:blip r:embed="rId91"/>
              <a:stretch>
                <a:fillRect/>
              </a:stretch>
            </p:blipFill>
            <p:spPr>
              <a:xfrm>
                <a:off x="8836985" y="6394156"/>
                <a:ext cx="81720" cy="48240"/>
              </a:xfrm>
              <a:prstGeom prst="rect">
                <a:avLst/>
              </a:prstGeom>
            </p:spPr>
          </p:pic>
        </mc:Fallback>
      </mc:AlternateContent>
      <p:grpSp>
        <p:nvGrpSpPr>
          <p:cNvPr id="75" name="Group 74">
            <a:extLst>
              <a:ext uri="{FF2B5EF4-FFF2-40B4-BE49-F238E27FC236}">
                <a16:creationId xmlns:a16="http://schemas.microsoft.com/office/drawing/2014/main" id="{371DC1AE-1CD3-F469-C39D-A05809593023}"/>
              </a:ext>
            </a:extLst>
          </p:cNvPr>
          <p:cNvGrpSpPr/>
          <p:nvPr/>
        </p:nvGrpSpPr>
        <p:grpSpPr>
          <a:xfrm>
            <a:off x="9334145" y="5959636"/>
            <a:ext cx="803880" cy="713160"/>
            <a:chOff x="9334145" y="5959636"/>
            <a:chExt cx="803880" cy="713160"/>
          </a:xfrm>
        </p:grpSpPr>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84473E6E-B0CE-1B88-6C6C-9A2E88503D04}"/>
                    </a:ext>
                  </a:extLst>
                </p14:cNvPr>
                <p14:cNvContentPartPr/>
                <p14:nvPr/>
              </p14:nvContentPartPr>
              <p14:xfrm>
                <a:off x="9423425" y="6014716"/>
                <a:ext cx="128520" cy="159120"/>
              </p14:xfrm>
            </p:contentPart>
          </mc:Choice>
          <mc:Fallback>
            <p:pic>
              <p:nvPicPr>
                <p:cNvPr id="62" name="Ink 61">
                  <a:extLst>
                    <a:ext uri="{FF2B5EF4-FFF2-40B4-BE49-F238E27FC236}">
                      <a16:creationId xmlns:a16="http://schemas.microsoft.com/office/drawing/2014/main" id="{84473E6E-B0CE-1B88-6C6C-9A2E88503D04}"/>
                    </a:ext>
                  </a:extLst>
                </p:cNvPr>
                <p:cNvPicPr/>
                <p:nvPr/>
              </p:nvPicPr>
              <p:blipFill>
                <a:blip r:embed="rId93"/>
                <a:stretch>
                  <a:fillRect/>
                </a:stretch>
              </p:blipFill>
              <p:spPr>
                <a:xfrm>
                  <a:off x="9417305" y="6008596"/>
                  <a:ext cx="1407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DDFBD06B-5A70-563B-1EC9-212C27186008}"/>
                    </a:ext>
                  </a:extLst>
                </p14:cNvPr>
                <p14:cNvContentPartPr/>
                <p14:nvPr/>
              </p14:nvContentPartPr>
              <p14:xfrm>
                <a:off x="9595505" y="6179236"/>
                <a:ext cx="15120" cy="27360"/>
              </p14:xfrm>
            </p:contentPart>
          </mc:Choice>
          <mc:Fallback>
            <p:pic>
              <p:nvPicPr>
                <p:cNvPr id="63" name="Ink 62">
                  <a:extLst>
                    <a:ext uri="{FF2B5EF4-FFF2-40B4-BE49-F238E27FC236}">
                      <a16:creationId xmlns:a16="http://schemas.microsoft.com/office/drawing/2014/main" id="{DDFBD06B-5A70-563B-1EC9-212C27186008}"/>
                    </a:ext>
                  </a:extLst>
                </p:cNvPr>
                <p:cNvPicPr/>
                <p:nvPr/>
              </p:nvPicPr>
              <p:blipFill>
                <a:blip r:embed="rId95"/>
                <a:stretch>
                  <a:fillRect/>
                </a:stretch>
              </p:blipFill>
              <p:spPr>
                <a:xfrm>
                  <a:off x="9589385" y="6173116"/>
                  <a:ext cx="273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4" name="Ink 63">
                  <a:extLst>
                    <a:ext uri="{FF2B5EF4-FFF2-40B4-BE49-F238E27FC236}">
                      <a16:creationId xmlns:a16="http://schemas.microsoft.com/office/drawing/2014/main" id="{71F5A34A-4890-ADB3-A9B6-55AD4BFD676F}"/>
                    </a:ext>
                  </a:extLst>
                </p14:cNvPr>
                <p14:cNvContentPartPr/>
                <p14:nvPr/>
              </p14:nvContentPartPr>
              <p14:xfrm>
                <a:off x="9668585" y="6049276"/>
                <a:ext cx="103680" cy="132480"/>
              </p14:xfrm>
            </p:contentPart>
          </mc:Choice>
          <mc:Fallback>
            <p:pic>
              <p:nvPicPr>
                <p:cNvPr id="64" name="Ink 63">
                  <a:extLst>
                    <a:ext uri="{FF2B5EF4-FFF2-40B4-BE49-F238E27FC236}">
                      <a16:creationId xmlns:a16="http://schemas.microsoft.com/office/drawing/2014/main" id="{71F5A34A-4890-ADB3-A9B6-55AD4BFD676F}"/>
                    </a:ext>
                  </a:extLst>
                </p:cNvPr>
                <p:cNvPicPr/>
                <p:nvPr/>
              </p:nvPicPr>
              <p:blipFill>
                <a:blip r:embed="rId97"/>
                <a:stretch>
                  <a:fillRect/>
                </a:stretch>
              </p:blipFill>
              <p:spPr>
                <a:xfrm>
                  <a:off x="9662465" y="6043156"/>
                  <a:ext cx="11592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Ink 64">
                  <a:extLst>
                    <a:ext uri="{FF2B5EF4-FFF2-40B4-BE49-F238E27FC236}">
                      <a16:creationId xmlns:a16="http://schemas.microsoft.com/office/drawing/2014/main" id="{CE2E6913-AC36-BB67-AAB6-66EFED8024B3}"/>
                    </a:ext>
                  </a:extLst>
                </p14:cNvPr>
                <p14:cNvContentPartPr/>
                <p14:nvPr/>
              </p14:nvContentPartPr>
              <p14:xfrm>
                <a:off x="9334145" y="6286156"/>
                <a:ext cx="643320" cy="117720"/>
              </p14:xfrm>
            </p:contentPart>
          </mc:Choice>
          <mc:Fallback>
            <p:pic>
              <p:nvPicPr>
                <p:cNvPr id="65" name="Ink 64">
                  <a:extLst>
                    <a:ext uri="{FF2B5EF4-FFF2-40B4-BE49-F238E27FC236}">
                      <a16:creationId xmlns:a16="http://schemas.microsoft.com/office/drawing/2014/main" id="{CE2E6913-AC36-BB67-AAB6-66EFED8024B3}"/>
                    </a:ext>
                  </a:extLst>
                </p:cNvPr>
                <p:cNvPicPr/>
                <p:nvPr/>
              </p:nvPicPr>
              <p:blipFill>
                <a:blip r:embed="rId99"/>
                <a:stretch>
                  <a:fillRect/>
                </a:stretch>
              </p:blipFill>
              <p:spPr>
                <a:xfrm>
                  <a:off x="9328025" y="6280036"/>
                  <a:ext cx="65556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6" name="Ink 65">
                  <a:extLst>
                    <a:ext uri="{FF2B5EF4-FFF2-40B4-BE49-F238E27FC236}">
                      <a16:creationId xmlns:a16="http://schemas.microsoft.com/office/drawing/2014/main" id="{6246492E-B888-310A-41A9-53E5666112D4}"/>
                    </a:ext>
                  </a:extLst>
                </p14:cNvPr>
                <p14:cNvContentPartPr/>
                <p14:nvPr/>
              </p14:nvContentPartPr>
              <p14:xfrm>
                <a:off x="9465905" y="6453556"/>
                <a:ext cx="95040" cy="173160"/>
              </p14:xfrm>
            </p:contentPart>
          </mc:Choice>
          <mc:Fallback>
            <p:pic>
              <p:nvPicPr>
                <p:cNvPr id="66" name="Ink 65">
                  <a:extLst>
                    <a:ext uri="{FF2B5EF4-FFF2-40B4-BE49-F238E27FC236}">
                      <a16:creationId xmlns:a16="http://schemas.microsoft.com/office/drawing/2014/main" id="{6246492E-B888-310A-41A9-53E5666112D4}"/>
                    </a:ext>
                  </a:extLst>
                </p:cNvPr>
                <p:cNvPicPr/>
                <p:nvPr/>
              </p:nvPicPr>
              <p:blipFill>
                <a:blip r:embed="rId101"/>
                <a:stretch>
                  <a:fillRect/>
                </a:stretch>
              </p:blipFill>
              <p:spPr>
                <a:xfrm>
                  <a:off x="9459785" y="6447436"/>
                  <a:ext cx="10728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0" name="Ink 69">
                  <a:extLst>
                    <a:ext uri="{FF2B5EF4-FFF2-40B4-BE49-F238E27FC236}">
                      <a16:creationId xmlns:a16="http://schemas.microsoft.com/office/drawing/2014/main" id="{92FF5474-C2EF-8AE2-10BD-918A6DE49BF3}"/>
                    </a:ext>
                  </a:extLst>
                </p14:cNvPr>
                <p14:cNvContentPartPr/>
                <p14:nvPr/>
              </p14:nvContentPartPr>
              <p14:xfrm>
                <a:off x="9710705" y="6484876"/>
                <a:ext cx="68400" cy="187920"/>
              </p14:xfrm>
            </p:contentPart>
          </mc:Choice>
          <mc:Fallback>
            <p:pic>
              <p:nvPicPr>
                <p:cNvPr id="70" name="Ink 69">
                  <a:extLst>
                    <a:ext uri="{FF2B5EF4-FFF2-40B4-BE49-F238E27FC236}">
                      <a16:creationId xmlns:a16="http://schemas.microsoft.com/office/drawing/2014/main" id="{92FF5474-C2EF-8AE2-10BD-918A6DE49BF3}"/>
                    </a:ext>
                  </a:extLst>
                </p:cNvPr>
                <p:cNvPicPr/>
                <p:nvPr/>
              </p:nvPicPr>
              <p:blipFill>
                <a:blip r:embed="rId103"/>
                <a:stretch>
                  <a:fillRect/>
                </a:stretch>
              </p:blipFill>
              <p:spPr>
                <a:xfrm>
                  <a:off x="9704585" y="6478756"/>
                  <a:ext cx="8064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1" name="Ink 70">
                  <a:extLst>
                    <a:ext uri="{FF2B5EF4-FFF2-40B4-BE49-F238E27FC236}">
                      <a16:creationId xmlns:a16="http://schemas.microsoft.com/office/drawing/2014/main" id="{3471A272-A984-7EE6-61C3-B81E9D6DC23E}"/>
                    </a:ext>
                  </a:extLst>
                </p14:cNvPr>
                <p14:cNvContentPartPr/>
                <p14:nvPr/>
              </p14:nvContentPartPr>
              <p14:xfrm>
                <a:off x="9852545" y="6515116"/>
                <a:ext cx="110520" cy="136440"/>
              </p14:xfrm>
            </p:contentPart>
          </mc:Choice>
          <mc:Fallback>
            <p:pic>
              <p:nvPicPr>
                <p:cNvPr id="71" name="Ink 70">
                  <a:extLst>
                    <a:ext uri="{FF2B5EF4-FFF2-40B4-BE49-F238E27FC236}">
                      <a16:creationId xmlns:a16="http://schemas.microsoft.com/office/drawing/2014/main" id="{3471A272-A984-7EE6-61C3-B81E9D6DC23E}"/>
                    </a:ext>
                  </a:extLst>
                </p:cNvPr>
                <p:cNvPicPr/>
                <p:nvPr/>
              </p:nvPicPr>
              <p:blipFill>
                <a:blip r:embed="rId105"/>
                <a:stretch>
                  <a:fillRect/>
                </a:stretch>
              </p:blipFill>
              <p:spPr>
                <a:xfrm>
                  <a:off x="9846425" y="6508996"/>
                  <a:ext cx="12276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2" name="Ink 71">
                  <a:extLst>
                    <a:ext uri="{FF2B5EF4-FFF2-40B4-BE49-F238E27FC236}">
                      <a16:creationId xmlns:a16="http://schemas.microsoft.com/office/drawing/2014/main" id="{FAC6F0D5-CDF8-9C8D-FCC1-2A305414F619}"/>
                    </a:ext>
                  </a:extLst>
                </p14:cNvPr>
                <p14:cNvContentPartPr/>
                <p14:nvPr/>
              </p14:nvContentPartPr>
              <p14:xfrm>
                <a:off x="9925985" y="5959636"/>
                <a:ext cx="79560" cy="57240"/>
              </p14:xfrm>
            </p:contentPart>
          </mc:Choice>
          <mc:Fallback>
            <p:pic>
              <p:nvPicPr>
                <p:cNvPr id="72" name="Ink 71">
                  <a:extLst>
                    <a:ext uri="{FF2B5EF4-FFF2-40B4-BE49-F238E27FC236}">
                      <a16:creationId xmlns:a16="http://schemas.microsoft.com/office/drawing/2014/main" id="{FAC6F0D5-CDF8-9C8D-FCC1-2A305414F619}"/>
                    </a:ext>
                  </a:extLst>
                </p:cNvPr>
                <p:cNvPicPr/>
                <p:nvPr/>
              </p:nvPicPr>
              <p:blipFill>
                <a:blip r:embed="rId107"/>
                <a:stretch>
                  <a:fillRect/>
                </a:stretch>
              </p:blipFill>
              <p:spPr>
                <a:xfrm>
                  <a:off x="9919865" y="5953516"/>
                  <a:ext cx="918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3" name="Ink 72">
                  <a:extLst>
                    <a:ext uri="{FF2B5EF4-FFF2-40B4-BE49-F238E27FC236}">
                      <a16:creationId xmlns:a16="http://schemas.microsoft.com/office/drawing/2014/main" id="{34CE41FC-1AE0-04BC-EDBC-0CD4CF4AB5DE}"/>
                    </a:ext>
                  </a:extLst>
                </p14:cNvPr>
                <p14:cNvContentPartPr/>
                <p14:nvPr/>
              </p14:nvContentPartPr>
              <p14:xfrm>
                <a:off x="9925985" y="6008956"/>
                <a:ext cx="212040" cy="203400"/>
              </p14:xfrm>
            </p:contentPart>
          </mc:Choice>
          <mc:Fallback>
            <p:pic>
              <p:nvPicPr>
                <p:cNvPr id="73" name="Ink 72">
                  <a:extLst>
                    <a:ext uri="{FF2B5EF4-FFF2-40B4-BE49-F238E27FC236}">
                      <a16:creationId xmlns:a16="http://schemas.microsoft.com/office/drawing/2014/main" id="{34CE41FC-1AE0-04BC-EDBC-0CD4CF4AB5DE}"/>
                    </a:ext>
                  </a:extLst>
                </p:cNvPr>
                <p:cNvPicPr/>
                <p:nvPr/>
              </p:nvPicPr>
              <p:blipFill>
                <a:blip r:embed="rId109"/>
                <a:stretch>
                  <a:fillRect/>
                </a:stretch>
              </p:blipFill>
              <p:spPr>
                <a:xfrm>
                  <a:off x="9919865" y="6002836"/>
                  <a:ext cx="2242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4" name="Ink 73">
                  <a:extLst>
                    <a:ext uri="{FF2B5EF4-FFF2-40B4-BE49-F238E27FC236}">
                      <a16:creationId xmlns:a16="http://schemas.microsoft.com/office/drawing/2014/main" id="{C56F620C-F19B-F6E4-65A3-88D6E81737D7}"/>
                    </a:ext>
                  </a:extLst>
                </p14:cNvPr>
                <p14:cNvContentPartPr/>
                <p14:nvPr/>
              </p14:nvContentPartPr>
              <p14:xfrm>
                <a:off x="10001585" y="6145036"/>
                <a:ext cx="91440" cy="87480"/>
              </p14:xfrm>
            </p:contentPart>
          </mc:Choice>
          <mc:Fallback>
            <p:pic>
              <p:nvPicPr>
                <p:cNvPr id="74" name="Ink 73">
                  <a:extLst>
                    <a:ext uri="{FF2B5EF4-FFF2-40B4-BE49-F238E27FC236}">
                      <a16:creationId xmlns:a16="http://schemas.microsoft.com/office/drawing/2014/main" id="{C56F620C-F19B-F6E4-65A3-88D6E81737D7}"/>
                    </a:ext>
                  </a:extLst>
                </p:cNvPr>
                <p:cNvPicPr/>
                <p:nvPr/>
              </p:nvPicPr>
              <p:blipFill>
                <a:blip r:embed="rId111"/>
                <a:stretch>
                  <a:fillRect/>
                </a:stretch>
              </p:blipFill>
              <p:spPr>
                <a:xfrm>
                  <a:off x="9995465" y="6138916"/>
                  <a:ext cx="103680" cy="99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2">
            <p14:nvContentPartPr>
              <p14:cNvPr id="76" name="Ink 75">
                <a:extLst>
                  <a:ext uri="{FF2B5EF4-FFF2-40B4-BE49-F238E27FC236}">
                    <a16:creationId xmlns:a16="http://schemas.microsoft.com/office/drawing/2014/main" id="{E8943E92-C81B-6DE4-A352-F6E62E200326}"/>
                  </a:ext>
                </a:extLst>
              </p14:cNvPr>
              <p14:cNvContentPartPr/>
              <p14:nvPr/>
            </p14:nvContentPartPr>
            <p14:xfrm>
              <a:off x="9181145" y="6385156"/>
              <a:ext cx="76320" cy="19800"/>
            </p14:xfrm>
          </p:contentPart>
        </mc:Choice>
        <mc:Fallback>
          <p:pic>
            <p:nvPicPr>
              <p:cNvPr id="76" name="Ink 75">
                <a:extLst>
                  <a:ext uri="{FF2B5EF4-FFF2-40B4-BE49-F238E27FC236}">
                    <a16:creationId xmlns:a16="http://schemas.microsoft.com/office/drawing/2014/main" id="{E8943E92-C81B-6DE4-A352-F6E62E200326}"/>
                  </a:ext>
                </a:extLst>
              </p:cNvPr>
              <p:cNvPicPr/>
              <p:nvPr/>
            </p:nvPicPr>
            <p:blipFill>
              <a:blip r:embed="rId113"/>
              <a:stretch>
                <a:fillRect/>
              </a:stretch>
            </p:blipFill>
            <p:spPr>
              <a:xfrm>
                <a:off x="9175025" y="6379036"/>
                <a:ext cx="885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7" name="Ink 76">
                <a:extLst>
                  <a:ext uri="{FF2B5EF4-FFF2-40B4-BE49-F238E27FC236}">
                    <a16:creationId xmlns:a16="http://schemas.microsoft.com/office/drawing/2014/main" id="{D3428566-E6B8-EC9F-2D95-694671DB786D}"/>
                  </a:ext>
                </a:extLst>
              </p14:cNvPr>
              <p14:cNvContentPartPr/>
              <p14:nvPr/>
            </p14:nvContentPartPr>
            <p14:xfrm>
              <a:off x="9160985" y="6523036"/>
              <a:ext cx="108720" cy="45720"/>
            </p14:xfrm>
          </p:contentPart>
        </mc:Choice>
        <mc:Fallback>
          <p:pic>
            <p:nvPicPr>
              <p:cNvPr id="77" name="Ink 76">
                <a:extLst>
                  <a:ext uri="{FF2B5EF4-FFF2-40B4-BE49-F238E27FC236}">
                    <a16:creationId xmlns:a16="http://schemas.microsoft.com/office/drawing/2014/main" id="{D3428566-E6B8-EC9F-2D95-694671DB786D}"/>
                  </a:ext>
                </a:extLst>
              </p:cNvPr>
              <p:cNvPicPr/>
              <p:nvPr/>
            </p:nvPicPr>
            <p:blipFill>
              <a:blip r:embed="rId115"/>
              <a:stretch>
                <a:fillRect/>
              </a:stretch>
            </p:blipFill>
            <p:spPr>
              <a:xfrm>
                <a:off x="9154865" y="6516916"/>
                <a:ext cx="120960" cy="57960"/>
              </a:xfrm>
              <a:prstGeom prst="rect">
                <a:avLst/>
              </a:prstGeom>
            </p:spPr>
          </p:pic>
        </mc:Fallback>
      </mc:AlternateContent>
    </p:spTree>
    <p:extLst>
      <p:ext uri="{BB962C8B-B14F-4D97-AF65-F5344CB8AC3E}">
        <p14:creationId xmlns:p14="http://schemas.microsoft.com/office/powerpoint/2010/main" val="996451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FA417-0278-F62A-5CB5-9D6BF68AA82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A0655E4-19CE-0E8F-85C4-B7AD03A84654}"/>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201711A-8B34-A782-F637-E9C5D8C4A2FB}"/>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Mutual Funds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CA888E2B-C0D3-9E99-B81B-E85C1C677B58}"/>
              </a:ext>
            </a:extLst>
          </p:cNvPr>
          <p:cNvSpPr txBox="1">
            <a:spLocks/>
          </p:cNvSpPr>
          <p:nvPr/>
        </p:nvSpPr>
        <p:spPr>
          <a:xfrm>
            <a:off x="81213" y="631438"/>
            <a:ext cx="11794698"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It can't be said enough: with funds, costs matter. Even though </a:t>
            </a:r>
            <a:r>
              <a:rPr lang="en-US" sz="2800" dirty="0">
                <a:solidFill>
                  <a:srgbClr val="EC767C"/>
                </a:solidFill>
                <a:latin typeface="Tw Cen MT"/>
                <a:hlinkClick r:id="rId3"/>
              </a:rPr>
              <a:t>lower fees=higher returns</a:t>
            </a:r>
            <a:r>
              <a:rPr lang="en-US" sz="2800" dirty="0">
                <a:solidFill>
                  <a:prstClr val="black"/>
                </a:solidFill>
                <a:latin typeface="Tw Cen MT"/>
              </a:rPr>
              <a:t>, investors typically fail to choose low-cost funds (Choi et al., 2010, The Review of Financial Studies).</a:t>
            </a: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426710" lvl="1" indent="0" algn="just">
              <a:spcBef>
                <a:spcPts val="700"/>
              </a:spcBef>
              <a:buClr>
                <a:srgbClr val="DA1F28"/>
              </a:buClr>
              <a:buSzPct val="60000"/>
              <a:buNone/>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pic>
        <p:nvPicPr>
          <p:cNvPr id="2" name="Picture 1">
            <a:extLst>
              <a:ext uri="{FF2B5EF4-FFF2-40B4-BE49-F238E27FC236}">
                <a16:creationId xmlns:a16="http://schemas.microsoft.com/office/drawing/2014/main" id="{20CC2B2A-E093-5ABA-BFCB-19E94959815D}"/>
              </a:ext>
            </a:extLst>
          </p:cNvPr>
          <p:cNvPicPr>
            <a:picLocks noChangeAspect="1"/>
          </p:cNvPicPr>
          <p:nvPr/>
        </p:nvPicPr>
        <p:blipFill>
          <a:blip r:embed="rId4"/>
          <a:stretch>
            <a:fillRect/>
          </a:stretch>
        </p:blipFill>
        <p:spPr>
          <a:xfrm>
            <a:off x="3601155" y="2480908"/>
            <a:ext cx="5350933" cy="3745654"/>
          </a:xfrm>
          <a:prstGeom prst="rect">
            <a:avLst/>
          </a:prstGeom>
        </p:spPr>
      </p:pic>
    </p:spTree>
    <p:extLst>
      <p:ext uri="{BB962C8B-B14F-4D97-AF65-F5344CB8AC3E}">
        <p14:creationId xmlns:p14="http://schemas.microsoft.com/office/powerpoint/2010/main" val="166388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0398-7FAF-70D9-EFBD-89016806374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1B5BC93-ADEB-18FC-A8B8-FBEBC6FFE247}"/>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C2AF727-9810-50D0-2694-5BEE3BA65FC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Exchange-Traded Funds (ETFs)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7850F799-7103-9EF0-4271-3EA2CC187939}"/>
              </a:ext>
            </a:extLst>
          </p:cNvPr>
          <p:cNvSpPr txBox="1">
            <a:spLocks/>
          </p:cNvSpPr>
          <p:nvPr/>
        </p:nvSpPr>
        <p:spPr>
          <a:xfrm>
            <a:off x="81213" y="631438"/>
            <a:ext cx="11794698"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ETFs = Exchange-Traded Funds</a:t>
            </a:r>
          </a:p>
          <a:p>
            <a:pPr marL="320040" indent="-320040" algn="just">
              <a:spcBef>
                <a:spcPts val="700"/>
              </a:spcBef>
              <a:buClr>
                <a:srgbClr val="DA1F28"/>
              </a:buCl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ETFs are offshoots of mutual funds that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allow investors to trade index portfolios just as they do shares of stocks</a:t>
            </a:r>
            <a:r>
              <a:rPr kumimoji="0" lang="en-US" sz="2800" b="0" i="0" u="none" strike="noStrike" kern="1200" cap="none" spc="0" normalizeH="0" baseline="0" noProof="0" dirty="0">
                <a:ln>
                  <a:noFill/>
                </a:ln>
                <a:solidFill>
                  <a:prstClr val="black"/>
                </a:solidFill>
                <a:effectLst/>
                <a:uLnTx/>
                <a:uFillTx/>
                <a:latin typeface="Tw Cen MT"/>
                <a:ea typeface="+mn-ea"/>
                <a:cs typeface="+mn-cs"/>
              </a:rPr>
              <a:t>. So, unlike typical mutual funds, ETFs can be traded on national stock exchange during trading time.</a:t>
            </a: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426710" lvl="1" indent="0" algn="just">
              <a:spcBef>
                <a:spcPts val="700"/>
              </a:spcBef>
              <a:buClr>
                <a:srgbClr val="DA1F28"/>
              </a:buClr>
              <a:buSzPct val="60000"/>
              <a:buNone/>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1387623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5C71A-FA25-3597-15C7-3FF048D5B82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DD348D8-B56A-4BE1-C035-AF3701F83F92}"/>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A8D68BFC-2B6D-619F-F347-E20C71673199}"/>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Exchange-Traded Funds (ETFs)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70034C60-4E2B-003A-1CD8-A56231C0811E}"/>
              </a:ext>
            </a:extLst>
          </p:cNvPr>
          <p:cNvSpPr txBox="1">
            <a:spLocks/>
          </p:cNvSpPr>
          <p:nvPr/>
        </p:nvSpPr>
        <p:spPr>
          <a:xfrm>
            <a:off x="81213" y="631438"/>
            <a:ext cx="11794698"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ETFs were first introduced in 1993 (spider, nickname for SPDR, which tracks the S&amp;P 500 Index). Since its inception, it has gained significant popularity.</a:t>
            </a: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indent="-320040" algn="just">
              <a:spcBef>
                <a:spcPts val="700"/>
              </a:spcBef>
              <a:buClr>
                <a:srgbClr val="DA1F28"/>
              </a:buCl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ETFs are usually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passively managed </a:t>
            </a:r>
            <a:r>
              <a:rPr kumimoji="0" lang="en-US" sz="2800" b="0" i="0" u="none" strike="noStrike" kern="1200" cap="none" spc="0" normalizeH="0" baseline="0" noProof="0" dirty="0">
                <a:ln>
                  <a:noFill/>
                </a:ln>
                <a:solidFill>
                  <a:prstClr val="black"/>
                </a:solidFill>
                <a:effectLst/>
                <a:uLnTx/>
                <a:uFillTx/>
                <a:latin typeface="Tw Cen MT"/>
                <a:ea typeface="+mn-ea"/>
                <a:cs typeface="+mn-cs"/>
              </a:rPr>
              <a:t>and charge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lower fees </a:t>
            </a:r>
            <a:r>
              <a:rPr kumimoji="0" lang="en-US" sz="2800" b="0" i="0" u="none" strike="noStrike" kern="1200" cap="none" spc="0" normalizeH="0" baseline="0" noProof="0" dirty="0">
                <a:ln>
                  <a:noFill/>
                </a:ln>
                <a:solidFill>
                  <a:prstClr val="black"/>
                </a:solidFill>
                <a:effectLst/>
                <a:uLnTx/>
                <a:uFillTx/>
                <a:latin typeface="Tw Cen MT"/>
                <a:ea typeface="+mn-ea"/>
                <a:cs typeface="+mn-cs"/>
              </a:rPr>
              <a:t>than </a:t>
            </a:r>
            <a:r>
              <a:rPr lang="en-US" sz="2800" dirty="0">
                <a:solidFill>
                  <a:srgbClr val="DA1F28">
                    <a:lumMod val="60000"/>
                    <a:lumOff val="40000"/>
                  </a:srgbClr>
                </a:solidFill>
                <a:latin typeface="Tw Cen MT"/>
              </a:rPr>
              <a:t>actively managed</a:t>
            </a:r>
            <a:r>
              <a:rPr kumimoji="0" lang="en-US" sz="2800" b="0" i="0" u="none" strike="noStrike" kern="1200" cap="none" spc="0" normalizeH="0" baseline="0" noProof="0" dirty="0">
                <a:ln>
                  <a:noFill/>
                </a:ln>
                <a:solidFill>
                  <a:prstClr val="black"/>
                </a:solidFill>
                <a:effectLst/>
                <a:uLnTx/>
                <a:uFillTx/>
                <a:latin typeface="Tw Cen MT"/>
                <a:ea typeface="+mn-ea"/>
                <a:cs typeface="+mn-cs"/>
              </a:rPr>
              <a:t> mutual funds.</a:t>
            </a:r>
          </a:p>
          <a:p>
            <a:pPr lvl="1" algn="just">
              <a:spcBef>
                <a:spcPts val="700"/>
              </a:spcBef>
              <a:buClr>
                <a:srgbClr val="DA1F28"/>
              </a:buClr>
              <a:buFont typeface="Arial" panose="020B0604020202020204" pitchFamily="34" charset="0"/>
              <a:buChar char="•"/>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Note: Until 2008, ETFs were required to track specified indexes. Starting in 2008, the SEC granted approval for so-called actively managed ETFs (For example, </a:t>
            </a:r>
            <a:r>
              <a:rPr kumimoji="0" lang="en-US" sz="2400" b="0" i="0" u="none" strike="noStrike" kern="1200" cap="none" spc="0" normalizeH="0" baseline="0" noProof="0" dirty="0">
                <a:ln>
                  <a:noFill/>
                </a:ln>
                <a:solidFill>
                  <a:prstClr val="black"/>
                </a:solidFill>
                <a:effectLst/>
                <a:uLnTx/>
                <a:uFillTx/>
                <a:latin typeface="Tw Cen MT"/>
                <a:ea typeface="+mn-ea"/>
                <a:cs typeface="+mn-cs"/>
                <a:hlinkClick r:id="rId3"/>
              </a:rPr>
              <a:t>ARKK</a:t>
            </a:r>
            <a:r>
              <a:rPr kumimoji="0" lang="en-US" sz="2400" b="0" i="0" u="none" strike="noStrike" kern="1200" cap="none" spc="0" normalizeH="0" baseline="0" noProof="0" dirty="0">
                <a:ln>
                  <a:noFill/>
                </a:ln>
                <a:solidFill>
                  <a:prstClr val="black"/>
                </a:solidFill>
                <a:effectLst/>
                <a:uLnTx/>
                <a:uFillTx/>
                <a:latin typeface="Tw Cen MT"/>
                <a:ea typeface="+mn-ea"/>
                <a:cs typeface="+mn-cs"/>
              </a:rPr>
              <a:t>).</a:t>
            </a: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426710" lvl="1" indent="0" algn="just">
              <a:spcBef>
                <a:spcPts val="700"/>
              </a:spcBef>
              <a:buClr>
                <a:srgbClr val="DA1F28"/>
              </a:buClr>
              <a:buSzPct val="60000"/>
              <a:buNone/>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endParaRPr lang="en-US" sz="2400" dirty="0">
              <a:solidFill>
                <a:prstClr val="black"/>
              </a:solidFill>
              <a:latin typeface="Tw Cen MT"/>
            </a:endParaRPr>
          </a:p>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pic>
        <p:nvPicPr>
          <p:cNvPr id="2" name="Content Placeholder 4">
            <a:extLst>
              <a:ext uri="{FF2B5EF4-FFF2-40B4-BE49-F238E27FC236}">
                <a16:creationId xmlns:a16="http://schemas.microsoft.com/office/drawing/2014/main" id="{FCC7E77D-15BA-14DC-3F89-63A106EAA7E9}"/>
              </a:ext>
            </a:extLst>
          </p:cNvPr>
          <p:cNvPicPr>
            <a:picLocks noChangeAspect="1"/>
          </p:cNvPicPr>
          <p:nvPr/>
        </p:nvPicPr>
        <p:blipFill>
          <a:blip r:embed="rId4"/>
          <a:stretch>
            <a:fillRect/>
          </a:stretch>
        </p:blipFill>
        <p:spPr>
          <a:xfrm>
            <a:off x="3126708" y="1696045"/>
            <a:ext cx="5703707" cy="2970681"/>
          </a:xfrm>
          <a:prstGeom prst="rect">
            <a:avLst/>
          </a:prstGeom>
        </p:spPr>
      </p:pic>
    </p:spTree>
    <p:extLst>
      <p:ext uri="{BB962C8B-B14F-4D97-AF65-F5344CB8AC3E}">
        <p14:creationId xmlns:p14="http://schemas.microsoft.com/office/powerpoint/2010/main" val="219480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F4EA-C071-238F-FB6D-C98AF859EDF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D8C5782-C1D9-B15D-B969-53E8C7BE4EC4}"/>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all" spc="0" normalizeH="0" baseline="0" noProof="0" dirty="0">
                <a:ln>
                  <a:noFill/>
                </a:ln>
                <a:solidFill>
                  <a:schemeClr val="bg1"/>
                </a:solidFill>
                <a:effectLst/>
                <a:uLnTx/>
                <a:uFillTx/>
                <a:latin typeface="Tw Cen MT"/>
                <a:ea typeface="+mj-ea"/>
                <a:cs typeface="+mj-cs"/>
              </a:rPr>
              <a:t>Mutual funds (unit trusts)</a:t>
            </a:r>
            <a:endParaRPr kumimoji="0" lang="en-US" sz="10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AC5190B9-83AE-9404-6446-AA88618F4AC2}"/>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Exchange-Traded Funds (ETFs)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708097D2-8D4E-62FF-4D60-69A2F6EE9E02}"/>
              </a:ext>
            </a:extLst>
          </p:cNvPr>
          <p:cNvSpPr txBox="1">
            <a:spLocks/>
          </p:cNvSpPr>
          <p:nvPr/>
        </p:nvSpPr>
        <p:spPr>
          <a:xfrm>
            <a:off x="81213" y="631438"/>
            <a:ext cx="11794698"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just"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Examples of low-fee ETFs:</a:t>
            </a:r>
          </a:p>
          <a:p>
            <a:pPr marL="941060" lvl="1" indent="-514350" algn="just">
              <a:spcBef>
                <a:spcPts val="700"/>
              </a:spcBef>
              <a:buClr>
                <a:srgbClr val="DA1F28"/>
              </a:buClr>
              <a:buSzPct val="60000"/>
              <a:buFont typeface="+mj-lt"/>
              <a:buAutoNum type="arabicPeriod"/>
              <a:defRPr/>
            </a:pPr>
            <a:r>
              <a:rPr lang="en-US" sz="2800" dirty="0">
                <a:solidFill>
                  <a:prstClr val="black"/>
                </a:solidFill>
                <a:latin typeface="Tw Cen MT"/>
              </a:rPr>
              <a:t>Two ETFs tracking STI:</a:t>
            </a:r>
          </a:p>
          <a:p>
            <a:pPr marL="1306811" lvl="2" indent="-514350" algn="just">
              <a:spcBef>
                <a:spcPts val="700"/>
              </a:spcBef>
              <a:buClr>
                <a:srgbClr val="DA1F28"/>
              </a:buClr>
              <a:buSzPct val="60000"/>
              <a:buFont typeface="Arial" panose="020B0604020202020204" pitchFamily="34" charset="0"/>
              <a:buChar char="•"/>
              <a:defRPr/>
            </a:pPr>
            <a:r>
              <a:rPr lang="en-SG" sz="2800" dirty="0">
                <a:solidFill>
                  <a:srgbClr val="EC767C"/>
                </a:solidFill>
                <a:latin typeface="Tw Cen MT" panose="020B0602020104020603" pitchFamily="34" charset="77"/>
              </a:rPr>
              <a:t>SPDR STI ETF </a:t>
            </a:r>
            <a:r>
              <a:rPr lang="en-SG" sz="2800" dirty="0">
                <a:latin typeface="Tw Cen MT" panose="020B0602020104020603" pitchFamily="34" charset="77"/>
              </a:rPr>
              <a:t>(ES3; expense ratio=___%)</a:t>
            </a:r>
            <a:endParaRPr lang="en-US" sz="2800" dirty="0">
              <a:solidFill>
                <a:prstClr val="black"/>
              </a:solidFill>
              <a:latin typeface="Tw Cen MT"/>
            </a:endParaRPr>
          </a:p>
          <a:p>
            <a:pPr marL="1306811" lvl="2" indent="-514350" algn="just">
              <a:spcBef>
                <a:spcPts val="700"/>
              </a:spcBef>
              <a:buClr>
                <a:srgbClr val="DA1F28"/>
              </a:buClr>
              <a:buSzPct val="60000"/>
              <a:buFont typeface="Arial" panose="020B0604020202020204" pitchFamily="34" charset="0"/>
              <a:buChar char="•"/>
              <a:defRPr/>
            </a:pPr>
            <a:r>
              <a:rPr lang="en-US" sz="2800" dirty="0">
                <a:solidFill>
                  <a:srgbClr val="EC767C"/>
                </a:solidFill>
                <a:latin typeface="Tw Cen MT" panose="020B0602020104020603" pitchFamily="34" charset="77"/>
              </a:rPr>
              <a:t>Nikko AM STI ETF </a:t>
            </a:r>
            <a:r>
              <a:rPr lang="en-US" sz="2800" dirty="0">
                <a:latin typeface="Tw Cen MT" panose="020B0602020104020603" pitchFamily="34" charset="77"/>
              </a:rPr>
              <a:t>(G3B; </a:t>
            </a:r>
            <a:r>
              <a:rPr lang="en-SG" sz="2800" dirty="0">
                <a:latin typeface="Tw Cen MT" panose="020B0602020104020603" pitchFamily="34" charset="77"/>
              </a:rPr>
              <a:t>expense ratio=___%)</a:t>
            </a:r>
            <a:endParaRPr lang="en-US" sz="28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r>
              <a:rPr lang="en-US" sz="2800" dirty="0">
                <a:solidFill>
                  <a:prstClr val="black"/>
                </a:solidFill>
                <a:latin typeface="Tw Cen MT"/>
              </a:rPr>
              <a:t>An ETF tracking S&amp;P 500:</a:t>
            </a:r>
          </a:p>
          <a:p>
            <a:pPr marL="1306811" lvl="2" indent="-514350" algn="just">
              <a:spcBef>
                <a:spcPts val="700"/>
              </a:spcBef>
              <a:buClr>
                <a:srgbClr val="DA1F28"/>
              </a:buClr>
              <a:buSzPct val="60000"/>
              <a:buFont typeface="Arial" panose="020B0604020202020204" pitchFamily="34" charset="0"/>
              <a:buChar char="•"/>
              <a:defRPr/>
            </a:pPr>
            <a:r>
              <a:rPr lang="en-US" sz="2800" dirty="0">
                <a:solidFill>
                  <a:srgbClr val="EC767C"/>
                </a:solidFill>
                <a:latin typeface="Tw Cen MT" panose="020B0602020104020603" pitchFamily="34" charset="77"/>
              </a:rPr>
              <a:t>Vanguard S&amp;P 500 ETF </a:t>
            </a:r>
            <a:r>
              <a:rPr lang="en-US" sz="2800" dirty="0">
                <a:latin typeface="Tw Cen MT" panose="020B0602020104020603" pitchFamily="34" charset="77"/>
              </a:rPr>
              <a:t>(</a:t>
            </a:r>
            <a:r>
              <a:rPr lang="en-SG" sz="2800" dirty="0">
                <a:latin typeface="Tw Cen MT" panose="020B0602020104020603" pitchFamily="34" charset="77"/>
              </a:rPr>
              <a:t>VOO; expense ratio=___%)</a:t>
            </a:r>
            <a:endParaRPr lang="en-US" sz="2800" dirty="0">
              <a:solidFill>
                <a:prstClr val="black"/>
              </a:solidFill>
              <a:latin typeface="Tw Cen MT"/>
            </a:endParaRPr>
          </a:p>
          <a:p>
            <a:pPr marL="941060" lvl="1" indent="-514350" algn="just">
              <a:spcBef>
                <a:spcPts val="700"/>
              </a:spcBef>
              <a:buClr>
                <a:srgbClr val="DA1F28"/>
              </a:buClr>
              <a:buSzPct val="60000"/>
              <a:buFont typeface="+mj-lt"/>
              <a:buAutoNum type="arabicPeriod"/>
              <a:defRPr/>
            </a:pPr>
            <a:r>
              <a:rPr lang="en-US" sz="2800" dirty="0">
                <a:solidFill>
                  <a:prstClr val="black"/>
                </a:solidFill>
                <a:latin typeface="Tw Cen MT"/>
              </a:rPr>
              <a:t>An ETF tracking world major stocks:</a:t>
            </a:r>
          </a:p>
          <a:p>
            <a:pPr marL="1306811" lvl="2" indent="-514350" algn="just">
              <a:spcBef>
                <a:spcPts val="700"/>
              </a:spcBef>
              <a:buClr>
                <a:srgbClr val="DA1F28"/>
              </a:buClr>
              <a:buSzPct val="60000"/>
              <a:buFont typeface="Arial" panose="020B0604020202020204" pitchFamily="34" charset="0"/>
              <a:buChar char="•"/>
              <a:defRPr/>
            </a:pPr>
            <a:r>
              <a:rPr lang="en-US" sz="2800" dirty="0">
                <a:solidFill>
                  <a:srgbClr val="EC767C"/>
                </a:solidFill>
                <a:latin typeface="Tw Cen MT" panose="020B0602020104020603" pitchFamily="34" charset="77"/>
              </a:rPr>
              <a:t>Vanguard Total World Stock ETF</a:t>
            </a:r>
            <a:r>
              <a:rPr lang="en-US" sz="2800" dirty="0">
                <a:latin typeface="Tw Cen MT" panose="020B0602020104020603" pitchFamily="34" charset="77"/>
              </a:rPr>
              <a:t> (</a:t>
            </a:r>
            <a:r>
              <a:rPr lang="en-SG" sz="2800" dirty="0">
                <a:latin typeface="Tw Cen MT" panose="020B0602020104020603" pitchFamily="34" charset="77"/>
              </a:rPr>
              <a:t>VT; expense ratio=___%)</a:t>
            </a:r>
          </a:p>
        </p:txBody>
      </p:sp>
      <p:grpSp>
        <p:nvGrpSpPr>
          <p:cNvPr id="6" name="Group 5">
            <a:extLst>
              <a:ext uri="{FF2B5EF4-FFF2-40B4-BE49-F238E27FC236}">
                <a16:creationId xmlns:a16="http://schemas.microsoft.com/office/drawing/2014/main" id="{08B32AD4-9D53-1FC7-BFC7-731A08070AB3}"/>
              </a:ext>
            </a:extLst>
          </p:cNvPr>
          <p:cNvGrpSpPr/>
          <p:nvPr/>
        </p:nvGrpSpPr>
        <p:grpSpPr>
          <a:xfrm>
            <a:off x="6468507" y="1745920"/>
            <a:ext cx="356040" cy="246960"/>
            <a:chOff x="6468507" y="1745920"/>
            <a:chExt cx="356040" cy="24696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A664A2C-4C8A-1A0C-03C5-08C172162F54}"/>
                    </a:ext>
                  </a:extLst>
                </p14:cNvPr>
                <p14:cNvContentPartPr/>
                <p14:nvPr/>
              </p14:nvContentPartPr>
              <p14:xfrm>
                <a:off x="6468507" y="1774720"/>
                <a:ext cx="122400" cy="155160"/>
              </p14:xfrm>
            </p:contentPart>
          </mc:Choice>
          <mc:Fallback>
            <p:pic>
              <p:nvPicPr>
                <p:cNvPr id="2" name="Ink 1">
                  <a:extLst>
                    <a:ext uri="{FF2B5EF4-FFF2-40B4-BE49-F238E27FC236}">
                      <a16:creationId xmlns:a16="http://schemas.microsoft.com/office/drawing/2014/main" id="{6A664A2C-4C8A-1A0C-03C5-08C172162F54}"/>
                    </a:ext>
                  </a:extLst>
                </p:cNvPr>
                <p:cNvPicPr/>
                <p:nvPr/>
              </p:nvPicPr>
              <p:blipFill>
                <a:blip r:embed="rId4"/>
                <a:stretch>
                  <a:fillRect/>
                </a:stretch>
              </p:blipFill>
              <p:spPr>
                <a:xfrm>
                  <a:off x="6462387" y="1768600"/>
                  <a:ext cx="1346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D352BB3-12AA-815A-B67D-2EF5D78C3E86}"/>
                    </a:ext>
                  </a:extLst>
                </p14:cNvPr>
                <p14:cNvContentPartPr/>
                <p14:nvPr/>
              </p14:nvContentPartPr>
              <p14:xfrm>
                <a:off x="6616107" y="1889920"/>
                <a:ext cx="15480" cy="57960"/>
              </p14:xfrm>
            </p:contentPart>
          </mc:Choice>
          <mc:Fallback>
            <p:pic>
              <p:nvPicPr>
                <p:cNvPr id="3" name="Ink 2">
                  <a:extLst>
                    <a:ext uri="{FF2B5EF4-FFF2-40B4-BE49-F238E27FC236}">
                      <a16:creationId xmlns:a16="http://schemas.microsoft.com/office/drawing/2014/main" id="{3D352BB3-12AA-815A-B67D-2EF5D78C3E86}"/>
                    </a:ext>
                  </a:extLst>
                </p:cNvPr>
                <p:cNvPicPr/>
                <p:nvPr/>
              </p:nvPicPr>
              <p:blipFill>
                <a:blip r:embed="rId6"/>
                <a:stretch>
                  <a:fillRect/>
                </a:stretch>
              </p:blipFill>
              <p:spPr>
                <a:xfrm>
                  <a:off x="6609987" y="1883800"/>
                  <a:ext cx="277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8E26E0C6-9BF8-4564-2FCA-04E3C0F4C8A9}"/>
                    </a:ext>
                  </a:extLst>
                </p14:cNvPr>
                <p14:cNvContentPartPr/>
                <p14:nvPr/>
              </p14:nvContentPartPr>
              <p14:xfrm>
                <a:off x="6678027" y="1745920"/>
                <a:ext cx="146520" cy="246960"/>
              </p14:xfrm>
            </p:contentPart>
          </mc:Choice>
          <mc:Fallback>
            <p:pic>
              <p:nvPicPr>
                <p:cNvPr id="4" name="Ink 3">
                  <a:extLst>
                    <a:ext uri="{FF2B5EF4-FFF2-40B4-BE49-F238E27FC236}">
                      <a16:creationId xmlns:a16="http://schemas.microsoft.com/office/drawing/2014/main" id="{8E26E0C6-9BF8-4564-2FCA-04E3C0F4C8A9}"/>
                    </a:ext>
                  </a:extLst>
                </p:cNvPr>
                <p:cNvPicPr/>
                <p:nvPr/>
              </p:nvPicPr>
              <p:blipFill>
                <a:blip r:embed="rId8"/>
                <a:stretch>
                  <a:fillRect/>
                </a:stretch>
              </p:blipFill>
              <p:spPr>
                <a:xfrm>
                  <a:off x="6671907" y="1739800"/>
                  <a:ext cx="158760" cy="259200"/>
                </a:xfrm>
                <a:prstGeom prst="rect">
                  <a:avLst/>
                </a:prstGeom>
              </p:spPr>
            </p:pic>
          </mc:Fallback>
        </mc:AlternateContent>
      </p:grpSp>
      <p:grpSp>
        <p:nvGrpSpPr>
          <p:cNvPr id="12" name="Group 11">
            <a:extLst>
              <a:ext uri="{FF2B5EF4-FFF2-40B4-BE49-F238E27FC236}">
                <a16:creationId xmlns:a16="http://schemas.microsoft.com/office/drawing/2014/main" id="{3E0E14D1-3EC6-F503-CCF9-725838AD685D}"/>
              </a:ext>
            </a:extLst>
          </p:cNvPr>
          <p:cNvGrpSpPr/>
          <p:nvPr/>
        </p:nvGrpSpPr>
        <p:grpSpPr>
          <a:xfrm>
            <a:off x="7201467" y="2333800"/>
            <a:ext cx="346320" cy="244440"/>
            <a:chOff x="7201467" y="2333800"/>
            <a:chExt cx="346320" cy="244440"/>
          </a:xfrm>
        </p:grpSpPr>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453FF983-D954-3C8D-14FD-4381D4C3DCE6}"/>
                    </a:ext>
                  </a:extLst>
                </p14:cNvPr>
                <p14:cNvContentPartPr/>
                <p14:nvPr/>
              </p14:nvContentPartPr>
              <p14:xfrm>
                <a:off x="7201467" y="2347840"/>
                <a:ext cx="142920" cy="159480"/>
              </p14:xfrm>
            </p:contentPart>
          </mc:Choice>
          <mc:Fallback>
            <p:pic>
              <p:nvPicPr>
                <p:cNvPr id="9" name="Ink 8">
                  <a:extLst>
                    <a:ext uri="{FF2B5EF4-FFF2-40B4-BE49-F238E27FC236}">
                      <a16:creationId xmlns:a16="http://schemas.microsoft.com/office/drawing/2014/main" id="{453FF983-D954-3C8D-14FD-4381D4C3DCE6}"/>
                    </a:ext>
                  </a:extLst>
                </p:cNvPr>
                <p:cNvPicPr/>
                <p:nvPr/>
              </p:nvPicPr>
              <p:blipFill>
                <a:blip r:embed="rId10"/>
                <a:stretch>
                  <a:fillRect/>
                </a:stretch>
              </p:blipFill>
              <p:spPr>
                <a:xfrm>
                  <a:off x="7195347" y="2341720"/>
                  <a:ext cx="1551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55A07732-C9CC-0801-3FA9-49DDC6C78185}"/>
                    </a:ext>
                  </a:extLst>
                </p14:cNvPr>
                <p14:cNvContentPartPr/>
                <p14:nvPr/>
              </p14:nvContentPartPr>
              <p14:xfrm>
                <a:off x="7359867" y="2497600"/>
                <a:ext cx="11880" cy="80640"/>
              </p14:xfrm>
            </p:contentPart>
          </mc:Choice>
          <mc:Fallback>
            <p:pic>
              <p:nvPicPr>
                <p:cNvPr id="10" name="Ink 9">
                  <a:extLst>
                    <a:ext uri="{FF2B5EF4-FFF2-40B4-BE49-F238E27FC236}">
                      <a16:creationId xmlns:a16="http://schemas.microsoft.com/office/drawing/2014/main" id="{55A07732-C9CC-0801-3FA9-49DDC6C78185}"/>
                    </a:ext>
                  </a:extLst>
                </p:cNvPr>
                <p:cNvPicPr/>
                <p:nvPr/>
              </p:nvPicPr>
              <p:blipFill>
                <a:blip r:embed="rId12"/>
                <a:stretch>
                  <a:fillRect/>
                </a:stretch>
              </p:blipFill>
              <p:spPr>
                <a:xfrm>
                  <a:off x="7353747" y="2491480"/>
                  <a:ext cx="241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0A8E82C5-156B-8ECA-9374-0146CBB19404}"/>
                    </a:ext>
                  </a:extLst>
                </p14:cNvPr>
                <p14:cNvContentPartPr/>
                <p14:nvPr/>
              </p14:nvContentPartPr>
              <p14:xfrm>
                <a:off x="7441947" y="2333800"/>
                <a:ext cx="105840" cy="232920"/>
              </p14:xfrm>
            </p:contentPart>
          </mc:Choice>
          <mc:Fallback>
            <p:pic>
              <p:nvPicPr>
                <p:cNvPr id="11" name="Ink 10">
                  <a:extLst>
                    <a:ext uri="{FF2B5EF4-FFF2-40B4-BE49-F238E27FC236}">
                      <a16:creationId xmlns:a16="http://schemas.microsoft.com/office/drawing/2014/main" id="{0A8E82C5-156B-8ECA-9374-0146CBB19404}"/>
                    </a:ext>
                  </a:extLst>
                </p:cNvPr>
                <p:cNvPicPr/>
                <p:nvPr/>
              </p:nvPicPr>
              <p:blipFill>
                <a:blip r:embed="rId14"/>
                <a:stretch>
                  <a:fillRect/>
                </a:stretch>
              </p:blipFill>
              <p:spPr>
                <a:xfrm>
                  <a:off x="7435827" y="2327680"/>
                  <a:ext cx="118080" cy="245160"/>
                </a:xfrm>
                <a:prstGeom prst="rect">
                  <a:avLst/>
                </a:prstGeom>
              </p:spPr>
            </p:pic>
          </mc:Fallback>
        </mc:AlternateContent>
      </p:grpSp>
      <p:grpSp>
        <p:nvGrpSpPr>
          <p:cNvPr id="17" name="Group 16">
            <a:extLst>
              <a:ext uri="{FF2B5EF4-FFF2-40B4-BE49-F238E27FC236}">
                <a16:creationId xmlns:a16="http://schemas.microsoft.com/office/drawing/2014/main" id="{113A56A4-E0D4-AD6D-1A95-4FAA1AED52CD}"/>
              </a:ext>
            </a:extLst>
          </p:cNvPr>
          <p:cNvGrpSpPr/>
          <p:nvPr/>
        </p:nvGrpSpPr>
        <p:grpSpPr>
          <a:xfrm>
            <a:off x="8148267" y="3375280"/>
            <a:ext cx="487800" cy="203040"/>
            <a:chOff x="8148267" y="3375280"/>
            <a:chExt cx="487800" cy="203040"/>
          </a:xfrm>
        </p:grpSpPr>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72202BD3-7B74-1C14-511A-B109A7516EBF}"/>
                    </a:ext>
                  </a:extLst>
                </p14:cNvPr>
                <p14:cNvContentPartPr/>
                <p14:nvPr/>
              </p14:nvContentPartPr>
              <p14:xfrm>
                <a:off x="8148267" y="3388600"/>
                <a:ext cx="136080" cy="165240"/>
              </p14:xfrm>
            </p:contentPart>
          </mc:Choice>
          <mc:Fallback>
            <p:pic>
              <p:nvPicPr>
                <p:cNvPr id="13" name="Ink 12">
                  <a:extLst>
                    <a:ext uri="{FF2B5EF4-FFF2-40B4-BE49-F238E27FC236}">
                      <a16:creationId xmlns:a16="http://schemas.microsoft.com/office/drawing/2014/main" id="{72202BD3-7B74-1C14-511A-B109A7516EBF}"/>
                    </a:ext>
                  </a:extLst>
                </p:cNvPr>
                <p:cNvPicPr/>
                <p:nvPr/>
              </p:nvPicPr>
              <p:blipFill>
                <a:blip r:embed="rId16"/>
                <a:stretch>
                  <a:fillRect/>
                </a:stretch>
              </p:blipFill>
              <p:spPr>
                <a:xfrm>
                  <a:off x="8142147" y="3382480"/>
                  <a:ext cx="14832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E92D3194-A158-558D-CCE6-2000CBAB36C1}"/>
                    </a:ext>
                  </a:extLst>
                </p14:cNvPr>
                <p14:cNvContentPartPr/>
                <p14:nvPr/>
              </p14:nvContentPartPr>
              <p14:xfrm>
                <a:off x="8328627" y="3522160"/>
                <a:ext cx="15120" cy="26640"/>
              </p14:xfrm>
            </p:contentPart>
          </mc:Choice>
          <mc:Fallback>
            <p:pic>
              <p:nvPicPr>
                <p:cNvPr id="14" name="Ink 13">
                  <a:extLst>
                    <a:ext uri="{FF2B5EF4-FFF2-40B4-BE49-F238E27FC236}">
                      <a16:creationId xmlns:a16="http://schemas.microsoft.com/office/drawing/2014/main" id="{E92D3194-A158-558D-CCE6-2000CBAB36C1}"/>
                    </a:ext>
                  </a:extLst>
                </p:cNvPr>
                <p:cNvPicPr/>
                <p:nvPr/>
              </p:nvPicPr>
              <p:blipFill>
                <a:blip r:embed="rId18"/>
                <a:stretch>
                  <a:fillRect/>
                </a:stretch>
              </p:blipFill>
              <p:spPr>
                <a:xfrm>
                  <a:off x="8322507" y="3516040"/>
                  <a:ext cx="2736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BB6B03B1-C851-C755-0831-9693A4025E60}"/>
                    </a:ext>
                  </a:extLst>
                </p14:cNvPr>
                <p14:cNvContentPartPr/>
                <p14:nvPr/>
              </p14:nvContentPartPr>
              <p14:xfrm>
                <a:off x="8406387" y="3450160"/>
                <a:ext cx="87480" cy="107640"/>
              </p14:xfrm>
            </p:contentPart>
          </mc:Choice>
          <mc:Fallback>
            <p:pic>
              <p:nvPicPr>
                <p:cNvPr id="15" name="Ink 14">
                  <a:extLst>
                    <a:ext uri="{FF2B5EF4-FFF2-40B4-BE49-F238E27FC236}">
                      <a16:creationId xmlns:a16="http://schemas.microsoft.com/office/drawing/2014/main" id="{BB6B03B1-C851-C755-0831-9693A4025E60}"/>
                    </a:ext>
                  </a:extLst>
                </p:cNvPr>
                <p:cNvPicPr/>
                <p:nvPr/>
              </p:nvPicPr>
              <p:blipFill>
                <a:blip r:embed="rId20"/>
                <a:stretch>
                  <a:fillRect/>
                </a:stretch>
              </p:blipFill>
              <p:spPr>
                <a:xfrm>
                  <a:off x="8400267" y="3444040"/>
                  <a:ext cx="997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D3BF55E8-5EAC-09EC-FD2D-2E58CB8662DD}"/>
                    </a:ext>
                  </a:extLst>
                </p14:cNvPr>
                <p14:cNvContentPartPr/>
                <p14:nvPr/>
              </p14:nvContentPartPr>
              <p14:xfrm>
                <a:off x="8508267" y="3375280"/>
                <a:ext cx="127800" cy="203040"/>
              </p14:xfrm>
            </p:contentPart>
          </mc:Choice>
          <mc:Fallback>
            <p:pic>
              <p:nvPicPr>
                <p:cNvPr id="16" name="Ink 15">
                  <a:extLst>
                    <a:ext uri="{FF2B5EF4-FFF2-40B4-BE49-F238E27FC236}">
                      <a16:creationId xmlns:a16="http://schemas.microsoft.com/office/drawing/2014/main" id="{D3BF55E8-5EAC-09EC-FD2D-2E58CB8662DD}"/>
                    </a:ext>
                  </a:extLst>
                </p:cNvPr>
                <p:cNvPicPr/>
                <p:nvPr/>
              </p:nvPicPr>
              <p:blipFill>
                <a:blip r:embed="rId22"/>
                <a:stretch>
                  <a:fillRect/>
                </a:stretch>
              </p:blipFill>
              <p:spPr>
                <a:xfrm>
                  <a:off x="8502147" y="3369160"/>
                  <a:ext cx="140040" cy="215280"/>
                </a:xfrm>
                <a:prstGeom prst="rect">
                  <a:avLst/>
                </a:prstGeom>
              </p:spPr>
            </p:pic>
          </mc:Fallback>
        </mc:AlternateContent>
      </p:grpSp>
      <p:grpSp>
        <p:nvGrpSpPr>
          <p:cNvPr id="29" name="Group 28">
            <a:extLst>
              <a:ext uri="{FF2B5EF4-FFF2-40B4-BE49-F238E27FC236}">
                <a16:creationId xmlns:a16="http://schemas.microsoft.com/office/drawing/2014/main" id="{FFE0E9C7-1D13-57F0-8178-9BB8A702CFA9}"/>
              </a:ext>
            </a:extLst>
          </p:cNvPr>
          <p:cNvGrpSpPr/>
          <p:nvPr/>
        </p:nvGrpSpPr>
        <p:grpSpPr>
          <a:xfrm>
            <a:off x="9056187" y="4411360"/>
            <a:ext cx="489240" cy="209160"/>
            <a:chOff x="9056187" y="4411360"/>
            <a:chExt cx="489240" cy="209160"/>
          </a:xfrm>
        </p:grpSpPr>
        <mc:AlternateContent xmlns:mc="http://schemas.openxmlformats.org/markup-compatibility/2006">
          <mc:Choice xmlns:p14="http://schemas.microsoft.com/office/powerpoint/2010/main" Requires="p14">
            <p:contentPart p14:bwMode="auto" r:id="rId23">
              <p14:nvContentPartPr>
                <p14:cNvPr id="24" name="Ink 23">
                  <a:extLst>
                    <a:ext uri="{FF2B5EF4-FFF2-40B4-BE49-F238E27FC236}">
                      <a16:creationId xmlns:a16="http://schemas.microsoft.com/office/drawing/2014/main" id="{2CABC247-1347-F0D9-71E9-F6773D756F0F}"/>
                    </a:ext>
                  </a:extLst>
                </p14:cNvPr>
                <p14:cNvContentPartPr/>
                <p14:nvPr/>
              </p14:nvContentPartPr>
              <p14:xfrm>
                <a:off x="9056187" y="4470400"/>
                <a:ext cx="82080" cy="131040"/>
              </p14:xfrm>
            </p:contentPart>
          </mc:Choice>
          <mc:Fallback>
            <p:pic>
              <p:nvPicPr>
                <p:cNvPr id="24" name="Ink 23">
                  <a:extLst>
                    <a:ext uri="{FF2B5EF4-FFF2-40B4-BE49-F238E27FC236}">
                      <a16:creationId xmlns:a16="http://schemas.microsoft.com/office/drawing/2014/main" id="{2CABC247-1347-F0D9-71E9-F6773D756F0F}"/>
                    </a:ext>
                  </a:extLst>
                </p:cNvPr>
                <p:cNvPicPr/>
                <p:nvPr/>
              </p:nvPicPr>
              <p:blipFill>
                <a:blip r:embed="rId24"/>
                <a:stretch>
                  <a:fillRect/>
                </a:stretch>
              </p:blipFill>
              <p:spPr>
                <a:xfrm>
                  <a:off x="9050067" y="4464280"/>
                  <a:ext cx="943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5" name="Ink 24">
                  <a:extLst>
                    <a:ext uri="{FF2B5EF4-FFF2-40B4-BE49-F238E27FC236}">
                      <a16:creationId xmlns:a16="http://schemas.microsoft.com/office/drawing/2014/main" id="{01E4B7E1-D403-7AED-927C-6EF40B2E40FE}"/>
                    </a:ext>
                  </a:extLst>
                </p14:cNvPr>
                <p14:cNvContentPartPr/>
                <p14:nvPr/>
              </p14:nvContentPartPr>
              <p14:xfrm>
                <a:off x="9168147" y="4569040"/>
                <a:ext cx="21600" cy="34560"/>
              </p14:xfrm>
            </p:contentPart>
          </mc:Choice>
          <mc:Fallback>
            <p:pic>
              <p:nvPicPr>
                <p:cNvPr id="25" name="Ink 24">
                  <a:extLst>
                    <a:ext uri="{FF2B5EF4-FFF2-40B4-BE49-F238E27FC236}">
                      <a16:creationId xmlns:a16="http://schemas.microsoft.com/office/drawing/2014/main" id="{01E4B7E1-D403-7AED-927C-6EF40B2E40FE}"/>
                    </a:ext>
                  </a:extLst>
                </p:cNvPr>
                <p:cNvPicPr/>
                <p:nvPr/>
              </p:nvPicPr>
              <p:blipFill>
                <a:blip r:embed="rId26"/>
                <a:stretch>
                  <a:fillRect/>
                </a:stretch>
              </p:blipFill>
              <p:spPr>
                <a:xfrm>
                  <a:off x="9162027" y="4562920"/>
                  <a:ext cx="338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6" name="Ink 25">
                  <a:extLst>
                    <a:ext uri="{FF2B5EF4-FFF2-40B4-BE49-F238E27FC236}">
                      <a16:creationId xmlns:a16="http://schemas.microsoft.com/office/drawing/2014/main" id="{2D2C86B6-116A-0ED2-4487-0E79204B2668}"/>
                    </a:ext>
                  </a:extLst>
                </p14:cNvPr>
                <p14:cNvContentPartPr/>
                <p14:nvPr/>
              </p14:nvContentPartPr>
              <p14:xfrm>
                <a:off x="9238347" y="4500280"/>
                <a:ext cx="79200" cy="120240"/>
              </p14:xfrm>
            </p:contentPart>
          </mc:Choice>
          <mc:Fallback>
            <p:pic>
              <p:nvPicPr>
                <p:cNvPr id="26" name="Ink 25">
                  <a:extLst>
                    <a:ext uri="{FF2B5EF4-FFF2-40B4-BE49-F238E27FC236}">
                      <a16:creationId xmlns:a16="http://schemas.microsoft.com/office/drawing/2014/main" id="{2D2C86B6-116A-0ED2-4487-0E79204B2668}"/>
                    </a:ext>
                  </a:extLst>
                </p:cNvPr>
                <p:cNvPicPr/>
                <p:nvPr/>
              </p:nvPicPr>
              <p:blipFill>
                <a:blip r:embed="rId28"/>
                <a:stretch>
                  <a:fillRect/>
                </a:stretch>
              </p:blipFill>
              <p:spPr>
                <a:xfrm>
                  <a:off x="9232227" y="4494160"/>
                  <a:ext cx="914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7" name="Ink 26">
                  <a:extLst>
                    <a:ext uri="{FF2B5EF4-FFF2-40B4-BE49-F238E27FC236}">
                      <a16:creationId xmlns:a16="http://schemas.microsoft.com/office/drawing/2014/main" id="{CD93B1CE-7DB6-7B5C-22D2-EF40C0B10ED6}"/>
                    </a:ext>
                  </a:extLst>
                </p14:cNvPr>
                <p14:cNvContentPartPr/>
                <p14:nvPr/>
              </p14:nvContentPartPr>
              <p14:xfrm>
                <a:off x="9366507" y="4411360"/>
                <a:ext cx="133920" cy="174960"/>
              </p14:xfrm>
            </p:contentPart>
          </mc:Choice>
          <mc:Fallback>
            <p:pic>
              <p:nvPicPr>
                <p:cNvPr id="27" name="Ink 26">
                  <a:extLst>
                    <a:ext uri="{FF2B5EF4-FFF2-40B4-BE49-F238E27FC236}">
                      <a16:creationId xmlns:a16="http://schemas.microsoft.com/office/drawing/2014/main" id="{CD93B1CE-7DB6-7B5C-22D2-EF40C0B10ED6}"/>
                    </a:ext>
                  </a:extLst>
                </p:cNvPr>
                <p:cNvPicPr/>
                <p:nvPr/>
              </p:nvPicPr>
              <p:blipFill>
                <a:blip r:embed="rId30"/>
                <a:stretch>
                  <a:fillRect/>
                </a:stretch>
              </p:blipFill>
              <p:spPr>
                <a:xfrm>
                  <a:off x="9360387" y="4405240"/>
                  <a:ext cx="1461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8" name="Ink 27">
                  <a:extLst>
                    <a:ext uri="{FF2B5EF4-FFF2-40B4-BE49-F238E27FC236}">
                      <a16:creationId xmlns:a16="http://schemas.microsoft.com/office/drawing/2014/main" id="{315AF58A-5B6E-34BF-56F4-EF5D41BF3D33}"/>
                    </a:ext>
                  </a:extLst>
                </p14:cNvPr>
                <p14:cNvContentPartPr/>
                <p14:nvPr/>
              </p14:nvContentPartPr>
              <p14:xfrm>
                <a:off x="9390987" y="4502800"/>
                <a:ext cx="154440" cy="59400"/>
              </p14:xfrm>
            </p:contentPart>
          </mc:Choice>
          <mc:Fallback>
            <p:pic>
              <p:nvPicPr>
                <p:cNvPr id="28" name="Ink 27">
                  <a:extLst>
                    <a:ext uri="{FF2B5EF4-FFF2-40B4-BE49-F238E27FC236}">
                      <a16:creationId xmlns:a16="http://schemas.microsoft.com/office/drawing/2014/main" id="{315AF58A-5B6E-34BF-56F4-EF5D41BF3D33}"/>
                    </a:ext>
                  </a:extLst>
                </p:cNvPr>
                <p:cNvPicPr/>
                <p:nvPr/>
              </p:nvPicPr>
              <p:blipFill>
                <a:blip r:embed="rId32"/>
                <a:stretch>
                  <a:fillRect/>
                </a:stretch>
              </p:blipFill>
              <p:spPr>
                <a:xfrm>
                  <a:off x="9384867" y="4496680"/>
                  <a:ext cx="166680" cy="71640"/>
                </a:xfrm>
                <a:prstGeom prst="rect">
                  <a:avLst/>
                </a:prstGeom>
              </p:spPr>
            </p:pic>
          </mc:Fallback>
        </mc:AlternateContent>
      </p:grpSp>
    </p:spTree>
    <p:extLst>
      <p:ext uri="{BB962C8B-B14F-4D97-AF65-F5344CB8AC3E}">
        <p14:creationId xmlns:p14="http://schemas.microsoft.com/office/powerpoint/2010/main" val="416706479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TotalTime>
  <Words>1651</Words>
  <Application>Microsoft Office PowerPoint</Application>
  <PresentationFormat>Widescreen</PresentationFormat>
  <Paragraphs>173</Paragraphs>
  <Slides>13</Slides>
  <Notes>12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13</vt:i4>
      </vt:variant>
    </vt:vector>
  </HeadingPairs>
  <TitlesOfParts>
    <vt:vector size="25" baseType="lpstr">
      <vt:lpstr>inherit</vt:lpstr>
      <vt:lpstr>OpenSans</vt:lpstr>
      <vt:lpstr>Aptos</vt:lpstr>
      <vt:lpstr>Arial</vt:lpstr>
      <vt:lpstr>Calibri</vt:lpstr>
      <vt:lpstr>Calibri Light</vt:lpstr>
      <vt:lpstr>Segoe UI</vt:lpstr>
      <vt:lpstr>Tw Cen MT</vt:lpstr>
      <vt:lpstr>Wingdings</vt:lpstr>
      <vt:lpstr>Wingdings 2</vt:lpstr>
      <vt:lpstr>Office Theme</vt:lpstr>
      <vt:lpstr>Widescreen Presentation</vt:lpstr>
      <vt:lpstr>Lecture 4: Mutual funds (unit trusts)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38</cp:revision>
  <dcterms:created xsi:type="dcterms:W3CDTF">2022-07-09T07:25:24Z</dcterms:created>
  <dcterms:modified xsi:type="dcterms:W3CDTF">2025-02-22T12:56:54Z</dcterms:modified>
</cp:coreProperties>
</file>