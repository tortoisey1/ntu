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0" r:id="rId3"/>
  </p:sldMasterIdLst>
  <p:notesMasterIdLst>
    <p:notesMasterId r:id="rId23"/>
  </p:notesMasterIdLst>
  <p:sldIdLst>
    <p:sldId id="256" r:id="rId4"/>
    <p:sldId id="395" r:id="rId5"/>
    <p:sldId id="457" r:id="rId6"/>
    <p:sldId id="456" r:id="rId7"/>
    <p:sldId id="439" r:id="rId8"/>
    <p:sldId id="440" r:id="rId9"/>
    <p:sldId id="441" r:id="rId10"/>
    <p:sldId id="442" r:id="rId11"/>
    <p:sldId id="308" r:id="rId12"/>
    <p:sldId id="443" r:id="rId13"/>
    <p:sldId id="453" r:id="rId14"/>
    <p:sldId id="444" r:id="rId15"/>
    <p:sldId id="446" r:id="rId16"/>
    <p:sldId id="447" r:id="rId17"/>
    <p:sldId id="448" r:id="rId18"/>
    <p:sldId id="450" r:id="rId19"/>
    <p:sldId id="451" r:id="rId20"/>
    <p:sldId id="454" r:id="rId21"/>
    <p:sldId id="45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0CC7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D02AF-D9D6-4C9D-89BF-133E4E5649B6}" v="28" dt="2023-02-13T01:57:36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2923"/>
  </p:normalViewPr>
  <p:slideViewPr>
    <p:cSldViewPr snapToGrid="0" snapToObjects="1">
      <p:cViewPr varScale="1">
        <p:scale>
          <a:sx n="104" d="100"/>
          <a:sy n="104" d="100"/>
        </p:scale>
        <p:origin x="10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JOHN TAN ZHU EN#" userId="9c038d62-e560-4ab3-ba62-0b2d27497b2c" providerId="ADAL" clId="{107D02AF-D9D6-4C9D-89BF-133E4E5649B6}"/>
    <pc:docChg chg="undo custSel addSld delSld modSld sldOrd">
      <pc:chgData name="#JOHN TAN ZHU EN#" userId="9c038d62-e560-4ab3-ba62-0b2d27497b2c" providerId="ADAL" clId="{107D02AF-D9D6-4C9D-89BF-133E4E5649B6}" dt="2023-02-13T02:15:09.209" v="550" actId="47"/>
      <pc:docMkLst>
        <pc:docMk/>
      </pc:docMkLst>
      <pc:sldChg chg="add">
        <pc:chgData name="#JOHN TAN ZHU EN#" userId="9c038d62-e560-4ab3-ba62-0b2d27497b2c" providerId="ADAL" clId="{107D02AF-D9D6-4C9D-89BF-133E4E5649B6}" dt="2023-02-13T01:38:13.875" v="221"/>
        <pc:sldMkLst>
          <pc:docMk/>
          <pc:sldMk cId="3339359794" sldId="308"/>
        </pc:sldMkLst>
      </pc:sldChg>
      <pc:sldChg chg="add del ord">
        <pc:chgData name="#JOHN TAN ZHU EN#" userId="9c038d62-e560-4ab3-ba62-0b2d27497b2c" providerId="ADAL" clId="{107D02AF-D9D6-4C9D-89BF-133E4E5649B6}" dt="2023-02-13T02:15:09.209" v="550" actId="47"/>
        <pc:sldMkLst>
          <pc:docMk/>
          <pc:sldMk cId="1073004319" sldId="311"/>
        </pc:sldMkLst>
      </pc:sldChg>
      <pc:sldChg chg="addSp modSp mod">
        <pc:chgData name="#JOHN TAN ZHU EN#" userId="9c038d62-e560-4ab3-ba62-0b2d27497b2c" providerId="ADAL" clId="{107D02AF-D9D6-4C9D-89BF-133E4E5649B6}" dt="2023-02-13T01:28:39.807" v="31" actId="404"/>
        <pc:sldMkLst>
          <pc:docMk/>
          <pc:sldMk cId="723655709" sldId="395"/>
        </pc:sldMkLst>
        <pc:spChg chg="add mod">
          <ac:chgData name="#JOHN TAN ZHU EN#" userId="9c038d62-e560-4ab3-ba62-0b2d27497b2c" providerId="ADAL" clId="{107D02AF-D9D6-4C9D-89BF-133E4E5649B6}" dt="2023-02-13T01:28:29.912" v="25" actId="14100"/>
          <ac:spMkLst>
            <pc:docMk/>
            <pc:sldMk cId="723655709" sldId="395"/>
            <ac:spMk id="2" creationId="{08CC6E50-422A-08AF-7BD0-F7CC63E40C0F}"/>
          </ac:spMkLst>
        </pc:spChg>
        <pc:spChg chg="add mod">
          <ac:chgData name="#JOHN TAN ZHU EN#" userId="9c038d62-e560-4ab3-ba62-0b2d27497b2c" providerId="ADAL" clId="{107D02AF-D9D6-4C9D-89BF-133E4E5649B6}" dt="2023-02-13T01:28:39.807" v="31" actId="404"/>
          <ac:spMkLst>
            <pc:docMk/>
            <pc:sldMk cId="723655709" sldId="395"/>
            <ac:spMk id="3" creationId="{C2BF2931-67C4-F10B-A3BF-EC96D8670E79}"/>
          </ac:spMkLst>
        </pc:spChg>
        <pc:spChg chg="mod">
          <ac:chgData name="#JOHN TAN ZHU EN#" userId="9c038d62-e560-4ab3-ba62-0b2d27497b2c" providerId="ADAL" clId="{107D02AF-D9D6-4C9D-89BF-133E4E5649B6}" dt="2023-02-13T01:28:13.157" v="21" actId="255"/>
          <ac:spMkLst>
            <pc:docMk/>
            <pc:sldMk cId="723655709" sldId="395"/>
            <ac:spMk id="5" creationId="{E81C5CDA-6A71-36AE-6A2B-089850349171}"/>
          </ac:spMkLst>
        </pc:spChg>
        <pc:spChg chg="mod">
          <ac:chgData name="#JOHN TAN ZHU EN#" userId="9c038d62-e560-4ab3-ba62-0b2d27497b2c" providerId="ADAL" clId="{107D02AF-D9D6-4C9D-89BF-133E4E5649B6}" dt="2023-02-13T01:27:57.903" v="19" actId="20577"/>
          <ac:spMkLst>
            <pc:docMk/>
            <pc:sldMk cId="723655709" sldId="395"/>
            <ac:spMk id="7" creationId="{75FEC82B-A3AB-51ED-9546-137D0417925C}"/>
          </ac:spMkLst>
        </pc:spChg>
      </pc:sldChg>
      <pc:sldChg chg="add del">
        <pc:chgData name="#JOHN TAN ZHU EN#" userId="9c038d62-e560-4ab3-ba62-0b2d27497b2c" providerId="ADAL" clId="{107D02AF-D9D6-4C9D-89BF-133E4E5649B6}" dt="2023-02-13T02:00:00.970" v="522" actId="47"/>
        <pc:sldMkLst>
          <pc:docMk/>
          <pc:sldMk cId="4217733320" sldId="398"/>
        </pc:sldMkLst>
      </pc:sldChg>
      <pc:sldChg chg="add del">
        <pc:chgData name="#JOHN TAN ZHU EN#" userId="9c038d62-e560-4ab3-ba62-0b2d27497b2c" providerId="ADAL" clId="{107D02AF-D9D6-4C9D-89BF-133E4E5649B6}" dt="2023-02-13T02:00:00.479" v="521" actId="47"/>
        <pc:sldMkLst>
          <pc:docMk/>
          <pc:sldMk cId="2907081463" sldId="402"/>
        </pc:sldMkLst>
      </pc:sldChg>
      <pc:sldChg chg="add del">
        <pc:chgData name="#JOHN TAN ZHU EN#" userId="9c038d62-e560-4ab3-ba62-0b2d27497b2c" providerId="ADAL" clId="{107D02AF-D9D6-4C9D-89BF-133E4E5649B6}" dt="2023-02-13T02:00:01.112" v="526" actId="47"/>
        <pc:sldMkLst>
          <pc:docMk/>
          <pc:sldMk cId="1356559173" sldId="403"/>
        </pc:sldMkLst>
      </pc:sldChg>
      <pc:sldChg chg="add del">
        <pc:chgData name="#JOHN TAN ZHU EN#" userId="9c038d62-e560-4ab3-ba62-0b2d27497b2c" providerId="ADAL" clId="{107D02AF-D9D6-4C9D-89BF-133E4E5649B6}" dt="2023-02-13T02:00:01.143" v="527" actId="47"/>
        <pc:sldMkLst>
          <pc:docMk/>
          <pc:sldMk cId="4182440111" sldId="404"/>
        </pc:sldMkLst>
      </pc:sldChg>
      <pc:sldChg chg="add del">
        <pc:chgData name="#JOHN TAN ZHU EN#" userId="9c038d62-e560-4ab3-ba62-0b2d27497b2c" providerId="ADAL" clId="{107D02AF-D9D6-4C9D-89BF-133E4E5649B6}" dt="2023-02-13T02:00:01.033" v="524" actId="47"/>
        <pc:sldMkLst>
          <pc:docMk/>
          <pc:sldMk cId="1915719895" sldId="405"/>
        </pc:sldMkLst>
      </pc:sldChg>
      <pc:sldChg chg="add del">
        <pc:chgData name="#JOHN TAN ZHU EN#" userId="9c038d62-e560-4ab3-ba62-0b2d27497b2c" providerId="ADAL" clId="{107D02AF-D9D6-4C9D-89BF-133E4E5649B6}" dt="2023-02-13T02:00:01.175" v="528" actId="47"/>
        <pc:sldMkLst>
          <pc:docMk/>
          <pc:sldMk cId="86440855" sldId="406"/>
        </pc:sldMkLst>
      </pc:sldChg>
      <pc:sldChg chg="del">
        <pc:chgData name="#JOHN TAN ZHU EN#" userId="9c038d62-e560-4ab3-ba62-0b2d27497b2c" providerId="ADAL" clId="{107D02AF-D9D6-4C9D-89BF-133E4E5649B6}" dt="2023-02-13T02:00:04.624" v="540" actId="47"/>
        <pc:sldMkLst>
          <pc:docMk/>
          <pc:sldMk cId="2848709632" sldId="407"/>
        </pc:sldMkLst>
      </pc:sldChg>
      <pc:sldChg chg="add del">
        <pc:chgData name="#JOHN TAN ZHU EN#" userId="9c038d62-e560-4ab3-ba62-0b2d27497b2c" providerId="ADAL" clId="{107D02AF-D9D6-4C9D-89BF-133E4E5649B6}" dt="2023-02-13T02:00:01.206" v="529" actId="47"/>
        <pc:sldMkLst>
          <pc:docMk/>
          <pc:sldMk cId="2440716187" sldId="409"/>
        </pc:sldMkLst>
      </pc:sldChg>
      <pc:sldChg chg="del">
        <pc:chgData name="#JOHN TAN ZHU EN#" userId="9c038d62-e560-4ab3-ba62-0b2d27497b2c" providerId="ADAL" clId="{107D02AF-D9D6-4C9D-89BF-133E4E5649B6}" dt="2023-02-13T02:00:01.237" v="530" actId="47"/>
        <pc:sldMkLst>
          <pc:docMk/>
          <pc:sldMk cId="4127117882" sldId="410"/>
        </pc:sldMkLst>
      </pc:sldChg>
      <pc:sldChg chg="del">
        <pc:chgData name="#JOHN TAN ZHU EN#" userId="9c038d62-e560-4ab3-ba62-0b2d27497b2c" providerId="ADAL" clId="{107D02AF-D9D6-4C9D-89BF-133E4E5649B6}" dt="2023-02-13T02:00:01.284" v="531" actId="47"/>
        <pc:sldMkLst>
          <pc:docMk/>
          <pc:sldMk cId="3950068639" sldId="411"/>
        </pc:sldMkLst>
      </pc:sldChg>
      <pc:sldChg chg="del">
        <pc:chgData name="#JOHN TAN ZHU EN#" userId="9c038d62-e560-4ab3-ba62-0b2d27497b2c" providerId="ADAL" clId="{107D02AF-D9D6-4C9D-89BF-133E4E5649B6}" dt="2023-02-13T02:00:01.315" v="532" actId="47"/>
        <pc:sldMkLst>
          <pc:docMk/>
          <pc:sldMk cId="959074697" sldId="412"/>
        </pc:sldMkLst>
      </pc:sldChg>
      <pc:sldChg chg="del">
        <pc:chgData name="#JOHN TAN ZHU EN#" userId="9c038d62-e560-4ab3-ba62-0b2d27497b2c" providerId="ADAL" clId="{107D02AF-D9D6-4C9D-89BF-133E4E5649B6}" dt="2023-02-13T02:00:01.331" v="533" actId="47"/>
        <pc:sldMkLst>
          <pc:docMk/>
          <pc:sldMk cId="4023535343" sldId="413"/>
        </pc:sldMkLst>
      </pc:sldChg>
      <pc:sldChg chg="del">
        <pc:chgData name="#JOHN TAN ZHU EN#" userId="9c038d62-e560-4ab3-ba62-0b2d27497b2c" providerId="ADAL" clId="{107D02AF-D9D6-4C9D-89BF-133E4E5649B6}" dt="2023-02-13T02:00:01.426" v="536" actId="47"/>
        <pc:sldMkLst>
          <pc:docMk/>
          <pc:sldMk cId="3401492572" sldId="415"/>
        </pc:sldMkLst>
      </pc:sldChg>
      <pc:sldChg chg="del">
        <pc:chgData name="#JOHN TAN ZHU EN#" userId="9c038d62-e560-4ab3-ba62-0b2d27497b2c" providerId="ADAL" clId="{107D02AF-D9D6-4C9D-89BF-133E4E5649B6}" dt="2023-02-13T02:00:03.407" v="537" actId="47"/>
        <pc:sldMkLst>
          <pc:docMk/>
          <pc:sldMk cId="551647675" sldId="416"/>
        </pc:sldMkLst>
      </pc:sldChg>
      <pc:sldChg chg="del">
        <pc:chgData name="#JOHN TAN ZHU EN#" userId="9c038d62-e560-4ab3-ba62-0b2d27497b2c" providerId="ADAL" clId="{107D02AF-D9D6-4C9D-89BF-133E4E5649B6}" dt="2023-02-13T02:00:05.070" v="541" actId="47"/>
        <pc:sldMkLst>
          <pc:docMk/>
          <pc:sldMk cId="605092863" sldId="417"/>
        </pc:sldMkLst>
      </pc:sldChg>
      <pc:sldChg chg="del">
        <pc:chgData name="#JOHN TAN ZHU EN#" userId="9c038d62-e560-4ab3-ba62-0b2d27497b2c" providerId="ADAL" clId="{107D02AF-D9D6-4C9D-89BF-133E4E5649B6}" dt="2023-02-13T02:00:03.930" v="538" actId="47"/>
        <pc:sldMkLst>
          <pc:docMk/>
          <pc:sldMk cId="1446591207" sldId="418"/>
        </pc:sldMkLst>
      </pc:sldChg>
      <pc:sldChg chg="del">
        <pc:chgData name="#JOHN TAN ZHU EN#" userId="9c038d62-e560-4ab3-ba62-0b2d27497b2c" providerId="ADAL" clId="{107D02AF-D9D6-4C9D-89BF-133E4E5649B6}" dt="2023-02-13T02:00:06.561" v="545" actId="47"/>
        <pc:sldMkLst>
          <pc:docMk/>
          <pc:sldMk cId="3546362907" sldId="419"/>
        </pc:sldMkLst>
      </pc:sldChg>
      <pc:sldChg chg="del">
        <pc:chgData name="#JOHN TAN ZHU EN#" userId="9c038d62-e560-4ab3-ba62-0b2d27497b2c" providerId="ADAL" clId="{107D02AF-D9D6-4C9D-89BF-133E4E5649B6}" dt="2023-02-13T02:00:05.497" v="542" actId="47"/>
        <pc:sldMkLst>
          <pc:docMk/>
          <pc:sldMk cId="222082585" sldId="420"/>
        </pc:sldMkLst>
      </pc:sldChg>
      <pc:sldChg chg="del">
        <pc:chgData name="#JOHN TAN ZHU EN#" userId="9c038d62-e560-4ab3-ba62-0b2d27497b2c" providerId="ADAL" clId="{107D02AF-D9D6-4C9D-89BF-133E4E5649B6}" dt="2023-02-13T02:00:05.848" v="543" actId="47"/>
        <pc:sldMkLst>
          <pc:docMk/>
          <pc:sldMk cId="4052440763" sldId="421"/>
        </pc:sldMkLst>
      </pc:sldChg>
      <pc:sldChg chg="del">
        <pc:chgData name="#JOHN TAN ZHU EN#" userId="9c038d62-e560-4ab3-ba62-0b2d27497b2c" providerId="ADAL" clId="{107D02AF-D9D6-4C9D-89BF-133E4E5649B6}" dt="2023-02-13T02:00:06.183" v="544" actId="47"/>
        <pc:sldMkLst>
          <pc:docMk/>
          <pc:sldMk cId="2022824510" sldId="422"/>
        </pc:sldMkLst>
      </pc:sldChg>
      <pc:sldChg chg="del">
        <pc:chgData name="#JOHN TAN ZHU EN#" userId="9c038d62-e560-4ab3-ba62-0b2d27497b2c" providerId="ADAL" clId="{107D02AF-D9D6-4C9D-89BF-133E4E5649B6}" dt="2023-02-13T02:00:06.928" v="546" actId="47"/>
        <pc:sldMkLst>
          <pc:docMk/>
          <pc:sldMk cId="3954411684" sldId="423"/>
        </pc:sldMkLst>
      </pc:sldChg>
      <pc:sldChg chg="add del">
        <pc:chgData name="#JOHN TAN ZHU EN#" userId="9c038d62-e560-4ab3-ba62-0b2d27497b2c" providerId="ADAL" clId="{107D02AF-D9D6-4C9D-89BF-133E4E5649B6}" dt="2023-02-13T02:00:01.081" v="525" actId="47"/>
        <pc:sldMkLst>
          <pc:docMk/>
          <pc:sldMk cId="4244365170" sldId="426"/>
        </pc:sldMkLst>
      </pc:sldChg>
      <pc:sldChg chg="del">
        <pc:chgData name="#JOHN TAN ZHU EN#" userId="9c038d62-e560-4ab3-ba62-0b2d27497b2c" providerId="ADAL" clId="{107D02AF-D9D6-4C9D-89BF-133E4E5649B6}" dt="2023-02-13T02:00:01.378" v="534" actId="47"/>
        <pc:sldMkLst>
          <pc:docMk/>
          <pc:sldMk cId="1328833230" sldId="428"/>
        </pc:sldMkLst>
      </pc:sldChg>
      <pc:sldChg chg="del">
        <pc:chgData name="#JOHN TAN ZHU EN#" userId="9c038d62-e560-4ab3-ba62-0b2d27497b2c" providerId="ADAL" clId="{107D02AF-D9D6-4C9D-89BF-133E4E5649B6}" dt="2023-02-13T02:00:01.411" v="535" actId="47"/>
        <pc:sldMkLst>
          <pc:docMk/>
          <pc:sldMk cId="938475400" sldId="429"/>
        </pc:sldMkLst>
      </pc:sldChg>
      <pc:sldChg chg="add del">
        <pc:chgData name="#JOHN TAN ZHU EN#" userId="9c038d62-e560-4ab3-ba62-0b2d27497b2c" providerId="ADAL" clId="{107D02AF-D9D6-4C9D-89BF-133E4E5649B6}" dt="2023-02-13T02:00:01.001" v="523" actId="47"/>
        <pc:sldMkLst>
          <pc:docMk/>
          <pc:sldMk cId="3071776116" sldId="431"/>
        </pc:sldMkLst>
      </pc:sldChg>
      <pc:sldChg chg="del">
        <pc:chgData name="#JOHN TAN ZHU EN#" userId="9c038d62-e560-4ab3-ba62-0b2d27497b2c" providerId="ADAL" clId="{107D02AF-D9D6-4C9D-89BF-133E4E5649B6}" dt="2023-02-13T02:00:04.260" v="539" actId="47"/>
        <pc:sldMkLst>
          <pc:docMk/>
          <pc:sldMk cId="417712166" sldId="432"/>
        </pc:sldMkLst>
      </pc:sldChg>
      <pc:sldChg chg="del">
        <pc:chgData name="#JOHN TAN ZHU EN#" userId="9c038d62-e560-4ab3-ba62-0b2d27497b2c" providerId="ADAL" clId="{107D02AF-D9D6-4C9D-89BF-133E4E5649B6}" dt="2023-02-13T02:00:07.607" v="547" actId="47"/>
        <pc:sldMkLst>
          <pc:docMk/>
          <pc:sldMk cId="300121830" sldId="434"/>
        </pc:sldMkLst>
      </pc:sldChg>
      <pc:sldChg chg="del">
        <pc:chgData name="#JOHN TAN ZHU EN#" userId="9c038d62-e560-4ab3-ba62-0b2d27497b2c" providerId="ADAL" clId="{107D02AF-D9D6-4C9D-89BF-133E4E5649B6}" dt="2023-02-13T02:00:08.520" v="548" actId="47"/>
        <pc:sldMkLst>
          <pc:docMk/>
          <pc:sldMk cId="3818747353" sldId="435"/>
        </pc:sldMkLst>
      </pc:sldChg>
      <pc:sldChg chg="add del">
        <pc:chgData name="#JOHN TAN ZHU EN#" userId="9c038d62-e560-4ab3-ba62-0b2d27497b2c" providerId="ADAL" clId="{107D02AF-D9D6-4C9D-89BF-133E4E5649B6}" dt="2023-02-13T01:59:59.681" v="520" actId="47"/>
        <pc:sldMkLst>
          <pc:docMk/>
          <pc:sldMk cId="155787196" sldId="436"/>
        </pc:sldMkLst>
      </pc:sldChg>
      <pc:sldChg chg="addSp delSp modSp add mod">
        <pc:chgData name="#JOHN TAN ZHU EN#" userId="9c038d62-e560-4ab3-ba62-0b2d27497b2c" providerId="ADAL" clId="{107D02AF-D9D6-4C9D-89BF-133E4E5649B6}" dt="2023-02-13T01:30:38.231" v="75" actId="1076"/>
        <pc:sldMkLst>
          <pc:docMk/>
          <pc:sldMk cId="3428569299" sldId="437"/>
        </pc:sldMkLst>
        <pc:spChg chg="del">
          <ac:chgData name="#JOHN TAN ZHU EN#" userId="9c038d62-e560-4ab3-ba62-0b2d27497b2c" providerId="ADAL" clId="{107D02AF-D9D6-4C9D-89BF-133E4E5649B6}" dt="2023-02-13T01:29:08.945" v="62" actId="478"/>
          <ac:spMkLst>
            <pc:docMk/>
            <pc:sldMk cId="3428569299" sldId="437"/>
            <ac:spMk id="2" creationId="{08CC6E50-422A-08AF-7BD0-F7CC63E40C0F}"/>
          </ac:spMkLst>
        </pc:spChg>
        <pc:spChg chg="del">
          <ac:chgData name="#JOHN TAN ZHU EN#" userId="9c038d62-e560-4ab3-ba62-0b2d27497b2c" providerId="ADAL" clId="{107D02AF-D9D6-4C9D-89BF-133E4E5649B6}" dt="2023-02-13T01:29:09.889" v="63" actId="478"/>
          <ac:spMkLst>
            <pc:docMk/>
            <pc:sldMk cId="3428569299" sldId="437"/>
            <ac:spMk id="3" creationId="{C2BF2931-67C4-F10B-A3BF-EC96D8670E79}"/>
          </ac:spMkLst>
        </pc:spChg>
        <pc:spChg chg="mod">
          <ac:chgData name="#JOHN TAN ZHU EN#" userId="9c038d62-e560-4ab3-ba62-0b2d27497b2c" providerId="ADAL" clId="{107D02AF-D9D6-4C9D-89BF-133E4E5649B6}" dt="2023-02-13T01:29:21.781" v="65" actId="255"/>
          <ac:spMkLst>
            <pc:docMk/>
            <pc:sldMk cId="3428569299" sldId="437"/>
            <ac:spMk id="5" creationId="{E81C5CDA-6A71-36AE-6A2B-089850349171}"/>
          </ac:spMkLst>
        </pc:spChg>
        <pc:spChg chg="add mod">
          <ac:chgData name="#JOHN TAN ZHU EN#" userId="9c038d62-e560-4ab3-ba62-0b2d27497b2c" providerId="ADAL" clId="{107D02AF-D9D6-4C9D-89BF-133E4E5649B6}" dt="2023-02-13T01:30:22.226" v="70" actId="14100"/>
          <ac:spMkLst>
            <pc:docMk/>
            <pc:sldMk cId="3428569299" sldId="437"/>
            <ac:spMk id="6" creationId="{409D099F-7456-D919-2293-D2F0BC6587D0}"/>
          </ac:spMkLst>
        </pc:spChg>
        <pc:spChg chg="mod">
          <ac:chgData name="#JOHN TAN ZHU EN#" userId="9c038d62-e560-4ab3-ba62-0b2d27497b2c" providerId="ADAL" clId="{107D02AF-D9D6-4C9D-89BF-133E4E5649B6}" dt="2023-02-13T01:29:02.835" v="61" actId="20577"/>
          <ac:spMkLst>
            <pc:docMk/>
            <pc:sldMk cId="3428569299" sldId="437"/>
            <ac:spMk id="8" creationId="{CEE303D4-35FA-C10D-C859-0417DFD03E20}"/>
          </ac:spMkLst>
        </pc:spChg>
        <pc:picChg chg="add mod">
          <ac:chgData name="#JOHN TAN ZHU EN#" userId="9c038d62-e560-4ab3-ba62-0b2d27497b2c" providerId="ADAL" clId="{107D02AF-D9D6-4C9D-89BF-133E4E5649B6}" dt="2023-02-13T01:30:38.231" v="75" actId="1076"/>
          <ac:picMkLst>
            <pc:docMk/>
            <pc:sldMk cId="3428569299" sldId="437"/>
            <ac:picMk id="9" creationId="{A7005F58-F251-BCCD-1AE9-5D6933457224}"/>
          </ac:picMkLst>
        </pc:picChg>
      </pc:sldChg>
      <pc:sldChg chg="delSp modSp add mod">
        <pc:chgData name="#JOHN TAN ZHU EN#" userId="9c038d62-e560-4ab3-ba62-0b2d27497b2c" providerId="ADAL" clId="{107D02AF-D9D6-4C9D-89BF-133E4E5649B6}" dt="2023-02-13T01:31:19.720" v="83" actId="255"/>
        <pc:sldMkLst>
          <pc:docMk/>
          <pc:sldMk cId="1690263351" sldId="438"/>
        </pc:sldMkLst>
        <pc:spChg chg="mod">
          <ac:chgData name="#JOHN TAN ZHU EN#" userId="9c038d62-e560-4ab3-ba62-0b2d27497b2c" providerId="ADAL" clId="{107D02AF-D9D6-4C9D-89BF-133E4E5649B6}" dt="2023-02-13T01:31:19.720" v="83" actId="255"/>
          <ac:spMkLst>
            <pc:docMk/>
            <pc:sldMk cId="1690263351" sldId="438"/>
            <ac:spMk id="5" creationId="{E81C5CDA-6A71-36AE-6A2B-089850349171}"/>
          </ac:spMkLst>
        </pc:spChg>
        <pc:spChg chg="del">
          <ac:chgData name="#JOHN TAN ZHU EN#" userId="9c038d62-e560-4ab3-ba62-0b2d27497b2c" providerId="ADAL" clId="{107D02AF-D9D6-4C9D-89BF-133E4E5649B6}" dt="2023-02-13T01:30:59.701" v="77" actId="478"/>
          <ac:spMkLst>
            <pc:docMk/>
            <pc:sldMk cId="1690263351" sldId="438"/>
            <ac:spMk id="6" creationId="{409D099F-7456-D919-2293-D2F0BC6587D0}"/>
          </ac:spMkLst>
        </pc:spChg>
        <pc:picChg chg="del">
          <ac:chgData name="#JOHN TAN ZHU EN#" userId="9c038d62-e560-4ab3-ba62-0b2d27497b2c" providerId="ADAL" clId="{107D02AF-D9D6-4C9D-89BF-133E4E5649B6}" dt="2023-02-13T01:31:03.368" v="79" actId="478"/>
          <ac:picMkLst>
            <pc:docMk/>
            <pc:sldMk cId="1690263351" sldId="438"/>
            <ac:picMk id="9" creationId="{A7005F58-F251-BCCD-1AE9-5D6933457224}"/>
          </ac:picMkLst>
        </pc:picChg>
      </pc:sldChg>
      <pc:sldChg chg="modSp add mod">
        <pc:chgData name="#JOHN TAN ZHU EN#" userId="9c038d62-e560-4ab3-ba62-0b2d27497b2c" providerId="ADAL" clId="{107D02AF-D9D6-4C9D-89BF-133E4E5649B6}" dt="2023-02-13T01:31:45.886" v="87" actId="255"/>
        <pc:sldMkLst>
          <pc:docMk/>
          <pc:sldMk cId="3273060105" sldId="439"/>
        </pc:sldMkLst>
        <pc:spChg chg="mod">
          <ac:chgData name="#JOHN TAN ZHU EN#" userId="9c038d62-e560-4ab3-ba62-0b2d27497b2c" providerId="ADAL" clId="{107D02AF-D9D6-4C9D-89BF-133E4E5649B6}" dt="2023-02-13T01:31:45.886" v="87" actId="255"/>
          <ac:spMkLst>
            <pc:docMk/>
            <pc:sldMk cId="3273060105" sldId="439"/>
            <ac:spMk id="5" creationId="{E81C5CDA-6A71-36AE-6A2B-089850349171}"/>
          </ac:spMkLst>
        </pc:spChg>
      </pc:sldChg>
      <pc:sldChg chg="modSp add mod">
        <pc:chgData name="#JOHN TAN ZHU EN#" userId="9c038d62-e560-4ab3-ba62-0b2d27497b2c" providerId="ADAL" clId="{107D02AF-D9D6-4C9D-89BF-133E4E5649B6}" dt="2023-02-13T01:32:46.301" v="92" actId="255"/>
        <pc:sldMkLst>
          <pc:docMk/>
          <pc:sldMk cId="3029799438" sldId="440"/>
        </pc:sldMkLst>
        <pc:spChg chg="mod">
          <ac:chgData name="#JOHN TAN ZHU EN#" userId="9c038d62-e560-4ab3-ba62-0b2d27497b2c" providerId="ADAL" clId="{107D02AF-D9D6-4C9D-89BF-133E4E5649B6}" dt="2023-02-13T01:32:46.301" v="92" actId="255"/>
          <ac:spMkLst>
            <pc:docMk/>
            <pc:sldMk cId="3029799438" sldId="440"/>
            <ac:spMk id="5" creationId="{E81C5CDA-6A71-36AE-6A2B-089850349171}"/>
          </ac:spMkLst>
        </pc:spChg>
      </pc:sldChg>
      <pc:sldChg chg="addSp delSp modSp add mod modNotesTx">
        <pc:chgData name="#JOHN TAN ZHU EN#" userId="9c038d62-e560-4ab3-ba62-0b2d27497b2c" providerId="ADAL" clId="{107D02AF-D9D6-4C9D-89BF-133E4E5649B6}" dt="2023-02-13T01:34:53.031" v="124" actId="1076"/>
        <pc:sldMkLst>
          <pc:docMk/>
          <pc:sldMk cId="1775414384" sldId="441"/>
        </pc:sldMkLst>
        <pc:spChg chg="add mod">
          <ac:chgData name="#JOHN TAN ZHU EN#" userId="9c038d62-e560-4ab3-ba62-0b2d27497b2c" providerId="ADAL" clId="{107D02AF-D9D6-4C9D-89BF-133E4E5649B6}" dt="2023-02-13T01:34:46.454" v="121" actId="1076"/>
          <ac:spMkLst>
            <pc:docMk/>
            <pc:sldMk cId="1775414384" sldId="441"/>
            <ac:spMk id="2" creationId="{AA2B2073-FFFC-75C1-E494-F226903BCDE3}"/>
          </ac:spMkLst>
        </pc:spChg>
        <pc:spChg chg="add mod">
          <ac:chgData name="#JOHN TAN ZHU EN#" userId="9c038d62-e560-4ab3-ba62-0b2d27497b2c" providerId="ADAL" clId="{107D02AF-D9D6-4C9D-89BF-133E4E5649B6}" dt="2023-02-13T01:34:48.336" v="122" actId="1076"/>
          <ac:spMkLst>
            <pc:docMk/>
            <pc:sldMk cId="1775414384" sldId="441"/>
            <ac:spMk id="4" creationId="{882A9296-A72C-BEA2-1035-BD72F4D43304}"/>
          </ac:spMkLst>
        </pc:spChg>
        <pc:spChg chg="del mod">
          <ac:chgData name="#JOHN TAN ZHU EN#" userId="9c038d62-e560-4ab3-ba62-0b2d27497b2c" providerId="ADAL" clId="{107D02AF-D9D6-4C9D-89BF-133E4E5649B6}" dt="2023-02-13T01:33:53.670" v="105" actId="478"/>
          <ac:spMkLst>
            <pc:docMk/>
            <pc:sldMk cId="1775414384" sldId="441"/>
            <ac:spMk id="5" creationId="{E81C5CDA-6A71-36AE-6A2B-089850349171}"/>
          </ac:spMkLst>
        </pc:spChg>
        <pc:picChg chg="add mod">
          <ac:chgData name="#JOHN TAN ZHU EN#" userId="9c038d62-e560-4ab3-ba62-0b2d27497b2c" providerId="ADAL" clId="{107D02AF-D9D6-4C9D-89BF-133E4E5649B6}" dt="2023-02-13T01:34:53.031" v="124" actId="1076"/>
          <ac:picMkLst>
            <pc:docMk/>
            <pc:sldMk cId="1775414384" sldId="441"/>
            <ac:picMk id="6" creationId="{5AA5D0D0-AD48-D9CF-BBE0-4BAFD1A6C591}"/>
          </ac:picMkLst>
        </pc:picChg>
      </pc:sldChg>
      <pc:sldChg chg="addSp delSp modSp add mod modAnim modNotesTx">
        <pc:chgData name="#JOHN TAN ZHU EN#" userId="9c038d62-e560-4ab3-ba62-0b2d27497b2c" providerId="ADAL" clId="{107D02AF-D9D6-4C9D-89BF-133E4E5649B6}" dt="2023-02-13T01:37:47.213" v="219" actId="1076"/>
        <pc:sldMkLst>
          <pc:docMk/>
          <pc:sldMk cId="4241017720" sldId="442"/>
        </pc:sldMkLst>
        <pc:spChg chg="del">
          <ac:chgData name="#JOHN TAN ZHU EN#" userId="9c038d62-e560-4ab3-ba62-0b2d27497b2c" providerId="ADAL" clId="{107D02AF-D9D6-4C9D-89BF-133E4E5649B6}" dt="2023-02-13T01:35:52.733" v="128" actId="478"/>
          <ac:spMkLst>
            <pc:docMk/>
            <pc:sldMk cId="4241017720" sldId="442"/>
            <ac:spMk id="2" creationId="{AA2B2073-FFFC-75C1-E494-F226903BCDE3}"/>
          </ac:spMkLst>
        </pc:spChg>
        <pc:spChg chg="add mod">
          <ac:chgData name="#JOHN TAN ZHU EN#" userId="9c038d62-e560-4ab3-ba62-0b2d27497b2c" providerId="ADAL" clId="{107D02AF-D9D6-4C9D-89BF-133E4E5649B6}" dt="2023-02-13T01:36:13.694" v="145" actId="1076"/>
          <ac:spMkLst>
            <pc:docMk/>
            <pc:sldMk cId="4241017720" sldId="442"/>
            <ac:spMk id="3" creationId="{896DB4C6-C28E-5830-EC9C-C9BFAF83B72F}"/>
          </ac:spMkLst>
        </pc:spChg>
        <pc:spChg chg="del">
          <ac:chgData name="#JOHN TAN ZHU EN#" userId="9c038d62-e560-4ab3-ba62-0b2d27497b2c" providerId="ADAL" clId="{107D02AF-D9D6-4C9D-89BF-133E4E5649B6}" dt="2023-02-13T01:35:51.507" v="127" actId="478"/>
          <ac:spMkLst>
            <pc:docMk/>
            <pc:sldMk cId="4241017720" sldId="442"/>
            <ac:spMk id="4" creationId="{882A9296-A72C-BEA2-1035-BD72F4D43304}"/>
          </ac:spMkLst>
        </pc:spChg>
        <pc:spChg chg="mod">
          <ac:chgData name="#JOHN TAN ZHU EN#" userId="9c038d62-e560-4ab3-ba62-0b2d27497b2c" providerId="ADAL" clId="{107D02AF-D9D6-4C9D-89BF-133E4E5649B6}" dt="2023-02-13T01:35:59.019" v="142" actId="20577"/>
          <ac:spMkLst>
            <pc:docMk/>
            <pc:sldMk cId="4241017720" sldId="442"/>
            <ac:spMk id="8" creationId="{CEE303D4-35FA-C10D-C859-0417DFD03E20}"/>
          </ac:spMkLst>
        </pc:spChg>
        <pc:spChg chg="add mod">
          <ac:chgData name="#JOHN TAN ZHU EN#" userId="9c038d62-e560-4ab3-ba62-0b2d27497b2c" providerId="ADAL" clId="{107D02AF-D9D6-4C9D-89BF-133E4E5649B6}" dt="2023-02-13T01:37:03.855" v="208" actId="1076"/>
          <ac:spMkLst>
            <pc:docMk/>
            <pc:sldMk cId="4241017720" sldId="442"/>
            <ac:spMk id="10" creationId="{EBC2A882-CE40-0C3F-6116-100F85BE45B5}"/>
          </ac:spMkLst>
        </pc:spChg>
        <pc:spChg chg="add mod">
          <ac:chgData name="#JOHN TAN ZHU EN#" userId="9c038d62-e560-4ab3-ba62-0b2d27497b2c" providerId="ADAL" clId="{107D02AF-D9D6-4C9D-89BF-133E4E5649B6}" dt="2023-02-13T01:36:50.888" v="204" actId="14100"/>
          <ac:spMkLst>
            <pc:docMk/>
            <pc:sldMk cId="4241017720" sldId="442"/>
            <ac:spMk id="11" creationId="{5A1F4848-E183-F561-FD5D-BC85C15AE738}"/>
          </ac:spMkLst>
        </pc:spChg>
        <pc:spChg chg="add mod">
          <ac:chgData name="#JOHN TAN ZHU EN#" userId="9c038d62-e560-4ab3-ba62-0b2d27497b2c" providerId="ADAL" clId="{107D02AF-D9D6-4C9D-89BF-133E4E5649B6}" dt="2023-02-13T01:36:53.588" v="205" actId="255"/>
          <ac:spMkLst>
            <pc:docMk/>
            <pc:sldMk cId="4241017720" sldId="442"/>
            <ac:spMk id="12" creationId="{6173823C-0AAA-33E8-1CD2-103E4D8D57FB}"/>
          </ac:spMkLst>
        </pc:spChg>
        <pc:spChg chg="add mod">
          <ac:chgData name="#JOHN TAN ZHU EN#" userId="9c038d62-e560-4ab3-ba62-0b2d27497b2c" providerId="ADAL" clId="{107D02AF-D9D6-4C9D-89BF-133E4E5649B6}" dt="2023-02-13T01:36:44.595" v="202" actId="1076"/>
          <ac:spMkLst>
            <pc:docMk/>
            <pc:sldMk cId="4241017720" sldId="442"/>
            <ac:spMk id="14" creationId="{369E2E2B-7BE6-581B-A205-319C2E477C65}"/>
          </ac:spMkLst>
        </pc:spChg>
        <pc:spChg chg="add mod">
          <ac:chgData name="#JOHN TAN ZHU EN#" userId="9c038d62-e560-4ab3-ba62-0b2d27497b2c" providerId="ADAL" clId="{107D02AF-D9D6-4C9D-89BF-133E4E5649B6}" dt="2023-02-13T01:37:13.537" v="211" actId="1076"/>
          <ac:spMkLst>
            <pc:docMk/>
            <pc:sldMk cId="4241017720" sldId="442"/>
            <ac:spMk id="19" creationId="{A6123EE2-D784-C2A8-53B1-4EEAF3EE9CE3}"/>
          </ac:spMkLst>
        </pc:spChg>
        <pc:spChg chg="add mod">
          <ac:chgData name="#JOHN TAN ZHU EN#" userId="9c038d62-e560-4ab3-ba62-0b2d27497b2c" providerId="ADAL" clId="{107D02AF-D9D6-4C9D-89BF-133E4E5649B6}" dt="2023-02-13T01:37:47.213" v="219" actId="1076"/>
          <ac:spMkLst>
            <pc:docMk/>
            <pc:sldMk cId="4241017720" sldId="442"/>
            <ac:spMk id="20" creationId="{EF1D8128-3EF4-36BC-941B-5856439578BD}"/>
          </ac:spMkLst>
        </pc:spChg>
        <pc:picChg chg="del">
          <ac:chgData name="#JOHN TAN ZHU EN#" userId="9c038d62-e560-4ab3-ba62-0b2d27497b2c" providerId="ADAL" clId="{107D02AF-D9D6-4C9D-89BF-133E4E5649B6}" dt="2023-02-13T01:35:54.464" v="129" actId="478"/>
          <ac:picMkLst>
            <pc:docMk/>
            <pc:sldMk cId="4241017720" sldId="442"/>
            <ac:picMk id="6" creationId="{5AA5D0D0-AD48-D9CF-BBE0-4BAFD1A6C591}"/>
          </ac:picMkLst>
        </pc:picChg>
        <pc:cxnChg chg="add mod">
          <ac:chgData name="#JOHN TAN ZHU EN#" userId="9c038d62-e560-4ab3-ba62-0b2d27497b2c" providerId="ADAL" clId="{107D02AF-D9D6-4C9D-89BF-133E4E5649B6}" dt="2023-02-13T01:36:36.931" v="198" actId="14100"/>
          <ac:cxnSpMkLst>
            <pc:docMk/>
            <pc:sldMk cId="4241017720" sldId="442"/>
            <ac:cxnSpMk id="5" creationId="{65265D0B-D5EA-D09D-C91B-F5AA1C5B29D3}"/>
          </ac:cxnSpMkLst>
        </pc:cxnChg>
        <pc:cxnChg chg="add mod">
          <ac:chgData name="#JOHN TAN ZHU EN#" userId="9c038d62-e560-4ab3-ba62-0b2d27497b2c" providerId="ADAL" clId="{107D02AF-D9D6-4C9D-89BF-133E4E5649B6}" dt="2023-02-13T01:37:30.286" v="216" actId="14100"/>
          <ac:cxnSpMkLst>
            <pc:docMk/>
            <pc:sldMk cId="4241017720" sldId="442"/>
            <ac:cxnSpMk id="9" creationId="{9B1A8434-CF0B-FE58-D51C-94E76E6CC522}"/>
          </ac:cxnSpMkLst>
        </pc:cxnChg>
        <pc:cxnChg chg="add mod">
          <ac:chgData name="#JOHN TAN ZHU EN#" userId="9c038d62-e560-4ab3-ba62-0b2d27497b2c" providerId="ADAL" clId="{107D02AF-D9D6-4C9D-89BF-133E4E5649B6}" dt="2023-02-13T01:36:41.018" v="200" actId="14100"/>
          <ac:cxnSpMkLst>
            <pc:docMk/>
            <pc:sldMk cId="4241017720" sldId="442"/>
            <ac:cxnSpMk id="13" creationId="{CB8DA2E4-EAA2-0C8E-CBE3-79D1C8399225}"/>
          </ac:cxnSpMkLst>
        </pc:cxnChg>
      </pc:sldChg>
      <pc:sldChg chg="add del">
        <pc:chgData name="#JOHN TAN ZHU EN#" userId="9c038d62-e560-4ab3-ba62-0b2d27497b2c" providerId="ADAL" clId="{107D02AF-D9D6-4C9D-89BF-133E4E5649B6}" dt="2023-02-13T01:38:16.337" v="222" actId="47"/>
        <pc:sldMkLst>
          <pc:docMk/>
          <pc:sldMk cId="216609890" sldId="443"/>
        </pc:sldMkLst>
      </pc:sldChg>
      <pc:sldChg chg="delSp modSp add mod ord delAnim modNotesTx">
        <pc:chgData name="#JOHN TAN ZHU EN#" userId="9c038d62-e560-4ab3-ba62-0b2d27497b2c" providerId="ADAL" clId="{107D02AF-D9D6-4C9D-89BF-133E4E5649B6}" dt="2023-02-13T01:39:42.899" v="259" actId="478"/>
        <pc:sldMkLst>
          <pc:docMk/>
          <pc:sldMk cId="2649321676" sldId="443"/>
        </pc:sldMkLst>
        <pc:spChg chg="mod">
          <ac:chgData name="#JOHN TAN ZHU EN#" userId="9c038d62-e560-4ab3-ba62-0b2d27497b2c" providerId="ADAL" clId="{107D02AF-D9D6-4C9D-89BF-133E4E5649B6}" dt="2023-02-13T01:39:38.711" v="258" actId="255"/>
          <ac:spMkLst>
            <pc:docMk/>
            <pc:sldMk cId="2649321676" sldId="443"/>
            <ac:spMk id="3" creationId="{896DB4C6-C28E-5830-EC9C-C9BFAF83B72F}"/>
          </ac:spMkLst>
        </pc:spChg>
        <pc:spChg chg="mod">
          <ac:chgData name="#JOHN TAN ZHU EN#" userId="9c038d62-e560-4ab3-ba62-0b2d27497b2c" providerId="ADAL" clId="{107D02AF-D9D6-4C9D-89BF-133E4E5649B6}" dt="2023-02-13T01:38:51.309" v="242" actId="20577"/>
          <ac:spMkLst>
            <pc:docMk/>
            <pc:sldMk cId="2649321676" sldId="443"/>
            <ac:spMk id="8" creationId="{CEE303D4-35FA-C10D-C859-0417DFD03E20}"/>
          </ac:spMkLst>
        </pc:spChg>
        <pc:spChg chg="del">
          <ac:chgData name="#JOHN TAN ZHU EN#" userId="9c038d62-e560-4ab3-ba62-0b2d27497b2c" providerId="ADAL" clId="{107D02AF-D9D6-4C9D-89BF-133E4E5649B6}" dt="2023-02-13T01:39:00.621" v="246" actId="478"/>
          <ac:spMkLst>
            <pc:docMk/>
            <pc:sldMk cId="2649321676" sldId="443"/>
            <ac:spMk id="10" creationId="{EBC2A882-CE40-0C3F-6116-100F85BE45B5}"/>
          </ac:spMkLst>
        </pc:spChg>
        <pc:spChg chg="del">
          <ac:chgData name="#JOHN TAN ZHU EN#" userId="9c038d62-e560-4ab3-ba62-0b2d27497b2c" providerId="ADAL" clId="{107D02AF-D9D6-4C9D-89BF-133E4E5649B6}" dt="2023-02-13T01:39:02.303" v="247" actId="478"/>
          <ac:spMkLst>
            <pc:docMk/>
            <pc:sldMk cId="2649321676" sldId="443"/>
            <ac:spMk id="11" creationId="{5A1F4848-E183-F561-FD5D-BC85C15AE738}"/>
          </ac:spMkLst>
        </pc:spChg>
        <pc:spChg chg="del">
          <ac:chgData name="#JOHN TAN ZHU EN#" userId="9c038d62-e560-4ab3-ba62-0b2d27497b2c" providerId="ADAL" clId="{107D02AF-D9D6-4C9D-89BF-133E4E5649B6}" dt="2023-02-13T01:39:03.951" v="249" actId="478"/>
          <ac:spMkLst>
            <pc:docMk/>
            <pc:sldMk cId="2649321676" sldId="443"/>
            <ac:spMk id="12" creationId="{6173823C-0AAA-33E8-1CD2-103E4D8D57FB}"/>
          </ac:spMkLst>
        </pc:spChg>
        <pc:spChg chg="del">
          <ac:chgData name="#JOHN TAN ZHU EN#" userId="9c038d62-e560-4ab3-ba62-0b2d27497b2c" providerId="ADAL" clId="{107D02AF-D9D6-4C9D-89BF-133E4E5649B6}" dt="2023-02-13T01:39:02.870" v="248" actId="478"/>
          <ac:spMkLst>
            <pc:docMk/>
            <pc:sldMk cId="2649321676" sldId="443"/>
            <ac:spMk id="14" creationId="{369E2E2B-7BE6-581B-A205-319C2E477C65}"/>
          </ac:spMkLst>
        </pc:spChg>
        <pc:spChg chg="del">
          <ac:chgData name="#JOHN TAN ZHU EN#" userId="9c038d62-e560-4ab3-ba62-0b2d27497b2c" providerId="ADAL" clId="{107D02AF-D9D6-4C9D-89BF-133E4E5649B6}" dt="2023-02-13T01:39:04.997" v="250" actId="478"/>
          <ac:spMkLst>
            <pc:docMk/>
            <pc:sldMk cId="2649321676" sldId="443"/>
            <ac:spMk id="19" creationId="{A6123EE2-D784-C2A8-53B1-4EEAF3EE9CE3}"/>
          </ac:spMkLst>
        </pc:spChg>
        <pc:spChg chg="del">
          <ac:chgData name="#JOHN TAN ZHU EN#" userId="9c038d62-e560-4ab3-ba62-0b2d27497b2c" providerId="ADAL" clId="{107D02AF-D9D6-4C9D-89BF-133E4E5649B6}" dt="2023-02-13T01:39:42.899" v="259" actId="478"/>
          <ac:spMkLst>
            <pc:docMk/>
            <pc:sldMk cId="2649321676" sldId="443"/>
            <ac:spMk id="20" creationId="{EF1D8128-3EF4-36BC-941B-5856439578BD}"/>
          </ac:spMkLst>
        </pc:spChg>
        <pc:cxnChg chg="del">
          <ac:chgData name="#JOHN TAN ZHU EN#" userId="9c038d62-e560-4ab3-ba62-0b2d27497b2c" providerId="ADAL" clId="{107D02AF-D9D6-4C9D-89BF-133E4E5649B6}" dt="2023-02-13T01:38:59.415" v="244" actId="478"/>
          <ac:cxnSpMkLst>
            <pc:docMk/>
            <pc:sldMk cId="2649321676" sldId="443"/>
            <ac:cxnSpMk id="5" creationId="{65265D0B-D5EA-D09D-C91B-F5AA1C5B29D3}"/>
          </ac:cxnSpMkLst>
        </pc:cxnChg>
        <pc:cxnChg chg="del">
          <ac:chgData name="#JOHN TAN ZHU EN#" userId="9c038d62-e560-4ab3-ba62-0b2d27497b2c" providerId="ADAL" clId="{107D02AF-D9D6-4C9D-89BF-133E4E5649B6}" dt="2023-02-13T01:38:58.542" v="243" actId="478"/>
          <ac:cxnSpMkLst>
            <pc:docMk/>
            <pc:sldMk cId="2649321676" sldId="443"/>
            <ac:cxnSpMk id="9" creationId="{9B1A8434-CF0B-FE58-D51C-94E76E6CC522}"/>
          </ac:cxnSpMkLst>
        </pc:cxnChg>
        <pc:cxnChg chg="del">
          <ac:chgData name="#JOHN TAN ZHU EN#" userId="9c038d62-e560-4ab3-ba62-0b2d27497b2c" providerId="ADAL" clId="{107D02AF-D9D6-4C9D-89BF-133E4E5649B6}" dt="2023-02-13T01:39:00.033" v="245" actId="478"/>
          <ac:cxnSpMkLst>
            <pc:docMk/>
            <pc:sldMk cId="2649321676" sldId="443"/>
            <ac:cxnSpMk id="13" creationId="{CB8DA2E4-EAA2-0C8E-CBE3-79D1C8399225}"/>
          </ac:cxnSpMkLst>
        </pc:cxnChg>
      </pc:sldChg>
      <pc:sldChg chg="addSp modSp add mod ord">
        <pc:chgData name="#JOHN TAN ZHU EN#" userId="9c038d62-e560-4ab3-ba62-0b2d27497b2c" providerId="ADAL" clId="{107D02AF-D9D6-4C9D-89BF-133E4E5649B6}" dt="2023-02-13T01:41:16.558" v="293" actId="14100"/>
        <pc:sldMkLst>
          <pc:docMk/>
          <pc:sldMk cId="3249163007" sldId="444"/>
        </pc:sldMkLst>
        <pc:spChg chg="add mod">
          <ac:chgData name="#JOHN TAN ZHU EN#" userId="9c038d62-e560-4ab3-ba62-0b2d27497b2c" providerId="ADAL" clId="{107D02AF-D9D6-4C9D-89BF-133E4E5649B6}" dt="2023-02-13T01:40:44.012" v="287" actId="255"/>
          <ac:spMkLst>
            <pc:docMk/>
            <pc:sldMk cId="3249163007" sldId="444"/>
            <ac:spMk id="2" creationId="{2458C316-2A70-B9CD-684B-044FD35D8DE4}"/>
          </ac:spMkLst>
        </pc:spChg>
        <pc:spChg chg="mod">
          <ac:chgData name="#JOHN TAN ZHU EN#" userId="9c038d62-e560-4ab3-ba62-0b2d27497b2c" providerId="ADAL" clId="{107D02AF-D9D6-4C9D-89BF-133E4E5649B6}" dt="2023-02-13T01:40:30.152" v="282" actId="5793"/>
          <ac:spMkLst>
            <pc:docMk/>
            <pc:sldMk cId="3249163007" sldId="444"/>
            <ac:spMk id="3" creationId="{896DB4C6-C28E-5830-EC9C-C9BFAF83B72F}"/>
          </ac:spMkLst>
        </pc:spChg>
        <pc:spChg chg="add mod">
          <ac:chgData name="#JOHN TAN ZHU EN#" userId="9c038d62-e560-4ab3-ba62-0b2d27497b2c" providerId="ADAL" clId="{107D02AF-D9D6-4C9D-89BF-133E4E5649B6}" dt="2023-02-13T01:41:16.558" v="293" actId="14100"/>
          <ac:spMkLst>
            <pc:docMk/>
            <pc:sldMk cId="3249163007" sldId="444"/>
            <ac:spMk id="5" creationId="{7F40193B-AF4A-4F6C-533B-9DBD855E0B56}"/>
          </ac:spMkLst>
        </pc:spChg>
        <pc:spChg chg="mod">
          <ac:chgData name="#JOHN TAN ZHU EN#" userId="9c038d62-e560-4ab3-ba62-0b2d27497b2c" providerId="ADAL" clId="{107D02AF-D9D6-4C9D-89BF-133E4E5649B6}" dt="2023-02-13T01:40:18.384" v="280" actId="20577"/>
          <ac:spMkLst>
            <pc:docMk/>
            <pc:sldMk cId="3249163007" sldId="444"/>
            <ac:spMk id="8" creationId="{CEE303D4-35FA-C10D-C859-0417DFD03E20}"/>
          </ac:spMkLst>
        </pc:spChg>
      </pc:sldChg>
      <pc:sldChg chg="delSp modSp add mod">
        <pc:chgData name="#JOHN TAN ZHU EN#" userId="9c038d62-e560-4ab3-ba62-0b2d27497b2c" providerId="ADAL" clId="{107D02AF-D9D6-4C9D-89BF-133E4E5649B6}" dt="2023-02-13T01:42:44.877" v="305" actId="1076"/>
        <pc:sldMkLst>
          <pc:docMk/>
          <pc:sldMk cId="2708918099" sldId="445"/>
        </pc:sldMkLst>
        <pc:spChg chg="del">
          <ac:chgData name="#JOHN TAN ZHU EN#" userId="9c038d62-e560-4ab3-ba62-0b2d27497b2c" providerId="ADAL" clId="{107D02AF-D9D6-4C9D-89BF-133E4E5649B6}" dt="2023-02-13T01:42:07.672" v="297" actId="478"/>
          <ac:spMkLst>
            <pc:docMk/>
            <pc:sldMk cId="2708918099" sldId="445"/>
            <ac:spMk id="2" creationId="{2458C316-2A70-B9CD-684B-044FD35D8DE4}"/>
          </ac:spMkLst>
        </pc:spChg>
        <pc:spChg chg="mod">
          <ac:chgData name="#JOHN TAN ZHU EN#" userId="9c038d62-e560-4ab3-ba62-0b2d27497b2c" providerId="ADAL" clId="{107D02AF-D9D6-4C9D-89BF-133E4E5649B6}" dt="2023-02-13T01:42:44.877" v="305" actId="1076"/>
          <ac:spMkLst>
            <pc:docMk/>
            <pc:sldMk cId="2708918099" sldId="445"/>
            <ac:spMk id="5" creationId="{7F40193B-AF4A-4F6C-533B-9DBD855E0B56}"/>
          </ac:spMkLst>
        </pc:spChg>
        <pc:spChg chg="mod">
          <ac:chgData name="#JOHN TAN ZHU EN#" userId="9c038d62-e560-4ab3-ba62-0b2d27497b2c" providerId="ADAL" clId="{107D02AF-D9D6-4C9D-89BF-133E4E5649B6}" dt="2023-02-13T01:42:01.900" v="296" actId="20577"/>
          <ac:spMkLst>
            <pc:docMk/>
            <pc:sldMk cId="2708918099" sldId="445"/>
            <ac:spMk id="8" creationId="{CEE303D4-35FA-C10D-C859-0417DFD03E20}"/>
          </ac:spMkLst>
        </pc:spChg>
      </pc:sldChg>
      <pc:sldChg chg="modSp add mod">
        <pc:chgData name="#JOHN TAN ZHU EN#" userId="9c038d62-e560-4ab3-ba62-0b2d27497b2c" providerId="ADAL" clId="{107D02AF-D9D6-4C9D-89BF-133E4E5649B6}" dt="2023-02-13T01:43:51.446" v="329" actId="255"/>
        <pc:sldMkLst>
          <pc:docMk/>
          <pc:sldMk cId="2926213834" sldId="446"/>
        </pc:sldMkLst>
        <pc:spChg chg="mod">
          <ac:chgData name="#JOHN TAN ZHU EN#" userId="9c038d62-e560-4ab3-ba62-0b2d27497b2c" providerId="ADAL" clId="{107D02AF-D9D6-4C9D-89BF-133E4E5649B6}" dt="2023-02-13T01:43:51.446" v="329" actId="255"/>
          <ac:spMkLst>
            <pc:docMk/>
            <pc:sldMk cId="2926213834" sldId="446"/>
            <ac:spMk id="5" creationId="{7F40193B-AF4A-4F6C-533B-9DBD855E0B56}"/>
          </ac:spMkLst>
        </pc:spChg>
        <pc:spChg chg="mod">
          <ac:chgData name="#JOHN TAN ZHU EN#" userId="9c038d62-e560-4ab3-ba62-0b2d27497b2c" providerId="ADAL" clId="{107D02AF-D9D6-4C9D-89BF-133E4E5649B6}" dt="2023-02-13T01:43:24.702" v="325" actId="20577"/>
          <ac:spMkLst>
            <pc:docMk/>
            <pc:sldMk cId="2926213834" sldId="446"/>
            <ac:spMk id="8" creationId="{CEE303D4-35FA-C10D-C859-0417DFD03E20}"/>
          </ac:spMkLst>
        </pc:spChg>
      </pc:sldChg>
      <pc:sldChg chg="addSp delSp modSp add mod modNotesTx">
        <pc:chgData name="#JOHN TAN ZHU EN#" userId="9c038d62-e560-4ab3-ba62-0b2d27497b2c" providerId="ADAL" clId="{107D02AF-D9D6-4C9D-89BF-133E4E5649B6}" dt="2023-02-13T01:45:18.096" v="349" actId="14100"/>
        <pc:sldMkLst>
          <pc:docMk/>
          <pc:sldMk cId="2647158242" sldId="447"/>
        </pc:sldMkLst>
        <pc:spChg chg="mod">
          <ac:chgData name="#JOHN TAN ZHU EN#" userId="9c038d62-e560-4ab3-ba62-0b2d27497b2c" providerId="ADAL" clId="{107D02AF-D9D6-4C9D-89BF-133E4E5649B6}" dt="2023-02-13T01:44:20.336" v="332" actId="255"/>
          <ac:spMkLst>
            <pc:docMk/>
            <pc:sldMk cId="2647158242" sldId="447"/>
            <ac:spMk id="5" creationId="{7F40193B-AF4A-4F6C-533B-9DBD855E0B56}"/>
          </ac:spMkLst>
        </pc:spChg>
        <pc:picChg chg="add mod">
          <ac:chgData name="#JOHN TAN ZHU EN#" userId="9c038d62-e560-4ab3-ba62-0b2d27497b2c" providerId="ADAL" clId="{107D02AF-D9D6-4C9D-89BF-133E4E5649B6}" dt="2023-02-13T01:44:49.280" v="339" actId="14100"/>
          <ac:picMkLst>
            <pc:docMk/>
            <pc:sldMk cId="2647158242" sldId="447"/>
            <ac:picMk id="6" creationId="{0A7FD1BC-96C5-8443-EFF4-2CF4CE5E17AB}"/>
          </ac:picMkLst>
        </pc:picChg>
        <pc:picChg chg="add del mod">
          <ac:chgData name="#JOHN TAN ZHU EN#" userId="9c038d62-e560-4ab3-ba62-0b2d27497b2c" providerId="ADAL" clId="{107D02AF-D9D6-4C9D-89BF-133E4E5649B6}" dt="2023-02-13T01:45:00.023" v="343"/>
          <ac:picMkLst>
            <pc:docMk/>
            <pc:sldMk cId="2647158242" sldId="447"/>
            <ac:picMk id="11" creationId="{6B50256C-E661-2C73-ACC4-3001F835642A}"/>
          </ac:picMkLst>
        </pc:picChg>
        <pc:cxnChg chg="add mod">
          <ac:chgData name="#JOHN TAN ZHU EN#" userId="9c038d62-e560-4ab3-ba62-0b2d27497b2c" providerId="ADAL" clId="{107D02AF-D9D6-4C9D-89BF-133E4E5649B6}" dt="2023-02-13T01:44:57.082" v="341" actId="14100"/>
          <ac:cxnSpMkLst>
            <pc:docMk/>
            <pc:sldMk cId="2647158242" sldId="447"/>
            <ac:cxnSpMk id="2" creationId="{0CBB9CB5-7626-862E-6FDE-54B2035205A3}"/>
          </ac:cxnSpMkLst>
        </pc:cxnChg>
        <pc:cxnChg chg="add mod">
          <ac:chgData name="#JOHN TAN ZHU EN#" userId="9c038d62-e560-4ab3-ba62-0b2d27497b2c" providerId="ADAL" clId="{107D02AF-D9D6-4C9D-89BF-133E4E5649B6}" dt="2023-02-13T01:45:11.555" v="346" actId="14100"/>
          <ac:cxnSpMkLst>
            <pc:docMk/>
            <pc:sldMk cId="2647158242" sldId="447"/>
            <ac:cxnSpMk id="12" creationId="{01729832-8D9D-04ED-8B7D-9D4E620E5778}"/>
          </ac:cxnSpMkLst>
        </pc:cxnChg>
        <pc:cxnChg chg="add mod">
          <ac:chgData name="#JOHN TAN ZHU EN#" userId="9c038d62-e560-4ab3-ba62-0b2d27497b2c" providerId="ADAL" clId="{107D02AF-D9D6-4C9D-89BF-133E4E5649B6}" dt="2023-02-13T01:45:18.096" v="349" actId="14100"/>
          <ac:cxnSpMkLst>
            <pc:docMk/>
            <pc:sldMk cId="2647158242" sldId="447"/>
            <ac:cxnSpMk id="14" creationId="{E06EEE26-D78B-C224-3DF1-6BB2AE891A17}"/>
          </ac:cxnSpMkLst>
        </pc:cxnChg>
      </pc:sldChg>
      <pc:sldChg chg="addSp delSp modSp add mod modNotesTx">
        <pc:chgData name="#JOHN TAN ZHU EN#" userId="9c038d62-e560-4ab3-ba62-0b2d27497b2c" providerId="ADAL" clId="{107D02AF-D9D6-4C9D-89BF-133E4E5649B6}" dt="2023-02-13T01:53:06.253" v="393" actId="1076"/>
        <pc:sldMkLst>
          <pc:docMk/>
          <pc:sldMk cId="992887580" sldId="448"/>
        </pc:sldMkLst>
        <pc:spChg chg="del">
          <ac:chgData name="#JOHN TAN ZHU EN#" userId="9c038d62-e560-4ab3-ba62-0b2d27497b2c" providerId="ADAL" clId="{107D02AF-D9D6-4C9D-89BF-133E4E5649B6}" dt="2023-02-13T01:52:08.340" v="379" actId="478"/>
          <ac:spMkLst>
            <pc:docMk/>
            <pc:sldMk cId="992887580" sldId="448"/>
            <ac:spMk id="5" creationId="{7F40193B-AF4A-4F6C-533B-9DBD855E0B56}"/>
          </ac:spMkLst>
        </pc:spChg>
        <pc:spChg chg="mod">
          <ac:chgData name="#JOHN TAN ZHU EN#" userId="9c038d62-e560-4ab3-ba62-0b2d27497b2c" providerId="ADAL" clId="{107D02AF-D9D6-4C9D-89BF-133E4E5649B6}" dt="2023-02-13T01:51:04.475" v="377" actId="20577"/>
          <ac:spMkLst>
            <pc:docMk/>
            <pc:sldMk cId="992887580" sldId="448"/>
            <ac:spMk id="8" creationId="{CEE303D4-35FA-C10D-C859-0417DFD03E20}"/>
          </ac:spMkLst>
        </pc:spChg>
        <pc:spChg chg="add mod">
          <ac:chgData name="#JOHN TAN ZHU EN#" userId="9c038d62-e560-4ab3-ba62-0b2d27497b2c" providerId="ADAL" clId="{107D02AF-D9D6-4C9D-89BF-133E4E5649B6}" dt="2023-02-13T01:53:06.253" v="393" actId="1076"/>
          <ac:spMkLst>
            <pc:docMk/>
            <pc:sldMk cId="992887580" sldId="448"/>
            <ac:spMk id="10" creationId="{726C29D9-4023-0FDB-C639-6A849082FB0A}"/>
          </ac:spMkLst>
        </pc:spChg>
        <pc:picChg chg="add mod">
          <ac:chgData name="#JOHN TAN ZHU EN#" userId="9c038d62-e560-4ab3-ba62-0b2d27497b2c" providerId="ADAL" clId="{107D02AF-D9D6-4C9D-89BF-133E4E5649B6}" dt="2023-02-13T01:52:48.638" v="391" actId="1076"/>
          <ac:picMkLst>
            <pc:docMk/>
            <pc:sldMk cId="992887580" sldId="448"/>
            <ac:picMk id="4" creationId="{5E41F734-508B-82B2-2241-E4F27BDDD20F}"/>
          </ac:picMkLst>
        </pc:picChg>
        <pc:picChg chg="del">
          <ac:chgData name="#JOHN TAN ZHU EN#" userId="9c038d62-e560-4ab3-ba62-0b2d27497b2c" providerId="ADAL" clId="{107D02AF-D9D6-4C9D-89BF-133E4E5649B6}" dt="2023-02-13T01:52:09.502" v="380" actId="478"/>
          <ac:picMkLst>
            <pc:docMk/>
            <pc:sldMk cId="992887580" sldId="448"/>
            <ac:picMk id="6" creationId="{0A7FD1BC-96C5-8443-EFF4-2CF4CE5E17AB}"/>
          </ac:picMkLst>
        </pc:picChg>
        <pc:cxnChg chg="del">
          <ac:chgData name="#JOHN TAN ZHU EN#" userId="9c038d62-e560-4ab3-ba62-0b2d27497b2c" providerId="ADAL" clId="{107D02AF-D9D6-4C9D-89BF-133E4E5649B6}" dt="2023-02-13T01:52:10.423" v="381" actId="478"/>
          <ac:cxnSpMkLst>
            <pc:docMk/>
            <pc:sldMk cId="992887580" sldId="448"/>
            <ac:cxnSpMk id="2" creationId="{0CBB9CB5-7626-862E-6FDE-54B2035205A3}"/>
          </ac:cxnSpMkLst>
        </pc:cxnChg>
        <pc:cxnChg chg="del">
          <ac:chgData name="#JOHN TAN ZHU EN#" userId="9c038d62-e560-4ab3-ba62-0b2d27497b2c" providerId="ADAL" clId="{107D02AF-D9D6-4C9D-89BF-133E4E5649B6}" dt="2023-02-13T01:52:10.865" v="382" actId="478"/>
          <ac:cxnSpMkLst>
            <pc:docMk/>
            <pc:sldMk cId="992887580" sldId="448"/>
            <ac:cxnSpMk id="12" creationId="{01729832-8D9D-04ED-8B7D-9D4E620E5778}"/>
          </ac:cxnSpMkLst>
        </pc:cxnChg>
        <pc:cxnChg chg="del">
          <ac:chgData name="#JOHN TAN ZHU EN#" userId="9c038d62-e560-4ab3-ba62-0b2d27497b2c" providerId="ADAL" clId="{107D02AF-D9D6-4C9D-89BF-133E4E5649B6}" dt="2023-02-13T01:52:11.355" v="383" actId="478"/>
          <ac:cxnSpMkLst>
            <pc:docMk/>
            <pc:sldMk cId="992887580" sldId="448"/>
            <ac:cxnSpMk id="14" creationId="{E06EEE26-D78B-C224-3DF1-6BB2AE891A17}"/>
          </ac:cxnSpMkLst>
        </pc:cxnChg>
      </pc:sldChg>
      <pc:sldChg chg="addSp modSp add mod">
        <pc:chgData name="#JOHN TAN ZHU EN#" userId="9c038d62-e560-4ab3-ba62-0b2d27497b2c" providerId="ADAL" clId="{107D02AF-D9D6-4C9D-89BF-133E4E5649B6}" dt="2023-02-13T01:54:08.693" v="402" actId="14100"/>
        <pc:sldMkLst>
          <pc:docMk/>
          <pc:sldMk cId="1078989890" sldId="449"/>
        </pc:sldMkLst>
        <pc:spChg chg="mod">
          <ac:chgData name="#JOHN TAN ZHU EN#" userId="9c038d62-e560-4ab3-ba62-0b2d27497b2c" providerId="ADAL" clId="{107D02AF-D9D6-4C9D-89BF-133E4E5649B6}" dt="2023-02-13T01:53:46.709" v="396" actId="255"/>
          <ac:spMkLst>
            <pc:docMk/>
            <pc:sldMk cId="1078989890" sldId="449"/>
            <ac:spMk id="10" creationId="{726C29D9-4023-0FDB-C639-6A849082FB0A}"/>
          </ac:spMkLst>
        </pc:spChg>
        <pc:cxnChg chg="add mod">
          <ac:chgData name="#JOHN TAN ZHU EN#" userId="9c038d62-e560-4ab3-ba62-0b2d27497b2c" providerId="ADAL" clId="{107D02AF-D9D6-4C9D-89BF-133E4E5649B6}" dt="2023-02-13T01:53:57.474" v="399" actId="14100"/>
          <ac:cxnSpMkLst>
            <pc:docMk/>
            <pc:sldMk cId="1078989890" sldId="449"/>
            <ac:cxnSpMk id="2" creationId="{EEB7E5C6-6B59-AA3B-6774-2D7EA9FF739B}"/>
          </ac:cxnSpMkLst>
        </pc:cxnChg>
        <pc:cxnChg chg="add mod">
          <ac:chgData name="#JOHN TAN ZHU EN#" userId="9c038d62-e560-4ab3-ba62-0b2d27497b2c" providerId="ADAL" clId="{107D02AF-D9D6-4C9D-89BF-133E4E5649B6}" dt="2023-02-13T01:54:08.693" v="402" actId="14100"/>
          <ac:cxnSpMkLst>
            <pc:docMk/>
            <pc:sldMk cId="1078989890" sldId="449"/>
            <ac:cxnSpMk id="6" creationId="{EDB6C57D-8E65-1CCE-78BC-6B94B6A52C97}"/>
          </ac:cxnSpMkLst>
        </pc:cxnChg>
      </pc:sldChg>
      <pc:sldChg chg="addSp delSp modSp add mod modNotesTx">
        <pc:chgData name="#JOHN TAN ZHU EN#" userId="9c038d62-e560-4ab3-ba62-0b2d27497b2c" providerId="ADAL" clId="{107D02AF-D9D6-4C9D-89BF-133E4E5649B6}" dt="2023-02-13T01:57:12.138" v="462" actId="1076"/>
        <pc:sldMkLst>
          <pc:docMk/>
          <pc:sldMk cId="486326805" sldId="450"/>
        </pc:sldMkLst>
        <pc:spChg chg="mod">
          <ac:chgData name="#JOHN TAN ZHU EN#" userId="9c038d62-e560-4ab3-ba62-0b2d27497b2c" providerId="ADAL" clId="{107D02AF-D9D6-4C9D-89BF-133E4E5649B6}" dt="2023-02-13T01:54:30.389" v="412" actId="20577"/>
          <ac:spMkLst>
            <pc:docMk/>
            <pc:sldMk cId="486326805" sldId="450"/>
            <ac:spMk id="8" creationId="{CEE303D4-35FA-C10D-C859-0417DFD03E20}"/>
          </ac:spMkLst>
        </pc:spChg>
        <pc:spChg chg="add mod">
          <ac:chgData name="#JOHN TAN ZHU EN#" userId="9c038d62-e560-4ab3-ba62-0b2d27497b2c" providerId="ADAL" clId="{107D02AF-D9D6-4C9D-89BF-133E4E5649B6}" dt="2023-02-13T01:57:12.138" v="462" actId="1076"/>
          <ac:spMkLst>
            <pc:docMk/>
            <pc:sldMk cId="486326805" sldId="450"/>
            <ac:spMk id="9" creationId="{AC1470F1-16F8-CF77-D2C3-E80BCB150671}"/>
          </ac:spMkLst>
        </pc:spChg>
        <pc:spChg chg="mod">
          <ac:chgData name="#JOHN TAN ZHU EN#" userId="9c038d62-e560-4ab3-ba62-0b2d27497b2c" providerId="ADAL" clId="{107D02AF-D9D6-4C9D-89BF-133E4E5649B6}" dt="2023-02-13T01:55:50.133" v="419" actId="1076"/>
          <ac:spMkLst>
            <pc:docMk/>
            <pc:sldMk cId="486326805" sldId="450"/>
            <ac:spMk id="10" creationId="{726C29D9-4023-0FDB-C639-6A849082FB0A}"/>
          </ac:spMkLst>
        </pc:spChg>
        <pc:picChg chg="del">
          <ac:chgData name="#JOHN TAN ZHU EN#" userId="9c038d62-e560-4ab3-ba62-0b2d27497b2c" providerId="ADAL" clId="{107D02AF-D9D6-4C9D-89BF-133E4E5649B6}" dt="2023-02-13T01:55:00.284" v="413" actId="478"/>
          <ac:picMkLst>
            <pc:docMk/>
            <pc:sldMk cId="486326805" sldId="450"/>
            <ac:picMk id="4" creationId="{5E41F734-508B-82B2-2241-E4F27BDDD20F}"/>
          </ac:picMkLst>
        </pc:picChg>
        <pc:picChg chg="add mod modCrop">
          <ac:chgData name="#JOHN TAN ZHU EN#" userId="9c038d62-e560-4ab3-ba62-0b2d27497b2c" providerId="ADAL" clId="{107D02AF-D9D6-4C9D-89BF-133E4E5649B6}" dt="2023-02-13T01:56:21.332" v="425" actId="732"/>
          <ac:picMkLst>
            <pc:docMk/>
            <pc:sldMk cId="486326805" sldId="450"/>
            <ac:picMk id="5" creationId="{7CE1B3E4-C01E-3607-D860-7BF6E791A8A4}"/>
          </ac:picMkLst>
        </pc:picChg>
        <pc:cxnChg chg="del">
          <ac:chgData name="#JOHN TAN ZHU EN#" userId="9c038d62-e560-4ab3-ba62-0b2d27497b2c" providerId="ADAL" clId="{107D02AF-D9D6-4C9D-89BF-133E4E5649B6}" dt="2023-02-13T01:55:32.880" v="415" actId="478"/>
          <ac:cxnSpMkLst>
            <pc:docMk/>
            <pc:sldMk cId="486326805" sldId="450"/>
            <ac:cxnSpMk id="2" creationId="{EEB7E5C6-6B59-AA3B-6774-2D7EA9FF739B}"/>
          </ac:cxnSpMkLst>
        </pc:cxnChg>
        <pc:cxnChg chg="del">
          <ac:chgData name="#JOHN TAN ZHU EN#" userId="9c038d62-e560-4ab3-ba62-0b2d27497b2c" providerId="ADAL" clId="{107D02AF-D9D6-4C9D-89BF-133E4E5649B6}" dt="2023-02-13T01:55:33.421" v="416" actId="478"/>
          <ac:cxnSpMkLst>
            <pc:docMk/>
            <pc:sldMk cId="486326805" sldId="450"/>
            <ac:cxnSpMk id="6" creationId="{EDB6C57D-8E65-1CCE-78BC-6B94B6A52C97}"/>
          </ac:cxnSpMkLst>
        </pc:cxnChg>
      </pc:sldChg>
      <pc:sldChg chg="addSp delSp modSp add del mod modNotesTx">
        <pc:chgData name="#JOHN TAN ZHU EN#" userId="9c038d62-e560-4ab3-ba62-0b2d27497b2c" providerId="ADAL" clId="{107D02AF-D9D6-4C9D-89BF-133E4E5649B6}" dt="2023-02-13T01:59:56.987" v="519" actId="47"/>
        <pc:sldMkLst>
          <pc:docMk/>
          <pc:sldMk cId="1714079036" sldId="451"/>
        </pc:sldMkLst>
        <pc:spChg chg="mod">
          <ac:chgData name="#JOHN TAN ZHU EN#" userId="9c038d62-e560-4ab3-ba62-0b2d27497b2c" providerId="ADAL" clId="{107D02AF-D9D6-4C9D-89BF-133E4E5649B6}" dt="2023-02-13T01:57:29.452" v="472" actId="20577"/>
          <ac:spMkLst>
            <pc:docMk/>
            <pc:sldMk cId="1714079036" sldId="451"/>
            <ac:spMk id="8" creationId="{CEE303D4-35FA-C10D-C859-0417DFD03E20}"/>
          </ac:spMkLst>
        </pc:spChg>
        <pc:spChg chg="del">
          <ac:chgData name="#JOHN TAN ZHU EN#" userId="9c038d62-e560-4ab3-ba62-0b2d27497b2c" providerId="ADAL" clId="{107D02AF-D9D6-4C9D-89BF-133E4E5649B6}" dt="2023-02-13T01:57:35.490" v="474" actId="478"/>
          <ac:spMkLst>
            <pc:docMk/>
            <pc:sldMk cId="1714079036" sldId="451"/>
            <ac:spMk id="9" creationId="{AC1470F1-16F8-CF77-D2C3-E80BCB150671}"/>
          </ac:spMkLst>
        </pc:spChg>
        <pc:spChg chg="mod">
          <ac:chgData name="#JOHN TAN ZHU EN#" userId="9c038d62-e560-4ab3-ba62-0b2d27497b2c" providerId="ADAL" clId="{107D02AF-D9D6-4C9D-89BF-133E4E5649B6}" dt="2023-02-13T01:57:53.576" v="482" actId="1076"/>
          <ac:spMkLst>
            <pc:docMk/>
            <pc:sldMk cId="1714079036" sldId="451"/>
            <ac:spMk id="10" creationId="{726C29D9-4023-0FDB-C639-6A849082FB0A}"/>
          </ac:spMkLst>
        </pc:spChg>
        <pc:picChg chg="add mod">
          <ac:chgData name="#JOHN TAN ZHU EN#" userId="9c038d62-e560-4ab3-ba62-0b2d27497b2c" providerId="ADAL" clId="{107D02AF-D9D6-4C9D-89BF-133E4E5649B6}" dt="2023-02-13T01:59:39.762" v="495" actId="14100"/>
          <ac:picMkLst>
            <pc:docMk/>
            <pc:sldMk cId="1714079036" sldId="451"/>
            <ac:picMk id="2" creationId="{84AB4263-221A-39EE-343E-4D2512ED98A5}"/>
          </ac:picMkLst>
        </pc:picChg>
        <pc:picChg chg="del">
          <ac:chgData name="#JOHN TAN ZHU EN#" userId="9c038d62-e560-4ab3-ba62-0b2d27497b2c" providerId="ADAL" clId="{107D02AF-D9D6-4C9D-89BF-133E4E5649B6}" dt="2023-02-13T01:57:34.340" v="473" actId="478"/>
          <ac:picMkLst>
            <pc:docMk/>
            <pc:sldMk cId="1714079036" sldId="451"/>
            <ac:picMk id="5" creationId="{7CE1B3E4-C01E-3607-D860-7BF6E791A8A4}"/>
          </ac:picMkLst>
        </pc:picChg>
      </pc:sldChg>
      <pc:sldChg chg="modSp add del mod ord">
        <pc:chgData name="#JOHN TAN ZHU EN#" userId="9c038d62-e560-4ab3-ba62-0b2d27497b2c" providerId="ADAL" clId="{107D02AF-D9D6-4C9D-89BF-133E4E5649B6}" dt="2023-02-13T01:59:55.837" v="518" actId="47"/>
        <pc:sldMkLst>
          <pc:docMk/>
          <pc:sldMk cId="15958242" sldId="452"/>
        </pc:sldMkLst>
        <pc:spChg chg="mod">
          <ac:chgData name="#JOHN TAN ZHU EN#" userId="9c038d62-e560-4ab3-ba62-0b2d27497b2c" providerId="ADAL" clId="{107D02AF-D9D6-4C9D-89BF-133E4E5649B6}" dt="2023-02-13T01:59:27.476" v="492" actId="255"/>
          <ac:spMkLst>
            <pc:docMk/>
            <pc:sldMk cId="15958242" sldId="452"/>
            <ac:spMk id="5" creationId="{7F40193B-AF4A-4F6C-533B-9DBD855E0B56}"/>
          </ac:spMkLst>
        </pc:spChg>
      </pc:sldChg>
      <pc:sldChg chg="new del">
        <pc:chgData name="#JOHN TAN ZHU EN#" userId="9c038d62-e560-4ab3-ba62-0b2d27497b2c" providerId="ADAL" clId="{107D02AF-D9D6-4C9D-89BF-133E4E5649B6}" dt="2023-02-13T01:58:55.906" v="485" actId="47"/>
        <pc:sldMkLst>
          <pc:docMk/>
          <pc:sldMk cId="1047684457" sldId="452"/>
        </pc:sldMkLst>
      </pc:sldChg>
      <pc:sldChg chg="add">
        <pc:chgData name="#JOHN TAN ZHU EN#" userId="9c038d62-e560-4ab3-ba62-0b2d27497b2c" providerId="ADAL" clId="{107D02AF-D9D6-4C9D-89BF-133E4E5649B6}" dt="2023-02-13T02:15:07.360" v="549"/>
        <pc:sldMkLst>
          <pc:docMk/>
          <pc:sldMk cId="3770126605" sldId="4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370C6-0EB6-AB4C-B6F2-DFBA4991C1ED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E6A36-EFE3-384E-8CE4-826E1013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5D3BF3-D352-46FC-8343-31F56E6730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0" i="0" u="none" strike="noStrike" dirty="0">
                <a:solidFill>
                  <a:srgbClr val="0F0F0F"/>
                </a:solidFill>
                <a:effectLst/>
                <a:latin typeface="YouTube Sans"/>
              </a:rPr>
              <a:t>Who is the Father of Accounting? (Luca 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YouTube Sans"/>
              </a:rPr>
              <a:t>Pacioli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YouTube San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0" i="0" u="none" strike="noStrike" dirty="0">
                <a:solidFill>
                  <a:srgbClr val="0F0F0F"/>
                </a:solidFill>
                <a:effectLst/>
                <a:latin typeface="YouTube Sans"/>
              </a:rPr>
              <a:t>https://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YouTube Sans"/>
              </a:rPr>
              <a:t>www.youtube.com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YouTube Sans"/>
              </a:rPr>
              <a:t>/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YouTube Sans"/>
              </a:rPr>
              <a:t>watch?v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YouTube Sans"/>
              </a:rPr>
              <a:t>=dKVBpjZ1SH4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u="none" strike="noStrike" dirty="0">
              <a:solidFill>
                <a:srgbClr val="0F0F0F"/>
              </a:solidFill>
              <a:effectLst/>
              <a:latin typeface="YouTube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Debits and Credits in Accounting - History and definition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https://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www.youtube.com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/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watch?v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=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caNGir_fhUQ</a:t>
            </a:r>
            <a:endParaRPr lang="en-SG" b="0" i="0" u="none" strike="noStrike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u="none" strike="noStrike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History of accounting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https://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www.youtube.com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/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watch?v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=HAL0sBd9oyg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u="none" strike="noStrike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The Birth of Modern Business | Luca-</a:t>
            </a:r>
            <a:r>
              <a:rPr lang="en-SG" b="1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Pacioli's</a:t>
            </a:r>
            <a:r>
              <a:rPr lang="en-SG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'Summa de </a:t>
            </a:r>
            <a:r>
              <a:rPr lang="en-SG" b="1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Arithmetica</a:t>
            </a:r>
            <a:r>
              <a:rPr lang="en-SG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' | Christie's</a:t>
            </a:r>
            <a:endParaRPr lang="en-SG" b="0" i="0" u="none" strike="noStrike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https://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www.youtube.com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/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watch?v</a:t>
            </a:r>
            <a:r>
              <a:rPr lang="en-SG" b="0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=</a:t>
            </a:r>
            <a:r>
              <a:rPr lang="en-SG" b="0" i="0" u="none" strike="noStrike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qGEOHCXLJrI</a:t>
            </a:r>
            <a:endParaRPr lang="en-SG" b="0" i="0" u="none" strike="noStrike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u="none" strike="noStrike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u="none" strike="noStrike" dirty="0">
              <a:solidFill>
                <a:srgbClr val="0F0F0F"/>
              </a:solidFill>
              <a:effectLst/>
              <a:latin typeface="YouTube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1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u="none" strike="noStrike" dirty="0">
              <a:solidFill>
                <a:srgbClr val="0F0F0F"/>
              </a:solidFill>
              <a:effectLst/>
              <a:latin typeface="YouTube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9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39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00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Source: http://www.forbes.com/sites/antoinegara/2014/11/20/alibaba-completes-8-billion-bond-deal-as-shares-continue-rally/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11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TIPS: To understand the separation entity principle, it’s better to think that a company begins like “an empty box”, separated from its owner. When the owner invests $100 to the company, both assets and equity increase.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view “equity” as what the company OWES to its owner (although this liabilities never mature).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64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59" tIns="45030" rIns="90059" bIns="4503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31731" indent="-281435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25741" indent="-225148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76037" indent="-225148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26333" indent="-225148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476630" indent="-22514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26926" indent="-22514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377222" indent="-22514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27518" indent="-22514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1A3CE0-B5B6-3A4F-9100-105E0B7C66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59" tIns="45030" rIns="90059" bIns="45030"/>
          <a:lstStyle/>
          <a:p>
            <a:pPr eaLnBrk="1" hangingPunct="1">
              <a:defRPr/>
            </a:pPr>
            <a:r>
              <a:rPr lang="en-US" dirty="0"/>
              <a:t>Current assets:</a:t>
            </a:r>
            <a:r>
              <a:rPr lang="en-US" baseline="0" dirty="0"/>
              <a:t> assets</a:t>
            </a:r>
            <a:r>
              <a:rPr lang="en-US" baseline="0" dirty="0">
                <a:latin typeface="Arial" charset="0"/>
                <a:cs typeface="Arial" charset="0"/>
              </a:rPr>
              <a:t> that</a:t>
            </a:r>
            <a:r>
              <a:rPr lang="en-US" dirty="0">
                <a:latin typeface="Arial" charset="0"/>
                <a:cs typeface="Arial" charset="0"/>
              </a:rPr>
              <a:t> a company expects to </a:t>
            </a:r>
            <a:r>
              <a:rPr lang="en-US" b="1" dirty="0">
                <a:latin typeface="Arial" charset="0"/>
                <a:cs typeface="Arial" charset="0"/>
              </a:rPr>
              <a:t>convert to cash </a:t>
            </a:r>
            <a:r>
              <a:rPr lang="en-US" dirty="0">
                <a:latin typeface="Arial" charset="0"/>
                <a:cs typeface="Arial" charset="0"/>
              </a:rPr>
              <a:t>within one year.</a:t>
            </a:r>
          </a:p>
          <a:p>
            <a:pPr eaLnBrk="1" hangingPunct="1">
              <a:defRPr/>
            </a:pPr>
            <a:r>
              <a:rPr lang="en-US" dirty="0"/>
              <a:t>Noncurrent assets: assets that a</a:t>
            </a:r>
            <a:r>
              <a:rPr lang="en-US" baseline="0" dirty="0"/>
              <a:t> company doesn’t expect to</a:t>
            </a:r>
            <a:r>
              <a:rPr lang="en-US" dirty="0"/>
              <a:t> convert to cash within one </a:t>
            </a:r>
            <a:r>
              <a:rPr lang="en-US" dirty="0" err="1"/>
              <a:t>yr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Current liability: </a:t>
            </a:r>
            <a:r>
              <a:rPr lang="en-US" dirty="0">
                <a:latin typeface="Arial" charset="0"/>
                <a:cs typeface="Arial" charset="0"/>
              </a:rPr>
              <a:t>obligations a company expects to </a:t>
            </a:r>
            <a:r>
              <a:rPr lang="en-US" b="1" dirty="0">
                <a:latin typeface="Arial" charset="0"/>
                <a:cs typeface="Arial" charset="0"/>
              </a:rPr>
              <a:t>pay off </a:t>
            </a:r>
            <a:r>
              <a:rPr lang="en-US" dirty="0">
                <a:latin typeface="Arial" charset="0"/>
                <a:cs typeface="Arial" charset="0"/>
              </a:rPr>
              <a:t>within the year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  <a:cs typeface="Arial" charset="0"/>
              </a:rPr>
              <a:t>Contributed capital ()paid-in capital) = common stock (based on par value) + additional paid-in capital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  <a:cs typeface="Arial" charset="0"/>
              </a:rPr>
              <a:t>A=L+E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  <a:cs typeface="Arial" charset="0"/>
              </a:rPr>
              <a:t>B/S contains stock variable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flow variable is measured over a period of time while stock variable is measured at a specific point of time</a:t>
            </a: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dirty="0">
                <a:latin typeface="Arial" charset="0"/>
                <a:cs typeface="Arial" charset="0"/>
              </a:rPr>
              <a:t>(wealth vs. income)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94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0059" tIns="45030" rIns="90059" bIns="45030"/>
          <a:lstStyle/>
          <a:p>
            <a:r>
              <a:rPr lang="en-US" dirty="0"/>
              <a:t>COGS: the costs that are directly tied to the production of the products (coffee beans, milk,</a:t>
            </a:r>
            <a:r>
              <a:rPr lang="en-US" baseline="0" dirty="0"/>
              <a:t> etc.</a:t>
            </a:r>
            <a:r>
              <a:rPr lang="en-US" dirty="0"/>
              <a:t>)</a:t>
            </a: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 lIns="90059" tIns="45030" rIns="90059" bIns="4503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31731" indent="-28143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5741" indent="-225148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6037" indent="-225148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26333" indent="-225148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76630" indent="-22514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26926" indent="-22514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77222" indent="-22514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27518" indent="-22514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A9FF60-2FA0-8D4B-BA87-71928AA4857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57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 basis </a:t>
            </a:r>
          </a:p>
          <a:p>
            <a:r>
              <a:rPr lang="en-US" dirty="0"/>
              <a:t>Accrual basis: revenue is</a:t>
            </a:r>
            <a:r>
              <a:rPr lang="en-US" baseline="0" dirty="0"/>
              <a:t> reported when they are earned</a:t>
            </a:r>
            <a:endParaRPr lang="en-US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36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40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Cash flow from operating activities indicates the amount of money a company brings in from its ongoing, regular business activities, such as manufacturing and selling goods or providing a service to customers.</a:t>
            </a:r>
            <a:endParaRPr lang="en-US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97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Cash flow from investing activities (CFI) is one of the sections on the cash flow statement that reports how much cash has been generated or spent from various investment-related activities in a specific period. Investing activities include purchases of physical assets, investments in securities, or the sale of securities or assets.</a:t>
            </a:r>
            <a:endParaRPr lang="en-US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51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8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11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4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DDC1-F938-39E6-B3F4-EE600A5A0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0E25C-DA30-F293-094D-6C39E109A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FDE2F-3C96-91B6-5144-86EF252C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E73F-BD8A-1A31-E1EA-8D0C5BAD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04F0-4178-CE82-D356-35F16147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1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3162-2B14-4CA9-34B5-4C54D72A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6F61-CB65-7BDF-539B-E50D55B1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6BF6-4C90-201F-92CF-20B24306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8521-5721-D7E9-C5BD-1A005E7D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9494-39DF-3752-31D7-E1A2FF29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7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C542-42B3-DEF2-8D99-F6F5CFA9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3B492-7744-AEE7-3E0D-9B0B34D5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9855A-1C3C-BCAF-BA93-EFB9556B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939B-A777-DBE7-E457-B3D5F694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F3945-DAEF-EC24-6450-36E53556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1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2EDA-922E-3FB8-D74A-041F33CF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6B4D5-9E31-2CBB-683F-631D34E8B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82937-D4A7-B2A4-73BE-97B71BF7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BE170-5ED5-DBDC-9598-3BC575CC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24D56-BF9A-22ED-C2A7-99F5991B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E357D-6133-6A46-144D-40359344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133A-AC9A-D625-3179-1A32B698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DEC2B-4EC1-0AC9-08A1-712C1D60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EA498-10A5-5B38-CA4A-8DBAEECD1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0DD02-8608-91C6-80F3-31687FF44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33F49-49EF-E36F-8072-31F0522E8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AD18D-8600-3D9E-F7DF-BB27CC9E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31029-141B-BFFF-73FF-A66219D4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6EEDD-A397-2580-48D3-A253530A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DE71-0437-F5AA-9446-18C06C7C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63A9C-6008-2E20-B9B1-4A0FAA4C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86955-7AF9-A7DD-C41A-4F16D1B5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9460A-1480-FE9F-9A17-937A23D5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0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E15C2-1EC8-B992-ECD0-C5889521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E9E-720E-BC87-9443-2F895F70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D9D3E-C868-F812-8E13-F0D1739F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DD15-EEED-CEA6-C707-385C1B29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3A3A-B88B-08AF-C900-1A5642671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EA202-647A-AEC1-3A69-F88FA6146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99A85-DB44-0343-144A-E9A91DDC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8560-3CD4-5BD1-7073-6C81305E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6E01-2CBA-5305-A8C9-6AD316FC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7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6486-D790-8717-6108-668B5D01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77FDC-5172-3106-DC82-8A74194AD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A6034-A474-10C9-4218-96F78062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41F6A-2BBC-CE28-A15A-988E24A7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B4D11-D1AA-1913-F28A-FD5D027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E6097-F062-EBFB-5A2D-5A8B95B2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CE19-3113-5CA8-4A83-BAE90D3A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0656D-219D-B693-BDCA-F6240A895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9D2FF-C4E7-28CC-49DB-885EA070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D90F-5BDA-FDD3-D096-145F86BF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6B89-CA2C-7B4B-1E75-F21BA63F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54FBD-B0CE-D003-3384-B360414AE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F0770-FE73-D5A6-3F31-3F45F9FDC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806A0-DB60-4C90-0E5C-A4438A16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60272-25A5-F266-476F-DCEC7690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DF08-E356-0558-FF8F-2DC1400D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59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686800" cy="685800"/>
          </a:xfrm>
        </p:spPr>
        <p:txBody>
          <a:bodyPr anchor="ctr"/>
          <a:lstStyle>
            <a:lvl1pPr marL="0" indent="0" algn="l">
              <a:buNone/>
              <a:defRPr sz="3733">
                <a:solidFill>
                  <a:srgbClr val="FFFFFF"/>
                </a:solidFill>
              </a:defRPr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667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3/19/25</a:t>
            </a:fld>
            <a:endParaRPr lang="en-US" sz="2667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3149600" y="3124200"/>
            <a:ext cx="8636000" cy="271780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0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10871200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1084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1"/>
            <a:ext cx="9497484" cy="1673225"/>
          </a:xfrm>
        </p:spPr>
        <p:txBody>
          <a:bodyPr anchor="t"/>
          <a:lstStyle>
            <a:lvl1pPr>
              <a:buNone/>
              <a:defRPr sz="3733">
                <a:solidFill>
                  <a:schemeClr val="tx2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5867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6"/>
          </a:xfrm>
        </p:spPr>
        <p:txBody>
          <a:bodyPr>
            <a:no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32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58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12800" y="1803402"/>
            <a:ext cx="5181600" cy="4358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459868" y="1803399"/>
            <a:ext cx="5181600" cy="43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1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57480"/>
            <a:ext cx="10871200" cy="134112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812800" y="1816383"/>
            <a:ext cx="5181600" cy="707136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400800" y="1816383"/>
            <a:ext cx="5181600" cy="707136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1058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29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22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</p:spPr>
        <p:txBody>
          <a:bodyPr anchor="b"/>
          <a:lstStyle>
            <a:lvl1pPr algn="l">
              <a:buNone/>
              <a:defRPr sz="56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905000"/>
            <a:ext cx="2133600" cy="41656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333"/>
              </a:spcAft>
              <a:buNone/>
              <a:defRPr sz="2400"/>
            </a:lvl1pPr>
            <a:lvl2pPr>
              <a:buNone/>
              <a:defRPr sz="1600"/>
            </a:lvl2pPr>
            <a:lvl3pPr>
              <a:buNone/>
              <a:defRPr sz="1333"/>
            </a:lvl3pPr>
            <a:lvl4pPr>
              <a:buNone/>
              <a:defRPr sz="1200"/>
            </a:lvl4pPr>
            <a:lvl5pPr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149600" y="1905000"/>
            <a:ext cx="85344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89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76891" y="0"/>
            <a:ext cx="10115109" cy="4559808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4267"/>
            </a:lvl1pPr>
            <a:extLst/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2267"/>
            </a:lvl1pPr>
            <a:lvl2pPr>
              <a:buFontTx/>
              <a:buNone/>
              <a:defRPr sz="1600"/>
            </a:lvl2pPr>
            <a:lvl3pPr>
              <a:buFontTx/>
              <a:buNone/>
              <a:defRPr sz="1333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19360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724400"/>
            <a:ext cx="9753600" cy="609600"/>
          </a:xfrm>
        </p:spPr>
        <p:txBody>
          <a:bodyPr anchor="ctr"/>
          <a:lstStyle>
            <a:lvl1pPr algn="l">
              <a:buNone/>
              <a:defRPr sz="3733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/>
          <a:p>
            <a:fld id="{E4606EA6-EFEA-4C30-9264-4F9291A5780D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9"/>
          </a:xfrm>
        </p:spPr>
        <p:txBody>
          <a:bodyPr rtlCol="0"/>
          <a:lstStyle>
            <a:lvl1pPr>
              <a:defRPr sz="3733"/>
            </a:lvl1pPr>
            <a:extLst/>
          </a:lstStyle>
          <a:p>
            <a:pPr algn="ctr"/>
            <a:fld id="{8F82E0A0-C266-4798-8C8F-B9F91E9DA37E}" type="slidenum">
              <a:rPr lang="en-US" sz="3733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733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742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686800" cy="685800"/>
          </a:xfrm>
        </p:spPr>
        <p:txBody>
          <a:bodyPr anchor="ctr"/>
          <a:lstStyle>
            <a:lvl1pPr marL="0" indent="0" algn="l">
              <a:buNone/>
              <a:defRPr sz="3733">
                <a:solidFill>
                  <a:srgbClr val="FFFFFF"/>
                </a:solidFill>
              </a:defRPr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667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3/19/25</a:t>
            </a:fld>
            <a:endParaRPr lang="en-US" sz="2667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3149600" y="3124200"/>
            <a:ext cx="8636000" cy="271780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493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10871200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272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1"/>
            <a:ext cx="9497484" cy="1673225"/>
          </a:xfrm>
        </p:spPr>
        <p:txBody>
          <a:bodyPr anchor="t"/>
          <a:lstStyle>
            <a:lvl1pPr>
              <a:buNone/>
              <a:defRPr sz="3733">
                <a:solidFill>
                  <a:schemeClr val="tx2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5867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6"/>
          </a:xfrm>
        </p:spPr>
        <p:txBody>
          <a:bodyPr>
            <a:no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32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3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12800" y="1803402"/>
            <a:ext cx="5181600" cy="4358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459868" y="1803399"/>
            <a:ext cx="5181600" cy="43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896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57480"/>
            <a:ext cx="10871200" cy="134112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812800" y="1816383"/>
            <a:ext cx="5181600" cy="707136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400800" y="1816383"/>
            <a:ext cx="5181600" cy="707136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84582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9142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232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</p:spPr>
        <p:txBody>
          <a:bodyPr anchor="b"/>
          <a:lstStyle>
            <a:lvl1pPr algn="l">
              <a:buNone/>
              <a:defRPr sz="56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905000"/>
            <a:ext cx="2133600" cy="41656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333"/>
              </a:spcAft>
              <a:buNone/>
              <a:defRPr sz="2400"/>
            </a:lvl1pPr>
            <a:lvl2pPr>
              <a:buNone/>
              <a:defRPr sz="1600"/>
            </a:lvl2pPr>
            <a:lvl3pPr>
              <a:buNone/>
              <a:defRPr sz="1333"/>
            </a:lvl3pPr>
            <a:lvl4pPr>
              <a:buNone/>
              <a:defRPr sz="1200"/>
            </a:lvl4pPr>
            <a:lvl5pPr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149600" y="1905000"/>
            <a:ext cx="85344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51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76891" y="0"/>
            <a:ext cx="10115109" cy="4559808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4267"/>
            </a:lvl1pPr>
            <a:extLst/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2267"/>
            </a:lvl1pPr>
            <a:lvl2pPr>
              <a:buFontTx/>
              <a:buNone/>
              <a:defRPr sz="1600"/>
            </a:lvl2pPr>
            <a:lvl3pPr>
              <a:buFontTx/>
              <a:buNone/>
              <a:defRPr sz="1333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19360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724400"/>
            <a:ext cx="9753600" cy="609600"/>
          </a:xfrm>
        </p:spPr>
        <p:txBody>
          <a:bodyPr anchor="ctr"/>
          <a:lstStyle>
            <a:lvl1pPr algn="l">
              <a:buNone/>
              <a:defRPr sz="3733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/>
          <a:p>
            <a:fld id="{E4606EA6-EFEA-4C30-9264-4F9291A5780D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9"/>
          </a:xfrm>
        </p:spPr>
        <p:txBody>
          <a:bodyPr rtlCol="0"/>
          <a:lstStyle>
            <a:lvl1pPr>
              <a:defRPr sz="3733"/>
            </a:lvl1pPr>
            <a:extLst/>
          </a:lstStyle>
          <a:p>
            <a:pPr algn="ctr"/>
            <a:fld id="{8F82E0A0-C266-4798-8C8F-B9F91E9DA37E}" type="slidenum">
              <a:rPr lang="en-US" sz="3733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733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921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4BC53F-0033-714D-AE33-6D7AD714E5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71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00B9F-3D16-F369-AF91-1E7E3797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678A3-0C92-DA57-BF84-76D00ED9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35C56-5483-A3CC-1AD0-7E2B0047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FE89A-86BA-FD42-9062-6FDC96000E94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BC52-95E6-A71C-B80B-178C8A1F9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8E87-786F-0E40-8A5E-1DB601037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5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803400"/>
            <a:ext cx="10871200" cy="4323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867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rPr lang="en-US" smtClean="0"/>
              <a:pPr/>
              <a:t>3/19/25</a:t>
            </a:fld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2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867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460227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505947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787400" y="1505947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498010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867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867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68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rtl="0" eaLnBrk="1" latinLnBrk="0" hangingPunct="1">
        <a:spcBef>
          <a:spcPct val="0"/>
        </a:spcBef>
        <a:buNone/>
        <a:defRPr sz="56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26709" indent="-426709" algn="l" rtl="0" eaLnBrk="1" latinLnBrk="0" hangingPunct="1">
        <a:spcBef>
          <a:spcPts val="933"/>
        </a:spcBef>
        <a:buClr>
          <a:schemeClr val="accent2"/>
        </a:buClr>
        <a:buSzPct val="60000"/>
        <a:buFont typeface="Wingdings"/>
        <a:buChar char=""/>
        <a:defRPr sz="3867" kern="1200">
          <a:solidFill>
            <a:schemeClr val="tx1"/>
          </a:solidFill>
          <a:latin typeface="+mn-lt"/>
          <a:ea typeface="+mn-ea"/>
          <a:cs typeface="+mn-cs"/>
        </a:defRPr>
      </a:lvl1pPr>
      <a:lvl2pPr marL="853419" indent="-365751" algn="l" rtl="0" eaLnBrk="1" latinLnBrk="0" hangingPunct="1">
        <a:spcBef>
          <a:spcPts val="733"/>
        </a:spcBef>
        <a:buClr>
          <a:schemeClr val="accent1"/>
        </a:buClr>
        <a:buSzPct val="70000"/>
        <a:buFont typeface="Wingdings 2"/>
        <a:buChar char="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-304792" algn="l" rtl="0" eaLnBrk="1" latinLnBrk="0" hangingPunct="1">
        <a:spcBef>
          <a:spcPts val="667"/>
        </a:spcBef>
        <a:buClr>
          <a:schemeClr val="accent2"/>
        </a:buClr>
        <a:buSzPct val="75000"/>
        <a:buFont typeface="Wingdings"/>
        <a:buChar char=""/>
        <a:defRPr sz="30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-304792" algn="l" rtl="0" eaLnBrk="1" latinLnBrk="0" hangingPunct="1">
        <a:spcBef>
          <a:spcPts val="533"/>
        </a:spcBef>
        <a:buClr>
          <a:schemeClr val="accent3"/>
        </a:buClr>
        <a:buSzPct val="7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-304792" algn="l" rtl="0" eaLnBrk="1" latinLnBrk="0" hangingPunct="1">
        <a:spcBef>
          <a:spcPts val="533"/>
        </a:spcBef>
        <a:buClr>
          <a:schemeClr val="accent4"/>
        </a:buClr>
        <a:buSzPct val="6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2804090" indent="-304792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169841" indent="-304792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35592" indent="-304792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01342" indent="-304792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803400"/>
            <a:ext cx="10871200" cy="4323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867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rPr lang="en-US" smtClean="0"/>
              <a:pPr/>
              <a:t>3/19/25</a:t>
            </a:fld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2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867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460227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505947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787400" y="1505947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498010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867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867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853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xStyles>
    <p:titleStyle>
      <a:lvl1pPr algn="l" rtl="0" eaLnBrk="1" latinLnBrk="0" hangingPunct="1">
        <a:spcBef>
          <a:spcPct val="0"/>
        </a:spcBef>
        <a:buNone/>
        <a:defRPr sz="56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26709" indent="-426709" algn="l" rtl="0" eaLnBrk="1" latinLnBrk="0" hangingPunct="1">
        <a:spcBef>
          <a:spcPts val="933"/>
        </a:spcBef>
        <a:buClr>
          <a:schemeClr val="accent2"/>
        </a:buClr>
        <a:buSzPct val="60000"/>
        <a:buFont typeface="Wingdings"/>
        <a:buChar char=""/>
        <a:defRPr sz="3867" kern="1200">
          <a:solidFill>
            <a:schemeClr val="tx1"/>
          </a:solidFill>
          <a:latin typeface="+mn-lt"/>
          <a:ea typeface="+mn-ea"/>
          <a:cs typeface="+mn-cs"/>
        </a:defRPr>
      </a:lvl1pPr>
      <a:lvl2pPr marL="853419" indent="-365751" algn="l" rtl="0" eaLnBrk="1" latinLnBrk="0" hangingPunct="1">
        <a:spcBef>
          <a:spcPts val="733"/>
        </a:spcBef>
        <a:buClr>
          <a:schemeClr val="accent1"/>
        </a:buClr>
        <a:buSzPct val="70000"/>
        <a:buFont typeface="Wingdings 2"/>
        <a:buChar char="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-304792" algn="l" rtl="0" eaLnBrk="1" latinLnBrk="0" hangingPunct="1">
        <a:spcBef>
          <a:spcPts val="667"/>
        </a:spcBef>
        <a:buClr>
          <a:schemeClr val="accent2"/>
        </a:buClr>
        <a:buSzPct val="75000"/>
        <a:buFont typeface="Wingdings"/>
        <a:buChar char=""/>
        <a:defRPr sz="30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-304792" algn="l" rtl="0" eaLnBrk="1" latinLnBrk="0" hangingPunct="1">
        <a:spcBef>
          <a:spcPts val="533"/>
        </a:spcBef>
        <a:buClr>
          <a:schemeClr val="accent3"/>
        </a:buClr>
        <a:buSzPct val="7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-304792" algn="l" rtl="0" eaLnBrk="1" latinLnBrk="0" hangingPunct="1">
        <a:spcBef>
          <a:spcPts val="533"/>
        </a:spcBef>
        <a:buClr>
          <a:schemeClr val="accent4"/>
        </a:buClr>
        <a:buSzPct val="6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2804090" indent="-304792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169841" indent="-304792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35592" indent="-304792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01342" indent="-304792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KVBpjZ1SH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IQHx82cxt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youtube.com/watch?v=YQWiiz_vhp0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Lc791is6X0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k-BSrpCwZI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Relationship Id="rId4" Type="http://schemas.openxmlformats.org/officeDocument/2006/relationships/hyperlink" Target="http://www.youtube.com/watch?v=4lI7XJyTNh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Z7C4cz2HkeY&amp;feature=relmf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1293716" y="935621"/>
            <a:ext cx="10570624" cy="914400"/>
          </a:xfrm>
        </p:spPr>
        <p:txBody>
          <a:bodyPr>
            <a:normAutofit/>
          </a:bodyPr>
          <a:lstStyle/>
          <a:p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DA1F28">
                    <a:lumMod val="75000"/>
                  </a:srgbClr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Lecture 7: financial statements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66184" y="11365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endParaRPr lang="en-US" sz="2400" dirty="0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65393" y="6070600"/>
            <a:ext cx="2590800" cy="685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733" dirty="0">
                <a:latin typeface="Tw Cen MT"/>
              </a:rPr>
              <a:t>HE Tai-</a:t>
            </a:r>
            <a:r>
              <a:rPr lang="en-US" sz="3733" dirty="0" err="1">
                <a:latin typeface="Tw Cen MT"/>
              </a:rPr>
              <a:t>Sen</a:t>
            </a:r>
            <a:endParaRPr lang="en-US" sz="3733" dirty="0">
              <a:latin typeface="Tw Cen MT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177794" y="5973618"/>
            <a:ext cx="4963734" cy="812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067" b="1" dirty="0">
                <a:latin typeface="Tw Cen MT"/>
                <a:cs typeface="Tw Cen MT"/>
              </a:rPr>
              <a:t>FINANCIAL ECONOMICS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157A2-9B43-737F-D755-8FAB703CB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900" y="2205621"/>
            <a:ext cx="3250820" cy="3767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Outline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6" y="759689"/>
            <a:ext cx="11176000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What is Financial Accounting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Balance Sheet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Income Statement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Cash Flow Statement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lang="en-US" sz="4000" dirty="0">
                <a:solidFill>
                  <a:prstClr val="black"/>
                </a:solidFill>
                <a:latin typeface="Tw Cen MT"/>
              </a:rPr>
              <a:t>Taxi Services Company Example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08CC6E50-422A-08AF-7BD0-F7CC63E40C0F}"/>
              </a:ext>
            </a:extLst>
          </p:cNvPr>
          <p:cNvSpPr/>
          <p:nvPr/>
        </p:nvSpPr>
        <p:spPr>
          <a:xfrm>
            <a:off x="6673362" y="1811215"/>
            <a:ext cx="671145" cy="1617784"/>
          </a:xfrm>
          <a:prstGeom prst="rightBrac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F2931-67C4-F10B-A3BF-EC96D8670E79}"/>
              </a:ext>
            </a:extLst>
          </p:cNvPr>
          <p:cNvSpPr txBox="1"/>
          <p:nvPr/>
        </p:nvSpPr>
        <p:spPr>
          <a:xfrm>
            <a:off x="7415517" y="2350802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Tw Cen MT"/>
              </a:rPr>
              <a:t>(19.1)</a:t>
            </a:r>
          </a:p>
        </p:txBody>
      </p:sp>
    </p:spTree>
    <p:extLst>
      <p:ext uri="{BB962C8B-B14F-4D97-AF65-F5344CB8AC3E}">
        <p14:creationId xmlns:p14="http://schemas.microsoft.com/office/powerpoint/2010/main" val="72365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Financial Accounting?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6" y="759689"/>
            <a:ext cx="11531806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Financial Ac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7E79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ing </a:t>
            </a:r>
            <a:r>
              <a:rPr lang="en-US" sz="3200" dirty="0">
                <a:solidFill>
                  <a:srgbClr val="000000"/>
                </a:solidFill>
                <a:latin typeface="Calibri"/>
                <a:cs typeface="Calibri"/>
              </a:rPr>
              <a:t>involves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 set of </a:t>
            </a:r>
            <a:r>
              <a:rPr lang="en-US" sz="3200" b="1" dirty="0">
                <a:solidFill>
                  <a:srgbClr val="000000"/>
                </a:solidFill>
                <a:latin typeface="Calibri"/>
                <a:cs typeface="Calibri"/>
              </a:rPr>
              <a:t>recording</a:t>
            </a:r>
            <a:r>
              <a:rPr lang="en-US" sz="3200" dirty="0">
                <a:solidFill>
                  <a:srgbClr val="000000"/>
                </a:solidFill>
                <a:latin typeface="Calibri"/>
                <a:cs typeface="Calibri"/>
              </a:rPr>
              <a:t> methods to help businesses keep track of transactions while minimizing mistakes.</a:t>
            </a:r>
          </a:p>
          <a:p>
            <a:pPr lvl="1">
              <a:spcBef>
                <a:spcPts val="700"/>
              </a:spcBef>
              <a:buClr>
                <a:srgbClr val="DA1F28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The Italian mathematician, Luca </a:t>
            </a:r>
            <a:r>
              <a:rPr lang="en-US" sz="2800" dirty="0" err="1">
                <a:solidFill>
                  <a:srgbClr val="000000"/>
                </a:solidFill>
                <a:latin typeface="Calibri"/>
                <a:cs typeface="Calibri"/>
              </a:rPr>
              <a:t>Pacioli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, recognized as The Father of accounting, publishes the book titled “Summa de </a:t>
            </a:r>
            <a:r>
              <a:rPr lang="en-US" sz="2800" dirty="0" err="1">
                <a:solidFill>
                  <a:srgbClr val="000000"/>
                </a:solidFill>
                <a:latin typeface="Calibri"/>
                <a:cs typeface="Calibri"/>
              </a:rPr>
              <a:t>Arithmetica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” in 1494, which documents the </a:t>
            </a:r>
            <a:r>
              <a:rPr lang="en-US" sz="2800" b="1" dirty="0">
                <a:solidFill>
                  <a:srgbClr val="000000"/>
                </a:solidFill>
                <a:latin typeface="Calibri"/>
                <a:cs typeface="Calibri"/>
              </a:rPr>
              <a:t>double-entry bookkeeping system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. (Video clip: 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  <a:hlinkClick r:id="rId3"/>
              </a:rPr>
              <a:t>Who is the Father of Accounting? (Luca Pacioli)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  <a:sym typeface="Wingdings" pitchFamily="2" charset="2"/>
              </a:rPr>
              <a:t>)</a:t>
            </a:r>
            <a:endParaRPr lang="en-US" sz="2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lvl="1">
              <a:spcBef>
                <a:spcPts val="700"/>
              </a:spcBef>
              <a:buClr>
                <a:srgbClr val="DA1F28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C0C0C"/>
                </a:solidFill>
                <a:latin typeface="Sohne-Buch"/>
              </a:rPr>
              <a:t>The double-entry system ensures that every transaction affects at least two accounts, maintaining balance in the accounting equation:</a:t>
            </a:r>
          </a:p>
          <a:p>
            <a:pPr marL="487668" lvl="1" indent="0">
              <a:spcBef>
                <a:spcPts val="700"/>
              </a:spcBef>
              <a:buClr>
                <a:srgbClr val="DA1F28"/>
              </a:buClr>
              <a:buSzPct val="60000"/>
              <a:buNone/>
              <a:defRPr/>
            </a:pPr>
            <a:r>
              <a:rPr lang="en-US" sz="2800" b="1" dirty="0">
                <a:solidFill>
                  <a:srgbClr val="0C0C0C"/>
                </a:solidFill>
                <a:latin typeface="Sohne-Buch"/>
              </a:rPr>
              <a:t>	</a:t>
            </a:r>
            <a:r>
              <a:rPr lang="en-US" sz="2600" b="1" dirty="0">
                <a:solidFill>
                  <a:srgbClr val="FF7E79"/>
                </a:solidFill>
                <a:latin typeface="Calibri"/>
                <a:cs typeface="Calibri"/>
              </a:rPr>
              <a:t>Assets = Liabilities + Equity </a:t>
            </a:r>
          </a:p>
          <a:p>
            <a:pPr marL="487668" lvl="1" indent="0">
              <a:spcBef>
                <a:spcPts val="700"/>
              </a:spcBef>
              <a:buClr>
                <a:srgbClr val="DA1F28"/>
              </a:buClr>
              <a:buSzPct val="60000"/>
              <a:buNone/>
              <a:defRPr/>
            </a:pPr>
            <a:r>
              <a:rPr lang="en-US" sz="2800" dirty="0">
                <a:solidFill>
                  <a:srgbClr val="0C0C0C"/>
                </a:solidFill>
                <a:latin typeface="Sohne-Buch"/>
              </a:rPr>
              <a:t>	This system provides a structured approach to recording transactions </a:t>
            </a:r>
          </a:p>
          <a:p>
            <a:pPr marL="487668" lvl="1" indent="0">
              <a:spcBef>
                <a:spcPts val="700"/>
              </a:spcBef>
              <a:buClr>
                <a:srgbClr val="DA1F28"/>
              </a:buClr>
              <a:buSzPct val="60000"/>
              <a:buNone/>
              <a:defRPr/>
            </a:pPr>
            <a:r>
              <a:rPr lang="en-US" sz="2800" dirty="0">
                <a:solidFill>
                  <a:srgbClr val="0C0C0C"/>
                </a:solidFill>
                <a:latin typeface="Sohne-Buch"/>
              </a:rPr>
              <a:t>	accurately.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06E76-CF4C-A715-D95E-A0AE81DB4B6B}"/>
              </a:ext>
            </a:extLst>
          </p:cNvPr>
          <p:cNvSpPr txBox="1"/>
          <p:nvPr/>
        </p:nvSpPr>
        <p:spPr>
          <a:xfrm>
            <a:off x="5226733" y="6381605"/>
            <a:ext cx="713826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700"/>
              </a:spcBef>
              <a:buClr>
                <a:srgbClr val="DA1F28"/>
              </a:buClr>
              <a:buSzPct val="60000"/>
              <a:defRPr/>
            </a:pPr>
            <a:r>
              <a:rPr lang="en-US" sz="2600" b="1" i="1" dirty="0">
                <a:latin typeface="Calibri"/>
                <a:cs typeface="Calibri"/>
              </a:rPr>
              <a:t>“Without order, there is chaos.” </a:t>
            </a:r>
            <a:r>
              <a:rPr lang="en-US" sz="2600" dirty="0">
                <a:latin typeface="Calibri"/>
                <a:cs typeface="Calibri"/>
              </a:rPr>
              <a:t>--- Luca </a:t>
            </a:r>
            <a:r>
              <a:rPr lang="en-US" sz="2600" dirty="0" err="1">
                <a:latin typeface="Calibri"/>
                <a:cs typeface="Calibri"/>
              </a:rPr>
              <a:t>Pacioli</a:t>
            </a:r>
            <a:endParaRPr lang="en-US"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426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Financial Accounting?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6" y="759690"/>
            <a:ext cx="11774054" cy="5724238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Financial Accounting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recording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summarizing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reporting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and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analyzing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financial transactions.</a:t>
            </a:r>
          </a:p>
          <a:p>
            <a:pPr lvl="1">
              <a:spcBef>
                <a:spcPts val="700"/>
              </a:spcBef>
              <a:buClr>
                <a:srgbClr val="DA1F28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en-SG" sz="3200" dirty="0">
                <a:solidFill>
                  <a:srgbClr val="44B9E8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day in the life of an accountant!</a:t>
            </a:r>
            <a:endParaRPr lang="en-SG" sz="3200" dirty="0">
              <a:solidFill>
                <a:srgbClr val="44B9E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700"/>
              </a:spcBef>
              <a:buClr>
                <a:srgbClr val="DA1F28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44B9E8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does an accountant do?</a:t>
            </a:r>
            <a:endParaRPr lang="en-US" sz="3200" dirty="0">
              <a:solidFill>
                <a:sysClr val="windowText" lastClr="000000"/>
              </a:solidFill>
              <a:latin typeface="Tw Cen MT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20040" indent="-320040">
              <a:spcBef>
                <a:spcPts val="700"/>
              </a:spcBef>
              <a:buClr>
                <a:srgbClr val="DA1F28"/>
              </a:buClr>
              <a:defRPr/>
            </a:pPr>
            <a:r>
              <a:rPr lang="en-US" sz="3200" b="1" dirty="0">
                <a:solidFill>
                  <a:prstClr val="black"/>
                </a:solidFill>
                <a:cs typeface="Calibri"/>
              </a:rPr>
              <a:t>Financial </a:t>
            </a:r>
            <a:r>
              <a:rPr lang="en-US" sz="3200" b="1" dirty="0">
                <a:solidFill>
                  <a:srgbClr val="000000"/>
                </a:solidFill>
                <a:cs typeface="Calibri"/>
              </a:rPr>
              <a:t>Accounting</a:t>
            </a:r>
            <a:r>
              <a:rPr lang="en-US" sz="3200" dirty="0">
                <a:solidFill>
                  <a:srgbClr val="000000"/>
                </a:solidFill>
                <a:cs typeface="Calibri"/>
              </a:rPr>
              <a:t> is the language of business.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lang="en-US" sz="32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11C111-B871-BAFB-FD3C-34D5E1F1AE61}"/>
              </a:ext>
            </a:extLst>
          </p:cNvPr>
          <p:cNvSpPr txBox="1"/>
          <p:nvPr/>
        </p:nvSpPr>
        <p:spPr>
          <a:xfrm>
            <a:off x="659056" y="4246450"/>
            <a:ext cx="111394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"At some point you move up the hierarchy and you need this information. It's not trendy. Accounting isn't a hot topic. But it's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language of business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, and you have to learn it.”--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Christopher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Ittner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, Ernst &amp; Young Professor of Accounting</a:t>
            </a:r>
          </a:p>
        </p:txBody>
      </p:sp>
    </p:spTree>
    <p:extLst>
      <p:ext uri="{BB962C8B-B14F-4D97-AF65-F5344CB8AC3E}">
        <p14:creationId xmlns:p14="http://schemas.microsoft.com/office/powerpoint/2010/main" val="382886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Financial Accounting?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6" y="759689"/>
            <a:ext cx="117740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Financial statements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tell you what happened in the business.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Balance sheet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tells you what the company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owns/owes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at a specific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poin</a:t>
            </a:r>
            <a:r>
              <a:rPr lang="en-US" sz="3200" dirty="0">
                <a:latin typeface="Calibri"/>
                <a:cs typeface="Calibri"/>
              </a:rPr>
              <a:t>t of time, typically at the end of the accounting year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Income statement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tells you whether the company makes a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profit/loss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 during a period of time, usually one year.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34390" lvl="1" indent="-514350">
              <a:spcBef>
                <a:spcPts val="550"/>
              </a:spcBef>
              <a:buClr>
                <a:srgbClr val="2DA2BF"/>
              </a:buClr>
              <a:buFont typeface="+mj-lt"/>
              <a:buAutoNum type="arabicPeriod"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Cash flow statement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tells you whether the company generates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cash inflows/outflows</a:t>
            </a:r>
            <a:r>
              <a:rPr lang="en-US" sz="3200" dirty="0">
                <a:solidFill>
                  <a:prstClr val="black"/>
                </a:solidFill>
                <a:latin typeface="Calibri"/>
                <a:cs typeface="Calibri"/>
              </a:rPr>
              <a:t> during a period of time, usually one year.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27306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Financial Accounting?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6" y="759689"/>
            <a:ext cx="117740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 should you learn Financial Accounting?</a:t>
            </a:r>
          </a:p>
          <a:p>
            <a:pPr marL="91440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 evaluate a business, you need to know the language of business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Warren Buffet: How to read stocks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).</a:t>
            </a:r>
          </a:p>
          <a:p>
            <a:pPr marL="91440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you want to work in the financial industry, </a:t>
            </a:r>
            <a:r>
              <a:rPr lang="en-US" sz="2800" dirty="0">
                <a:solidFill>
                  <a:prstClr val="black"/>
                </a:solidFill>
                <a:latin typeface="Calibri"/>
                <a:cs typeface="Calibri"/>
              </a:rPr>
              <a:t>financial accounting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 a fundamental skill.</a:t>
            </a:r>
          </a:p>
          <a:p>
            <a:pPr marL="91440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you plan to start a company, you must know how to project financial statements and effectively pitch your business to potential investors.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02979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Financial Accounting?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2B2073-FFFC-75C1-E494-F226903BCDE3}"/>
              </a:ext>
            </a:extLst>
          </p:cNvPr>
          <p:cNvSpPr txBox="1"/>
          <p:nvPr/>
        </p:nvSpPr>
        <p:spPr>
          <a:xfrm>
            <a:off x="4664329" y="965401"/>
            <a:ext cx="2863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C767C"/>
                </a:solidFill>
                <a:latin typeface="Tw Cen MT"/>
              </a:rPr>
              <a:t>WHY $68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A9296-A72C-BEA2-1035-BD72F4D43304}"/>
              </a:ext>
            </a:extLst>
          </p:cNvPr>
          <p:cNvSpPr txBox="1"/>
          <p:nvPr/>
        </p:nvSpPr>
        <p:spPr>
          <a:xfrm>
            <a:off x="5919820" y="1757886"/>
            <a:ext cx="61370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September, Alibaba raised $21.8 billion in its New York Stock Exchange listing, the largest-ever stock offering in the U.S. While Alibaba’s IPO priced at $68 a share, the company’s stock is yet to trade below $80 on public stock markets. ---Forbes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A5D0D0-AD48-D9CF-BBE0-4BAFD1A6C5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69" y="2112216"/>
            <a:ext cx="5489004" cy="30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14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Balance Sheet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262960" y="656654"/>
            <a:ext cx="8229600" cy="38290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90000"/>
              </a:lnSpc>
              <a:defRPr/>
            </a:pPr>
            <a:r>
              <a:rPr lang="en-US" sz="4000" dirty="0">
                <a:latin typeface="Tw Cen MT"/>
                <a:cs typeface="Tw Cen MT"/>
              </a:rPr>
              <a:t>A company’s balance sheet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265D0B-D5EA-D09D-C91B-F5AA1C5B29D3}"/>
              </a:ext>
            </a:extLst>
          </p:cNvPr>
          <p:cNvCxnSpPr>
            <a:cxnSpLocks/>
          </p:cNvCxnSpPr>
          <p:nvPr/>
        </p:nvCxnSpPr>
        <p:spPr>
          <a:xfrm flipV="1">
            <a:off x="810482" y="1625943"/>
            <a:ext cx="8749154" cy="2603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1A8434-CF0B-FE58-D51C-94E76E6CC522}"/>
              </a:ext>
            </a:extLst>
          </p:cNvPr>
          <p:cNvCxnSpPr>
            <a:cxnSpLocks/>
          </p:cNvCxnSpPr>
          <p:nvPr/>
        </p:nvCxnSpPr>
        <p:spPr>
          <a:xfrm>
            <a:off x="4718265" y="1682929"/>
            <a:ext cx="0" cy="3054702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10" name="TextBox 5">
            <a:extLst>
              <a:ext uri="{FF2B5EF4-FFF2-40B4-BE49-F238E27FC236}">
                <a16:creationId xmlns:a16="http://schemas.microsoft.com/office/drawing/2014/main" id="{EBC2A882-CE40-0C3F-6116-100F85BE4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752" y="2759935"/>
            <a:ext cx="20997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Assets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5A1F4848-E183-F561-FD5D-BC85C15AE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959" y="2251945"/>
            <a:ext cx="26355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Liabilities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173823C-0AAA-33E8-1CD2-103E4D8D5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892" y="3761556"/>
            <a:ext cx="152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Equity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8DA2E4-EAA2-0C8E-CBE3-79D1C8399225}"/>
              </a:ext>
            </a:extLst>
          </p:cNvPr>
          <p:cNvCxnSpPr>
            <a:cxnSpLocks/>
          </p:cNvCxnSpPr>
          <p:nvPr/>
        </p:nvCxnSpPr>
        <p:spPr>
          <a:xfrm>
            <a:off x="4759551" y="3344710"/>
            <a:ext cx="4675394" cy="0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14" name="Rectangular Callout 10">
            <a:extLst>
              <a:ext uri="{FF2B5EF4-FFF2-40B4-BE49-F238E27FC236}">
                <a16:creationId xmlns:a16="http://schemas.microsoft.com/office/drawing/2014/main" id="{369E2E2B-7BE6-581B-A205-319C2E477C65}"/>
              </a:ext>
            </a:extLst>
          </p:cNvPr>
          <p:cNvSpPr/>
          <p:nvPr/>
        </p:nvSpPr>
        <p:spPr>
          <a:xfrm>
            <a:off x="9956634" y="2921290"/>
            <a:ext cx="1935370" cy="1219200"/>
          </a:xfrm>
          <a:prstGeom prst="wedgeRectCallout">
            <a:avLst>
              <a:gd name="adj1" fmla="val -74603"/>
              <a:gd name="adj2" fmla="val -19160"/>
            </a:avLst>
          </a:prstGeom>
          <a:solidFill>
            <a:srgbClr val="2DA2BF"/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Whatever the company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OWES</a:t>
            </a:r>
          </a:p>
        </p:txBody>
      </p:sp>
      <p:sp>
        <p:nvSpPr>
          <p:cNvPr id="19" name="Rectangular Callout 1">
            <a:extLst>
              <a:ext uri="{FF2B5EF4-FFF2-40B4-BE49-F238E27FC236}">
                <a16:creationId xmlns:a16="http://schemas.microsoft.com/office/drawing/2014/main" id="{A6123EE2-D784-C2A8-53B1-4EEAF3EE9CE3}"/>
              </a:ext>
            </a:extLst>
          </p:cNvPr>
          <p:cNvSpPr/>
          <p:nvPr/>
        </p:nvSpPr>
        <p:spPr>
          <a:xfrm>
            <a:off x="347287" y="2734796"/>
            <a:ext cx="1879015" cy="1091380"/>
          </a:xfrm>
          <a:prstGeom prst="wedgeRectCallout">
            <a:avLst>
              <a:gd name="adj1" fmla="val 74124"/>
              <a:gd name="adj2" fmla="val -22535"/>
            </a:avLst>
          </a:prstGeom>
          <a:solidFill>
            <a:srgbClr val="2DA2BF"/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Whatever the company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OWNS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D8128-3EF4-36BC-941B-5856439578BD}"/>
              </a:ext>
            </a:extLst>
          </p:cNvPr>
          <p:cNvSpPr txBox="1"/>
          <p:nvPr/>
        </p:nvSpPr>
        <p:spPr>
          <a:xfrm>
            <a:off x="813956" y="5310343"/>
            <a:ext cx="108592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C0C0C"/>
                </a:solidFill>
                <a:latin typeface="Sohne-Buch"/>
              </a:rPr>
              <a:t>Accounting equation: </a:t>
            </a:r>
            <a:r>
              <a:rPr lang="en-US" sz="2800" b="1" dirty="0">
                <a:solidFill>
                  <a:srgbClr val="0C0C0C"/>
                </a:solidFill>
                <a:latin typeface="Sohne-Buch"/>
              </a:rPr>
              <a:t>Assets = Liabilities + Equity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Tw Cen MT"/>
              </a:rPr>
              <a:t>In Financial Accounting, we treat a business separately from its owner, known as the </a:t>
            </a:r>
            <a:r>
              <a:rPr lang="en-US" sz="2800" b="1" dirty="0">
                <a:solidFill>
                  <a:srgbClr val="EC767C"/>
                </a:solidFill>
                <a:latin typeface="Tw Cen MT"/>
              </a:rPr>
              <a:t>separation entity principle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101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1179196" y="761422"/>
            <a:ext cx="4673600" cy="6019800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  <a:defRPr/>
            </a:pPr>
            <a:r>
              <a:rPr lang="en-US" sz="3733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 Cen MT"/>
                <a:cs typeface="Tw Cen MT"/>
              </a:rPr>
              <a:t>Assets</a:t>
            </a:r>
          </a:p>
          <a:p>
            <a:pPr eaLnBrk="1" hangingPunct="1">
              <a:buFontTx/>
              <a:buNone/>
              <a:defRPr/>
            </a:pPr>
            <a:r>
              <a:rPr lang="en-US" sz="3733" dirty="0">
                <a:latin typeface="Tw Cen MT"/>
                <a:cs typeface="Tw Cen MT"/>
              </a:rPr>
              <a:t>Current Assets</a:t>
            </a:r>
          </a:p>
          <a:p>
            <a:pPr eaLnBrk="1" hangingPunct="1">
              <a:buFontTx/>
              <a:buNone/>
              <a:defRPr/>
            </a:pPr>
            <a:r>
              <a:rPr lang="en-US" sz="3733" dirty="0">
                <a:latin typeface="Tw Cen MT"/>
                <a:cs typeface="Tw Cen MT"/>
              </a:rPr>
              <a:t>   </a:t>
            </a:r>
            <a:r>
              <a:rPr lang="en-US" sz="2667" dirty="0">
                <a:latin typeface="Tw Cen MT"/>
                <a:cs typeface="Tw Cen MT"/>
              </a:rPr>
              <a:t>Cash</a:t>
            </a:r>
          </a:p>
          <a:p>
            <a:pPr eaLnBrk="1" hangingPunct="1">
              <a:buFontTx/>
              <a:buNone/>
              <a:defRPr/>
            </a:pPr>
            <a:r>
              <a:rPr lang="en-US" sz="2667" dirty="0">
                <a:latin typeface="Tw Cen MT"/>
                <a:cs typeface="Tw Cen MT"/>
              </a:rPr>
              <a:t>     Inventories</a:t>
            </a:r>
          </a:p>
          <a:p>
            <a:pPr eaLnBrk="1" hangingPunct="1">
              <a:buFontTx/>
              <a:buNone/>
              <a:defRPr/>
            </a:pPr>
            <a:r>
              <a:rPr lang="en-US" sz="2667" dirty="0">
                <a:latin typeface="Tw Cen MT"/>
                <a:cs typeface="Tw Cen MT"/>
              </a:rPr>
              <a:t>     </a:t>
            </a:r>
            <a:r>
              <a:rPr lang="en-US" sz="2667" dirty="0">
                <a:latin typeface="Tw Cen MT"/>
                <a:cs typeface="Tw Cen MT"/>
                <a:hlinkClick r:id="rId3"/>
              </a:rPr>
              <a:t>Account Receivable</a:t>
            </a:r>
            <a:endParaRPr lang="en-US" sz="2667" dirty="0">
              <a:latin typeface="Tw Cen MT"/>
              <a:cs typeface="Tw Cen MT"/>
            </a:endParaRPr>
          </a:p>
          <a:p>
            <a:pPr eaLnBrk="1" hangingPunct="1">
              <a:buFontTx/>
              <a:buNone/>
              <a:defRPr/>
            </a:pPr>
            <a:r>
              <a:rPr lang="en-US" sz="3733" dirty="0">
                <a:latin typeface="Tw Cen MT"/>
                <a:cs typeface="Tw Cen MT"/>
              </a:rPr>
              <a:t>Noncurrent Assets</a:t>
            </a:r>
          </a:p>
          <a:p>
            <a:pPr eaLnBrk="1" hangingPunct="1">
              <a:buFontTx/>
              <a:buNone/>
              <a:defRPr/>
            </a:pPr>
            <a:r>
              <a:rPr lang="en-US" sz="3733" dirty="0">
                <a:latin typeface="Tw Cen MT"/>
                <a:cs typeface="Tw Cen MT"/>
              </a:rPr>
              <a:t>  </a:t>
            </a:r>
            <a:r>
              <a:rPr lang="en-US" sz="3200" dirty="0">
                <a:latin typeface="Tw Cen MT"/>
                <a:cs typeface="Tw Cen MT"/>
              </a:rPr>
              <a:t>Fixed Assets</a:t>
            </a:r>
          </a:p>
          <a:p>
            <a:pPr eaLnBrk="1" hangingPunct="1">
              <a:buFontTx/>
              <a:buNone/>
              <a:defRPr/>
            </a:pPr>
            <a:r>
              <a:rPr lang="en-US" sz="3733" dirty="0">
                <a:latin typeface="Tw Cen MT"/>
                <a:cs typeface="Tw Cen MT"/>
              </a:rPr>
              <a:t>    </a:t>
            </a:r>
            <a:r>
              <a:rPr lang="en-US" sz="2667" dirty="0">
                <a:latin typeface="Tw Cen MT"/>
                <a:cs typeface="Tw Cen MT"/>
              </a:rPr>
              <a:t>Land</a:t>
            </a:r>
          </a:p>
          <a:p>
            <a:pPr eaLnBrk="1" hangingPunct="1">
              <a:buFontTx/>
              <a:buNone/>
              <a:defRPr/>
            </a:pPr>
            <a:r>
              <a:rPr lang="en-US" sz="2667" dirty="0">
                <a:latin typeface="Tw Cen MT"/>
                <a:cs typeface="Tw Cen MT"/>
              </a:rPr>
              <a:t>      Equipment</a:t>
            </a:r>
          </a:p>
          <a:p>
            <a:pPr eaLnBrk="1" hangingPunct="1">
              <a:buFontTx/>
              <a:buNone/>
              <a:defRPr/>
            </a:pPr>
            <a:r>
              <a:rPr lang="en-US" sz="2667" dirty="0">
                <a:latin typeface="Tw Cen MT"/>
                <a:cs typeface="Tw Cen MT"/>
              </a:rPr>
              <a:t>       (Net of </a:t>
            </a:r>
            <a:r>
              <a:rPr lang="en-US" sz="2667" dirty="0">
                <a:latin typeface="Tw Cen MT"/>
                <a:cs typeface="Tw Cen MT"/>
                <a:hlinkClick r:id="rId4"/>
              </a:rPr>
              <a:t>Depreciation</a:t>
            </a:r>
            <a:r>
              <a:rPr lang="en-US" sz="2667" dirty="0">
                <a:latin typeface="Tw Cen MT"/>
                <a:cs typeface="Tw Cen MT"/>
              </a:rPr>
              <a:t>)</a:t>
            </a:r>
          </a:p>
          <a:p>
            <a:pPr marL="0" indent="0">
              <a:buNone/>
              <a:defRPr/>
            </a:pPr>
            <a:endParaRPr lang="en-US" sz="2667" dirty="0">
              <a:latin typeface="Tw Cen MT"/>
              <a:cs typeface="Tw Cen MT"/>
            </a:endParaRPr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5994400" y="840046"/>
            <a:ext cx="57912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3733" b="1" dirty="0">
                <a:solidFill>
                  <a:srgbClr val="EC767C"/>
                </a:solidFill>
                <a:latin typeface="Tw Cen MT"/>
                <a:cs typeface="Tw Cen MT"/>
              </a:rPr>
              <a:t>Liabilities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3733" dirty="0">
                <a:solidFill>
                  <a:prstClr val="black"/>
                </a:solidFill>
                <a:latin typeface="Tw Cen MT"/>
                <a:cs typeface="Tw Cen MT"/>
              </a:rPr>
              <a:t>Current Liabilities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3733" dirty="0">
                <a:solidFill>
                  <a:prstClr val="black"/>
                </a:solidFill>
                <a:latin typeface="Tw Cen MT"/>
                <a:cs typeface="Tw Cen MT"/>
              </a:rPr>
              <a:t>    </a:t>
            </a:r>
            <a:r>
              <a:rPr lang="en-US" sz="2667" dirty="0">
                <a:solidFill>
                  <a:prstClr val="black"/>
                </a:solidFill>
                <a:latin typeface="Tw Cen MT"/>
                <a:cs typeface="Tw Cen MT"/>
              </a:rPr>
              <a:t>Account Payable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667" dirty="0">
                <a:solidFill>
                  <a:prstClr val="black"/>
                </a:solidFill>
                <a:latin typeface="Tw Cen MT"/>
                <a:cs typeface="Tw Cen MT"/>
              </a:rPr>
              <a:t>	Wages Payable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3733" dirty="0">
                <a:solidFill>
                  <a:prstClr val="black"/>
                </a:solidFill>
                <a:latin typeface="Tw Cen MT"/>
                <a:cs typeface="Tw Cen MT"/>
              </a:rPr>
              <a:t>Long-term Liabilities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3733" dirty="0">
                <a:solidFill>
                  <a:prstClr val="black"/>
                </a:solidFill>
                <a:latin typeface="Tw Cen MT"/>
                <a:cs typeface="Tw Cen MT"/>
              </a:rPr>
              <a:t>    </a:t>
            </a:r>
            <a:r>
              <a:rPr lang="en-US" sz="2667" dirty="0">
                <a:solidFill>
                  <a:prstClr val="black"/>
                </a:solidFill>
                <a:latin typeface="Tw Cen MT"/>
                <a:cs typeface="Tw Cen MT"/>
              </a:rPr>
              <a:t>Bank Loans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667" dirty="0">
                <a:solidFill>
                  <a:prstClr val="black"/>
                </a:solidFill>
                <a:latin typeface="Tw Cen MT"/>
                <a:cs typeface="Tw Cen MT"/>
              </a:rPr>
              <a:t>      Corporate Bonds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endParaRPr lang="en-US" sz="2667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6040582" y="4819188"/>
            <a:ext cx="5587995" cy="1697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3733" b="1" dirty="0">
                <a:solidFill>
                  <a:srgbClr val="EC767C"/>
                </a:solidFill>
                <a:latin typeface="Tw Cen MT"/>
                <a:cs typeface="Tw Cen MT"/>
              </a:rPr>
              <a:t>Shareholders’ Equity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933" dirty="0">
                <a:solidFill>
                  <a:prstClr val="black"/>
                </a:solidFill>
                <a:latin typeface="Tw Cen MT"/>
                <a:cs typeface="Tw Cen MT"/>
              </a:rPr>
              <a:t>    Contributed Capital</a:t>
            </a:r>
          </a:p>
          <a:p>
            <a:pPr marL="457189" indent="-457189" defTabSz="121917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933" dirty="0">
                <a:solidFill>
                  <a:prstClr val="black"/>
                </a:solidFill>
                <a:latin typeface="Tw Cen MT"/>
                <a:cs typeface="Tw Cen MT"/>
              </a:rPr>
              <a:t>    Retained Earning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11200" y="840046"/>
            <a:ext cx="10566400" cy="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5277081" y="840046"/>
            <a:ext cx="98483" cy="58101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24DBB0F-D552-B072-BD64-EE8842FC7399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98E09-B30D-5693-9144-B3052D0CE9C8}"/>
              </a:ext>
            </a:extLst>
          </p:cNvPr>
          <p:cNvSpPr/>
          <p:nvPr/>
        </p:nvSpPr>
        <p:spPr>
          <a:xfrm>
            <a:off x="3034145" y="0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Balance Sheet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3935979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Income Statement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income statement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is a report that shows how much revenue a company earned over a specific time period (usually for a year). 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 income statement also shows the costs and expenses associated with earning that revenue. The literal “bottom line” of the statement usually shows the company’s net earnings or losses. </a:t>
            </a:r>
          </a:p>
        </p:txBody>
      </p:sp>
    </p:spTree>
    <p:extLst>
      <p:ext uri="{BB962C8B-B14F-4D97-AF65-F5344CB8AC3E}">
        <p14:creationId xmlns:p14="http://schemas.microsoft.com/office/powerpoint/2010/main" val="2649321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/>
          </p:cNvSpPr>
          <p:nvPr/>
        </p:nvSpPr>
        <p:spPr bwMode="auto">
          <a:xfrm>
            <a:off x="361950" y="693420"/>
            <a:ext cx="11125200" cy="598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srgbClr val="DA1F28">
                    <a:lumMod val="60000"/>
                    <a:lumOff val="40000"/>
                  </a:srgbClr>
                </a:solidFill>
                <a:latin typeface="Tw Cen MT"/>
                <a:cs typeface="Arial" charset="0"/>
              </a:rPr>
              <a:t>Total Revenues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srgbClr val="FF0000"/>
                </a:solidFill>
                <a:latin typeface="Tw Cen MT"/>
                <a:cs typeface="Arial" charset="0"/>
              </a:rPr>
              <a:t>    </a:t>
            </a: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Gross sales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    Less sales returns and allowances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    Net sales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srgbClr val="EC767C"/>
                </a:solidFill>
                <a:latin typeface="Tw Cen MT"/>
                <a:cs typeface="Arial" charset="0"/>
              </a:rPr>
              <a:t>Cost of Goods Sold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Gross Profit (*Gross Profit Margin=Gross Profit/Revenues)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srgbClr val="EC767C"/>
                </a:solidFill>
                <a:latin typeface="Tw Cen MT"/>
                <a:cs typeface="Arial" charset="0"/>
              </a:rPr>
              <a:t>Selling and Administrative Expenses (Operating Expenses)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    Salaries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    Advertising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    </a:t>
            </a:r>
            <a:r>
              <a:rPr lang="en-US" sz="2000" dirty="0">
                <a:solidFill>
                  <a:srgbClr val="2DA2BF"/>
                </a:solidFill>
                <a:latin typeface="Tw Cen MT"/>
                <a:cs typeface="Arial" charset="0"/>
              </a:rPr>
              <a:t>Depreciation expenses   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    Total selling and administrative expenses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srgbClr val="EC767C"/>
                </a:solidFill>
                <a:latin typeface="Tw Cen MT"/>
                <a:cs typeface="Arial" charset="0"/>
              </a:rPr>
              <a:t>Operating Income (Income before interest/taxes)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   Interest expenses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srgbClr val="EC767C"/>
                </a:solidFill>
                <a:latin typeface="Tw Cen MT"/>
                <a:cs typeface="Arial" charset="0"/>
              </a:rPr>
              <a:t> Income before taxes</a:t>
            </a:r>
            <a:endParaRPr lang="en-US" sz="2000" dirty="0">
              <a:solidFill>
                <a:prstClr val="black"/>
              </a:solidFill>
              <a:latin typeface="Tw Cen MT"/>
              <a:cs typeface="Arial" charset="0"/>
            </a:endParaRP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   Taxes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srgbClr val="EC767C"/>
                </a:solidFill>
                <a:latin typeface="Tw Cen MT"/>
                <a:cs typeface="Arial" charset="0"/>
              </a:rPr>
              <a:t> Net Income </a:t>
            </a:r>
            <a:r>
              <a:rPr lang="en-US" sz="2000" dirty="0">
                <a:solidFill>
                  <a:prstClr val="black"/>
                </a:solidFill>
                <a:latin typeface="Tw Cen MT"/>
                <a:cs typeface="Arial" charset="0"/>
              </a:rPr>
              <a:t>(*Net Profit Margin=Net Income/Revenues)</a:t>
            </a:r>
          </a:p>
          <a:p>
            <a:pPr defTabSz="1219170">
              <a:spcBef>
                <a:spcPct val="20000"/>
              </a:spcBef>
              <a:defRPr/>
            </a:pPr>
            <a:endParaRPr lang="en-US" sz="2400" dirty="0">
              <a:solidFill>
                <a:srgbClr val="EC767C"/>
              </a:solidFill>
              <a:latin typeface="Tw Cen MT"/>
              <a:cs typeface="Arial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6A15ED-C697-DBEC-3CBB-C18B69B1FEA9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999DA3-6A38-856F-4942-8318CF84BA98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Income Statement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70126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Taxi Services Company Example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8C316-2A70-B9CD-684B-044FD35D8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" y="725656"/>
            <a:ext cx="11090030" cy="8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sz="3200" b="1" dirty="0">
                <a:solidFill>
                  <a:prstClr val="black"/>
                </a:solidFill>
                <a:latin typeface="Tw Cen MT"/>
                <a:cs typeface="Tw Cen MT"/>
              </a:rPr>
              <a:t>Please refer to the taxi services company example and prepare the income statement and balance sheet in Year 1 and Year 2.</a:t>
            </a:r>
          </a:p>
        </p:txBody>
      </p:sp>
    </p:spTree>
    <p:extLst>
      <p:ext uri="{BB962C8B-B14F-4D97-AF65-F5344CB8AC3E}">
        <p14:creationId xmlns:p14="http://schemas.microsoft.com/office/powerpoint/2010/main" val="3249163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Cash Flow Statement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0193B-AF4A-4F6C-533B-9DBD855E0B56}"/>
              </a:ext>
            </a:extLst>
          </p:cNvPr>
          <p:cNvSpPr txBox="1"/>
          <p:nvPr/>
        </p:nvSpPr>
        <p:spPr>
          <a:xfrm>
            <a:off x="445876" y="758866"/>
            <a:ext cx="11575739" cy="3136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While an </a:t>
            </a: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income statement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can tell you whether a company makes a profit, a cash flow statement can tell you whether the company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generates cash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 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Cash flow statements report a company’s inflows and outflows of cash. </a:t>
            </a:r>
            <a:r>
              <a:rPr lang="en-US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(Watch the animation video clip on </a:t>
            </a:r>
            <a:r>
              <a:rPr lang="en-US" sz="32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NTULearn</a:t>
            </a:r>
            <a:r>
              <a:rPr lang="en-US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an introduction of the cash flow statement.)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213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Cash Flow Statement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0193B-AF4A-4F6C-533B-9DBD855E0B56}"/>
              </a:ext>
            </a:extLst>
          </p:cNvPr>
          <p:cNvSpPr txBox="1"/>
          <p:nvPr/>
        </p:nvSpPr>
        <p:spPr>
          <a:xfrm>
            <a:off x="445876" y="758866"/>
            <a:ext cx="11575739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Generally, cash flow statements are divided into three main parts. 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 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 (1) operating activities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   (2) investing activities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   (3) financing activities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CBB9CB5-7626-862E-6FDE-54B2035205A3}"/>
              </a:ext>
            </a:extLst>
          </p:cNvPr>
          <p:cNvCxnSpPr>
            <a:cxnSpLocks/>
          </p:cNvCxnSpPr>
          <p:nvPr/>
        </p:nvCxnSpPr>
        <p:spPr>
          <a:xfrm flipV="1">
            <a:off x="5753100" y="2171700"/>
            <a:ext cx="1628189" cy="306867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A7FD1BC-96C5-8443-EFF4-2CF4CE5E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289" y="1621577"/>
            <a:ext cx="4667783" cy="469129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29832-8D9D-04ED-8B7D-9D4E620E5778}"/>
              </a:ext>
            </a:extLst>
          </p:cNvPr>
          <p:cNvCxnSpPr>
            <a:cxnSpLocks/>
          </p:cNvCxnSpPr>
          <p:nvPr/>
        </p:nvCxnSpPr>
        <p:spPr>
          <a:xfrm>
            <a:off x="5419650" y="3182123"/>
            <a:ext cx="1961639" cy="501854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6EEE26-D78B-C224-3DF1-6BB2AE891A17}"/>
              </a:ext>
            </a:extLst>
          </p:cNvPr>
          <p:cNvCxnSpPr>
            <a:cxnSpLocks/>
          </p:cNvCxnSpPr>
          <p:nvPr/>
        </p:nvCxnSpPr>
        <p:spPr>
          <a:xfrm>
            <a:off x="5419650" y="4044834"/>
            <a:ext cx="1961639" cy="703558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647158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Cash Flow Statement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1F734-508B-82B2-2241-E4F27BDDD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42" y="727896"/>
            <a:ext cx="6297363" cy="3829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C29D9-4023-0FDB-C639-6A849082FB0A}"/>
              </a:ext>
            </a:extLst>
          </p:cNvPr>
          <p:cNvSpPr txBox="1"/>
          <p:nvPr/>
        </p:nvSpPr>
        <p:spPr>
          <a:xfrm>
            <a:off x="6551305" y="727896"/>
            <a:ext cx="5662246" cy="568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The first part of a cash flow statement analyzes a company’s cash flow from net income or losses. 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It adjusts net income for any non-cash items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(such as adding back depreciation expenses) and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adjusts for any cash that was used or provided by current assets and liabilities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. 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You can imagine as A/R goes up, your working capital will go up, but you are not generating any cash flows. So, you are counting these as revenue, but you haven't received the cash.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 A/P decreases you are paying off liabilities, therefore your working capital goes up, but, your cash flows go down.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8882AE-FF2D-5CD9-7692-1563976F866B}"/>
              </a:ext>
            </a:extLst>
          </p:cNvPr>
          <p:cNvCxnSpPr>
            <a:cxnSpLocks/>
          </p:cNvCxnSpPr>
          <p:nvPr/>
        </p:nvCxnSpPr>
        <p:spPr>
          <a:xfrm>
            <a:off x="5889469" y="2942053"/>
            <a:ext cx="661836" cy="843535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D4824D-A377-B3F2-90EF-17B733A8DAD4}"/>
              </a:ext>
            </a:extLst>
          </p:cNvPr>
          <p:cNvCxnSpPr>
            <a:cxnSpLocks/>
          </p:cNvCxnSpPr>
          <p:nvPr/>
        </p:nvCxnSpPr>
        <p:spPr>
          <a:xfrm>
            <a:off x="5563499" y="3478515"/>
            <a:ext cx="905881" cy="1914525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36FE58-D361-D179-93D1-9FCA59CB3979}"/>
              </a:ext>
            </a:extLst>
          </p:cNvPr>
          <p:cNvSpPr txBox="1"/>
          <p:nvPr/>
        </p:nvSpPr>
        <p:spPr>
          <a:xfrm>
            <a:off x="395457" y="6182639"/>
            <a:ext cx="7615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Note: Working Capital = Current Assets – Current Liabilities</a:t>
            </a:r>
          </a:p>
          <a:p>
            <a:r>
              <a:rPr lang="en-US" b="1" dirty="0">
                <a:solidFill>
                  <a:srgbClr val="FF0000"/>
                </a:solidFill>
              </a:rPr>
              <a:t>Note: Non-cash Working Capital = Non-cash Current Assets – Current Liabilities</a:t>
            </a:r>
          </a:p>
        </p:txBody>
      </p:sp>
    </p:spTree>
    <p:extLst>
      <p:ext uri="{BB962C8B-B14F-4D97-AF65-F5344CB8AC3E}">
        <p14:creationId xmlns:p14="http://schemas.microsoft.com/office/powerpoint/2010/main" val="992887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Cash Flow Statement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C29D9-4023-0FDB-C639-6A849082FB0A}"/>
              </a:ext>
            </a:extLst>
          </p:cNvPr>
          <p:cNvSpPr txBox="1"/>
          <p:nvPr/>
        </p:nvSpPr>
        <p:spPr>
          <a:xfrm>
            <a:off x="5970270" y="627184"/>
            <a:ext cx="6137030" cy="319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The second part of a cash flow statement shows the cash flow from all investing activities, which generally include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purchases or sales of long-term assets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, such as property, plant and equipment, as well as investment securities.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1B3E4-C01E-3607-D860-7BF6E791A8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63" t="20205" r="8097" b="-3327"/>
          <a:stretch/>
        </p:blipFill>
        <p:spPr>
          <a:xfrm>
            <a:off x="98035" y="1189080"/>
            <a:ext cx="5575281" cy="2013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1470F1-16F8-CF77-D2C3-E80BCB150671}"/>
              </a:ext>
            </a:extLst>
          </p:cNvPr>
          <p:cNvSpPr txBox="1"/>
          <p:nvPr/>
        </p:nvSpPr>
        <p:spPr>
          <a:xfrm>
            <a:off x="202369" y="665860"/>
            <a:ext cx="306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dirty="0">
                <a:solidFill>
                  <a:srgbClr val="FF0000"/>
                </a:solidFill>
              </a:rPr>
              <a:t>Investing Activities</a:t>
            </a:r>
          </a:p>
        </p:txBody>
      </p:sp>
    </p:spTree>
    <p:extLst>
      <p:ext uri="{BB962C8B-B14F-4D97-AF65-F5344CB8AC3E}">
        <p14:creationId xmlns:p14="http://schemas.microsoft.com/office/powerpoint/2010/main" val="486326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Cash Flow Statement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C29D9-4023-0FDB-C639-6A849082FB0A}"/>
              </a:ext>
            </a:extLst>
          </p:cNvPr>
          <p:cNvSpPr txBox="1"/>
          <p:nvPr/>
        </p:nvSpPr>
        <p:spPr>
          <a:xfrm>
            <a:off x="5929576" y="630114"/>
            <a:ext cx="6137030" cy="417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The third part of a cash flow statement shows the cash flow from all financing activities. 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Typical sources of cash flow include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cash raised by selling stocks and bonds or borrowing from banks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. Likewise,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paying back a bank loan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 would show up as a use of cash flow.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AB4263-221A-39EE-343E-4D2512ED9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282" b="3125"/>
          <a:stretch/>
        </p:blipFill>
        <p:spPr>
          <a:xfrm>
            <a:off x="296008" y="627184"/>
            <a:ext cx="5457267" cy="309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79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Taxi Services Company Example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8C316-2A70-B9CD-684B-044FD35D8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76" y="657076"/>
            <a:ext cx="11090030" cy="8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sz="3200" b="1" dirty="0">
                <a:solidFill>
                  <a:prstClr val="black"/>
                </a:solidFill>
                <a:latin typeface="Tw Cen MT"/>
                <a:cs typeface="Tw Cen MT"/>
              </a:rPr>
              <a:t>Please prepare the three financial statements for the following taxi services company.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0193B-AF4A-4F6C-533B-9DBD855E0B56}"/>
              </a:ext>
            </a:extLst>
          </p:cNvPr>
          <p:cNvSpPr txBox="1"/>
          <p:nvPr/>
        </p:nvSpPr>
        <p:spPr>
          <a:xfrm>
            <a:off x="445872" y="1539691"/>
            <a:ext cx="11575739" cy="2703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Year 1</a:t>
            </a:r>
          </a:p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You invest 5K and borrow 5K from the bank(@10%).</a:t>
            </a:r>
          </a:p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The company purchases a 10K car.</a:t>
            </a:r>
          </a:p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The company hires a driver and pays him 3K per month.  Monthly revenue is 5K and gasoline cost is 1K per month.</a:t>
            </a:r>
          </a:p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Tax rate is 10%.</a:t>
            </a:r>
          </a:p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Depreciation rate is 10% per year.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DBCCE-2108-13FC-BD18-84F17468264E}"/>
              </a:ext>
            </a:extLst>
          </p:cNvPr>
          <p:cNvSpPr txBox="1"/>
          <p:nvPr/>
        </p:nvSpPr>
        <p:spPr>
          <a:xfrm>
            <a:off x="445871" y="4301721"/>
            <a:ext cx="11575739" cy="2626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  <a:buClr>
                <a:srgbClr val="DA1F28"/>
              </a:buClr>
              <a:buSzPct val="60000"/>
              <a:defRPr/>
            </a:pPr>
            <a:r>
              <a:rPr lang="en-US" sz="2800" b="1" dirty="0">
                <a:solidFill>
                  <a:srgbClr val="EC767C"/>
                </a:solidFill>
                <a:latin typeface="Tw Cen MT"/>
                <a:cs typeface="Tw Cen MT"/>
              </a:rPr>
              <a:t>Year 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Tw Cen MT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To attract more customers, you decide to install an LCD TV in the taxi car. It costs 3K. Assume it is internally funded and paid in cash. The company still hires </a:t>
            </a:r>
            <a:r>
              <a:rPr lang="en-US" sz="2800" dirty="0">
                <a:solidFill>
                  <a:prstClr val="black"/>
                </a:solidFill>
                <a:latin typeface="Tw Cen MT"/>
                <a:cs typeface="Tw Cen MT"/>
              </a:rPr>
              <a:t>the same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 driver and pays him 3K per month. </a:t>
            </a:r>
          </a:p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After the LCD TV is installed, revenue increases to 7K per month. Gasoline cost increases to 2K per month.</a:t>
            </a:r>
          </a:p>
          <a:p>
            <a:pPr marL="320040" marR="0" lvl="0" indent="-320040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Tw Cen MT"/>
              </a:rPr>
              <a:t>Depreciation rate of the TV is 10% per year.</a:t>
            </a:r>
          </a:p>
        </p:txBody>
      </p:sp>
    </p:spTree>
    <p:extLst>
      <p:ext uri="{BB962C8B-B14F-4D97-AF65-F5344CB8AC3E}">
        <p14:creationId xmlns:p14="http://schemas.microsoft.com/office/powerpoint/2010/main" val="299959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Statements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Taxi Services Company Example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6DB4C6-C28E-5830-EC9C-C9BFAF83B72F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627184"/>
            <a:ext cx="11324492" cy="382905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0193B-AF4A-4F6C-533B-9DBD855E0B56}"/>
              </a:ext>
            </a:extLst>
          </p:cNvPr>
          <p:cNvSpPr txBox="1"/>
          <p:nvPr/>
        </p:nvSpPr>
        <p:spPr>
          <a:xfrm>
            <a:off x="445876" y="758866"/>
            <a:ext cx="11575739" cy="2665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  <a:buClr>
                <a:srgbClr val="DA1F28"/>
              </a:buClr>
              <a:buSzPct val="60000"/>
              <a:defRPr/>
            </a:pPr>
            <a:r>
              <a:rPr lang="en-US" sz="2800" b="1" dirty="0">
                <a:solidFill>
                  <a:srgbClr val="EC767C"/>
                </a:solidFill>
                <a:latin typeface="Tw Cen MT"/>
              </a:rPr>
              <a:t>Year 3</a:t>
            </a:r>
          </a:p>
          <a:p>
            <a:pPr marL="320040" indent="-320040">
              <a:lnSpc>
                <a:spcPct val="80000"/>
              </a:lnSpc>
              <a:spcBef>
                <a:spcPts val="300"/>
              </a:spcBef>
              <a:buClr>
                <a:srgbClr val="DA1F28"/>
              </a:buClr>
              <a:buSzPct val="60000"/>
              <a:buFont typeface="Wingdings"/>
              <a:buChar char=""/>
              <a:defRPr/>
            </a:pPr>
            <a:r>
              <a:rPr lang="en-US" sz="2800" dirty="0">
                <a:solidFill>
                  <a:prstClr val="black"/>
                </a:solidFill>
                <a:latin typeface="Tw Cen MT"/>
              </a:rPr>
              <a:t>Suppose in year 3, the company purchases one additional car ($10,000) with LCD TV ($3,000) installed and hires one more driver ($3,000/per month).</a:t>
            </a:r>
          </a:p>
          <a:p>
            <a:pPr marL="320040" indent="-320040">
              <a:lnSpc>
                <a:spcPct val="80000"/>
              </a:lnSpc>
              <a:spcBef>
                <a:spcPts val="300"/>
              </a:spcBef>
              <a:buClr>
                <a:srgbClr val="DA1F28"/>
              </a:buClr>
              <a:buSzPct val="60000"/>
              <a:buFont typeface="Wingdings"/>
              <a:buChar char=""/>
              <a:defRPr/>
            </a:pPr>
            <a:r>
              <a:rPr lang="en-US" sz="2800" dirty="0">
                <a:solidFill>
                  <a:prstClr val="black"/>
                </a:solidFill>
                <a:latin typeface="Tw Cen MT"/>
              </a:rPr>
              <a:t>The car/LCD TV is internally funded and paid in cash.</a:t>
            </a:r>
          </a:p>
          <a:p>
            <a:pPr marL="320040" indent="-320040">
              <a:lnSpc>
                <a:spcPct val="80000"/>
              </a:lnSpc>
              <a:spcBef>
                <a:spcPts val="300"/>
              </a:spcBef>
              <a:buClr>
                <a:srgbClr val="DA1F28"/>
              </a:buClr>
              <a:buSzPct val="60000"/>
              <a:buFont typeface="Wingdings"/>
              <a:buChar char=""/>
              <a:defRPr/>
            </a:pPr>
            <a:r>
              <a:rPr lang="en-US" sz="2800" dirty="0">
                <a:solidFill>
                  <a:prstClr val="black"/>
                </a:solidFill>
                <a:latin typeface="Tw Cen MT"/>
              </a:rPr>
              <a:t>Total revenue increases to 180K this year and the annual gasoline cost increases to 60K.</a:t>
            </a:r>
          </a:p>
          <a:p>
            <a:pPr marL="320040" indent="-320040">
              <a:lnSpc>
                <a:spcPct val="80000"/>
              </a:lnSpc>
              <a:spcBef>
                <a:spcPts val="300"/>
              </a:spcBef>
              <a:buClr>
                <a:srgbClr val="DA1F28"/>
              </a:buClr>
              <a:buSzPct val="60000"/>
              <a:buFont typeface="Wingdings"/>
              <a:buChar char=""/>
              <a:defRPr/>
            </a:pPr>
            <a:r>
              <a:rPr lang="en-US" sz="2800" dirty="0">
                <a:solidFill>
                  <a:prstClr val="black"/>
                </a:solidFill>
                <a:latin typeface="Tw Cen MT"/>
              </a:rPr>
              <a:t>The company pays out 10K cash dividends to the owner(stockholders).   </a:t>
            </a:r>
          </a:p>
        </p:txBody>
      </p:sp>
    </p:spTree>
    <p:extLst>
      <p:ext uri="{BB962C8B-B14F-4D97-AF65-F5344CB8AC3E}">
        <p14:creationId xmlns:p14="http://schemas.microsoft.com/office/powerpoint/2010/main" val="1595824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descreen 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Widescreen 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1765</Words>
  <Application>Microsoft Macintosh PowerPoint</Application>
  <PresentationFormat>Widescreen</PresentationFormat>
  <Paragraphs>195</Paragraphs>
  <Slides>19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Sohne-Buch</vt:lpstr>
      <vt:lpstr>YouTube Sans</vt:lpstr>
      <vt:lpstr>Arial</vt:lpstr>
      <vt:lpstr>Calibri</vt:lpstr>
      <vt:lpstr>Calibri Light</vt:lpstr>
      <vt:lpstr>Roboto</vt:lpstr>
      <vt:lpstr>Tw Cen MT</vt:lpstr>
      <vt:lpstr>Wingdings</vt:lpstr>
      <vt:lpstr>Wingdings 2</vt:lpstr>
      <vt:lpstr>Office Theme</vt:lpstr>
      <vt:lpstr>Widescreen Presentation</vt:lpstr>
      <vt:lpstr>1_Widescreen Presentation</vt:lpstr>
      <vt:lpstr>Lecture 7: financial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time preference</dc:title>
  <dc:creator>#LIM PUI YEE#</dc:creator>
  <cp:lastModifiedBy>He Tai-Sen (Asst Prof)</cp:lastModifiedBy>
  <cp:revision>38</cp:revision>
  <dcterms:created xsi:type="dcterms:W3CDTF">2022-07-09T07:25:24Z</dcterms:created>
  <dcterms:modified xsi:type="dcterms:W3CDTF">2025-03-19T13:10:21Z</dcterms:modified>
</cp:coreProperties>
</file>