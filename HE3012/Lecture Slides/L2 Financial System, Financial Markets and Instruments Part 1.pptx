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2.xml" ContentType="application/vnd.openxmlformats-officedocument.presentationml.notesSlide+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notesSlides/notesSlide6.xml" ContentType="application/vnd.openxmlformats-officedocument.presentationml.notesSlide+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notesSlides/notesSlide16.xml" ContentType="application/vnd.openxmlformats-officedocument.presentationml.notesSlide+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7"/>
  </p:notesMasterIdLst>
  <p:sldIdLst>
    <p:sldId id="256" r:id="rId3"/>
    <p:sldId id="395" r:id="rId4"/>
    <p:sldId id="454" r:id="rId5"/>
    <p:sldId id="455" r:id="rId6"/>
    <p:sldId id="456" r:id="rId7"/>
    <p:sldId id="457" r:id="rId8"/>
    <p:sldId id="458" r:id="rId9"/>
    <p:sldId id="460" r:id="rId10"/>
    <p:sldId id="461" r:id="rId11"/>
    <p:sldId id="462" r:id="rId12"/>
    <p:sldId id="464" r:id="rId13"/>
    <p:sldId id="466" r:id="rId14"/>
    <p:sldId id="467" r:id="rId15"/>
    <p:sldId id="468" r:id="rId16"/>
    <p:sldId id="469" r:id="rId17"/>
    <p:sldId id="471" r:id="rId18"/>
    <p:sldId id="473" r:id="rId19"/>
    <p:sldId id="474" r:id="rId20"/>
    <p:sldId id="475" r:id="rId21"/>
    <p:sldId id="476" r:id="rId22"/>
    <p:sldId id="477" r:id="rId23"/>
    <p:sldId id="479" r:id="rId24"/>
    <p:sldId id="480" r:id="rId25"/>
    <p:sldId id="4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B1D1"/>
    <a:srgbClr val="84C2D4"/>
    <a:srgbClr val="BED7E2"/>
    <a:srgbClr val="FFFFFF"/>
    <a:srgbClr val="7B9AA3"/>
    <a:srgbClr val="2DA2BF"/>
    <a:srgbClr val="0CC7E4"/>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EDEC5E-3B2C-4387-869B-3F2B5CBB9100}" v="116" dt="2023-02-01T10:10:37.3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29"/>
    <p:restoredTop sz="89941" autoAdjust="0"/>
  </p:normalViewPr>
  <p:slideViewPr>
    <p:cSldViewPr snapToGrid="0" snapToObjects="1">
      <p:cViewPr>
        <p:scale>
          <a:sx n="75" d="100"/>
          <a:sy n="75" d="100"/>
        </p:scale>
        <p:origin x="950" y="4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TAN ZHU EN#" userId="9c038d62-e560-4ab3-ba62-0b2d27497b2c" providerId="ADAL" clId="{03EDEC5E-3B2C-4387-869B-3F2B5CBB9100}"/>
    <pc:docChg chg="undo redo custSel addSld delSld modSld sldOrd">
      <pc:chgData name="#JOHN TAN ZHU EN#" userId="9c038d62-e560-4ab3-ba62-0b2d27497b2c" providerId="ADAL" clId="{03EDEC5E-3B2C-4387-869B-3F2B5CBB9100}" dt="2023-02-01T10:14:49.321" v="1045" actId="47"/>
      <pc:docMkLst>
        <pc:docMk/>
      </pc:docMkLst>
      <pc:sldChg chg="addSp delSp modSp add del mod">
        <pc:chgData name="#JOHN TAN ZHU EN#" userId="9c038d62-e560-4ab3-ba62-0b2d27497b2c" providerId="ADAL" clId="{03EDEC5E-3B2C-4387-869B-3F2B5CBB9100}" dt="2023-02-01T09:56:00.269" v="876" actId="47"/>
        <pc:sldMkLst>
          <pc:docMk/>
          <pc:sldMk cId="3700332127" sldId="330"/>
        </pc:sldMkLst>
        <pc:spChg chg="del">
          <ac:chgData name="#JOHN TAN ZHU EN#" userId="9c038d62-e560-4ab3-ba62-0b2d27497b2c" providerId="ADAL" clId="{03EDEC5E-3B2C-4387-869B-3F2B5CBB9100}" dt="2023-02-01T09:49:01.707" v="820" actId="478"/>
          <ac:spMkLst>
            <pc:docMk/>
            <pc:sldMk cId="3700332127" sldId="330"/>
            <ac:spMk id="3" creationId="{00000000-0000-0000-0000-000000000000}"/>
          </ac:spMkLst>
        </pc:spChg>
        <pc:spChg chg="add del mod">
          <ac:chgData name="#JOHN TAN ZHU EN#" userId="9c038d62-e560-4ab3-ba62-0b2d27497b2c" providerId="ADAL" clId="{03EDEC5E-3B2C-4387-869B-3F2B5CBB9100}" dt="2023-02-01T09:49:03.393" v="821" actId="478"/>
          <ac:spMkLst>
            <pc:docMk/>
            <pc:sldMk cId="3700332127" sldId="330"/>
            <ac:spMk id="5" creationId="{5996E8AB-0867-3B75-D38B-9C8F6891AA99}"/>
          </ac:spMkLst>
        </pc:spChg>
        <pc:graphicFrameChg chg="mod modGraphic">
          <ac:chgData name="#JOHN TAN ZHU EN#" userId="9c038d62-e560-4ab3-ba62-0b2d27497b2c" providerId="ADAL" clId="{03EDEC5E-3B2C-4387-869B-3F2B5CBB9100}" dt="2023-02-01T09:55:53.163" v="874" actId="207"/>
          <ac:graphicFrameMkLst>
            <pc:docMk/>
            <pc:sldMk cId="3700332127" sldId="330"/>
            <ac:graphicFrameMk id="7" creationId="{00000000-0000-0000-0000-000000000000}"/>
          </ac:graphicFrameMkLst>
        </pc:graphicFrameChg>
      </pc:sldChg>
      <pc:sldChg chg="modSp mod">
        <pc:chgData name="#JOHN TAN ZHU EN#" userId="9c038d62-e560-4ab3-ba62-0b2d27497b2c" providerId="ADAL" clId="{03EDEC5E-3B2C-4387-869B-3F2B5CBB9100}" dt="2023-02-01T05:20:36.531" v="68" actId="2711"/>
        <pc:sldMkLst>
          <pc:docMk/>
          <pc:sldMk cId="723655709" sldId="395"/>
        </pc:sldMkLst>
        <pc:spChg chg="mod">
          <ac:chgData name="#JOHN TAN ZHU EN#" userId="9c038d62-e560-4ab3-ba62-0b2d27497b2c" providerId="ADAL" clId="{03EDEC5E-3B2C-4387-869B-3F2B5CBB9100}" dt="2023-02-01T05:20:36.531" v="68" actId="2711"/>
          <ac:spMkLst>
            <pc:docMk/>
            <pc:sldMk cId="723655709" sldId="395"/>
            <ac:spMk id="5" creationId="{E81C5CDA-6A71-36AE-6A2B-089850349171}"/>
          </ac:spMkLst>
        </pc:spChg>
        <pc:spChg chg="mod">
          <ac:chgData name="#JOHN TAN ZHU EN#" userId="9c038d62-e560-4ab3-ba62-0b2d27497b2c" providerId="ADAL" clId="{03EDEC5E-3B2C-4387-869B-3F2B5CBB9100}" dt="2023-02-01T05:19:34.236" v="66" actId="20577"/>
          <ac:spMkLst>
            <pc:docMk/>
            <pc:sldMk cId="723655709" sldId="395"/>
            <ac:spMk id="7" creationId="{75FEC82B-A3AB-51ED-9546-137D0417925C}"/>
          </ac:spMkLst>
        </pc:spChg>
      </pc:sldChg>
      <pc:sldChg chg="del">
        <pc:chgData name="#JOHN TAN ZHU EN#" userId="9c038d62-e560-4ab3-ba62-0b2d27497b2c" providerId="ADAL" clId="{03EDEC5E-3B2C-4387-869B-3F2B5CBB9100}" dt="2023-02-01T10:14:46.281" v="1028" actId="47"/>
        <pc:sldMkLst>
          <pc:docMk/>
          <pc:sldMk cId="155787196" sldId="436"/>
        </pc:sldMkLst>
      </pc:sldChg>
      <pc:sldChg chg="del">
        <pc:chgData name="#JOHN TAN ZHU EN#" userId="9c038d62-e560-4ab3-ba62-0b2d27497b2c" providerId="ADAL" clId="{03EDEC5E-3B2C-4387-869B-3F2B5CBB9100}" dt="2023-02-01T10:14:47.152" v="1029" actId="47"/>
        <pc:sldMkLst>
          <pc:docMk/>
          <pc:sldMk cId="38860260" sldId="437"/>
        </pc:sldMkLst>
      </pc:sldChg>
      <pc:sldChg chg="del">
        <pc:chgData name="#JOHN TAN ZHU EN#" userId="9c038d62-e560-4ab3-ba62-0b2d27497b2c" providerId="ADAL" clId="{03EDEC5E-3B2C-4387-869B-3F2B5CBB9100}" dt="2023-02-01T10:14:47.671" v="1030" actId="47"/>
        <pc:sldMkLst>
          <pc:docMk/>
          <pc:sldMk cId="3115342649" sldId="438"/>
        </pc:sldMkLst>
      </pc:sldChg>
      <pc:sldChg chg="del">
        <pc:chgData name="#JOHN TAN ZHU EN#" userId="9c038d62-e560-4ab3-ba62-0b2d27497b2c" providerId="ADAL" clId="{03EDEC5E-3B2C-4387-869B-3F2B5CBB9100}" dt="2023-02-01T10:14:47.723" v="1031" actId="47"/>
        <pc:sldMkLst>
          <pc:docMk/>
          <pc:sldMk cId="3418601953" sldId="439"/>
        </pc:sldMkLst>
      </pc:sldChg>
      <pc:sldChg chg="del">
        <pc:chgData name="#JOHN TAN ZHU EN#" userId="9c038d62-e560-4ab3-ba62-0b2d27497b2c" providerId="ADAL" clId="{03EDEC5E-3B2C-4387-869B-3F2B5CBB9100}" dt="2023-02-01T10:14:47.740" v="1032" actId="47"/>
        <pc:sldMkLst>
          <pc:docMk/>
          <pc:sldMk cId="406745041" sldId="440"/>
        </pc:sldMkLst>
      </pc:sldChg>
      <pc:sldChg chg="del">
        <pc:chgData name="#JOHN TAN ZHU EN#" userId="9c038d62-e560-4ab3-ba62-0b2d27497b2c" providerId="ADAL" clId="{03EDEC5E-3B2C-4387-869B-3F2B5CBB9100}" dt="2023-02-01T10:14:47.777" v="1033" actId="47"/>
        <pc:sldMkLst>
          <pc:docMk/>
          <pc:sldMk cId="2584759344" sldId="441"/>
        </pc:sldMkLst>
      </pc:sldChg>
      <pc:sldChg chg="del">
        <pc:chgData name="#JOHN TAN ZHU EN#" userId="9c038d62-e560-4ab3-ba62-0b2d27497b2c" providerId="ADAL" clId="{03EDEC5E-3B2C-4387-869B-3F2B5CBB9100}" dt="2023-02-01T10:14:47.798" v="1034" actId="47"/>
        <pc:sldMkLst>
          <pc:docMk/>
          <pc:sldMk cId="2866430875" sldId="442"/>
        </pc:sldMkLst>
      </pc:sldChg>
      <pc:sldChg chg="del">
        <pc:chgData name="#JOHN TAN ZHU EN#" userId="9c038d62-e560-4ab3-ba62-0b2d27497b2c" providerId="ADAL" clId="{03EDEC5E-3B2C-4387-869B-3F2B5CBB9100}" dt="2023-02-01T10:14:47.839" v="1035" actId="47"/>
        <pc:sldMkLst>
          <pc:docMk/>
          <pc:sldMk cId="2038927876" sldId="443"/>
        </pc:sldMkLst>
      </pc:sldChg>
      <pc:sldChg chg="del">
        <pc:chgData name="#JOHN TAN ZHU EN#" userId="9c038d62-e560-4ab3-ba62-0b2d27497b2c" providerId="ADAL" clId="{03EDEC5E-3B2C-4387-869B-3F2B5CBB9100}" dt="2023-02-01T10:14:47.857" v="1036" actId="47"/>
        <pc:sldMkLst>
          <pc:docMk/>
          <pc:sldMk cId="1718131886" sldId="444"/>
        </pc:sldMkLst>
      </pc:sldChg>
      <pc:sldChg chg="del">
        <pc:chgData name="#JOHN TAN ZHU EN#" userId="9c038d62-e560-4ab3-ba62-0b2d27497b2c" providerId="ADAL" clId="{03EDEC5E-3B2C-4387-869B-3F2B5CBB9100}" dt="2023-02-01T10:14:47.885" v="1037" actId="47"/>
        <pc:sldMkLst>
          <pc:docMk/>
          <pc:sldMk cId="3188663869" sldId="445"/>
        </pc:sldMkLst>
      </pc:sldChg>
      <pc:sldChg chg="del">
        <pc:chgData name="#JOHN TAN ZHU EN#" userId="9c038d62-e560-4ab3-ba62-0b2d27497b2c" providerId="ADAL" clId="{03EDEC5E-3B2C-4387-869B-3F2B5CBB9100}" dt="2023-02-01T10:14:47.931" v="1038" actId="47"/>
        <pc:sldMkLst>
          <pc:docMk/>
          <pc:sldMk cId="236970522" sldId="446"/>
        </pc:sldMkLst>
      </pc:sldChg>
      <pc:sldChg chg="del">
        <pc:chgData name="#JOHN TAN ZHU EN#" userId="9c038d62-e560-4ab3-ba62-0b2d27497b2c" providerId="ADAL" clId="{03EDEC5E-3B2C-4387-869B-3F2B5CBB9100}" dt="2023-02-01T10:14:47.951" v="1039" actId="47"/>
        <pc:sldMkLst>
          <pc:docMk/>
          <pc:sldMk cId="3134038403" sldId="447"/>
        </pc:sldMkLst>
      </pc:sldChg>
      <pc:sldChg chg="del">
        <pc:chgData name="#JOHN TAN ZHU EN#" userId="9c038d62-e560-4ab3-ba62-0b2d27497b2c" providerId="ADAL" clId="{03EDEC5E-3B2C-4387-869B-3F2B5CBB9100}" dt="2023-02-01T10:14:47.997" v="1040" actId="47"/>
        <pc:sldMkLst>
          <pc:docMk/>
          <pc:sldMk cId="1443072116" sldId="448"/>
        </pc:sldMkLst>
      </pc:sldChg>
      <pc:sldChg chg="del">
        <pc:chgData name="#JOHN TAN ZHU EN#" userId="9c038d62-e560-4ab3-ba62-0b2d27497b2c" providerId="ADAL" clId="{03EDEC5E-3B2C-4387-869B-3F2B5CBB9100}" dt="2023-02-01T10:14:48.039" v="1041" actId="47"/>
        <pc:sldMkLst>
          <pc:docMk/>
          <pc:sldMk cId="825752654" sldId="449"/>
        </pc:sldMkLst>
      </pc:sldChg>
      <pc:sldChg chg="del">
        <pc:chgData name="#JOHN TAN ZHU EN#" userId="9c038d62-e560-4ab3-ba62-0b2d27497b2c" providerId="ADAL" clId="{03EDEC5E-3B2C-4387-869B-3F2B5CBB9100}" dt="2023-02-01T10:14:48.094" v="1042" actId="47"/>
        <pc:sldMkLst>
          <pc:docMk/>
          <pc:sldMk cId="1455023768" sldId="450"/>
        </pc:sldMkLst>
      </pc:sldChg>
      <pc:sldChg chg="del">
        <pc:chgData name="#JOHN TAN ZHU EN#" userId="9c038d62-e560-4ab3-ba62-0b2d27497b2c" providerId="ADAL" clId="{03EDEC5E-3B2C-4387-869B-3F2B5CBB9100}" dt="2023-02-01T10:14:48.141" v="1043" actId="47"/>
        <pc:sldMkLst>
          <pc:docMk/>
          <pc:sldMk cId="1003503670" sldId="451"/>
        </pc:sldMkLst>
      </pc:sldChg>
      <pc:sldChg chg="del">
        <pc:chgData name="#JOHN TAN ZHU EN#" userId="9c038d62-e560-4ab3-ba62-0b2d27497b2c" providerId="ADAL" clId="{03EDEC5E-3B2C-4387-869B-3F2B5CBB9100}" dt="2023-02-01T10:14:48.158" v="1044" actId="47"/>
        <pc:sldMkLst>
          <pc:docMk/>
          <pc:sldMk cId="2803835106" sldId="452"/>
        </pc:sldMkLst>
      </pc:sldChg>
      <pc:sldChg chg="del">
        <pc:chgData name="#JOHN TAN ZHU EN#" userId="9c038d62-e560-4ab3-ba62-0b2d27497b2c" providerId="ADAL" clId="{03EDEC5E-3B2C-4387-869B-3F2B5CBB9100}" dt="2023-02-01T10:14:49.321" v="1045" actId="47"/>
        <pc:sldMkLst>
          <pc:docMk/>
          <pc:sldMk cId="1678536781" sldId="453"/>
        </pc:sldMkLst>
      </pc:sldChg>
      <pc:sldChg chg="modSp add mod">
        <pc:chgData name="#JOHN TAN ZHU EN#" userId="9c038d62-e560-4ab3-ba62-0b2d27497b2c" providerId="ADAL" clId="{03EDEC5E-3B2C-4387-869B-3F2B5CBB9100}" dt="2023-02-01T05:20:52.847" v="69" actId="255"/>
        <pc:sldMkLst>
          <pc:docMk/>
          <pc:sldMk cId="327892684" sldId="454"/>
        </pc:sldMkLst>
        <pc:spChg chg="mod">
          <ac:chgData name="#JOHN TAN ZHU EN#" userId="9c038d62-e560-4ab3-ba62-0b2d27497b2c" providerId="ADAL" clId="{03EDEC5E-3B2C-4387-869B-3F2B5CBB9100}" dt="2023-02-01T05:20:52.847" v="69" actId="255"/>
          <ac:spMkLst>
            <pc:docMk/>
            <pc:sldMk cId="327892684" sldId="454"/>
            <ac:spMk id="5" creationId="{E81C5CDA-6A71-36AE-6A2B-089850349171}"/>
          </ac:spMkLst>
        </pc:spChg>
        <pc:spChg chg="mod">
          <ac:chgData name="#JOHN TAN ZHU EN#" userId="9c038d62-e560-4ab3-ba62-0b2d27497b2c" providerId="ADAL" clId="{03EDEC5E-3B2C-4387-869B-3F2B5CBB9100}" dt="2023-02-01T05:19:30.502" v="64" actId="20577"/>
          <ac:spMkLst>
            <pc:docMk/>
            <pc:sldMk cId="327892684" sldId="454"/>
            <ac:spMk id="7" creationId="{75FEC82B-A3AB-51ED-9546-137D0417925C}"/>
          </ac:spMkLst>
        </pc:spChg>
        <pc:spChg chg="mod">
          <ac:chgData name="#JOHN TAN ZHU EN#" userId="9c038d62-e560-4ab3-ba62-0b2d27497b2c" providerId="ADAL" clId="{03EDEC5E-3B2C-4387-869B-3F2B5CBB9100}" dt="2023-02-01T05:19:27.413" v="62" actId="20577"/>
          <ac:spMkLst>
            <pc:docMk/>
            <pc:sldMk cId="327892684" sldId="454"/>
            <ac:spMk id="8" creationId="{CEE303D4-35FA-C10D-C859-0417DFD03E20}"/>
          </ac:spMkLst>
        </pc:spChg>
      </pc:sldChg>
      <pc:sldChg chg="addSp delSp modSp add mod">
        <pc:chgData name="#JOHN TAN ZHU EN#" userId="9c038d62-e560-4ab3-ba62-0b2d27497b2c" providerId="ADAL" clId="{03EDEC5E-3B2C-4387-869B-3F2B5CBB9100}" dt="2023-02-01T05:29:42.108" v="164" actId="1076"/>
        <pc:sldMkLst>
          <pc:docMk/>
          <pc:sldMk cId="842462734" sldId="455"/>
        </pc:sldMkLst>
        <pc:spChg chg="add mod">
          <ac:chgData name="#JOHN TAN ZHU EN#" userId="9c038d62-e560-4ab3-ba62-0b2d27497b2c" providerId="ADAL" clId="{03EDEC5E-3B2C-4387-869B-3F2B5CBB9100}" dt="2023-02-01T05:21:32.531" v="75" actId="255"/>
          <ac:spMkLst>
            <pc:docMk/>
            <pc:sldMk cId="842462734" sldId="455"/>
            <ac:spMk id="3" creationId="{94384657-5788-899C-EDEB-DD8147FFC625}"/>
          </ac:spMkLst>
        </pc:spChg>
        <pc:spChg chg="add del mod">
          <ac:chgData name="#JOHN TAN ZHU EN#" userId="9c038d62-e560-4ab3-ba62-0b2d27497b2c" providerId="ADAL" clId="{03EDEC5E-3B2C-4387-869B-3F2B5CBB9100}" dt="2023-02-01T05:21:43.494" v="77"/>
          <ac:spMkLst>
            <pc:docMk/>
            <pc:sldMk cId="842462734" sldId="455"/>
            <ac:spMk id="4" creationId="{C3DE2995-F1AB-57CF-D96C-F04987028C42}"/>
          </ac:spMkLst>
        </pc:spChg>
        <pc:spChg chg="mod">
          <ac:chgData name="#JOHN TAN ZHU EN#" userId="9c038d62-e560-4ab3-ba62-0b2d27497b2c" providerId="ADAL" clId="{03EDEC5E-3B2C-4387-869B-3F2B5CBB9100}" dt="2023-02-01T05:21:19.677" v="71" actId="20577"/>
          <ac:spMkLst>
            <pc:docMk/>
            <pc:sldMk cId="842462734" sldId="455"/>
            <ac:spMk id="5" creationId="{E81C5CDA-6A71-36AE-6A2B-089850349171}"/>
          </ac:spMkLst>
        </pc:spChg>
        <pc:spChg chg="add del mod">
          <ac:chgData name="#JOHN TAN ZHU EN#" userId="9c038d62-e560-4ab3-ba62-0b2d27497b2c" providerId="ADAL" clId="{03EDEC5E-3B2C-4387-869B-3F2B5CBB9100}" dt="2023-02-01T05:21:49.377" v="79"/>
          <ac:spMkLst>
            <pc:docMk/>
            <pc:sldMk cId="842462734" sldId="455"/>
            <ac:spMk id="6" creationId="{9D116692-AAA5-A799-56CE-5C36EEFFF7B9}"/>
          </ac:spMkLst>
        </pc:spChg>
        <pc:spChg chg="add mod">
          <ac:chgData name="#JOHN TAN ZHU EN#" userId="9c038d62-e560-4ab3-ba62-0b2d27497b2c" providerId="ADAL" clId="{03EDEC5E-3B2C-4387-869B-3F2B5CBB9100}" dt="2023-02-01T05:26:16.317" v="129" actId="1076"/>
          <ac:spMkLst>
            <pc:docMk/>
            <pc:sldMk cId="842462734" sldId="455"/>
            <ac:spMk id="9" creationId="{3C28F42A-43B8-F9D0-C412-F779CD48F06B}"/>
          </ac:spMkLst>
        </pc:spChg>
        <pc:spChg chg="add del mod">
          <ac:chgData name="#JOHN TAN ZHU EN#" userId="9c038d62-e560-4ab3-ba62-0b2d27497b2c" providerId="ADAL" clId="{03EDEC5E-3B2C-4387-869B-3F2B5CBB9100}" dt="2023-02-01T05:24:27.106" v="103"/>
          <ac:spMkLst>
            <pc:docMk/>
            <pc:sldMk cId="842462734" sldId="455"/>
            <ac:spMk id="20" creationId="{D0A1E379-D58D-3C65-725C-345152721DFA}"/>
          </ac:spMkLst>
        </pc:spChg>
        <pc:spChg chg="add mod">
          <ac:chgData name="#JOHN TAN ZHU EN#" userId="9c038d62-e560-4ab3-ba62-0b2d27497b2c" providerId="ADAL" clId="{03EDEC5E-3B2C-4387-869B-3F2B5CBB9100}" dt="2023-02-01T05:24:45.380" v="108" actId="1076"/>
          <ac:spMkLst>
            <pc:docMk/>
            <pc:sldMk cId="842462734" sldId="455"/>
            <ac:spMk id="21" creationId="{659777F1-0FAE-8E50-6237-D8901A2BA863}"/>
          </ac:spMkLst>
        </pc:spChg>
        <pc:spChg chg="add del mod">
          <ac:chgData name="#JOHN TAN ZHU EN#" userId="9c038d62-e560-4ab3-ba62-0b2d27497b2c" providerId="ADAL" clId="{03EDEC5E-3B2C-4387-869B-3F2B5CBB9100}" dt="2023-02-01T05:24:57.116" v="112" actId="478"/>
          <ac:spMkLst>
            <pc:docMk/>
            <pc:sldMk cId="842462734" sldId="455"/>
            <ac:spMk id="22" creationId="{699EFDB0-8BBA-26C6-6CF5-4A6FDD4E1D14}"/>
          </ac:spMkLst>
        </pc:spChg>
        <pc:spChg chg="add del mod">
          <ac:chgData name="#JOHN TAN ZHU EN#" userId="9c038d62-e560-4ab3-ba62-0b2d27497b2c" providerId="ADAL" clId="{03EDEC5E-3B2C-4387-869B-3F2B5CBB9100}" dt="2023-02-01T05:25:06.295" v="114" actId="478"/>
          <ac:spMkLst>
            <pc:docMk/>
            <pc:sldMk cId="842462734" sldId="455"/>
            <ac:spMk id="23" creationId="{1D76AC77-D7F9-66DD-8C0E-463416630D5A}"/>
          </ac:spMkLst>
        </pc:spChg>
        <pc:spChg chg="add del mod">
          <ac:chgData name="#JOHN TAN ZHU EN#" userId="9c038d62-e560-4ab3-ba62-0b2d27497b2c" providerId="ADAL" clId="{03EDEC5E-3B2C-4387-869B-3F2B5CBB9100}" dt="2023-02-01T05:25:17.871" v="116"/>
          <ac:spMkLst>
            <pc:docMk/>
            <pc:sldMk cId="842462734" sldId="455"/>
            <ac:spMk id="24" creationId="{6388249F-F233-5B6A-7C7D-DD94D5FAC79A}"/>
          </ac:spMkLst>
        </pc:spChg>
        <pc:spChg chg="add mod">
          <ac:chgData name="#JOHN TAN ZHU EN#" userId="9c038d62-e560-4ab3-ba62-0b2d27497b2c" providerId="ADAL" clId="{03EDEC5E-3B2C-4387-869B-3F2B5CBB9100}" dt="2023-02-01T05:25:42.868" v="121" actId="1076"/>
          <ac:spMkLst>
            <pc:docMk/>
            <pc:sldMk cId="842462734" sldId="455"/>
            <ac:spMk id="25" creationId="{5DAE443C-E7BC-08C8-172E-86DF93BF88BD}"/>
          </ac:spMkLst>
        </pc:spChg>
        <pc:spChg chg="add mod">
          <ac:chgData name="#JOHN TAN ZHU EN#" userId="9c038d62-e560-4ab3-ba62-0b2d27497b2c" providerId="ADAL" clId="{03EDEC5E-3B2C-4387-869B-3F2B5CBB9100}" dt="2023-02-01T05:26:07.462" v="126" actId="1076"/>
          <ac:spMkLst>
            <pc:docMk/>
            <pc:sldMk cId="842462734" sldId="455"/>
            <ac:spMk id="26" creationId="{8B955384-4950-56DB-1BE0-69F63FAFFD41}"/>
          </ac:spMkLst>
        </pc:spChg>
        <pc:spChg chg="add del mod">
          <ac:chgData name="#JOHN TAN ZHU EN#" userId="9c038d62-e560-4ab3-ba62-0b2d27497b2c" providerId="ADAL" clId="{03EDEC5E-3B2C-4387-869B-3F2B5CBB9100}" dt="2023-02-01T05:26:39.258" v="138"/>
          <ac:spMkLst>
            <pc:docMk/>
            <pc:sldMk cId="842462734" sldId="455"/>
            <ac:spMk id="31" creationId="{79975112-DE2E-2F04-338E-60D41E3FDAD0}"/>
          </ac:spMkLst>
        </pc:spChg>
        <pc:spChg chg="add mod">
          <ac:chgData name="#JOHN TAN ZHU EN#" userId="9c038d62-e560-4ab3-ba62-0b2d27497b2c" providerId="ADAL" clId="{03EDEC5E-3B2C-4387-869B-3F2B5CBB9100}" dt="2023-02-01T05:26:53.863" v="143" actId="1076"/>
          <ac:spMkLst>
            <pc:docMk/>
            <pc:sldMk cId="842462734" sldId="455"/>
            <ac:spMk id="32" creationId="{421485E7-AE3C-C7C3-668D-990724D00C58}"/>
          </ac:spMkLst>
        </pc:spChg>
        <pc:spChg chg="add mod">
          <ac:chgData name="#JOHN TAN ZHU EN#" userId="9c038d62-e560-4ab3-ba62-0b2d27497b2c" providerId="ADAL" clId="{03EDEC5E-3B2C-4387-869B-3F2B5CBB9100}" dt="2023-02-01T05:27:40.640" v="152" actId="1076"/>
          <ac:spMkLst>
            <pc:docMk/>
            <pc:sldMk cId="842462734" sldId="455"/>
            <ac:spMk id="35" creationId="{4674808B-C463-9EEE-2461-125FCE39DF8A}"/>
          </ac:spMkLst>
        </pc:spChg>
        <pc:spChg chg="add del mod">
          <ac:chgData name="#JOHN TAN ZHU EN#" userId="9c038d62-e560-4ab3-ba62-0b2d27497b2c" providerId="ADAL" clId="{03EDEC5E-3B2C-4387-869B-3F2B5CBB9100}" dt="2023-02-01T05:29:20.874" v="154"/>
          <ac:spMkLst>
            <pc:docMk/>
            <pc:sldMk cId="842462734" sldId="455"/>
            <ac:spMk id="36" creationId="{51349336-1F11-5D01-ADF1-3248554CB3CC}"/>
          </ac:spMkLst>
        </pc:spChg>
        <pc:spChg chg="add mod">
          <ac:chgData name="#JOHN TAN ZHU EN#" userId="9c038d62-e560-4ab3-ba62-0b2d27497b2c" providerId="ADAL" clId="{03EDEC5E-3B2C-4387-869B-3F2B5CBB9100}" dt="2023-02-01T05:29:42.108" v="164" actId="1076"/>
          <ac:spMkLst>
            <pc:docMk/>
            <pc:sldMk cId="842462734" sldId="455"/>
            <ac:spMk id="37" creationId="{797613BD-0744-A588-E6E5-C52E9AC11066}"/>
          </ac:spMkLst>
        </pc:spChg>
        <pc:cxnChg chg="add del mod">
          <ac:chgData name="#JOHN TAN ZHU EN#" userId="9c038d62-e560-4ab3-ba62-0b2d27497b2c" providerId="ADAL" clId="{03EDEC5E-3B2C-4387-869B-3F2B5CBB9100}" dt="2023-02-01T05:22:14.161" v="88"/>
          <ac:cxnSpMkLst>
            <pc:docMk/>
            <pc:sldMk cId="842462734" sldId="455"/>
            <ac:cxnSpMk id="10" creationId="{9E35AB50-0863-6DD3-0CE0-BEEEF30A4947}"/>
          </ac:cxnSpMkLst>
        </pc:cxnChg>
        <pc:cxnChg chg="add mod">
          <ac:chgData name="#JOHN TAN ZHU EN#" userId="9c038d62-e560-4ab3-ba62-0b2d27497b2c" providerId="ADAL" clId="{03EDEC5E-3B2C-4387-869B-3F2B5CBB9100}" dt="2023-02-01T05:26:20.158" v="130" actId="14100"/>
          <ac:cxnSpMkLst>
            <pc:docMk/>
            <pc:sldMk cId="842462734" sldId="455"/>
            <ac:cxnSpMk id="11" creationId="{FADD5E0C-6F47-64B2-40B4-3A2897233152}"/>
          </ac:cxnSpMkLst>
        </pc:cxnChg>
        <pc:cxnChg chg="add del mod">
          <ac:chgData name="#JOHN TAN ZHU EN#" userId="9c038d62-e560-4ab3-ba62-0b2d27497b2c" providerId="ADAL" clId="{03EDEC5E-3B2C-4387-869B-3F2B5CBB9100}" dt="2023-02-01T05:22:27.314" v="92"/>
          <ac:cxnSpMkLst>
            <pc:docMk/>
            <pc:sldMk cId="842462734" sldId="455"/>
            <ac:cxnSpMk id="12" creationId="{6C7D804F-EFE5-6055-3B8D-025B87397E02}"/>
          </ac:cxnSpMkLst>
        </pc:cxnChg>
        <pc:cxnChg chg="add mod">
          <ac:chgData name="#JOHN TAN ZHU EN#" userId="9c038d62-e560-4ab3-ba62-0b2d27497b2c" providerId="ADAL" clId="{03EDEC5E-3B2C-4387-869B-3F2B5CBB9100}" dt="2023-02-01T05:22:41.601" v="97" actId="14100"/>
          <ac:cxnSpMkLst>
            <pc:docMk/>
            <pc:sldMk cId="842462734" sldId="455"/>
            <ac:cxnSpMk id="13" creationId="{12AB80D1-748C-07A6-8D9B-2C56536FB4BF}"/>
          </ac:cxnSpMkLst>
        </pc:cxnChg>
        <pc:cxnChg chg="add mod">
          <ac:chgData name="#JOHN TAN ZHU EN#" userId="9c038d62-e560-4ab3-ba62-0b2d27497b2c" providerId="ADAL" clId="{03EDEC5E-3B2C-4387-869B-3F2B5CBB9100}" dt="2023-02-01T05:26:12.494" v="127" actId="14100"/>
          <ac:cxnSpMkLst>
            <pc:docMk/>
            <pc:sldMk cId="842462734" sldId="455"/>
            <ac:cxnSpMk id="17" creationId="{184A7CD8-0103-DD17-A77D-883FDA5EC39A}"/>
          </ac:cxnSpMkLst>
        </pc:cxnChg>
        <pc:cxnChg chg="add del mod">
          <ac:chgData name="#JOHN TAN ZHU EN#" userId="9c038d62-e560-4ab3-ba62-0b2d27497b2c" providerId="ADAL" clId="{03EDEC5E-3B2C-4387-869B-3F2B5CBB9100}" dt="2023-02-01T05:26:29.553" v="134"/>
          <ac:cxnSpMkLst>
            <pc:docMk/>
            <pc:sldMk cId="842462734" sldId="455"/>
            <ac:cxnSpMk id="29" creationId="{ABF60E12-68AC-DC13-267E-6A00BA076D92}"/>
          </ac:cxnSpMkLst>
        </pc:cxnChg>
        <pc:cxnChg chg="add mod">
          <ac:chgData name="#JOHN TAN ZHU EN#" userId="9c038d62-e560-4ab3-ba62-0b2d27497b2c" providerId="ADAL" clId="{03EDEC5E-3B2C-4387-869B-3F2B5CBB9100}" dt="2023-02-01T05:26:34.551" v="136" actId="1076"/>
          <ac:cxnSpMkLst>
            <pc:docMk/>
            <pc:sldMk cId="842462734" sldId="455"/>
            <ac:cxnSpMk id="30" creationId="{F0350CE2-8FF1-8B2A-ECD9-D2905E54DD62}"/>
          </ac:cxnSpMkLst>
        </pc:cxnChg>
        <pc:cxnChg chg="add mod">
          <ac:chgData name="#JOHN TAN ZHU EN#" userId="9c038d62-e560-4ab3-ba62-0b2d27497b2c" providerId="ADAL" clId="{03EDEC5E-3B2C-4387-869B-3F2B5CBB9100}" dt="2023-02-01T05:27:05.032" v="145" actId="1076"/>
          <ac:cxnSpMkLst>
            <pc:docMk/>
            <pc:sldMk cId="842462734" sldId="455"/>
            <ac:cxnSpMk id="33" creationId="{BC8F34C8-7BEB-CEC7-8D34-F4BCA99EF589}"/>
          </ac:cxnSpMkLst>
        </pc:cxnChg>
        <pc:cxnChg chg="add mod">
          <ac:chgData name="#JOHN TAN ZHU EN#" userId="9c038d62-e560-4ab3-ba62-0b2d27497b2c" providerId="ADAL" clId="{03EDEC5E-3B2C-4387-869B-3F2B5CBB9100}" dt="2023-02-01T05:27:14.674" v="147" actId="1076"/>
          <ac:cxnSpMkLst>
            <pc:docMk/>
            <pc:sldMk cId="842462734" sldId="455"/>
            <ac:cxnSpMk id="34" creationId="{C2753640-AE26-3157-4BAA-6476A907970B}"/>
          </ac:cxnSpMkLst>
        </pc:cxnChg>
      </pc:sldChg>
      <pc:sldChg chg="modSp add mod ord">
        <pc:chgData name="#JOHN TAN ZHU EN#" userId="9c038d62-e560-4ab3-ba62-0b2d27497b2c" providerId="ADAL" clId="{03EDEC5E-3B2C-4387-869B-3F2B5CBB9100}" dt="2023-02-01T08:33:34.511" v="173" actId="255"/>
        <pc:sldMkLst>
          <pc:docMk/>
          <pc:sldMk cId="940024090" sldId="456"/>
        </pc:sldMkLst>
        <pc:spChg chg="mod">
          <ac:chgData name="#JOHN TAN ZHU EN#" userId="9c038d62-e560-4ab3-ba62-0b2d27497b2c" providerId="ADAL" clId="{03EDEC5E-3B2C-4387-869B-3F2B5CBB9100}" dt="2023-02-01T08:33:34.511" v="173" actId="255"/>
          <ac:spMkLst>
            <pc:docMk/>
            <pc:sldMk cId="940024090" sldId="456"/>
            <ac:spMk id="5" creationId="{E81C5CDA-6A71-36AE-6A2B-089850349171}"/>
          </ac:spMkLst>
        </pc:spChg>
      </pc:sldChg>
      <pc:sldChg chg="addSp delSp modSp add mod modAnim">
        <pc:chgData name="#JOHN TAN ZHU EN#" userId="9c038d62-e560-4ab3-ba62-0b2d27497b2c" providerId="ADAL" clId="{03EDEC5E-3B2C-4387-869B-3F2B5CBB9100}" dt="2023-02-01T08:36:52.069" v="235" actId="1076"/>
        <pc:sldMkLst>
          <pc:docMk/>
          <pc:sldMk cId="999169876" sldId="457"/>
        </pc:sldMkLst>
        <pc:spChg chg="add mod">
          <ac:chgData name="#JOHN TAN ZHU EN#" userId="9c038d62-e560-4ab3-ba62-0b2d27497b2c" providerId="ADAL" clId="{03EDEC5E-3B2C-4387-869B-3F2B5CBB9100}" dt="2023-02-01T08:34:19.352" v="179" actId="1076"/>
          <ac:spMkLst>
            <pc:docMk/>
            <pc:sldMk cId="999169876" sldId="457"/>
            <ac:spMk id="3" creationId="{410EE32F-7DFF-A48F-535A-C99C94410E5D}"/>
          </ac:spMkLst>
        </pc:spChg>
        <pc:spChg chg="add del mod">
          <ac:chgData name="#JOHN TAN ZHU EN#" userId="9c038d62-e560-4ab3-ba62-0b2d27497b2c" providerId="ADAL" clId="{03EDEC5E-3B2C-4387-869B-3F2B5CBB9100}" dt="2023-02-01T08:34:31.703" v="181"/>
          <ac:spMkLst>
            <pc:docMk/>
            <pc:sldMk cId="999169876" sldId="457"/>
            <ac:spMk id="4" creationId="{699AB96F-20FB-AF7B-7AF0-B7099E840345}"/>
          </ac:spMkLst>
        </pc:spChg>
        <pc:spChg chg="del">
          <ac:chgData name="#JOHN TAN ZHU EN#" userId="9c038d62-e560-4ab3-ba62-0b2d27497b2c" providerId="ADAL" clId="{03EDEC5E-3B2C-4387-869B-3F2B5CBB9100}" dt="2023-02-01T08:34:01.369" v="175" actId="478"/>
          <ac:spMkLst>
            <pc:docMk/>
            <pc:sldMk cId="999169876" sldId="457"/>
            <ac:spMk id="5" creationId="{E81C5CDA-6A71-36AE-6A2B-089850349171}"/>
          </ac:spMkLst>
        </pc:spChg>
        <pc:spChg chg="add mod">
          <ac:chgData name="#JOHN TAN ZHU EN#" userId="9c038d62-e560-4ab3-ba62-0b2d27497b2c" providerId="ADAL" clId="{03EDEC5E-3B2C-4387-869B-3F2B5CBB9100}" dt="2023-02-01T08:36:45.292" v="232" actId="255"/>
          <ac:spMkLst>
            <pc:docMk/>
            <pc:sldMk cId="999169876" sldId="457"/>
            <ac:spMk id="6" creationId="{DB26980A-DB23-372D-C42E-4BA7EB270F4B}"/>
          </ac:spMkLst>
        </pc:spChg>
        <pc:spChg chg="add del mod">
          <ac:chgData name="#JOHN TAN ZHU EN#" userId="9c038d62-e560-4ab3-ba62-0b2d27497b2c" providerId="ADAL" clId="{03EDEC5E-3B2C-4387-869B-3F2B5CBB9100}" dt="2023-02-01T08:34:50.727" v="189"/>
          <ac:spMkLst>
            <pc:docMk/>
            <pc:sldMk cId="999169876" sldId="457"/>
            <ac:spMk id="9" creationId="{97647775-ECF7-04D0-8CE1-9E0AB7A35865}"/>
          </ac:spMkLst>
        </pc:spChg>
        <pc:spChg chg="add mod">
          <ac:chgData name="#JOHN TAN ZHU EN#" userId="9c038d62-e560-4ab3-ba62-0b2d27497b2c" providerId="ADAL" clId="{03EDEC5E-3B2C-4387-869B-3F2B5CBB9100}" dt="2023-02-01T08:35:24.165" v="196" actId="14100"/>
          <ac:spMkLst>
            <pc:docMk/>
            <pc:sldMk cId="999169876" sldId="457"/>
            <ac:spMk id="10" creationId="{B0AED35B-E062-5CBF-A04D-C491944F0097}"/>
          </ac:spMkLst>
        </pc:spChg>
        <pc:spChg chg="add mod">
          <ac:chgData name="#JOHN TAN ZHU EN#" userId="9c038d62-e560-4ab3-ba62-0b2d27497b2c" providerId="ADAL" clId="{03EDEC5E-3B2C-4387-869B-3F2B5CBB9100}" dt="2023-02-01T08:35:33.762" v="199" actId="1076"/>
          <ac:spMkLst>
            <pc:docMk/>
            <pc:sldMk cId="999169876" sldId="457"/>
            <ac:spMk id="11" creationId="{CA64A822-6720-4BF5-4AE9-51DFD0942E56}"/>
          </ac:spMkLst>
        </pc:spChg>
        <pc:spChg chg="add mod">
          <ac:chgData name="#JOHN TAN ZHU EN#" userId="9c038d62-e560-4ab3-ba62-0b2d27497b2c" providerId="ADAL" clId="{03EDEC5E-3B2C-4387-869B-3F2B5CBB9100}" dt="2023-02-01T08:35:44.275" v="202" actId="1076"/>
          <ac:spMkLst>
            <pc:docMk/>
            <pc:sldMk cId="999169876" sldId="457"/>
            <ac:spMk id="12" creationId="{71AAEE0F-EA3D-FE93-39C5-971EC209C316}"/>
          </ac:spMkLst>
        </pc:spChg>
        <pc:spChg chg="add mod">
          <ac:chgData name="#JOHN TAN ZHU EN#" userId="9c038d62-e560-4ab3-ba62-0b2d27497b2c" providerId="ADAL" clId="{03EDEC5E-3B2C-4387-869B-3F2B5CBB9100}" dt="2023-02-01T08:35:54.667" v="207" actId="1076"/>
          <ac:spMkLst>
            <pc:docMk/>
            <pc:sldMk cId="999169876" sldId="457"/>
            <ac:spMk id="13" creationId="{133159C4-0A0B-4AB0-931A-A001869D10B4}"/>
          </ac:spMkLst>
        </pc:spChg>
        <pc:spChg chg="add mod">
          <ac:chgData name="#JOHN TAN ZHU EN#" userId="9c038d62-e560-4ab3-ba62-0b2d27497b2c" providerId="ADAL" clId="{03EDEC5E-3B2C-4387-869B-3F2B5CBB9100}" dt="2023-02-01T08:36:00.370" v="210" actId="1076"/>
          <ac:spMkLst>
            <pc:docMk/>
            <pc:sldMk cId="999169876" sldId="457"/>
            <ac:spMk id="14" creationId="{0127BF7A-9B11-6F3B-8C98-87B34E572300}"/>
          </ac:spMkLst>
        </pc:spChg>
        <pc:picChg chg="add mod">
          <ac:chgData name="#JOHN TAN ZHU EN#" userId="9c038d62-e560-4ab3-ba62-0b2d27497b2c" providerId="ADAL" clId="{03EDEC5E-3B2C-4387-869B-3F2B5CBB9100}" dt="2023-02-01T08:36:52.069" v="235" actId="1076"/>
          <ac:picMkLst>
            <pc:docMk/>
            <pc:sldMk cId="999169876" sldId="457"/>
            <ac:picMk id="22" creationId="{CA40CD13-851D-F89D-F4B2-0D3581F4BC5A}"/>
          </ac:picMkLst>
        </pc:picChg>
        <pc:cxnChg chg="add del mod">
          <ac:chgData name="#JOHN TAN ZHU EN#" userId="9c038d62-e560-4ab3-ba62-0b2d27497b2c" providerId="ADAL" clId="{03EDEC5E-3B2C-4387-869B-3F2B5CBB9100}" dt="2023-02-01T08:36:05.899" v="212"/>
          <ac:cxnSpMkLst>
            <pc:docMk/>
            <pc:sldMk cId="999169876" sldId="457"/>
            <ac:cxnSpMk id="15" creationId="{5CF6D438-6454-FFDE-2C2C-5DA9CB07EA62}"/>
          </ac:cxnSpMkLst>
        </pc:cxnChg>
        <pc:cxnChg chg="add mod">
          <ac:chgData name="#JOHN TAN ZHU EN#" userId="9c038d62-e560-4ab3-ba62-0b2d27497b2c" providerId="ADAL" clId="{03EDEC5E-3B2C-4387-869B-3F2B5CBB9100}" dt="2023-02-01T08:36:10.516" v="215" actId="14100"/>
          <ac:cxnSpMkLst>
            <pc:docMk/>
            <pc:sldMk cId="999169876" sldId="457"/>
            <ac:cxnSpMk id="16" creationId="{FCF18610-0919-009A-00FD-0C0843831101}"/>
          </ac:cxnSpMkLst>
        </pc:cxnChg>
        <pc:cxnChg chg="add mod">
          <ac:chgData name="#JOHN TAN ZHU EN#" userId="9c038d62-e560-4ab3-ba62-0b2d27497b2c" providerId="ADAL" clId="{03EDEC5E-3B2C-4387-869B-3F2B5CBB9100}" dt="2023-02-01T08:36:21.995" v="218" actId="14100"/>
          <ac:cxnSpMkLst>
            <pc:docMk/>
            <pc:sldMk cId="999169876" sldId="457"/>
            <ac:cxnSpMk id="19" creationId="{704998E7-BC61-B811-8C63-E4FF261A95CB}"/>
          </ac:cxnSpMkLst>
        </pc:cxnChg>
      </pc:sldChg>
      <pc:sldChg chg="modSp add mod ord">
        <pc:chgData name="#JOHN TAN ZHU EN#" userId="9c038d62-e560-4ab3-ba62-0b2d27497b2c" providerId="ADAL" clId="{03EDEC5E-3B2C-4387-869B-3F2B5CBB9100}" dt="2023-02-01T08:45:24.480" v="241" actId="255"/>
        <pc:sldMkLst>
          <pc:docMk/>
          <pc:sldMk cId="3227531047" sldId="458"/>
        </pc:sldMkLst>
        <pc:spChg chg="mod">
          <ac:chgData name="#JOHN TAN ZHU EN#" userId="9c038d62-e560-4ab3-ba62-0b2d27497b2c" providerId="ADAL" clId="{03EDEC5E-3B2C-4387-869B-3F2B5CBB9100}" dt="2023-02-01T08:45:24.480" v="241" actId="255"/>
          <ac:spMkLst>
            <pc:docMk/>
            <pc:sldMk cId="3227531047" sldId="458"/>
            <ac:spMk id="5" creationId="{E81C5CDA-6A71-36AE-6A2B-089850349171}"/>
          </ac:spMkLst>
        </pc:spChg>
      </pc:sldChg>
      <pc:sldChg chg="modSp add mod">
        <pc:chgData name="#JOHN TAN ZHU EN#" userId="9c038d62-e560-4ab3-ba62-0b2d27497b2c" providerId="ADAL" clId="{03EDEC5E-3B2C-4387-869B-3F2B5CBB9100}" dt="2023-02-01T08:46:18.060" v="246" actId="255"/>
        <pc:sldMkLst>
          <pc:docMk/>
          <pc:sldMk cId="3678380951" sldId="459"/>
        </pc:sldMkLst>
        <pc:spChg chg="mod">
          <ac:chgData name="#JOHN TAN ZHU EN#" userId="9c038d62-e560-4ab3-ba62-0b2d27497b2c" providerId="ADAL" clId="{03EDEC5E-3B2C-4387-869B-3F2B5CBB9100}" dt="2023-02-01T08:46:18.060" v="246" actId="255"/>
          <ac:spMkLst>
            <pc:docMk/>
            <pc:sldMk cId="3678380951" sldId="459"/>
            <ac:spMk id="5" creationId="{E81C5CDA-6A71-36AE-6A2B-089850349171}"/>
          </ac:spMkLst>
        </pc:spChg>
      </pc:sldChg>
      <pc:sldChg chg="addSp delSp modSp add mod">
        <pc:chgData name="#JOHN TAN ZHU EN#" userId="9c038d62-e560-4ab3-ba62-0b2d27497b2c" providerId="ADAL" clId="{03EDEC5E-3B2C-4387-869B-3F2B5CBB9100}" dt="2023-02-01T08:50:42.979" v="391" actId="27107"/>
        <pc:sldMkLst>
          <pc:docMk/>
          <pc:sldMk cId="508298961" sldId="460"/>
        </pc:sldMkLst>
        <pc:spChg chg="add mod">
          <ac:chgData name="#JOHN TAN ZHU EN#" userId="9c038d62-e560-4ab3-ba62-0b2d27497b2c" providerId="ADAL" clId="{03EDEC5E-3B2C-4387-869B-3F2B5CBB9100}" dt="2023-02-01T08:48:06.475" v="352" actId="14100"/>
          <ac:spMkLst>
            <pc:docMk/>
            <pc:sldMk cId="508298961" sldId="460"/>
            <ac:spMk id="2" creationId="{1C86EACC-5434-743E-E4AD-71A1601800F8}"/>
          </ac:spMkLst>
        </pc:spChg>
        <pc:spChg chg="add mod">
          <ac:chgData name="#JOHN TAN ZHU EN#" userId="9c038d62-e560-4ab3-ba62-0b2d27497b2c" providerId="ADAL" clId="{03EDEC5E-3B2C-4387-869B-3F2B5CBB9100}" dt="2023-02-01T08:48:16.735" v="355" actId="14100"/>
          <ac:spMkLst>
            <pc:docMk/>
            <pc:sldMk cId="508298961" sldId="460"/>
            <ac:spMk id="3" creationId="{C80E02B3-D759-267B-055F-BA9F7C4A7051}"/>
          </ac:spMkLst>
        </pc:spChg>
        <pc:spChg chg="add mod">
          <ac:chgData name="#JOHN TAN ZHU EN#" userId="9c038d62-e560-4ab3-ba62-0b2d27497b2c" providerId="ADAL" clId="{03EDEC5E-3B2C-4387-869B-3F2B5CBB9100}" dt="2023-02-01T08:48:47.051" v="363" actId="14100"/>
          <ac:spMkLst>
            <pc:docMk/>
            <pc:sldMk cId="508298961" sldId="460"/>
            <ac:spMk id="4" creationId="{5380F9E6-DE02-8949-4B2E-C214E670C507}"/>
          </ac:spMkLst>
        </pc:spChg>
        <pc:spChg chg="del">
          <ac:chgData name="#JOHN TAN ZHU EN#" userId="9c038d62-e560-4ab3-ba62-0b2d27497b2c" providerId="ADAL" clId="{03EDEC5E-3B2C-4387-869B-3F2B5CBB9100}" dt="2023-02-01T08:46:55.177" v="303" actId="478"/>
          <ac:spMkLst>
            <pc:docMk/>
            <pc:sldMk cId="508298961" sldId="460"/>
            <ac:spMk id="5" creationId="{E81C5CDA-6A71-36AE-6A2B-089850349171}"/>
          </ac:spMkLst>
        </pc:spChg>
        <pc:spChg chg="add del mod">
          <ac:chgData name="#JOHN TAN ZHU EN#" userId="9c038d62-e560-4ab3-ba62-0b2d27497b2c" providerId="ADAL" clId="{03EDEC5E-3B2C-4387-869B-3F2B5CBB9100}" dt="2023-02-01T08:47:28.355" v="346"/>
          <ac:spMkLst>
            <pc:docMk/>
            <pc:sldMk cId="508298961" sldId="460"/>
            <ac:spMk id="6" creationId="{54D8896F-FF7C-BCEA-6B7B-EA5CFF6EC211}"/>
          </ac:spMkLst>
        </pc:spChg>
        <pc:spChg chg="mod">
          <ac:chgData name="#JOHN TAN ZHU EN#" userId="9c038d62-e560-4ab3-ba62-0b2d27497b2c" providerId="ADAL" clId="{03EDEC5E-3B2C-4387-869B-3F2B5CBB9100}" dt="2023-02-01T08:46:43.163" v="302" actId="20577"/>
          <ac:spMkLst>
            <pc:docMk/>
            <pc:sldMk cId="508298961" sldId="460"/>
            <ac:spMk id="8" creationId="{CEE303D4-35FA-C10D-C859-0417DFD03E20}"/>
          </ac:spMkLst>
        </pc:spChg>
        <pc:spChg chg="add mod">
          <ac:chgData name="#JOHN TAN ZHU EN#" userId="9c038d62-e560-4ab3-ba62-0b2d27497b2c" providerId="ADAL" clId="{03EDEC5E-3B2C-4387-869B-3F2B5CBB9100}" dt="2023-02-01T08:48:51.584" v="364" actId="1076"/>
          <ac:spMkLst>
            <pc:docMk/>
            <pc:sldMk cId="508298961" sldId="460"/>
            <ac:spMk id="9" creationId="{8E745B30-E000-78BE-38B2-EE076F8D2B5F}"/>
          </ac:spMkLst>
        </pc:spChg>
        <pc:spChg chg="add mod">
          <ac:chgData name="#JOHN TAN ZHU EN#" userId="9c038d62-e560-4ab3-ba62-0b2d27497b2c" providerId="ADAL" clId="{03EDEC5E-3B2C-4387-869B-3F2B5CBB9100}" dt="2023-02-01T08:48:57.309" v="365" actId="1076"/>
          <ac:spMkLst>
            <pc:docMk/>
            <pc:sldMk cId="508298961" sldId="460"/>
            <ac:spMk id="10" creationId="{F0C33BDF-986C-203E-13EB-0CFD2F04E30E}"/>
          </ac:spMkLst>
        </pc:spChg>
        <pc:spChg chg="add mod">
          <ac:chgData name="#JOHN TAN ZHU EN#" userId="9c038d62-e560-4ab3-ba62-0b2d27497b2c" providerId="ADAL" clId="{03EDEC5E-3B2C-4387-869B-3F2B5CBB9100}" dt="2023-02-01T08:49:16.381" v="369" actId="1076"/>
          <ac:spMkLst>
            <pc:docMk/>
            <pc:sldMk cId="508298961" sldId="460"/>
            <ac:spMk id="11" creationId="{1B7BE82E-6AA0-E2D1-3B9A-4F929E5D01ED}"/>
          </ac:spMkLst>
        </pc:spChg>
        <pc:spChg chg="add mod">
          <ac:chgData name="#JOHN TAN ZHU EN#" userId="9c038d62-e560-4ab3-ba62-0b2d27497b2c" providerId="ADAL" clId="{03EDEC5E-3B2C-4387-869B-3F2B5CBB9100}" dt="2023-02-01T08:49:41.572" v="377" actId="1076"/>
          <ac:spMkLst>
            <pc:docMk/>
            <pc:sldMk cId="508298961" sldId="460"/>
            <ac:spMk id="12" creationId="{307FA098-C5A2-48CE-F9CE-B95F08585879}"/>
          </ac:spMkLst>
        </pc:spChg>
        <pc:spChg chg="add mod">
          <ac:chgData name="#JOHN TAN ZHU EN#" userId="9c038d62-e560-4ab3-ba62-0b2d27497b2c" providerId="ADAL" clId="{03EDEC5E-3B2C-4387-869B-3F2B5CBB9100}" dt="2023-02-01T08:50:02.256" v="382" actId="14100"/>
          <ac:spMkLst>
            <pc:docMk/>
            <pc:sldMk cId="508298961" sldId="460"/>
            <ac:spMk id="14" creationId="{0A58A575-7696-5169-213D-26F59407D70E}"/>
          </ac:spMkLst>
        </pc:spChg>
        <pc:spChg chg="add mod">
          <ac:chgData name="#JOHN TAN ZHU EN#" userId="9c038d62-e560-4ab3-ba62-0b2d27497b2c" providerId="ADAL" clId="{03EDEC5E-3B2C-4387-869B-3F2B5CBB9100}" dt="2023-02-01T08:50:42.979" v="391" actId="27107"/>
          <ac:spMkLst>
            <pc:docMk/>
            <pc:sldMk cId="508298961" sldId="460"/>
            <ac:spMk id="16" creationId="{098947FF-22A7-0CEA-E563-2A142D826D7F}"/>
          </ac:spMkLst>
        </pc:spChg>
      </pc:sldChg>
      <pc:sldChg chg="addSp delSp modSp add mod">
        <pc:chgData name="#JOHN TAN ZHU EN#" userId="9c038d62-e560-4ab3-ba62-0b2d27497b2c" providerId="ADAL" clId="{03EDEC5E-3B2C-4387-869B-3F2B5CBB9100}" dt="2023-02-01T08:52:23.098" v="455" actId="1076"/>
        <pc:sldMkLst>
          <pc:docMk/>
          <pc:sldMk cId="2300609819" sldId="461"/>
        </pc:sldMkLst>
        <pc:spChg chg="del">
          <ac:chgData name="#JOHN TAN ZHU EN#" userId="9c038d62-e560-4ab3-ba62-0b2d27497b2c" providerId="ADAL" clId="{03EDEC5E-3B2C-4387-869B-3F2B5CBB9100}" dt="2023-02-01T08:51:06.219" v="393" actId="478"/>
          <ac:spMkLst>
            <pc:docMk/>
            <pc:sldMk cId="2300609819" sldId="461"/>
            <ac:spMk id="2" creationId="{1C86EACC-5434-743E-E4AD-71A1601800F8}"/>
          </ac:spMkLst>
        </pc:spChg>
        <pc:spChg chg="del">
          <ac:chgData name="#JOHN TAN ZHU EN#" userId="9c038d62-e560-4ab3-ba62-0b2d27497b2c" providerId="ADAL" clId="{03EDEC5E-3B2C-4387-869B-3F2B5CBB9100}" dt="2023-02-01T08:51:06.219" v="393" actId="478"/>
          <ac:spMkLst>
            <pc:docMk/>
            <pc:sldMk cId="2300609819" sldId="461"/>
            <ac:spMk id="3" creationId="{C80E02B3-D759-267B-055F-BA9F7C4A7051}"/>
          </ac:spMkLst>
        </pc:spChg>
        <pc:spChg chg="del">
          <ac:chgData name="#JOHN TAN ZHU EN#" userId="9c038d62-e560-4ab3-ba62-0b2d27497b2c" providerId="ADAL" clId="{03EDEC5E-3B2C-4387-869B-3F2B5CBB9100}" dt="2023-02-01T08:51:06.219" v="393" actId="478"/>
          <ac:spMkLst>
            <pc:docMk/>
            <pc:sldMk cId="2300609819" sldId="461"/>
            <ac:spMk id="4" creationId="{5380F9E6-DE02-8949-4B2E-C214E670C507}"/>
          </ac:spMkLst>
        </pc:spChg>
        <pc:spChg chg="add mod">
          <ac:chgData name="#JOHN TAN ZHU EN#" userId="9c038d62-e560-4ab3-ba62-0b2d27497b2c" providerId="ADAL" clId="{03EDEC5E-3B2C-4387-869B-3F2B5CBB9100}" dt="2023-02-01T08:52:23.098" v="455" actId="1076"/>
          <ac:spMkLst>
            <pc:docMk/>
            <pc:sldMk cId="2300609819" sldId="461"/>
            <ac:spMk id="5" creationId="{2FB464D6-FF2A-3C98-898F-5BBDE5A0018F}"/>
          </ac:spMkLst>
        </pc:spChg>
        <pc:spChg chg="del">
          <ac:chgData name="#JOHN TAN ZHU EN#" userId="9c038d62-e560-4ab3-ba62-0b2d27497b2c" providerId="ADAL" clId="{03EDEC5E-3B2C-4387-869B-3F2B5CBB9100}" dt="2023-02-01T08:51:06.219" v="393" actId="478"/>
          <ac:spMkLst>
            <pc:docMk/>
            <pc:sldMk cId="2300609819" sldId="461"/>
            <ac:spMk id="9" creationId="{8E745B30-E000-78BE-38B2-EE076F8D2B5F}"/>
          </ac:spMkLst>
        </pc:spChg>
        <pc:spChg chg="del">
          <ac:chgData name="#JOHN TAN ZHU EN#" userId="9c038d62-e560-4ab3-ba62-0b2d27497b2c" providerId="ADAL" clId="{03EDEC5E-3B2C-4387-869B-3F2B5CBB9100}" dt="2023-02-01T08:51:06.219" v="393" actId="478"/>
          <ac:spMkLst>
            <pc:docMk/>
            <pc:sldMk cId="2300609819" sldId="461"/>
            <ac:spMk id="10" creationId="{F0C33BDF-986C-203E-13EB-0CFD2F04E30E}"/>
          </ac:spMkLst>
        </pc:spChg>
        <pc:spChg chg="del">
          <ac:chgData name="#JOHN TAN ZHU EN#" userId="9c038d62-e560-4ab3-ba62-0b2d27497b2c" providerId="ADAL" clId="{03EDEC5E-3B2C-4387-869B-3F2B5CBB9100}" dt="2023-02-01T08:51:06.219" v="393" actId="478"/>
          <ac:spMkLst>
            <pc:docMk/>
            <pc:sldMk cId="2300609819" sldId="461"/>
            <ac:spMk id="11" creationId="{1B7BE82E-6AA0-E2D1-3B9A-4F929E5D01ED}"/>
          </ac:spMkLst>
        </pc:spChg>
        <pc:spChg chg="del">
          <ac:chgData name="#JOHN TAN ZHU EN#" userId="9c038d62-e560-4ab3-ba62-0b2d27497b2c" providerId="ADAL" clId="{03EDEC5E-3B2C-4387-869B-3F2B5CBB9100}" dt="2023-02-01T08:51:06.219" v="393" actId="478"/>
          <ac:spMkLst>
            <pc:docMk/>
            <pc:sldMk cId="2300609819" sldId="461"/>
            <ac:spMk id="12" creationId="{307FA098-C5A2-48CE-F9CE-B95F08585879}"/>
          </ac:spMkLst>
        </pc:spChg>
        <pc:spChg chg="del">
          <ac:chgData name="#JOHN TAN ZHU EN#" userId="9c038d62-e560-4ab3-ba62-0b2d27497b2c" providerId="ADAL" clId="{03EDEC5E-3B2C-4387-869B-3F2B5CBB9100}" dt="2023-02-01T08:51:06.219" v="393" actId="478"/>
          <ac:spMkLst>
            <pc:docMk/>
            <pc:sldMk cId="2300609819" sldId="461"/>
            <ac:spMk id="14" creationId="{0A58A575-7696-5169-213D-26F59407D70E}"/>
          </ac:spMkLst>
        </pc:spChg>
        <pc:spChg chg="del">
          <ac:chgData name="#JOHN TAN ZHU EN#" userId="9c038d62-e560-4ab3-ba62-0b2d27497b2c" providerId="ADAL" clId="{03EDEC5E-3B2C-4387-869B-3F2B5CBB9100}" dt="2023-02-01T08:51:06.219" v="393" actId="478"/>
          <ac:spMkLst>
            <pc:docMk/>
            <pc:sldMk cId="2300609819" sldId="461"/>
            <ac:spMk id="16" creationId="{098947FF-22A7-0CEA-E563-2A142D826D7F}"/>
          </ac:spMkLst>
        </pc:spChg>
      </pc:sldChg>
      <pc:sldChg chg="modSp add mod">
        <pc:chgData name="#JOHN TAN ZHU EN#" userId="9c038d62-e560-4ab3-ba62-0b2d27497b2c" providerId="ADAL" clId="{03EDEC5E-3B2C-4387-869B-3F2B5CBB9100}" dt="2023-02-01T09:15:36.596" v="542" actId="20577"/>
        <pc:sldMkLst>
          <pc:docMk/>
          <pc:sldMk cId="59757805" sldId="462"/>
        </pc:sldMkLst>
        <pc:spChg chg="mod">
          <ac:chgData name="#JOHN TAN ZHU EN#" userId="9c038d62-e560-4ab3-ba62-0b2d27497b2c" providerId="ADAL" clId="{03EDEC5E-3B2C-4387-869B-3F2B5CBB9100}" dt="2023-02-01T09:15:36.596" v="542" actId="20577"/>
          <ac:spMkLst>
            <pc:docMk/>
            <pc:sldMk cId="59757805" sldId="462"/>
            <ac:spMk id="5" creationId="{2FB464D6-FF2A-3C98-898F-5BBDE5A0018F}"/>
          </ac:spMkLst>
        </pc:spChg>
      </pc:sldChg>
      <pc:sldChg chg="modSp add mod">
        <pc:chgData name="#JOHN TAN ZHU EN#" userId="9c038d62-e560-4ab3-ba62-0b2d27497b2c" providerId="ADAL" clId="{03EDEC5E-3B2C-4387-869B-3F2B5CBB9100}" dt="2023-02-01T09:15:36.793" v="543" actId="20577"/>
        <pc:sldMkLst>
          <pc:docMk/>
          <pc:sldMk cId="502741261" sldId="463"/>
        </pc:sldMkLst>
        <pc:spChg chg="mod">
          <ac:chgData name="#JOHN TAN ZHU EN#" userId="9c038d62-e560-4ab3-ba62-0b2d27497b2c" providerId="ADAL" clId="{03EDEC5E-3B2C-4387-869B-3F2B5CBB9100}" dt="2023-02-01T09:15:36.793" v="543" actId="20577"/>
          <ac:spMkLst>
            <pc:docMk/>
            <pc:sldMk cId="502741261" sldId="463"/>
            <ac:spMk id="5" creationId="{2FB464D6-FF2A-3C98-898F-5BBDE5A0018F}"/>
          </ac:spMkLst>
        </pc:spChg>
      </pc:sldChg>
      <pc:sldChg chg="addSp delSp modSp add mod modNotesTx">
        <pc:chgData name="#JOHN TAN ZHU EN#" userId="9c038d62-e560-4ab3-ba62-0b2d27497b2c" providerId="ADAL" clId="{03EDEC5E-3B2C-4387-869B-3F2B5CBB9100}" dt="2023-02-01T09:15:37.766" v="546" actId="20577"/>
        <pc:sldMkLst>
          <pc:docMk/>
          <pc:sldMk cId="2923355069" sldId="464"/>
        </pc:sldMkLst>
        <pc:spChg chg="add mod">
          <ac:chgData name="#JOHN TAN ZHU EN#" userId="9c038d62-e560-4ab3-ba62-0b2d27497b2c" providerId="ADAL" clId="{03EDEC5E-3B2C-4387-869B-3F2B5CBB9100}" dt="2023-02-01T09:15:37.766" v="546" actId="20577"/>
          <ac:spMkLst>
            <pc:docMk/>
            <pc:sldMk cId="2923355069" sldId="464"/>
            <ac:spMk id="3" creationId="{2F2EFEF5-4731-B775-DCF4-D59B1E1FF869}"/>
          </ac:spMkLst>
        </pc:spChg>
        <pc:spChg chg="del">
          <ac:chgData name="#JOHN TAN ZHU EN#" userId="9c038d62-e560-4ab3-ba62-0b2d27497b2c" providerId="ADAL" clId="{03EDEC5E-3B2C-4387-869B-3F2B5CBB9100}" dt="2023-02-01T09:05:46.385" v="470" actId="478"/>
          <ac:spMkLst>
            <pc:docMk/>
            <pc:sldMk cId="2923355069" sldId="464"/>
            <ac:spMk id="5" creationId="{2FB464D6-FF2A-3C98-898F-5BBDE5A0018F}"/>
          </ac:spMkLst>
        </pc:spChg>
      </pc:sldChg>
      <pc:sldChg chg="modSp add mod modNotesTx">
        <pc:chgData name="#JOHN TAN ZHU EN#" userId="9c038d62-e560-4ab3-ba62-0b2d27497b2c" providerId="ADAL" clId="{03EDEC5E-3B2C-4387-869B-3F2B5CBB9100}" dt="2023-02-01T09:07:26.737" v="481"/>
        <pc:sldMkLst>
          <pc:docMk/>
          <pc:sldMk cId="2588724735" sldId="465"/>
        </pc:sldMkLst>
        <pc:spChg chg="mod">
          <ac:chgData name="#JOHN TAN ZHU EN#" userId="9c038d62-e560-4ab3-ba62-0b2d27497b2c" providerId="ADAL" clId="{03EDEC5E-3B2C-4387-869B-3F2B5CBB9100}" dt="2023-02-01T09:07:18.373" v="480" actId="207"/>
          <ac:spMkLst>
            <pc:docMk/>
            <pc:sldMk cId="2588724735" sldId="465"/>
            <ac:spMk id="3" creationId="{2F2EFEF5-4731-B775-DCF4-D59B1E1FF869}"/>
          </ac:spMkLst>
        </pc:spChg>
      </pc:sldChg>
      <pc:sldChg chg="modSp add mod">
        <pc:chgData name="#JOHN TAN ZHU EN#" userId="9c038d62-e560-4ab3-ba62-0b2d27497b2c" providerId="ADAL" clId="{03EDEC5E-3B2C-4387-869B-3F2B5CBB9100}" dt="2023-02-01T09:15:38.845" v="549" actId="20577"/>
        <pc:sldMkLst>
          <pc:docMk/>
          <pc:sldMk cId="3799344869" sldId="466"/>
        </pc:sldMkLst>
        <pc:spChg chg="mod">
          <ac:chgData name="#JOHN TAN ZHU EN#" userId="9c038d62-e560-4ab3-ba62-0b2d27497b2c" providerId="ADAL" clId="{03EDEC5E-3B2C-4387-869B-3F2B5CBB9100}" dt="2023-02-01T09:15:38.845" v="549" actId="20577"/>
          <ac:spMkLst>
            <pc:docMk/>
            <pc:sldMk cId="3799344869" sldId="466"/>
            <ac:spMk id="3" creationId="{2F2EFEF5-4731-B775-DCF4-D59B1E1FF869}"/>
          </ac:spMkLst>
        </pc:spChg>
      </pc:sldChg>
      <pc:sldChg chg="addSp delSp modSp add mod modNotesTx">
        <pc:chgData name="#JOHN TAN ZHU EN#" userId="9c038d62-e560-4ab3-ba62-0b2d27497b2c" providerId="ADAL" clId="{03EDEC5E-3B2C-4387-869B-3F2B5CBB9100}" dt="2023-02-01T09:08:51.134" v="505" actId="14100"/>
        <pc:sldMkLst>
          <pc:docMk/>
          <pc:sldMk cId="3505697276" sldId="467"/>
        </pc:sldMkLst>
        <pc:spChg chg="del mod">
          <ac:chgData name="#JOHN TAN ZHU EN#" userId="9c038d62-e560-4ab3-ba62-0b2d27497b2c" providerId="ADAL" clId="{03EDEC5E-3B2C-4387-869B-3F2B5CBB9100}" dt="2023-02-01T09:08:22.566" v="493" actId="478"/>
          <ac:spMkLst>
            <pc:docMk/>
            <pc:sldMk cId="3505697276" sldId="467"/>
            <ac:spMk id="3" creationId="{2F2EFEF5-4731-B775-DCF4-D59B1E1FF869}"/>
          </ac:spMkLst>
        </pc:spChg>
        <pc:spChg chg="add mod">
          <ac:chgData name="#JOHN TAN ZHU EN#" userId="9c038d62-e560-4ab3-ba62-0b2d27497b2c" providerId="ADAL" clId="{03EDEC5E-3B2C-4387-869B-3F2B5CBB9100}" dt="2023-02-01T09:08:51.134" v="505" actId="14100"/>
          <ac:spMkLst>
            <pc:docMk/>
            <pc:sldMk cId="3505697276" sldId="467"/>
            <ac:spMk id="4" creationId="{775E6308-7332-0EDB-9F26-5231307AC171}"/>
          </ac:spMkLst>
        </pc:spChg>
        <pc:spChg chg="mod">
          <ac:chgData name="#JOHN TAN ZHU EN#" userId="9c038d62-e560-4ab3-ba62-0b2d27497b2c" providerId="ADAL" clId="{03EDEC5E-3B2C-4387-869B-3F2B5CBB9100}" dt="2023-02-01T09:08:47.320" v="503" actId="1076"/>
          <ac:spMkLst>
            <pc:docMk/>
            <pc:sldMk cId="3505697276" sldId="467"/>
            <ac:spMk id="8" creationId="{CEE303D4-35FA-C10D-C859-0417DFD03E20}"/>
          </ac:spMkLst>
        </pc:spChg>
      </pc:sldChg>
      <pc:sldChg chg="addSp delSp modSp add mod">
        <pc:chgData name="#JOHN TAN ZHU EN#" userId="9c038d62-e560-4ab3-ba62-0b2d27497b2c" providerId="ADAL" clId="{03EDEC5E-3B2C-4387-869B-3F2B5CBB9100}" dt="2023-02-01T09:15:39.218" v="550" actId="20577"/>
        <pc:sldMkLst>
          <pc:docMk/>
          <pc:sldMk cId="3435160054" sldId="468"/>
        </pc:sldMkLst>
        <pc:spChg chg="add mod">
          <ac:chgData name="#JOHN TAN ZHU EN#" userId="9c038d62-e560-4ab3-ba62-0b2d27497b2c" providerId="ADAL" clId="{03EDEC5E-3B2C-4387-869B-3F2B5CBB9100}" dt="2023-02-01T09:15:39.218" v="550" actId="20577"/>
          <ac:spMkLst>
            <pc:docMk/>
            <pc:sldMk cId="3435160054" sldId="468"/>
            <ac:spMk id="2" creationId="{0E0C5DBD-F16D-21DE-9E05-A0139A9F5A64}"/>
          </ac:spMkLst>
        </pc:spChg>
        <pc:spChg chg="del">
          <ac:chgData name="#JOHN TAN ZHU EN#" userId="9c038d62-e560-4ab3-ba62-0b2d27497b2c" providerId="ADAL" clId="{03EDEC5E-3B2C-4387-869B-3F2B5CBB9100}" dt="2023-02-01T09:14:02.927" v="507" actId="478"/>
          <ac:spMkLst>
            <pc:docMk/>
            <pc:sldMk cId="3435160054" sldId="468"/>
            <ac:spMk id="4" creationId="{775E6308-7332-0EDB-9F26-5231307AC171}"/>
          </ac:spMkLst>
        </pc:spChg>
        <pc:picChg chg="add mod">
          <ac:chgData name="#JOHN TAN ZHU EN#" userId="9c038d62-e560-4ab3-ba62-0b2d27497b2c" providerId="ADAL" clId="{03EDEC5E-3B2C-4387-869B-3F2B5CBB9100}" dt="2023-02-01T09:14:36.123" v="521" actId="1076"/>
          <ac:picMkLst>
            <pc:docMk/>
            <pc:sldMk cId="3435160054" sldId="468"/>
            <ac:picMk id="3" creationId="{E1B07DA5-60FD-2926-9195-7ECD6AC2966F}"/>
          </ac:picMkLst>
        </pc:picChg>
      </pc:sldChg>
      <pc:sldChg chg="delSp modSp add mod">
        <pc:chgData name="#JOHN TAN ZHU EN#" userId="9c038d62-e560-4ab3-ba62-0b2d27497b2c" providerId="ADAL" clId="{03EDEC5E-3B2C-4387-869B-3F2B5CBB9100}" dt="2023-02-01T09:15:43.138" v="552" actId="255"/>
        <pc:sldMkLst>
          <pc:docMk/>
          <pc:sldMk cId="2173088421" sldId="469"/>
        </pc:sldMkLst>
        <pc:spChg chg="mod">
          <ac:chgData name="#JOHN TAN ZHU EN#" userId="9c038d62-e560-4ab3-ba62-0b2d27497b2c" providerId="ADAL" clId="{03EDEC5E-3B2C-4387-869B-3F2B5CBB9100}" dt="2023-02-01T09:15:43.138" v="552" actId="255"/>
          <ac:spMkLst>
            <pc:docMk/>
            <pc:sldMk cId="2173088421" sldId="469"/>
            <ac:spMk id="2" creationId="{0E0C5DBD-F16D-21DE-9E05-A0139A9F5A64}"/>
          </ac:spMkLst>
        </pc:spChg>
        <pc:picChg chg="del">
          <ac:chgData name="#JOHN TAN ZHU EN#" userId="9c038d62-e560-4ab3-ba62-0b2d27497b2c" providerId="ADAL" clId="{03EDEC5E-3B2C-4387-869B-3F2B5CBB9100}" dt="2023-02-01T09:15:01.376" v="525" actId="478"/>
          <ac:picMkLst>
            <pc:docMk/>
            <pc:sldMk cId="2173088421" sldId="469"/>
            <ac:picMk id="3" creationId="{E1B07DA5-60FD-2926-9195-7ECD6AC2966F}"/>
          </ac:picMkLst>
        </pc:picChg>
      </pc:sldChg>
      <pc:sldChg chg="addSp delSp modSp add mod modNotesTx">
        <pc:chgData name="#JOHN TAN ZHU EN#" userId="9c038d62-e560-4ab3-ba62-0b2d27497b2c" providerId="ADAL" clId="{03EDEC5E-3B2C-4387-869B-3F2B5CBB9100}" dt="2023-02-01T09:18:31.130" v="581"/>
        <pc:sldMkLst>
          <pc:docMk/>
          <pc:sldMk cId="1366377288" sldId="470"/>
        </pc:sldMkLst>
        <pc:spChg chg="mod">
          <ac:chgData name="#JOHN TAN ZHU EN#" userId="9c038d62-e560-4ab3-ba62-0b2d27497b2c" providerId="ADAL" clId="{03EDEC5E-3B2C-4387-869B-3F2B5CBB9100}" dt="2023-02-01T09:18:21.264" v="580"/>
          <ac:spMkLst>
            <pc:docMk/>
            <pc:sldMk cId="1366377288" sldId="470"/>
            <ac:spMk id="2" creationId="{0E0C5DBD-F16D-21DE-9E05-A0139A9F5A64}"/>
          </ac:spMkLst>
        </pc:spChg>
        <pc:spChg chg="add mod">
          <ac:chgData name="#JOHN TAN ZHU EN#" userId="9c038d62-e560-4ab3-ba62-0b2d27497b2c" providerId="ADAL" clId="{03EDEC5E-3B2C-4387-869B-3F2B5CBB9100}" dt="2023-02-01T09:18:10.438" v="577" actId="1076"/>
          <ac:spMkLst>
            <pc:docMk/>
            <pc:sldMk cId="1366377288" sldId="470"/>
            <ac:spMk id="3" creationId="{85357652-9487-F19B-7AB7-6D795115FD5A}"/>
          </ac:spMkLst>
        </pc:spChg>
        <pc:picChg chg="add mod">
          <ac:chgData name="#JOHN TAN ZHU EN#" userId="9c038d62-e560-4ab3-ba62-0b2d27497b2c" providerId="ADAL" clId="{03EDEC5E-3B2C-4387-869B-3F2B5CBB9100}" dt="2023-02-01T09:18:07.859" v="576" actId="1076"/>
          <ac:picMkLst>
            <pc:docMk/>
            <pc:sldMk cId="1366377288" sldId="470"/>
            <ac:picMk id="9" creationId="{B677B560-F3D1-04E1-E53D-CCF2856D7FAF}"/>
          </ac:picMkLst>
        </pc:picChg>
        <pc:cxnChg chg="add del mod">
          <ac:chgData name="#JOHN TAN ZHU EN#" userId="9c038d62-e560-4ab3-ba62-0b2d27497b2c" providerId="ADAL" clId="{03EDEC5E-3B2C-4387-869B-3F2B5CBB9100}" dt="2023-02-01T09:17:51.674" v="567"/>
          <ac:cxnSpMkLst>
            <pc:docMk/>
            <pc:sldMk cId="1366377288" sldId="470"/>
            <ac:cxnSpMk id="4" creationId="{150B55A0-5078-5486-203F-9ADE4F70569D}"/>
          </ac:cxnSpMkLst>
        </pc:cxnChg>
        <pc:cxnChg chg="add mod">
          <ac:chgData name="#JOHN TAN ZHU EN#" userId="9c038d62-e560-4ab3-ba62-0b2d27497b2c" providerId="ADAL" clId="{03EDEC5E-3B2C-4387-869B-3F2B5CBB9100}" dt="2023-02-01T09:18:12.916" v="578" actId="1076"/>
          <ac:cxnSpMkLst>
            <pc:docMk/>
            <pc:sldMk cId="1366377288" sldId="470"/>
            <ac:cxnSpMk id="5" creationId="{4E30E369-B617-60C5-640D-B6AC0C3532CD}"/>
          </ac:cxnSpMkLst>
        </pc:cxnChg>
      </pc:sldChg>
      <pc:sldChg chg="modSp add mod ord">
        <pc:chgData name="#JOHN TAN ZHU EN#" userId="9c038d62-e560-4ab3-ba62-0b2d27497b2c" providerId="ADAL" clId="{03EDEC5E-3B2C-4387-869B-3F2B5CBB9100}" dt="2023-02-01T09:21:02.649" v="588" actId="14100"/>
        <pc:sldMkLst>
          <pc:docMk/>
          <pc:sldMk cId="2931069481" sldId="471"/>
        </pc:sldMkLst>
        <pc:spChg chg="mod">
          <ac:chgData name="#JOHN TAN ZHU EN#" userId="9c038d62-e560-4ab3-ba62-0b2d27497b2c" providerId="ADAL" clId="{03EDEC5E-3B2C-4387-869B-3F2B5CBB9100}" dt="2023-02-01T09:21:02.649" v="588" actId="14100"/>
          <ac:spMkLst>
            <pc:docMk/>
            <pc:sldMk cId="2931069481" sldId="471"/>
            <ac:spMk id="2" creationId="{0E0C5DBD-F16D-21DE-9E05-A0139A9F5A64}"/>
          </ac:spMkLst>
        </pc:spChg>
      </pc:sldChg>
      <pc:sldChg chg="modSp add mod">
        <pc:chgData name="#JOHN TAN ZHU EN#" userId="9c038d62-e560-4ab3-ba62-0b2d27497b2c" providerId="ADAL" clId="{03EDEC5E-3B2C-4387-869B-3F2B5CBB9100}" dt="2023-02-01T09:21:40.403" v="595" actId="207"/>
        <pc:sldMkLst>
          <pc:docMk/>
          <pc:sldMk cId="2571080685" sldId="472"/>
        </pc:sldMkLst>
        <pc:spChg chg="mod">
          <ac:chgData name="#JOHN TAN ZHU EN#" userId="9c038d62-e560-4ab3-ba62-0b2d27497b2c" providerId="ADAL" clId="{03EDEC5E-3B2C-4387-869B-3F2B5CBB9100}" dt="2023-02-01T09:21:40.403" v="595" actId="207"/>
          <ac:spMkLst>
            <pc:docMk/>
            <pc:sldMk cId="2571080685" sldId="472"/>
            <ac:spMk id="2" creationId="{0E0C5DBD-F16D-21DE-9E05-A0139A9F5A64}"/>
          </ac:spMkLst>
        </pc:spChg>
      </pc:sldChg>
      <pc:sldChg chg="modSp add mod">
        <pc:chgData name="#JOHN TAN ZHU EN#" userId="9c038d62-e560-4ab3-ba62-0b2d27497b2c" providerId="ADAL" clId="{03EDEC5E-3B2C-4387-869B-3F2B5CBB9100}" dt="2023-02-01T09:22:51.411" v="601" actId="255"/>
        <pc:sldMkLst>
          <pc:docMk/>
          <pc:sldMk cId="3881932599" sldId="473"/>
        </pc:sldMkLst>
        <pc:spChg chg="mod">
          <ac:chgData name="#JOHN TAN ZHU EN#" userId="9c038d62-e560-4ab3-ba62-0b2d27497b2c" providerId="ADAL" clId="{03EDEC5E-3B2C-4387-869B-3F2B5CBB9100}" dt="2023-02-01T09:22:51.411" v="601" actId="255"/>
          <ac:spMkLst>
            <pc:docMk/>
            <pc:sldMk cId="3881932599" sldId="473"/>
            <ac:spMk id="2" creationId="{0E0C5DBD-F16D-21DE-9E05-A0139A9F5A64}"/>
          </ac:spMkLst>
        </pc:spChg>
      </pc:sldChg>
      <pc:sldChg chg="modSp add mod">
        <pc:chgData name="#JOHN TAN ZHU EN#" userId="9c038d62-e560-4ab3-ba62-0b2d27497b2c" providerId="ADAL" clId="{03EDEC5E-3B2C-4387-869B-3F2B5CBB9100}" dt="2023-02-01T09:23:52.337" v="605" actId="255"/>
        <pc:sldMkLst>
          <pc:docMk/>
          <pc:sldMk cId="1572310522" sldId="474"/>
        </pc:sldMkLst>
        <pc:spChg chg="mod">
          <ac:chgData name="#JOHN TAN ZHU EN#" userId="9c038d62-e560-4ab3-ba62-0b2d27497b2c" providerId="ADAL" clId="{03EDEC5E-3B2C-4387-869B-3F2B5CBB9100}" dt="2023-02-01T09:23:52.337" v="605" actId="255"/>
          <ac:spMkLst>
            <pc:docMk/>
            <pc:sldMk cId="1572310522" sldId="474"/>
            <ac:spMk id="2" creationId="{0E0C5DBD-F16D-21DE-9E05-A0139A9F5A64}"/>
          </ac:spMkLst>
        </pc:spChg>
      </pc:sldChg>
      <pc:sldChg chg="addSp delSp modSp add mod">
        <pc:chgData name="#JOHN TAN ZHU EN#" userId="9c038d62-e560-4ab3-ba62-0b2d27497b2c" providerId="ADAL" clId="{03EDEC5E-3B2C-4387-869B-3F2B5CBB9100}" dt="2023-02-01T09:25:07.589" v="622" actId="1076"/>
        <pc:sldMkLst>
          <pc:docMk/>
          <pc:sldMk cId="873234588" sldId="475"/>
        </pc:sldMkLst>
        <pc:spChg chg="del">
          <ac:chgData name="#JOHN TAN ZHU EN#" userId="9c038d62-e560-4ab3-ba62-0b2d27497b2c" providerId="ADAL" clId="{03EDEC5E-3B2C-4387-869B-3F2B5CBB9100}" dt="2023-02-01T09:24:05.797" v="607" actId="478"/>
          <ac:spMkLst>
            <pc:docMk/>
            <pc:sldMk cId="873234588" sldId="475"/>
            <ac:spMk id="2" creationId="{0E0C5DBD-F16D-21DE-9E05-A0139A9F5A64}"/>
          </ac:spMkLst>
        </pc:spChg>
        <pc:spChg chg="add mod">
          <ac:chgData name="#JOHN TAN ZHU EN#" userId="9c038d62-e560-4ab3-ba62-0b2d27497b2c" providerId="ADAL" clId="{03EDEC5E-3B2C-4387-869B-3F2B5CBB9100}" dt="2023-02-01T09:24:34.991" v="613" actId="255"/>
          <ac:spMkLst>
            <pc:docMk/>
            <pc:sldMk cId="873234588" sldId="475"/>
            <ac:spMk id="3" creationId="{BCEF28EE-4789-542C-4B4E-447FAFB0F2E6}"/>
          </ac:spMkLst>
        </pc:spChg>
        <pc:cxnChg chg="add mod">
          <ac:chgData name="#JOHN TAN ZHU EN#" userId="9c038d62-e560-4ab3-ba62-0b2d27497b2c" providerId="ADAL" clId="{03EDEC5E-3B2C-4387-869B-3F2B5CBB9100}" dt="2023-02-01T09:25:07.589" v="622" actId="1076"/>
          <ac:cxnSpMkLst>
            <pc:docMk/>
            <pc:sldMk cId="873234588" sldId="475"/>
            <ac:cxnSpMk id="4" creationId="{481BCC72-9593-BC6E-63B6-C170D5E2BF4E}"/>
          </ac:cxnSpMkLst>
        </pc:cxnChg>
        <pc:cxnChg chg="add mod">
          <ac:chgData name="#JOHN TAN ZHU EN#" userId="9c038d62-e560-4ab3-ba62-0b2d27497b2c" providerId="ADAL" clId="{03EDEC5E-3B2C-4387-869B-3F2B5CBB9100}" dt="2023-02-01T09:24:59.789" v="621" actId="14100"/>
          <ac:cxnSpMkLst>
            <pc:docMk/>
            <pc:sldMk cId="873234588" sldId="475"/>
            <ac:cxnSpMk id="5" creationId="{14709AF2-5686-B7CE-959C-B4471944D7C3}"/>
          </ac:cxnSpMkLst>
        </pc:cxnChg>
        <pc:cxnChg chg="add mod">
          <ac:chgData name="#JOHN TAN ZHU EN#" userId="9c038d62-e560-4ab3-ba62-0b2d27497b2c" providerId="ADAL" clId="{03EDEC5E-3B2C-4387-869B-3F2B5CBB9100}" dt="2023-02-01T09:24:57.403" v="620" actId="14100"/>
          <ac:cxnSpMkLst>
            <pc:docMk/>
            <pc:sldMk cId="873234588" sldId="475"/>
            <ac:cxnSpMk id="6" creationId="{9E571D34-8EFD-6818-9E5B-6F69F12D2EE4}"/>
          </ac:cxnSpMkLst>
        </pc:cxnChg>
      </pc:sldChg>
      <pc:sldChg chg="addSp delSp modSp add mod modNotesTx">
        <pc:chgData name="#JOHN TAN ZHU EN#" userId="9c038d62-e560-4ab3-ba62-0b2d27497b2c" providerId="ADAL" clId="{03EDEC5E-3B2C-4387-869B-3F2B5CBB9100}" dt="2023-02-01T09:28:46.880" v="685"/>
        <pc:sldMkLst>
          <pc:docMk/>
          <pc:sldMk cId="510690974" sldId="476"/>
        </pc:sldMkLst>
        <pc:spChg chg="del">
          <ac:chgData name="#JOHN TAN ZHU EN#" userId="9c038d62-e560-4ab3-ba62-0b2d27497b2c" providerId="ADAL" clId="{03EDEC5E-3B2C-4387-869B-3F2B5CBB9100}" dt="2023-02-01T09:25:37.534" v="624" actId="478"/>
          <ac:spMkLst>
            <pc:docMk/>
            <pc:sldMk cId="510690974" sldId="476"/>
            <ac:spMk id="3" creationId="{BCEF28EE-4789-542C-4B4E-447FAFB0F2E6}"/>
          </ac:spMkLst>
        </pc:spChg>
        <pc:spChg chg="add mod ord">
          <ac:chgData name="#JOHN TAN ZHU EN#" userId="9c038d62-e560-4ab3-ba62-0b2d27497b2c" providerId="ADAL" clId="{03EDEC5E-3B2C-4387-869B-3F2B5CBB9100}" dt="2023-02-01T09:27:49.938" v="671" actId="167"/>
          <ac:spMkLst>
            <pc:docMk/>
            <pc:sldMk cId="510690974" sldId="476"/>
            <ac:spMk id="14" creationId="{F462F8AD-75A9-6E8F-6935-71072B35EA97}"/>
          </ac:spMkLst>
        </pc:spChg>
        <pc:cxnChg chg="add del mod">
          <ac:chgData name="#JOHN TAN ZHU EN#" userId="9c038d62-e560-4ab3-ba62-0b2d27497b2c" providerId="ADAL" clId="{03EDEC5E-3B2C-4387-869B-3F2B5CBB9100}" dt="2023-02-01T09:25:43.582" v="629"/>
          <ac:cxnSpMkLst>
            <pc:docMk/>
            <pc:sldMk cId="510690974" sldId="476"/>
            <ac:cxnSpMk id="2" creationId="{54D4FA65-1603-A55D-F83B-976625E45B16}"/>
          </ac:cxnSpMkLst>
        </pc:cxnChg>
        <pc:cxnChg chg="del">
          <ac:chgData name="#JOHN TAN ZHU EN#" userId="9c038d62-e560-4ab3-ba62-0b2d27497b2c" providerId="ADAL" clId="{03EDEC5E-3B2C-4387-869B-3F2B5CBB9100}" dt="2023-02-01T09:25:39.878" v="626" actId="478"/>
          <ac:cxnSpMkLst>
            <pc:docMk/>
            <pc:sldMk cId="510690974" sldId="476"/>
            <ac:cxnSpMk id="4" creationId="{481BCC72-9593-BC6E-63B6-C170D5E2BF4E}"/>
          </ac:cxnSpMkLst>
        </pc:cxnChg>
        <pc:cxnChg chg="del">
          <ac:chgData name="#JOHN TAN ZHU EN#" userId="9c038d62-e560-4ab3-ba62-0b2d27497b2c" providerId="ADAL" clId="{03EDEC5E-3B2C-4387-869B-3F2B5CBB9100}" dt="2023-02-01T09:25:40.686" v="627" actId="478"/>
          <ac:cxnSpMkLst>
            <pc:docMk/>
            <pc:sldMk cId="510690974" sldId="476"/>
            <ac:cxnSpMk id="5" creationId="{14709AF2-5686-B7CE-959C-B4471944D7C3}"/>
          </ac:cxnSpMkLst>
        </pc:cxnChg>
        <pc:cxnChg chg="del">
          <ac:chgData name="#JOHN TAN ZHU EN#" userId="9c038d62-e560-4ab3-ba62-0b2d27497b2c" providerId="ADAL" clId="{03EDEC5E-3B2C-4387-869B-3F2B5CBB9100}" dt="2023-02-01T09:25:39.109" v="625" actId="478"/>
          <ac:cxnSpMkLst>
            <pc:docMk/>
            <pc:sldMk cId="510690974" sldId="476"/>
            <ac:cxnSpMk id="6" creationId="{9E571D34-8EFD-6818-9E5B-6F69F12D2EE4}"/>
          </ac:cxnSpMkLst>
        </pc:cxnChg>
        <pc:cxnChg chg="add del mod">
          <ac:chgData name="#JOHN TAN ZHU EN#" userId="9c038d62-e560-4ab3-ba62-0b2d27497b2c" providerId="ADAL" clId="{03EDEC5E-3B2C-4387-869B-3F2B5CBB9100}" dt="2023-02-01T09:25:43.582" v="629"/>
          <ac:cxnSpMkLst>
            <pc:docMk/>
            <pc:sldMk cId="510690974" sldId="476"/>
            <ac:cxnSpMk id="9" creationId="{E92F2938-C167-95C9-E8D6-2F7671AFF410}"/>
          </ac:cxnSpMkLst>
        </pc:cxnChg>
        <pc:cxnChg chg="add del mod">
          <ac:chgData name="#JOHN TAN ZHU EN#" userId="9c038d62-e560-4ab3-ba62-0b2d27497b2c" providerId="ADAL" clId="{03EDEC5E-3B2C-4387-869B-3F2B5CBB9100}" dt="2023-02-01T09:25:43.582" v="629"/>
          <ac:cxnSpMkLst>
            <pc:docMk/>
            <pc:sldMk cId="510690974" sldId="476"/>
            <ac:cxnSpMk id="10" creationId="{4756EB41-3AD8-DADF-F8AB-CD9EEF3A7B88}"/>
          </ac:cxnSpMkLst>
        </pc:cxnChg>
        <pc:cxnChg chg="add mod">
          <ac:chgData name="#JOHN TAN ZHU EN#" userId="9c038d62-e560-4ab3-ba62-0b2d27497b2c" providerId="ADAL" clId="{03EDEC5E-3B2C-4387-869B-3F2B5CBB9100}" dt="2023-02-01T09:28:25.347" v="684" actId="14100"/>
          <ac:cxnSpMkLst>
            <pc:docMk/>
            <pc:sldMk cId="510690974" sldId="476"/>
            <ac:cxnSpMk id="11" creationId="{CE475B57-3BC8-2304-4CE3-8F0D145E82A9}"/>
          </ac:cxnSpMkLst>
        </pc:cxnChg>
        <pc:cxnChg chg="add mod">
          <ac:chgData name="#JOHN TAN ZHU EN#" userId="9c038d62-e560-4ab3-ba62-0b2d27497b2c" providerId="ADAL" clId="{03EDEC5E-3B2C-4387-869B-3F2B5CBB9100}" dt="2023-02-01T09:28:23.337" v="683" actId="14100"/>
          <ac:cxnSpMkLst>
            <pc:docMk/>
            <pc:sldMk cId="510690974" sldId="476"/>
            <ac:cxnSpMk id="12" creationId="{C942853D-08AD-64D1-2802-2F965A2BA730}"/>
          </ac:cxnSpMkLst>
        </pc:cxnChg>
        <pc:cxnChg chg="add mod">
          <ac:chgData name="#JOHN TAN ZHU EN#" userId="9c038d62-e560-4ab3-ba62-0b2d27497b2c" providerId="ADAL" clId="{03EDEC5E-3B2C-4387-869B-3F2B5CBB9100}" dt="2023-02-01T09:28:20.694" v="682" actId="14100"/>
          <ac:cxnSpMkLst>
            <pc:docMk/>
            <pc:sldMk cId="510690974" sldId="476"/>
            <ac:cxnSpMk id="13" creationId="{AA9DB9CD-028F-FC31-CFC4-33159925468A}"/>
          </ac:cxnSpMkLst>
        </pc:cxnChg>
      </pc:sldChg>
      <pc:sldChg chg="addSp modSp add mod modNotesTx">
        <pc:chgData name="#JOHN TAN ZHU EN#" userId="9c038d62-e560-4ab3-ba62-0b2d27497b2c" providerId="ADAL" clId="{03EDEC5E-3B2C-4387-869B-3F2B5CBB9100}" dt="2023-02-01T09:29:41.379" v="693" actId="20577"/>
        <pc:sldMkLst>
          <pc:docMk/>
          <pc:sldMk cId="3040680328" sldId="477"/>
        </pc:sldMkLst>
        <pc:spChg chg="add mod">
          <ac:chgData name="#JOHN TAN ZHU EN#" userId="9c038d62-e560-4ab3-ba62-0b2d27497b2c" providerId="ADAL" clId="{03EDEC5E-3B2C-4387-869B-3F2B5CBB9100}" dt="2023-02-01T09:29:35.218" v="692" actId="14100"/>
          <ac:spMkLst>
            <pc:docMk/>
            <pc:sldMk cId="3040680328" sldId="477"/>
            <ac:spMk id="2" creationId="{B9AD1A95-7B35-D18B-9F3D-B978BAD6B139}"/>
          </ac:spMkLst>
        </pc:spChg>
        <pc:spChg chg="mod">
          <ac:chgData name="#JOHN TAN ZHU EN#" userId="9c038d62-e560-4ab3-ba62-0b2d27497b2c" providerId="ADAL" clId="{03EDEC5E-3B2C-4387-869B-3F2B5CBB9100}" dt="2023-02-01T09:29:18.489" v="689" actId="207"/>
          <ac:spMkLst>
            <pc:docMk/>
            <pc:sldMk cId="3040680328" sldId="477"/>
            <ac:spMk id="14" creationId="{F462F8AD-75A9-6E8F-6935-71072B35EA97}"/>
          </ac:spMkLst>
        </pc:spChg>
      </pc:sldChg>
      <pc:sldChg chg="addSp delSp modSp add mod modShow">
        <pc:chgData name="#JOHN TAN ZHU EN#" userId="9c038d62-e560-4ab3-ba62-0b2d27497b2c" providerId="ADAL" clId="{03EDEC5E-3B2C-4387-869B-3F2B5CBB9100}" dt="2023-02-01T09:31:37.700" v="705" actId="729"/>
        <pc:sldMkLst>
          <pc:docMk/>
          <pc:sldMk cId="126905171" sldId="478"/>
        </pc:sldMkLst>
        <pc:spChg chg="del">
          <ac:chgData name="#JOHN TAN ZHU EN#" userId="9c038d62-e560-4ab3-ba62-0b2d27497b2c" providerId="ADAL" clId="{03EDEC5E-3B2C-4387-869B-3F2B5CBB9100}" dt="2023-02-01T09:30:04.675" v="695" actId="478"/>
          <ac:spMkLst>
            <pc:docMk/>
            <pc:sldMk cId="126905171" sldId="478"/>
            <ac:spMk id="2" creationId="{B9AD1A95-7B35-D18B-9F3D-B978BAD6B139}"/>
          </ac:spMkLst>
        </pc:spChg>
        <pc:spChg chg="add mod">
          <ac:chgData name="#JOHN TAN ZHU EN#" userId="9c038d62-e560-4ab3-ba62-0b2d27497b2c" providerId="ADAL" clId="{03EDEC5E-3B2C-4387-869B-3F2B5CBB9100}" dt="2023-02-01T09:31:29.508" v="704" actId="1076"/>
          <ac:spMkLst>
            <pc:docMk/>
            <pc:sldMk cId="126905171" sldId="478"/>
            <ac:spMk id="4" creationId="{5A63ABCF-65A3-2052-B14A-9B0EC57AEDBD}"/>
          </ac:spMkLst>
        </pc:spChg>
        <pc:spChg chg="mod">
          <ac:chgData name="#JOHN TAN ZHU EN#" userId="9c038d62-e560-4ab3-ba62-0b2d27497b2c" providerId="ADAL" clId="{03EDEC5E-3B2C-4387-869B-3F2B5CBB9100}" dt="2023-02-01T09:30:08.985" v="696" actId="20577"/>
          <ac:spMkLst>
            <pc:docMk/>
            <pc:sldMk cId="126905171" sldId="478"/>
            <ac:spMk id="14" creationId="{F462F8AD-75A9-6E8F-6935-71072B35EA97}"/>
          </ac:spMkLst>
        </pc:spChg>
        <pc:cxnChg chg="del">
          <ac:chgData name="#JOHN TAN ZHU EN#" userId="9c038d62-e560-4ab3-ba62-0b2d27497b2c" providerId="ADAL" clId="{03EDEC5E-3B2C-4387-869B-3F2B5CBB9100}" dt="2023-02-01T09:30:10.093" v="697" actId="478"/>
          <ac:cxnSpMkLst>
            <pc:docMk/>
            <pc:sldMk cId="126905171" sldId="478"/>
            <ac:cxnSpMk id="11" creationId="{CE475B57-3BC8-2304-4CE3-8F0D145E82A9}"/>
          </ac:cxnSpMkLst>
        </pc:cxnChg>
        <pc:cxnChg chg="del">
          <ac:chgData name="#JOHN TAN ZHU EN#" userId="9c038d62-e560-4ab3-ba62-0b2d27497b2c" providerId="ADAL" clId="{03EDEC5E-3B2C-4387-869B-3F2B5CBB9100}" dt="2023-02-01T09:30:10.791" v="698" actId="478"/>
          <ac:cxnSpMkLst>
            <pc:docMk/>
            <pc:sldMk cId="126905171" sldId="478"/>
            <ac:cxnSpMk id="12" creationId="{C942853D-08AD-64D1-2802-2F965A2BA730}"/>
          </ac:cxnSpMkLst>
        </pc:cxnChg>
        <pc:cxnChg chg="del">
          <ac:chgData name="#JOHN TAN ZHU EN#" userId="9c038d62-e560-4ab3-ba62-0b2d27497b2c" providerId="ADAL" clId="{03EDEC5E-3B2C-4387-869B-3F2B5CBB9100}" dt="2023-02-01T09:30:11.295" v="699" actId="478"/>
          <ac:cxnSpMkLst>
            <pc:docMk/>
            <pc:sldMk cId="126905171" sldId="478"/>
            <ac:cxnSpMk id="13" creationId="{AA9DB9CD-028F-FC31-CFC4-33159925468A}"/>
          </ac:cxnSpMkLst>
        </pc:cxnChg>
      </pc:sldChg>
      <pc:sldChg chg="addSp delSp modSp add mod modShow modNotesTx">
        <pc:chgData name="#JOHN TAN ZHU EN#" userId="9c038d62-e560-4ab3-ba62-0b2d27497b2c" providerId="ADAL" clId="{03EDEC5E-3B2C-4387-869B-3F2B5CBB9100}" dt="2023-02-01T09:34:27.553" v="732" actId="20577"/>
        <pc:sldMkLst>
          <pc:docMk/>
          <pc:sldMk cId="1538793057" sldId="479"/>
        </pc:sldMkLst>
        <pc:spChg chg="add mod">
          <ac:chgData name="#JOHN TAN ZHU EN#" userId="9c038d62-e560-4ab3-ba62-0b2d27497b2c" providerId="ADAL" clId="{03EDEC5E-3B2C-4387-869B-3F2B5CBB9100}" dt="2023-02-01T09:34:27.553" v="732" actId="20577"/>
          <ac:spMkLst>
            <pc:docMk/>
            <pc:sldMk cId="1538793057" sldId="479"/>
            <ac:spMk id="3" creationId="{42898252-F67D-C32C-73AB-51842958A4E2}"/>
          </ac:spMkLst>
        </pc:spChg>
        <pc:spChg chg="mod">
          <ac:chgData name="#JOHN TAN ZHU EN#" userId="9c038d62-e560-4ab3-ba62-0b2d27497b2c" providerId="ADAL" clId="{03EDEC5E-3B2C-4387-869B-3F2B5CBB9100}" dt="2023-02-01T09:32:06.230" v="709" actId="255"/>
          <ac:spMkLst>
            <pc:docMk/>
            <pc:sldMk cId="1538793057" sldId="479"/>
            <ac:spMk id="4" creationId="{5A63ABCF-65A3-2052-B14A-9B0EC57AEDBD}"/>
          </ac:spMkLst>
        </pc:spChg>
        <pc:cxnChg chg="add del mod">
          <ac:chgData name="#JOHN TAN ZHU EN#" userId="9c038d62-e560-4ab3-ba62-0b2d27497b2c" providerId="ADAL" clId="{03EDEC5E-3B2C-4387-869B-3F2B5CBB9100}" dt="2023-02-01T09:32:36.405" v="719"/>
          <ac:cxnSpMkLst>
            <pc:docMk/>
            <pc:sldMk cId="1538793057" sldId="479"/>
            <ac:cxnSpMk id="5" creationId="{210286F4-1CA0-B59A-C65E-D5AB8E3E1451}"/>
          </ac:cxnSpMkLst>
        </pc:cxnChg>
        <pc:cxnChg chg="add del mod">
          <ac:chgData name="#JOHN TAN ZHU EN#" userId="9c038d62-e560-4ab3-ba62-0b2d27497b2c" providerId="ADAL" clId="{03EDEC5E-3B2C-4387-869B-3F2B5CBB9100}" dt="2023-02-01T09:32:36.405" v="719"/>
          <ac:cxnSpMkLst>
            <pc:docMk/>
            <pc:sldMk cId="1538793057" sldId="479"/>
            <ac:cxnSpMk id="6" creationId="{0A96D045-D068-0D70-5F33-B4F35D46FA61}"/>
          </ac:cxnSpMkLst>
        </pc:cxnChg>
        <pc:cxnChg chg="add del mod">
          <ac:chgData name="#JOHN TAN ZHU EN#" userId="9c038d62-e560-4ab3-ba62-0b2d27497b2c" providerId="ADAL" clId="{03EDEC5E-3B2C-4387-869B-3F2B5CBB9100}" dt="2023-02-01T09:32:36.405" v="719"/>
          <ac:cxnSpMkLst>
            <pc:docMk/>
            <pc:sldMk cId="1538793057" sldId="479"/>
            <ac:cxnSpMk id="9" creationId="{89CD7A42-8E1C-8AFD-2AB6-9399FABEFBBD}"/>
          </ac:cxnSpMkLst>
        </pc:cxnChg>
        <pc:cxnChg chg="add mod">
          <ac:chgData name="#JOHN TAN ZHU EN#" userId="9c038d62-e560-4ab3-ba62-0b2d27497b2c" providerId="ADAL" clId="{03EDEC5E-3B2C-4387-869B-3F2B5CBB9100}" dt="2023-02-01T09:32:55.354" v="723" actId="1076"/>
          <ac:cxnSpMkLst>
            <pc:docMk/>
            <pc:sldMk cId="1538793057" sldId="479"/>
            <ac:cxnSpMk id="10" creationId="{BEFACC96-A07F-ED6B-BFBA-C21DA14B9C35}"/>
          </ac:cxnSpMkLst>
        </pc:cxnChg>
        <pc:cxnChg chg="add mod">
          <ac:chgData name="#JOHN TAN ZHU EN#" userId="9c038d62-e560-4ab3-ba62-0b2d27497b2c" providerId="ADAL" clId="{03EDEC5E-3B2C-4387-869B-3F2B5CBB9100}" dt="2023-02-01T09:33:10.117" v="725" actId="1076"/>
          <ac:cxnSpMkLst>
            <pc:docMk/>
            <pc:sldMk cId="1538793057" sldId="479"/>
            <ac:cxnSpMk id="11" creationId="{D82AB606-8C37-F32E-CF53-4326047DD1FC}"/>
          </ac:cxnSpMkLst>
        </pc:cxnChg>
        <pc:cxnChg chg="add mod">
          <ac:chgData name="#JOHN TAN ZHU EN#" userId="9c038d62-e560-4ab3-ba62-0b2d27497b2c" providerId="ADAL" clId="{03EDEC5E-3B2C-4387-869B-3F2B5CBB9100}" dt="2023-02-01T09:33:03.280" v="724" actId="1076"/>
          <ac:cxnSpMkLst>
            <pc:docMk/>
            <pc:sldMk cId="1538793057" sldId="479"/>
            <ac:cxnSpMk id="12" creationId="{C70A2EFD-C803-0441-8855-5EB595AE6E2C}"/>
          </ac:cxnSpMkLst>
        </pc:cxnChg>
      </pc:sldChg>
      <pc:sldChg chg="addSp modSp add mod ord modShow">
        <pc:chgData name="#JOHN TAN ZHU EN#" userId="9c038d62-e560-4ab3-ba62-0b2d27497b2c" providerId="ADAL" clId="{03EDEC5E-3B2C-4387-869B-3F2B5CBB9100}" dt="2023-02-01T09:41:08.493" v="762" actId="1076"/>
        <pc:sldMkLst>
          <pc:docMk/>
          <pc:sldMk cId="1209903717" sldId="480"/>
        </pc:sldMkLst>
        <pc:spChg chg="mod">
          <ac:chgData name="#JOHN TAN ZHU EN#" userId="9c038d62-e560-4ab3-ba62-0b2d27497b2c" providerId="ADAL" clId="{03EDEC5E-3B2C-4387-869B-3F2B5CBB9100}" dt="2023-02-01T09:41:08.493" v="762" actId="1076"/>
          <ac:spMkLst>
            <pc:docMk/>
            <pc:sldMk cId="1209903717" sldId="480"/>
            <ac:spMk id="4" creationId="{5A63ABCF-65A3-2052-B14A-9B0EC57AEDBD}"/>
          </ac:spMkLst>
        </pc:spChg>
        <pc:spChg chg="add mod">
          <ac:chgData name="#JOHN TAN ZHU EN#" userId="9c038d62-e560-4ab3-ba62-0b2d27497b2c" providerId="ADAL" clId="{03EDEC5E-3B2C-4387-869B-3F2B5CBB9100}" dt="2023-02-01T09:35:52.249" v="750" actId="1076"/>
          <ac:spMkLst>
            <pc:docMk/>
            <pc:sldMk cId="1209903717" sldId="480"/>
            <ac:spMk id="5" creationId="{371CF438-BE15-54BE-36BE-C51FAE89C1C8}"/>
          </ac:spMkLst>
        </pc:spChg>
        <pc:cxnChg chg="add mod">
          <ac:chgData name="#JOHN TAN ZHU EN#" userId="9c038d62-e560-4ab3-ba62-0b2d27497b2c" providerId="ADAL" clId="{03EDEC5E-3B2C-4387-869B-3F2B5CBB9100}" dt="2023-02-01T09:35:49.272" v="748" actId="1076"/>
          <ac:cxnSpMkLst>
            <pc:docMk/>
            <pc:sldMk cId="1209903717" sldId="480"/>
            <ac:cxnSpMk id="2" creationId="{ECE7C2B3-40FA-D2D7-E78F-27D8A05B1735}"/>
          </ac:cxnSpMkLst>
        </pc:cxnChg>
      </pc:sldChg>
      <pc:sldChg chg="delSp modSp add mod modNotesTx">
        <pc:chgData name="#JOHN TAN ZHU EN#" userId="9c038d62-e560-4ab3-ba62-0b2d27497b2c" providerId="ADAL" clId="{03EDEC5E-3B2C-4387-869B-3F2B5CBB9100}" dt="2023-02-01T09:41:05.101" v="761" actId="1076"/>
        <pc:sldMkLst>
          <pc:docMk/>
          <pc:sldMk cId="1435228052" sldId="481"/>
        </pc:sldMkLst>
        <pc:spChg chg="mod">
          <ac:chgData name="#JOHN TAN ZHU EN#" userId="9c038d62-e560-4ab3-ba62-0b2d27497b2c" providerId="ADAL" clId="{03EDEC5E-3B2C-4387-869B-3F2B5CBB9100}" dt="2023-02-01T09:41:05.101" v="761" actId="1076"/>
          <ac:spMkLst>
            <pc:docMk/>
            <pc:sldMk cId="1435228052" sldId="481"/>
            <ac:spMk id="4" creationId="{5A63ABCF-65A3-2052-B14A-9B0EC57AEDBD}"/>
          </ac:spMkLst>
        </pc:spChg>
        <pc:spChg chg="del">
          <ac:chgData name="#JOHN TAN ZHU EN#" userId="9c038d62-e560-4ab3-ba62-0b2d27497b2c" providerId="ADAL" clId="{03EDEC5E-3B2C-4387-869B-3F2B5CBB9100}" dt="2023-02-01T09:40:23.187" v="755" actId="478"/>
          <ac:spMkLst>
            <pc:docMk/>
            <pc:sldMk cId="1435228052" sldId="481"/>
            <ac:spMk id="5" creationId="{371CF438-BE15-54BE-36BE-C51FAE89C1C8}"/>
          </ac:spMkLst>
        </pc:spChg>
        <pc:cxnChg chg="del">
          <ac:chgData name="#JOHN TAN ZHU EN#" userId="9c038d62-e560-4ab3-ba62-0b2d27497b2c" providerId="ADAL" clId="{03EDEC5E-3B2C-4387-869B-3F2B5CBB9100}" dt="2023-02-01T09:40:21.391" v="754" actId="478"/>
          <ac:cxnSpMkLst>
            <pc:docMk/>
            <pc:sldMk cId="1435228052" sldId="481"/>
            <ac:cxnSpMk id="2" creationId="{ECE7C2B3-40FA-D2D7-E78F-27D8A05B1735}"/>
          </ac:cxnSpMkLst>
        </pc:cxnChg>
      </pc:sldChg>
      <pc:sldChg chg="modSp add mod modNotesTx">
        <pc:chgData name="#JOHN TAN ZHU EN#" userId="9c038d62-e560-4ab3-ba62-0b2d27497b2c" providerId="ADAL" clId="{03EDEC5E-3B2C-4387-869B-3F2B5CBB9100}" dt="2023-02-01T09:46:34.482" v="800" actId="20577"/>
        <pc:sldMkLst>
          <pc:docMk/>
          <pc:sldMk cId="4275653486" sldId="482"/>
        </pc:sldMkLst>
        <pc:spChg chg="mod">
          <ac:chgData name="#JOHN TAN ZHU EN#" userId="9c038d62-e560-4ab3-ba62-0b2d27497b2c" providerId="ADAL" clId="{03EDEC5E-3B2C-4387-869B-3F2B5CBB9100}" dt="2023-02-01T09:41:45.554" v="766" actId="255"/>
          <ac:spMkLst>
            <pc:docMk/>
            <pc:sldMk cId="4275653486" sldId="482"/>
            <ac:spMk id="4" creationId="{5A63ABCF-65A3-2052-B14A-9B0EC57AEDBD}"/>
          </ac:spMkLst>
        </pc:spChg>
      </pc:sldChg>
      <pc:sldChg chg="addSp modSp add mod modNotesTx">
        <pc:chgData name="#JOHN TAN ZHU EN#" userId="9c038d62-e560-4ab3-ba62-0b2d27497b2c" providerId="ADAL" clId="{03EDEC5E-3B2C-4387-869B-3F2B5CBB9100}" dt="2023-02-01T09:46:14.551" v="795"/>
        <pc:sldMkLst>
          <pc:docMk/>
          <pc:sldMk cId="2322556794" sldId="483"/>
        </pc:sldMkLst>
        <pc:spChg chg="mod">
          <ac:chgData name="#JOHN TAN ZHU EN#" userId="9c038d62-e560-4ab3-ba62-0b2d27497b2c" providerId="ADAL" clId="{03EDEC5E-3B2C-4387-869B-3F2B5CBB9100}" dt="2023-02-01T09:45:51.079" v="787" actId="20577"/>
          <ac:spMkLst>
            <pc:docMk/>
            <pc:sldMk cId="2322556794" sldId="483"/>
            <ac:spMk id="4" creationId="{5A63ABCF-65A3-2052-B14A-9B0EC57AEDBD}"/>
          </ac:spMkLst>
        </pc:spChg>
        <pc:picChg chg="add mod">
          <ac:chgData name="#JOHN TAN ZHU EN#" userId="9c038d62-e560-4ab3-ba62-0b2d27497b2c" providerId="ADAL" clId="{03EDEC5E-3B2C-4387-869B-3F2B5CBB9100}" dt="2023-02-01T09:45:54.403" v="789" actId="1076"/>
          <ac:picMkLst>
            <pc:docMk/>
            <pc:sldMk cId="2322556794" sldId="483"/>
            <ac:picMk id="2" creationId="{C9464B5A-44F7-5D6F-FAFC-F9D88E304A9A}"/>
          </ac:picMkLst>
        </pc:picChg>
        <pc:picChg chg="add mod">
          <ac:chgData name="#JOHN TAN ZHU EN#" userId="9c038d62-e560-4ab3-ba62-0b2d27497b2c" providerId="ADAL" clId="{03EDEC5E-3B2C-4387-869B-3F2B5CBB9100}" dt="2023-02-01T09:46:07.758" v="794" actId="14100"/>
          <ac:picMkLst>
            <pc:docMk/>
            <pc:sldMk cId="2322556794" sldId="483"/>
            <ac:picMk id="3" creationId="{B66A514D-E143-0416-BAFE-96719ADEB593}"/>
          </ac:picMkLst>
        </pc:picChg>
      </pc:sldChg>
      <pc:sldChg chg="addSp delSp modSp add mod ord modNotesTx">
        <pc:chgData name="#JOHN TAN ZHU EN#" userId="9c038d62-e560-4ab3-ba62-0b2d27497b2c" providerId="ADAL" clId="{03EDEC5E-3B2C-4387-869B-3F2B5CBB9100}" dt="2023-02-01T09:56:23.448" v="880" actId="255"/>
        <pc:sldMkLst>
          <pc:docMk/>
          <pc:sldMk cId="3569370569" sldId="484"/>
        </pc:sldMkLst>
        <pc:spChg chg="add mod">
          <ac:chgData name="#JOHN TAN ZHU EN#" userId="9c038d62-e560-4ab3-ba62-0b2d27497b2c" providerId="ADAL" clId="{03EDEC5E-3B2C-4387-869B-3F2B5CBB9100}" dt="2023-02-01T09:49:32.198" v="828"/>
          <ac:spMkLst>
            <pc:docMk/>
            <pc:sldMk cId="3569370569" sldId="484"/>
            <ac:spMk id="3" creationId="{B48B90A7-71B6-0545-494F-749C003C6618}"/>
          </ac:spMkLst>
        </pc:spChg>
        <pc:spChg chg="del">
          <ac:chgData name="#JOHN TAN ZHU EN#" userId="9c038d62-e560-4ab3-ba62-0b2d27497b2c" providerId="ADAL" clId="{03EDEC5E-3B2C-4387-869B-3F2B5CBB9100}" dt="2023-02-01T09:46:47.583" v="801" actId="478"/>
          <ac:spMkLst>
            <pc:docMk/>
            <pc:sldMk cId="3569370569" sldId="484"/>
            <ac:spMk id="4" creationId="{5A63ABCF-65A3-2052-B14A-9B0EC57AEDBD}"/>
          </ac:spMkLst>
        </pc:spChg>
        <pc:graphicFrameChg chg="add mod modGraphic">
          <ac:chgData name="#JOHN TAN ZHU EN#" userId="9c038d62-e560-4ab3-ba62-0b2d27497b2c" providerId="ADAL" clId="{03EDEC5E-3B2C-4387-869B-3F2B5CBB9100}" dt="2023-02-01T09:56:23.448" v="880" actId="255"/>
          <ac:graphicFrameMkLst>
            <pc:docMk/>
            <pc:sldMk cId="3569370569" sldId="484"/>
            <ac:graphicFrameMk id="9" creationId="{3AB687F7-9B23-0501-5BA3-C580D1D600AF}"/>
          </ac:graphicFrameMkLst>
        </pc:graphicFrameChg>
        <pc:picChg chg="add del mod">
          <ac:chgData name="#JOHN TAN ZHU EN#" userId="9c038d62-e560-4ab3-ba62-0b2d27497b2c" providerId="ADAL" clId="{03EDEC5E-3B2C-4387-869B-3F2B5CBB9100}" dt="2023-02-01T09:48:26.467" v="818" actId="478"/>
          <ac:picMkLst>
            <pc:docMk/>
            <pc:sldMk cId="3569370569" sldId="484"/>
            <ac:picMk id="6" creationId="{15388454-FD0F-1ACE-147A-C9F80DB9ECD9}"/>
          </ac:picMkLst>
        </pc:picChg>
      </pc:sldChg>
      <pc:sldChg chg="modSp add del">
        <pc:chgData name="#JOHN TAN ZHU EN#" userId="9c038d62-e560-4ab3-ba62-0b2d27497b2c" providerId="ADAL" clId="{03EDEC5E-3B2C-4387-869B-3F2B5CBB9100}" dt="2023-02-01T09:49:13.161" v="825"/>
        <pc:sldMkLst>
          <pc:docMk/>
          <pc:sldMk cId="1246362486" sldId="485"/>
        </pc:sldMkLst>
        <pc:graphicFrameChg chg="mod">
          <ac:chgData name="#JOHN TAN ZHU EN#" userId="9c038d62-e560-4ab3-ba62-0b2d27497b2c" providerId="ADAL" clId="{03EDEC5E-3B2C-4387-869B-3F2B5CBB9100}" dt="2023-02-01T09:49:11.362" v="824"/>
          <ac:graphicFrameMkLst>
            <pc:docMk/>
            <pc:sldMk cId="1246362486" sldId="485"/>
            <ac:graphicFrameMk id="7" creationId="{00000000-0000-0000-0000-000000000000}"/>
          </ac:graphicFrameMkLst>
        </pc:graphicFrameChg>
      </pc:sldChg>
      <pc:sldChg chg="modSp add del">
        <pc:chgData name="#JOHN TAN ZHU EN#" userId="9c038d62-e560-4ab3-ba62-0b2d27497b2c" providerId="ADAL" clId="{03EDEC5E-3B2C-4387-869B-3F2B5CBB9100}" dt="2023-02-01T09:49:08.143" v="823"/>
        <pc:sldMkLst>
          <pc:docMk/>
          <pc:sldMk cId="2623639712" sldId="485"/>
        </pc:sldMkLst>
        <pc:graphicFrameChg chg="mod">
          <ac:chgData name="#JOHN TAN ZHU EN#" userId="9c038d62-e560-4ab3-ba62-0b2d27497b2c" providerId="ADAL" clId="{03EDEC5E-3B2C-4387-869B-3F2B5CBB9100}" dt="2023-02-01T09:49:07.241" v="822"/>
          <ac:graphicFrameMkLst>
            <pc:docMk/>
            <pc:sldMk cId="2623639712" sldId="485"/>
            <ac:graphicFrameMk id="7" creationId="{00000000-0000-0000-0000-000000000000}"/>
          </ac:graphicFrameMkLst>
        </pc:graphicFrameChg>
      </pc:sldChg>
      <pc:sldChg chg="modSp add mod ord">
        <pc:chgData name="#JOHN TAN ZHU EN#" userId="9c038d62-e560-4ab3-ba62-0b2d27497b2c" providerId="ADAL" clId="{03EDEC5E-3B2C-4387-869B-3F2B5CBB9100}" dt="2023-02-01T09:56:49.251" v="885" actId="255"/>
        <pc:sldMkLst>
          <pc:docMk/>
          <pc:sldMk cId="3836814263" sldId="485"/>
        </pc:sldMkLst>
        <pc:spChg chg="mod">
          <ac:chgData name="#JOHN TAN ZHU EN#" userId="9c038d62-e560-4ab3-ba62-0b2d27497b2c" providerId="ADAL" clId="{03EDEC5E-3B2C-4387-869B-3F2B5CBB9100}" dt="2023-02-01T09:56:49.251" v="885" actId="255"/>
          <ac:spMkLst>
            <pc:docMk/>
            <pc:sldMk cId="3836814263" sldId="485"/>
            <ac:spMk id="4" creationId="{5A63ABCF-65A3-2052-B14A-9B0EC57AEDBD}"/>
          </ac:spMkLst>
        </pc:spChg>
      </pc:sldChg>
      <pc:sldChg chg="modSp add mod">
        <pc:chgData name="#JOHN TAN ZHU EN#" userId="9c038d62-e560-4ab3-ba62-0b2d27497b2c" providerId="ADAL" clId="{03EDEC5E-3B2C-4387-869B-3F2B5CBB9100}" dt="2023-02-01T09:57:14.057" v="889" actId="255"/>
        <pc:sldMkLst>
          <pc:docMk/>
          <pc:sldMk cId="1156387448" sldId="486"/>
        </pc:sldMkLst>
        <pc:spChg chg="mod">
          <ac:chgData name="#JOHN TAN ZHU EN#" userId="9c038d62-e560-4ab3-ba62-0b2d27497b2c" providerId="ADAL" clId="{03EDEC5E-3B2C-4387-869B-3F2B5CBB9100}" dt="2023-02-01T09:57:14.057" v="889" actId="255"/>
          <ac:spMkLst>
            <pc:docMk/>
            <pc:sldMk cId="1156387448" sldId="486"/>
            <ac:spMk id="4" creationId="{5A63ABCF-65A3-2052-B14A-9B0EC57AEDBD}"/>
          </ac:spMkLst>
        </pc:spChg>
      </pc:sldChg>
      <pc:sldChg chg="addSp delSp modSp add mod">
        <pc:chgData name="#JOHN TAN ZHU EN#" userId="9c038d62-e560-4ab3-ba62-0b2d27497b2c" providerId="ADAL" clId="{03EDEC5E-3B2C-4387-869B-3F2B5CBB9100}" dt="2023-02-01T10:00:31.066" v="938" actId="14100"/>
        <pc:sldMkLst>
          <pc:docMk/>
          <pc:sldMk cId="2638865094" sldId="487"/>
        </pc:sldMkLst>
        <pc:spChg chg="add del mod">
          <ac:chgData name="#JOHN TAN ZHU EN#" userId="9c038d62-e560-4ab3-ba62-0b2d27497b2c" providerId="ADAL" clId="{03EDEC5E-3B2C-4387-869B-3F2B5CBB9100}" dt="2023-02-01T09:58:26.504" v="905"/>
          <ac:spMkLst>
            <pc:docMk/>
            <pc:sldMk cId="2638865094" sldId="487"/>
            <ac:spMk id="3" creationId="{9FE09A1D-CE91-04E6-D7E8-E7DFC6C171D3}"/>
          </ac:spMkLst>
        </pc:spChg>
        <pc:spChg chg="mod">
          <ac:chgData name="#JOHN TAN ZHU EN#" userId="9c038d62-e560-4ab3-ba62-0b2d27497b2c" providerId="ADAL" clId="{03EDEC5E-3B2C-4387-869B-3F2B5CBB9100}" dt="2023-02-01T09:58:09.708" v="897"/>
          <ac:spMkLst>
            <pc:docMk/>
            <pc:sldMk cId="2638865094" sldId="487"/>
            <ac:spMk id="4" creationId="{5A63ABCF-65A3-2052-B14A-9B0EC57AEDBD}"/>
          </ac:spMkLst>
        </pc:spChg>
        <pc:spChg chg="add mod">
          <ac:chgData name="#JOHN TAN ZHU EN#" userId="9c038d62-e560-4ab3-ba62-0b2d27497b2c" providerId="ADAL" clId="{03EDEC5E-3B2C-4387-869B-3F2B5CBB9100}" dt="2023-02-01T09:59:30.889" v="925" actId="14100"/>
          <ac:spMkLst>
            <pc:docMk/>
            <pc:sldMk cId="2638865094" sldId="487"/>
            <ac:spMk id="5" creationId="{09D9BF77-A60F-FA6F-9B88-B441F5EAD7EF}"/>
          </ac:spMkLst>
        </pc:spChg>
        <pc:spChg chg="add mod">
          <ac:chgData name="#JOHN TAN ZHU EN#" userId="9c038d62-e560-4ab3-ba62-0b2d27497b2c" providerId="ADAL" clId="{03EDEC5E-3B2C-4387-869B-3F2B5CBB9100}" dt="2023-02-01T10:00:27.630" v="936" actId="1076"/>
          <ac:spMkLst>
            <pc:docMk/>
            <pc:sldMk cId="2638865094" sldId="487"/>
            <ac:spMk id="6" creationId="{3D27ED57-7BF6-DD45-2B05-E82CAD74F279}"/>
          </ac:spMkLst>
        </pc:spChg>
        <pc:graphicFrameChg chg="add mod modGraphic">
          <ac:chgData name="#JOHN TAN ZHU EN#" userId="9c038d62-e560-4ab3-ba62-0b2d27497b2c" providerId="ADAL" clId="{03EDEC5E-3B2C-4387-869B-3F2B5CBB9100}" dt="2023-02-01T09:59:18.223" v="920" actId="14100"/>
          <ac:graphicFrameMkLst>
            <pc:docMk/>
            <pc:sldMk cId="2638865094" sldId="487"/>
            <ac:graphicFrameMk id="2" creationId="{B05EC67E-84DF-00D2-40FD-622750FB5184}"/>
          </ac:graphicFrameMkLst>
        </pc:graphicFrameChg>
        <pc:picChg chg="add mod">
          <ac:chgData name="#JOHN TAN ZHU EN#" userId="9c038d62-e560-4ab3-ba62-0b2d27497b2c" providerId="ADAL" clId="{03EDEC5E-3B2C-4387-869B-3F2B5CBB9100}" dt="2023-02-01T10:00:31.066" v="938" actId="14100"/>
          <ac:picMkLst>
            <pc:docMk/>
            <pc:sldMk cId="2638865094" sldId="487"/>
            <ac:picMk id="9" creationId="{7BCA3979-A675-D3A7-24A7-4768CA4147B8}"/>
          </ac:picMkLst>
        </pc:picChg>
      </pc:sldChg>
      <pc:sldChg chg="modSp add mod ord">
        <pc:chgData name="#JOHN TAN ZHU EN#" userId="9c038d62-e560-4ab3-ba62-0b2d27497b2c" providerId="ADAL" clId="{03EDEC5E-3B2C-4387-869B-3F2B5CBB9100}" dt="2023-02-01T10:01:58.469" v="944" actId="255"/>
        <pc:sldMkLst>
          <pc:docMk/>
          <pc:sldMk cId="1479309992" sldId="488"/>
        </pc:sldMkLst>
        <pc:spChg chg="mod">
          <ac:chgData name="#JOHN TAN ZHU EN#" userId="9c038d62-e560-4ab3-ba62-0b2d27497b2c" providerId="ADAL" clId="{03EDEC5E-3B2C-4387-869B-3F2B5CBB9100}" dt="2023-02-01T10:01:58.469" v="944" actId="255"/>
          <ac:spMkLst>
            <pc:docMk/>
            <pc:sldMk cId="1479309992" sldId="488"/>
            <ac:spMk id="4" creationId="{5A63ABCF-65A3-2052-B14A-9B0EC57AEDBD}"/>
          </ac:spMkLst>
        </pc:spChg>
      </pc:sldChg>
      <pc:sldChg chg="modSp add mod">
        <pc:chgData name="#JOHN TAN ZHU EN#" userId="9c038d62-e560-4ab3-ba62-0b2d27497b2c" providerId="ADAL" clId="{03EDEC5E-3B2C-4387-869B-3F2B5CBB9100}" dt="2023-02-01T10:03:39.138" v="950" actId="255"/>
        <pc:sldMkLst>
          <pc:docMk/>
          <pc:sldMk cId="3703594908" sldId="489"/>
        </pc:sldMkLst>
        <pc:spChg chg="mod">
          <ac:chgData name="#JOHN TAN ZHU EN#" userId="9c038d62-e560-4ab3-ba62-0b2d27497b2c" providerId="ADAL" clId="{03EDEC5E-3B2C-4387-869B-3F2B5CBB9100}" dt="2023-02-01T10:03:39.138" v="950" actId="255"/>
          <ac:spMkLst>
            <pc:docMk/>
            <pc:sldMk cId="3703594908" sldId="489"/>
            <ac:spMk id="4" creationId="{5A63ABCF-65A3-2052-B14A-9B0EC57AEDBD}"/>
          </ac:spMkLst>
        </pc:spChg>
      </pc:sldChg>
      <pc:sldChg chg="add del">
        <pc:chgData name="#JOHN TAN ZHU EN#" userId="9c038d62-e560-4ab3-ba62-0b2d27497b2c" providerId="ADAL" clId="{03EDEC5E-3B2C-4387-869B-3F2B5CBB9100}" dt="2023-02-01T10:02:51.760" v="947" actId="47"/>
        <pc:sldMkLst>
          <pc:docMk/>
          <pc:sldMk cId="1233955099" sldId="490"/>
        </pc:sldMkLst>
      </pc:sldChg>
      <pc:sldChg chg="addSp modSp add mod">
        <pc:chgData name="#JOHN TAN ZHU EN#" userId="9c038d62-e560-4ab3-ba62-0b2d27497b2c" providerId="ADAL" clId="{03EDEC5E-3B2C-4387-869B-3F2B5CBB9100}" dt="2023-02-01T10:06:56.674" v="973" actId="14100"/>
        <pc:sldMkLst>
          <pc:docMk/>
          <pc:sldMk cId="4210634590" sldId="490"/>
        </pc:sldMkLst>
        <pc:spChg chg="mod">
          <ac:chgData name="#JOHN TAN ZHU EN#" userId="9c038d62-e560-4ab3-ba62-0b2d27497b2c" providerId="ADAL" clId="{03EDEC5E-3B2C-4387-869B-3F2B5CBB9100}" dt="2023-02-01T10:05:11.703" v="956" actId="5793"/>
          <ac:spMkLst>
            <pc:docMk/>
            <pc:sldMk cId="4210634590" sldId="490"/>
            <ac:spMk id="4" creationId="{5A63ABCF-65A3-2052-B14A-9B0EC57AEDBD}"/>
          </ac:spMkLst>
        </pc:spChg>
        <pc:graphicFrameChg chg="add mod modGraphic">
          <ac:chgData name="#JOHN TAN ZHU EN#" userId="9c038d62-e560-4ab3-ba62-0b2d27497b2c" providerId="ADAL" clId="{03EDEC5E-3B2C-4387-869B-3F2B5CBB9100}" dt="2023-02-01T10:06:56.674" v="973" actId="14100"/>
          <ac:graphicFrameMkLst>
            <pc:docMk/>
            <pc:sldMk cId="4210634590" sldId="490"/>
            <ac:graphicFrameMk id="2" creationId="{B914FC7E-B45C-4FC5-F378-D5565C6F6209}"/>
          </ac:graphicFrameMkLst>
        </pc:graphicFrameChg>
      </pc:sldChg>
      <pc:sldChg chg="addSp delSp modSp add mod ord">
        <pc:chgData name="#JOHN TAN ZHU EN#" userId="9c038d62-e560-4ab3-ba62-0b2d27497b2c" providerId="ADAL" clId="{03EDEC5E-3B2C-4387-869B-3F2B5CBB9100}" dt="2023-02-01T10:07:49.359" v="983" actId="1076"/>
        <pc:sldMkLst>
          <pc:docMk/>
          <pc:sldMk cId="1840612699" sldId="491"/>
        </pc:sldMkLst>
        <pc:spChg chg="add mod">
          <ac:chgData name="#JOHN TAN ZHU EN#" userId="9c038d62-e560-4ab3-ba62-0b2d27497b2c" providerId="ADAL" clId="{03EDEC5E-3B2C-4387-869B-3F2B5CBB9100}" dt="2023-02-01T10:07:49.359" v="983" actId="1076"/>
          <ac:spMkLst>
            <pc:docMk/>
            <pc:sldMk cId="1840612699" sldId="491"/>
            <ac:spMk id="2" creationId="{2CDD2BEA-5FEA-4D0B-35D7-687B3C0D5DC2}"/>
          </ac:spMkLst>
        </pc:spChg>
        <pc:spChg chg="del">
          <ac:chgData name="#JOHN TAN ZHU EN#" userId="9c038d62-e560-4ab3-ba62-0b2d27497b2c" providerId="ADAL" clId="{03EDEC5E-3B2C-4387-869B-3F2B5CBB9100}" dt="2023-02-01T10:07:32.124" v="977" actId="478"/>
          <ac:spMkLst>
            <pc:docMk/>
            <pc:sldMk cId="1840612699" sldId="491"/>
            <ac:spMk id="4" creationId="{5A63ABCF-65A3-2052-B14A-9B0EC57AEDBD}"/>
          </ac:spMkLst>
        </pc:spChg>
      </pc:sldChg>
      <pc:sldChg chg="modSp add mod ord">
        <pc:chgData name="#JOHN TAN ZHU EN#" userId="9c038d62-e560-4ab3-ba62-0b2d27497b2c" providerId="ADAL" clId="{03EDEC5E-3B2C-4387-869B-3F2B5CBB9100}" dt="2023-02-01T10:08:42.206" v="994" actId="20577"/>
        <pc:sldMkLst>
          <pc:docMk/>
          <pc:sldMk cId="195853859" sldId="492"/>
        </pc:sldMkLst>
        <pc:spChg chg="mod">
          <ac:chgData name="#JOHN TAN ZHU EN#" userId="9c038d62-e560-4ab3-ba62-0b2d27497b2c" providerId="ADAL" clId="{03EDEC5E-3B2C-4387-869B-3F2B5CBB9100}" dt="2023-02-01T10:08:34.309" v="989" actId="20577"/>
          <ac:spMkLst>
            <pc:docMk/>
            <pc:sldMk cId="195853859" sldId="492"/>
            <ac:spMk id="4" creationId="{5A63ABCF-65A3-2052-B14A-9B0EC57AEDBD}"/>
          </ac:spMkLst>
        </pc:spChg>
        <pc:graphicFrameChg chg="modGraphic">
          <ac:chgData name="#JOHN TAN ZHU EN#" userId="9c038d62-e560-4ab3-ba62-0b2d27497b2c" providerId="ADAL" clId="{03EDEC5E-3B2C-4387-869B-3F2B5CBB9100}" dt="2023-02-01T10:08:42.206" v="994" actId="20577"/>
          <ac:graphicFrameMkLst>
            <pc:docMk/>
            <pc:sldMk cId="195853859" sldId="492"/>
            <ac:graphicFrameMk id="2" creationId="{B914FC7E-B45C-4FC5-F378-D5565C6F6209}"/>
          </ac:graphicFrameMkLst>
        </pc:graphicFrameChg>
      </pc:sldChg>
      <pc:sldChg chg="modSp add mod ord">
        <pc:chgData name="#JOHN TAN ZHU EN#" userId="9c038d62-e560-4ab3-ba62-0b2d27497b2c" providerId="ADAL" clId="{03EDEC5E-3B2C-4387-869B-3F2B5CBB9100}" dt="2023-02-01T10:09:13.989" v="1001" actId="27636"/>
        <pc:sldMkLst>
          <pc:docMk/>
          <pc:sldMk cId="2280176502" sldId="493"/>
        </pc:sldMkLst>
        <pc:spChg chg="mod">
          <ac:chgData name="#JOHN TAN ZHU EN#" userId="9c038d62-e560-4ab3-ba62-0b2d27497b2c" providerId="ADAL" clId="{03EDEC5E-3B2C-4387-869B-3F2B5CBB9100}" dt="2023-02-01T10:09:13.989" v="1001" actId="27636"/>
          <ac:spMkLst>
            <pc:docMk/>
            <pc:sldMk cId="2280176502" sldId="493"/>
            <ac:spMk id="2" creationId="{2CDD2BEA-5FEA-4D0B-35D7-687B3C0D5DC2}"/>
          </ac:spMkLst>
        </pc:spChg>
      </pc:sldChg>
      <pc:sldChg chg="addSp delSp modSp add mod modNotesTx">
        <pc:chgData name="#JOHN TAN ZHU EN#" userId="9c038d62-e560-4ab3-ba62-0b2d27497b2c" providerId="ADAL" clId="{03EDEC5E-3B2C-4387-869B-3F2B5CBB9100}" dt="2023-02-01T10:14:13.939" v="1027" actId="20577"/>
        <pc:sldMkLst>
          <pc:docMk/>
          <pc:sldMk cId="1943170444" sldId="494"/>
        </pc:sldMkLst>
        <pc:spChg chg="mod">
          <ac:chgData name="#JOHN TAN ZHU EN#" userId="9c038d62-e560-4ab3-ba62-0b2d27497b2c" providerId="ADAL" clId="{03EDEC5E-3B2C-4387-869B-3F2B5CBB9100}" dt="2023-02-01T10:10:36.044" v="1011"/>
          <ac:spMkLst>
            <pc:docMk/>
            <pc:sldMk cId="1943170444" sldId="494"/>
            <ac:spMk id="2" creationId="{2CDD2BEA-5FEA-4D0B-35D7-687B3C0D5DC2}"/>
          </ac:spMkLst>
        </pc:spChg>
        <pc:graphicFrameChg chg="add del mod">
          <ac:chgData name="#JOHN TAN ZHU EN#" userId="9c038d62-e560-4ab3-ba62-0b2d27497b2c" providerId="ADAL" clId="{03EDEC5E-3B2C-4387-869B-3F2B5CBB9100}" dt="2023-02-01T10:10:33.803" v="1008"/>
          <ac:graphicFrameMkLst>
            <pc:docMk/>
            <pc:sldMk cId="1943170444" sldId="494"/>
            <ac:graphicFrameMk id="3" creationId="{AFA47128-9AD0-73CF-CD51-E8F6E4EDD507}"/>
          </ac:graphicFrameMkLst>
        </pc:graphicFrameChg>
        <pc:graphicFrameChg chg="add mod modGraphic">
          <ac:chgData name="#JOHN TAN ZHU EN#" userId="9c038d62-e560-4ab3-ba62-0b2d27497b2c" providerId="ADAL" clId="{03EDEC5E-3B2C-4387-869B-3F2B5CBB9100}" dt="2023-02-01T10:11:04.954" v="1016" actId="207"/>
          <ac:graphicFrameMkLst>
            <pc:docMk/>
            <pc:sldMk cId="1943170444" sldId="494"/>
            <ac:graphicFrameMk id="4" creationId="{EE1834FF-8F9B-E482-45F3-5CA4E5B74786}"/>
          </ac:graphicFrameMkLst>
        </pc:graphicFrameChg>
      </pc:sldChg>
      <pc:sldChg chg="modSp add mod ord">
        <pc:chgData name="#JOHN TAN ZHU EN#" userId="9c038d62-e560-4ab3-ba62-0b2d27497b2c" providerId="ADAL" clId="{03EDEC5E-3B2C-4387-869B-3F2B5CBB9100}" dt="2023-02-01T10:13:51.630" v="1023" actId="255"/>
        <pc:sldMkLst>
          <pc:docMk/>
          <pc:sldMk cId="98352800" sldId="495"/>
        </pc:sldMkLst>
        <pc:spChg chg="mod">
          <ac:chgData name="#JOHN TAN ZHU EN#" userId="9c038d62-e560-4ab3-ba62-0b2d27497b2c" providerId="ADAL" clId="{03EDEC5E-3B2C-4387-869B-3F2B5CBB9100}" dt="2023-02-01T10:13:51.630" v="1023" actId="255"/>
          <ac:spMkLst>
            <pc:docMk/>
            <pc:sldMk cId="98352800" sldId="495"/>
            <ac:spMk id="2" creationId="{2CDD2BEA-5FEA-4D0B-35D7-687B3C0D5DC2}"/>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11:47.511"/>
    </inkml:context>
    <inkml:brush xml:id="br0">
      <inkml:brushProperty name="width" value="0.035" units="cm"/>
      <inkml:brushProperty name="height" value="0.035" units="cm"/>
    </inkml:brush>
  </inkml:definitions>
  <inkml:trace contextRef="#ctx0" brushRef="#br0">850 144 508,'-10'0'2521,"5"0"-63,-1 0-1,0 0 0,1 0 0,-1 0 0,-9 3 0,12 0-1102,11-2-1493,11-3-1225,-14 1 1021,0 0-1,-1-1 1,1 1-1,0-1 1,-1-1-1,1 1 1,-1 0-1,0-1 1,7-6-1,-8 6 435,-1 0-1,1 1 1,-1-2-1,0 1 1,0 0 0,0 0-1,-1-1 1,1 1-1,-1-1 1,0 1-1,0-1 1,0 1-1,1-7 1,4-20 2836,1-10 11323,-25 52-14150,-94 157-101,60-97 0,-142 204 0,-87 129 0,40-45 0,228-346 166,16-28-62,14-29-2446,-8 25-4152,1 0 0,23-33 0,34-29-2513,-25 35 7177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11:48.183"/>
    </inkml:context>
    <inkml:brush xml:id="br0">
      <inkml:brushProperty name="width" value="0.035" units="cm"/>
      <inkml:brushProperty name="height" value="0.035" units="cm"/>
    </inkml:brush>
  </inkml:definitions>
  <inkml:trace contextRef="#ctx0" brushRef="#br0">121 69 340,'9'-25'1351,"-3"7"1183,4 0 3331,-10 18-5675,0 0-1,0-1 0,0 1 0,0 0 1,0-1-1,0 1 0,0 0 0,0-1 1,0 1-1,0 0 0,1 0 0,-1-1 1,0 1-1,0 0 0,0-1 0,0 1 1,1 0-1,-1 0 0,0 0 0,0-1 1,1 1-1,-1 0 0,0 0 0,0 0 1,1-1-1,-1 1 0,0 0 1,0 0-1,1 0 0,-1 0 0,0 0 1,1 0-1,-1 0 0,0 0 0,1 0 1,-1 0-1,0 0 0,1 0 0,-1 0 1,0 0-1,0 0 0,1 0 0,0 15 11268,-1-1-8379,1 11-3078,-1 0 0,-2 0 0,0 0 0,-8 28 0,-30 100 0,11-49 0,-43 248-325,72-350 1306,-1 5-2161,1 1-6585,24-12-16577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11:48.353"/>
    </inkml:context>
    <inkml:brush xml:id="br0">
      <inkml:brushProperty name="width" value="0.035" units="cm"/>
      <inkml:brushProperty name="height" value="0.035" units="cm"/>
    </inkml:brush>
  </inkml:definitions>
  <inkml:trace contextRef="#ctx0" brushRef="#br0">46 0 616,'-5'27'18324,"2"-2"-14436,-1 1 0,-10 32 0,-2-15-1729,13-31-3050,8-16-1397,10-18-4164,-7 4 613,10-23-4327,-2-2 5116,-6 14 3569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11:48.491"/>
    </inkml:context>
    <inkml:brush xml:id="br0">
      <inkml:brushProperty name="width" value="0.035" units="cm"/>
      <inkml:brushProperty name="height" value="0.035" units="cm"/>
    </inkml:brush>
  </inkml:definitions>
  <inkml:trace contextRef="#ctx0" brushRef="#br0">19 43 452,'0'-7'440,"-2"-16"6371,-3 15 1330,-7 6 5530,14 1-12226,2 1-4695,17-1-18535,-16 1 18082,9 4 2197</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11:48.818"/>
    </inkml:context>
    <inkml:brush xml:id="br0">
      <inkml:brushProperty name="width" value="0.035" units="cm"/>
      <inkml:brushProperty name="height" value="0.035" units="cm"/>
    </inkml:brush>
  </inkml:definitions>
  <inkml:trace contextRef="#ctx0" brushRef="#br0">234 1 240,'9'18'3762,"-9"-16"-2777,0 0-1,0 0 1,0 0-1,-1 0 1,1 0-1,0 0 1,-1 0-1,1 0 1,-1 0-1,0 0 1,0 0-1,-1 2 1,-18 22 11667,5-11-9342,-50 35-3310,-8 8 0,65-51 0,1 0 0,1 0 0,-1 1 0,1 0 0,0 0 0,1 1 0,-5 11 0,8-18 4,1 1 0,0 0 0,0 0 0,0 0 0,1 0 0,-1 0 0,1 0 0,-1 0 0,1 0 0,0 6 0,1-8-11,-1 0 1,0 0-1,1 0 1,-1 0 0,0 0-1,1 0 1,0 0-1,-1 0 1,1 0-1,-1-1 1,1 1 0,0 0-1,0 0 1,-1 0-1,1-1 1,0 1 0,0 0-1,0-1 1,0 1-1,0-1 1,0 1-1,0-1 1,0 0 0,0 1-1,0-1 1,0 0-1,0 0 1,0 1-1,0-1 1,0 0 0,0 0-1,1 0 1,0-1-1,4 1 1,-1-1 1,0 0-1,0-1 0,0 1 0,0-1 0,0 0 0,0 0 0,-1-1 0,1 1 0,0-1 1,-1 0-1,0 0 0,4-4 0,-2 2 32,0 1 1,0-1-1,0 1 1,1 1-1,8-4 0,-12 6-20,0 0-1,0 0 1,0 1-1,0 0 1,0-1-1,-1 1 1,1 0-1,0 0 1,0 1-1,0-1 1,0 1-1,0-1 1,0 1-1,-1 0 1,1 0-1,0 0 1,4 3-1,6 4-5,0 2 0,-1-1 0,-1 1 0,0 1 0,0 0 0,-1 1 0,13 17 0,18 21 0,-40-49-149,0 0 0,0 0 0,0 0 0,0 0 1,1 0-1,-1 0 0,0 0 0,1 0 0,-1-1 0,0 1 0,1 0 0,-1-1 0,3 1 0,-3-1-212,0 0 0,0 0 0,0 0 0,0 0 0,0 0 0,0 0 0,0-1 0,0 1 0,0 0 0,0-1 0,0 1-1,0-1 1,0 1 0,0-1 0,0 1 0,0-1 0,0 0 0,-1 0 0,1 1 0,0-1 0,0 0 0,-1 0 0,2-1-1,3-7-3051,0 1 0,-1-1-1,0 0 1,4-15 0,1-2-397,8-4 2782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11:49.161"/>
    </inkml:context>
    <inkml:brush xml:id="br0">
      <inkml:brushProperty name="width" value="0.035" units="cm"/>
      <inkml:brushProperty name="height" value="0.035" units="cm"/>
    </inkml:brush>
  </inkml:definitions>
  <inkml:trace contextRef="#ctx0" brushRef="#br0">190 100 360,'13'-57'3573,"-10"38"719,1-4 13489,-6 41-11024,-35 151-6757,21-87 0,6-35 0,2 1 0,-3 80 0,10-127 0,1 0 0,0 0 0,0 0 0,0 0 0,0 0 0,0 0 0,0 0 0,1 0 0,-1 0 0,0 0 0,0 0 0,1 0 0,-1 0 0,0 0 0,1 0 0,-1 0 0,1 0 0,0 0 0,-1 0 0,1-1 0,0 1 0,-1 0 0,1 0 0,0-1 0,0 1 0,-1-1 0,1 1 0,0 0 0,0-1 0,0 0 0,0 1 0,0-1 0,0 1 0,0-1 0,2 0 0,2 0 0,1 0 0,0 0 0,-1-1 0,1 0 0,10-3 0,23-2 0,-37 6 0,0 0 0,1 1 0,-1-1 0,0 1 0,0-1 0,0 1 0,0 0 0,0 0 0,0 0 0,-1 0 0,1 0 0,0 0 0,0 0 0,-1 1 0,1-1 0,-1 1 0,1-1 0,2 4 0,-2-1 0,-1-1 0,1 1 0,0-1 0,-1 1 0,0 0 0,0 0 0,0-1 0,0 1 0,0 7 0,-1 1 0,0 0 0,-1 1 0,0-1 0,-1 0 0,-5 17 0,3-16 0,0-1 0,-1 1 0,0-1 0,-1 0 0,0-1 0,-1 0 0,-1 0 0,0 0 0,-11 12 0,15-20 0,1 1 0,0-1 0,-1 0 0,0 0 0,0 0 0,0 0 0,0-1 0,0 1 0,-1-1 0,1 0 0,-1-1 0,1 1 0,-1-1 0,0 0 0,0 0 0,1 0 0,-1-1 0,0 0 0,0 1 0,0-2 0,0 1 0,1-1 0,-1 1 0,0-1 0,0-1 0,1 1 0,-1-1 0,-6-2 0,7 1-262,0 0 1,-1 0-1,2 0 0,-1 0 1,0 0-1,0-1 0,1 1 1,-5-8-1,5 7-686,0-1 0,0 0 1,0 0-1,0 0 0,1-1 0,-3-10 1,12 0-16879,16-3 13126,-3 9 3532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11:49.477"/>
    </inkml:context>
    <inkml:brush xml:id="br0">
      <inkml:brushProperty name="width" value="0.035" units="cm"/>
      <inkml:brushProperty name="height" value="0.035" units="cm"/>
    </inkml:brush>
  </inkml:definitions>
  <inkml:trace contextRef="#ctx0" brushRef="#br0">0 495 352,'16'22'3746,"-2"23"9016,-8 3-157,-4-22-9307,0 97-3298,0-158-2648,3-20-7691,0-7-1334,-3 22 7933,0-48 688,1-37 3470,-14 64 4726,6 34 2726,-1 8 2957,5 18-10501,1-1-1,-1 1 1,1-1-1,-1 1 1,1-1-1,0 1 1,0-1-1,0 1 1,-1-1-1,1 1 0,1-1 1,-1 1-1,0-1 1,0 1-1,0-1 1,1 1-1,-1-1 1,2-1-1,9-32-414,-2-1-4166,-6 20 632,1 1-1,1-1 1,0 1-1,1 0 1,1 0-1,11-19 1,-3 15 2233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11:49.680"/>
    </inkml:context>
    <inkml:brush xml:id="br0">
      <inkml:brushProperty name="width" value="0.035" units="cm"/>
      <inkml:brushProperty name="height" value="0.035" units="cm"/>
    </inkml:brush>
  </inkml:definitions>
  <inkml:trace contextRef="#ctx0" brushRef="#br0">69 0 128,'0'15'16165,"1"33"-4411,0 32-7179,-34 289-4399,0 49-211,31-387-1002,1-23 63,0 0 0,1 1 0,0-1 0,0 0 0,1 1 0,0-1 0,0 0 1,1 0-1,4 12 0,9-40-18234,-10 12 18032,10-8-99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11:49.835"/>
    </inkml:context>
    <inkml:brush xml:id="br0">
      <inkml:brushProperty name="width" value="0.035" units="cm"/>
      <inkml:brushProperty name="height" value="0.035" units="cm"/>
    </inkml:brush>
  </inkml:definitions>
  <inkml:trace contextRef="#ctx0" brushRef="#br0">0 1 304,'2'0'266,"-1"0"-1,0 1 1,0-1-1,0 1 1,1-1-1,-1 1 1,0 0-1,0-1 1,0 1-1,0 0 1,0 0 0,0 0-1,1 1 1,0 0 1012,-1 1 1,1-1 0,-1 1-1,0 0 1,1-1-1,-1 1 1,-1 0 0,1 0-1,1 4 1,-1 30 11367,-3-17-9337,-11 66-6005,9-51-150,3-27 1201,2-11-89,10-42-13972,3-1 9534,-5 16 4724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11:49.975"/>
    </inkml:context>
    <inkml:brush xml:id="br0">
      <inkml:brushProperty name="width" value="0.035" units="cm"/>
      <inkml:brushProperty name="height" value="0.035" units="cm"/>
    </inkml:brush>
  </inkml:definitions>
  <inkml:trace contextRef="#ctx0" brushRef="#br0">27 185 236,'-1'-11'615,"-4"-35"4717,-2 26 2559,-6 5 10219,14 9-16887,7-8-5744,12-10-10954,-3 8 7435,12-3 4066,-3 5 2781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11:50.319"/>
    </inkml:context>
    <inkml:brush xml:id="br0">
      <inkml:brushProperty name="width" value="0.035" units="cm"/>
      <inkml:brushProperty name="height" value="0.035" units="cm"/>
    </inkml:brush>
  </inkml:definitions>
  <inkml:trace contextRef="#ctx0" brushRef="#br0">299 1 344,'2'35'3451,"-10"22"5895,-18 35 6337,21-79-14318,-77 313 1199,73-288-2554,8-25-8,1-10-3,0 0 0,0-1 0,-1 1 0,1 0 0,0-1 0,-1 1 0,1-1 0,-1 1 0,0-1 0,0 1 0,0-1 0,0 1 0,-1-1 0,-2 4 0,4-6-393,-1 0-1,0 0 0,0 0 1,0 0-1,1 0 0,-1-1 1,0 1-1,0 0 0,0 0 1,1-1-1,-1 1 0,0 0 0,1-1 1,-1 1-1,0-1 0,1 1 1,-1-1-1,0 1 0,1-1 1,-1 0-1,1 1 0,-1-1 1,1 0-1,0 1 0,-1-1 1,0-1-1,-13-26-8337,7 14 6116,-26-33-167,-11-15 9930,35 48-1506,1 0 0,-10-26 0,17 38-5598,0 0 1,0 0-1,1 0 1,-1 0-1,0 0 1,1 0-1,0 0 1,-1 0-1,1-1 0,0 1 1,0 0-1,0 0 1,0 0-1,1 0 1,-1 0-1,0 0 1,1 0-1,0 0 1,-1 0-1,3-4 1,-1 4-56,0 1 1,0-1-1,0 0 1,0 1-1,0-1 1,1 1 0,-1-1-1,1 1 1,-1 0-1,1 0 1,-1 0 0,1 1-1,-1-1 1,1 1-1,5-1 1,81-5 11,-64 6 0,0-2 0,35-6 0,-10 3-5544,-40 4 2842,0 1 0,0-2-1,17-3 1,3-7-8252,-8 3 7348,-2 1 2248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11:50.599"/>
    </inkml:context>
    <inkml:brush xml:id="br0">
      <inkml:brushProperty name="width" value="0.035" units="cm"/>
      <inkml:brushProperty name="height" value="0.035" units="cm"/>
    </inkml:brush>
  </inkml:definitions>
  <inkml:trace contextRef="#ctx0" brushRef="#br0">29 277 20,'11'2'2078,"-5"10"7498,-7 19 8942,-1-20-15714,2-2-3490,-3 40 853,-2 0 0,-17 74 0,9-60-215,32-115 48,-16 33-814,0 0 0,1-24 0,-7-81-7372,0-6 3521,11 67 12725,-7 58-7337,0 0 1,1 0-1,-1-1 0,1 1 1,0 1-1,1-1 0,-1 0 0,1 1 1,5-8-1,9-13-3009,4-18-5593,-17 35 6148,0 1-6497,4 2 3817,16-6 603,-21 10 2736,27-7-1056,6-3 984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11:50.957"/>
    </inkml:context>
    <inkml:brush xml:id="br0">
      <inkml:brushProperty name="width" value="0.035" units="cm"/>
      <inkml:brushProperty name="height" value="0.035" units="cm"/>
    </inkml:brush>
  </inkml:definitions>
  <inkml:trace contextRef="#ctx0" brushRef="#br0">319 100 332,'-17'37'4443,"3"-14"6961,-24 30 1,11-15-6226,26-37-5179,1 0 0,-1-1 0,0 1 0,1 0 0,-1 0 0,0 0 0,1 0 0,0 0 0,-1 0 0,1 0 0,0 0 0,-1 0 0,1 0 0,0 0 0,0 0 0,0 0 0,0 1 0,0-1 0,0 1 0,0-2 0,1 1 0,-1-1 0,0 1 0,1-1 0,-1 0 0,1 1 0,-1-1 0,0 1 0,1-1 0,-1 0 0,1 0 0,-1 1 0,1-1 0,-1 0 0,1 0 0,0 0 0,-1 1 0,1-1 0,-1 0 0,1 0 0,-1 0 0,1 0 0,0 0 0,0 0 0,3-1 0,1 1 0,-1-1 0,0 0 0,0 0 0,0 0 0,0-1 0,0 1 0,5-4 0,0-1 0,0-1 0,-1 0 0,0-1 0,0 0 0,0 0 0,-1-1 0,-1 0 0,1 0 0,-2-1 0,1 0 0,7-18 0,-11 22 0,0 0 0,0 1 0,-1-1 0,0 0 0,0 0 0,0 0 0,-1 0 0,0 0 0,0 0 0,-1-9 0,0 11 0,0 1 0,0-1 0,-1 1 0,1-1 0,-1 1 0,1 0 0,-1 0 0,0 0 0,0 0 0,0 0 0,-1 0 0,1 0 0,-1 1 0,0-1 0,1 1 0,-1 0 0,0 0 0,-5-3 0,3 3 0,1 0 0,0 0 0,-1 0 0,1 1 0,-1 0 0,1 0 0,-1 0 0,0 0 0,0 1 0,1 0 0,-1 0 0,0 0 0,-7 1 0,4 1 0,0 0 0,0 0 0,0 1 0,0 0 0,1 1 0,-1-1 0,-7 6 0,-3 4 0,2-1 0,-1 2 0,2 0 0,0 1 0,-16 20 0,22-22 0,0-1 0,0 2 0,1-1 0,1 1 0,0 0 0,1 0 0,-8 26 0,13-33 0,-1 0 0,1-1 0,-1 1 0,2 0 0,-1 0 0,1 0 0,0 0 0,1 0 0,0 0 0,0 0 0,0-1 0,1 1 0,0 0 0,0-1 0,0 1 0,1-1 0,0 0 0,0 1 0,7 7 0,-8-11 9,2 0 0,-1-1-1,0 1 1,1 0 0,-1-1 0,1 0-1,0 0 1,-1 0 0,1 0-1,0 0 1,0-1 0,0 0 0,1 0-1,-1 0 1,0 0 0,0-1 0,1 1-1,-1-1 1,0 0 0,0-1 0,1 1-1,-1-1 1,0 1 0,8-4 0,10-2-177,0-1-1,-1-2 1,29-14 0,-31 14-276,44-23-13879,-8 4 2020,-16 11 8604,-9 5 2531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11:51.253"/>
    </inkml:context>
    <inkml:brush xml:id="br0">
      <inkml:brushProperty name="width" value="0.035" units="cm"/>
      <inkml:brushProperty name="height" value="0.035" units="cm"/>
    </inkml:brush>
  </inkml:definitions>
  <inkml:trace contextRef="#ctx0" brushRef="#br0">487 116 228,'4'-3'526,"47"-34"2454,-32 13 4331,-17 22-5796,-1 0 0,0-1 0,0 1 0,0 0 0,-1 0 0,1-1 1,-1 1-1,1-1 0,-1 1 0,0-3 0,0 4-1422,0 0-1,0 0 1,0 1-1,0-1 0,0 0 1,0 0-1,-1 0 1,1 1-1,0-1 1,0 0-1,-1 0 1,1 1-1,-1-1 0,1 0 1,-1 0-1,1 1 1,-1-1-1,1 1 1,-1-1-1,0 0 1,1 1-1,-1-1 0,0 1 1,-1-1-1,-25-4 1476,21 5-1401,0 0 1,0 1 0,0 0-1,0 0 1,0 0-1,-10 4 1,0 4-168,0-1 0,0 2 0,1 0 0,1 1 0,-1 1 0,2 0 0,-1 1 0,2 0 0,0 1 0,-15 22 0,26-35 0,1 1 0,-1-1 0,0 1 0,1-1 0,-1 1 0,1-1 0,-1 1 0,1 0 0,0-1 0,0 1 0,0 0 0,0-1 0,0 1 0,0-1 0,0 1 0,1 0 0,-1-1 0,0 1 0,1-1 0,0 3 0,21 27 0,-19-28 0,-1 0 0,1 0 0,-1 0 0,1 0 0,-1 0 0,0 1 0,0-1 0,-1 1 0,1-1 0,-1 1 0,0-1 0,0 1 0,1 6 0,-3-3 0,0 0 0,-1 0 0,1 0 0,-2 0 0,1 0 0,-1 0 0,0 0 0,0-1 0,-1 1 0,0-1 0,0 0 0,0 0 0,-8 7 0,-6 6 0,-1 0 0,-28 22 0,35-32-221,0-1 0,0 0 0,-1-1 0,0 0 0,-24 8 0,17-9-1174,1-1 1,-1 0 0,-28 2 0,29-9-15354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23:40.817"/>
    </inkml:context>
    <inkml:brush xml:id="br0">
      <inkml:brushProperty name="width" value="0.035" units="cm"/>
      <inkml:brushProperty name="height" value="0.035" units="cm"/>
    </inkml:brush>
  </inkml:definitions>
  <inkml:trace contextRef="#ctx0" brushRef="#br0">7 96 28,'0'0'128,"-1"0"0,1 0 1,-1-1-1,1 1 0,0 0 0,-1-1 0,1 1 1,-1-1-1,1 1 0,0 0 0,-1-1 0,1 1 1,0-1-1,0 1 0,-1-1 0,1 1 0,0-1 1,0 1-1,0-1 0,-1 1 0,1-1 0,0 1 1,0-1-1,0 1 0,0-1 0,0 0 1,0 1-1,0-1 0,0 1 0,0-1 0,1 1 1,-1-1-1,0 1 0,0-1 0,0 1 0,1-1 1,-1 0-1,15-23 454,-7 11 321,-4 2 860,-4 0 3946,0 10-5240,0 1 1,0-1-1,0 1 1,0-1-1,-1 1 1,1-1 0,0 1-1,0-1 1,-1 1-1,1-1 1,0 1-1,0-1 1,-1 1-1,1 0 1,-1-1 0,1 1-1,0-1 1,-1 1-1,1 0 1,-1-1-1,1 1 1,-1 0-1,1 0 1,-1-1 0,1 1-1,-1 0 1,1 0-1,-1 0 1,1 0-1,-1 0 1,1 0 0,-1-1-1,1 1 1,-1 0-1,0 1 1,-4-8 1514,2 36-1966,5-9-18,1 1 0,0-1 0,2 0 0,0 0 0,1 0 0,1 0 0,16 30 0,-22-48 0,-1-1 0,1 1 0,0 0 0,0 0 0,0-1 0,0 1 0,0-1 0,1 1 0,-1-1 0,0 1 0,1-1 0,-1 0 0,1 1 0,-1-1 0,1 0 0,0 0 0,-1 0 0,1-1 0,0 1 0,0 0 0,3 0 0,-3-1 0,0 0 0,1 0 0,-1-1 0,0 1 0,0-1 0,0 1 0,0-1 0,0 0 0,0 0 0,0 0 0,0 0 0,0 0 0,-1 0 0,1-1 0,0 1 0,1-3 0,8-7 0,-1-1 0,-1 0 0,0-1 0,9-17 0,-15 25 0,23-38 0,-10 20 0,16-37 0,-30 82 0,-4 18 0,-3 10 0,2 69 0,3-104 0,6 2 0,-6-17 0,0 0 0,0 1 0,0-1 0,0 0 0,0 0 0,0 1 0,0-1 0,0 0 0,0 0 0,0 1 0,0-1 0,1 0 0,-1 0 0,0 1 0,0-1 0,0 0 0,0 0 0,0 0 0,1 1 0,-1-1 0,0 0 0,0 0 0,0 0 0,1 0 0,-1 1 0,0-1 0,0 0 0,0 0 0,1 0 0,-1 0 0,0 0 0,0 0 0,1 0 0,-1 0 0,0 1 0,0-1 0,1 0 0,-1 0 0,0 0 0,0 0 0,1 0 0,-1-1 0,0 1 0,0 0 0,1 0 0,-1 0 0,0 0 0,0 0 0,1 0 0,-1 0 0,0 0 0,0 0 0,1-1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23:41.176"/>
    </inkml:context>
    <inkml:brush xml:id="br0">
      <inkml:brushProperty name="width" value="0.035" units="cm"/>
      <inkml:brushProperty name="height" value="0.035" units="cm"/>
    </inkml:brush>
  </inkml:definitions>
  <inkml:trace contextRef="#ctx0" brushRef="#br0">30 165 632,'-4'9'310,"-6"10"9784,1-11-73,9-9-9851,-1 1-1,1 0 0,0-1 0,-1 1 0,1 0 0,-1-1 1,1 1-1,0 0 0,-1-1 0,1 1 0,0-1 0,0 1 1,-1-1-1,1 1 0,0-1 0,0 1 0,-1-1 0,1 1 1,0-1-1,0 1 0,0-1 0,0 1 0,0-1 0,0 1 1,0-2-1,0-5 127,0 1 1,0-1-1,1 0 0,0 0 1,0 0-1,0 1 1,1-1-1,0 1 1,0-1-1,1 1 0,5-9 1,-2 2 443,1 2 1,1-1 0,0 1-1,16-19 1,-22 28-739,0 0 0,0 0 0,-1 1 0,1-1 1,1 0-1,-1 1 0,0-1 0,0 1 0,0 0 1,1 0-1,-1 0 0,1 0 0,-1 0 0,1 0 1,-1 0-1,1 1 0,0 0 0,-1-1 0,1 1 0,-1 0 1,1 0-1,0 0 0,-1 1 0,1-1 0,0 1 1,4 1-1,-4 0-3,0 0 1,0 0-1,0 0 0,0 0 1,0 0-1,-1 1 0,1-1 1,-1 1-1,0 0 1,1 0-1,-1 0 0,-1 0 1,1 0-1,0 0 1,-1 1-1,1-1 0,-1 0 1,1 7-1,6 22 1,-1 0 0,-2 1 0,2 54 0,-5-69-2113,3 10-5186,-5-25 5077,5-16-11773,3-4 10264,-2 5 2123,3-7 273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23:41.612"/>
    </inkml:context>
    <inkml:brush xml:id="br0">
      <inkml:brushProperty name="width" value="0.035" units="cm"/>
      <inkml:brushProperty name="height" value="0.035" units="cm"/>
    </inkml:brush>
  </inkml:definitions>
  <inkml:trace contextRef="#ctx0" brushRef="#br0">215 1 252,'-3'12'17330,"1"10"-8355,2 3-5664,-1 37-1523,1-52-757,0 167-955,0-176-76,0-1 0,0 0 0,0 1 0,0-1 0,0 1 0,0-1 0,0 0 0,0 1 0,0-1 0,0 0 0,0 1 0,0-1 0,0 1 0,0-1 0,0 0 0,-1 1 0,1-1 0,0 0 0,0 0 0,0 1 0,-1-1 0,1 0 0,0 1 0,-1-1 0,1 0 0,0 0 0,0 1 0,-1-1 0,1 0 0,0 0 0,-1 0 0,1 0 0,0 0 0,-1 1 0,1-1 0,-1 0 0,1 0 0,0 0 0,-1 0 0,1 0 0,0 0 0,-1 0 0,1 0 0,-1 0 0,1 0 0,-1 0 0,-19-8 0,12 4 0,-3 1 0,-1 1 0,1 0 0,0 0 0,-1 1 0,1 1 0,-1 0 0,-19 3 0,28-3 0,1 1 0,-1-1 0,0 1 0,0 0 0,1 0 0,-1 0 0,0 0 0,1 0 0,-1 1 0,1-1 0,0 1 0,-1 0 0,1 0 0,0-1 0,0 1 0,0 1 0,0-1 0,0 0 0,1 0 0,-1 1 0,1-1 0,-1 1 0,1-1 0,0 1 0,0 0 0,0-1 0,0 1 0,1 0 0,-1 0 0,1 0 0,0-1 0,-1 1 0,1 0 0,0 0 0,1 0 0,0 3 0,-1-2 0,0-1 0,1 0 0,-1 0 0,1 1 0,0-1 0,0 0 0,0 0 0,1 0 0,-1 0 0,1 0 0,-1-1 0,1 1 0,0 0 0,0-1 0,0 1 0,1-1 0,-1 0 0,0 1 0,1-1 0,0 0 0,-1-1 0,1 1 0,0 0 0,0-1 0,3 2 0,-1-2 0,1 1 0,-1-1 0,0 0 0,0-1 0,1 1 0,-1-1 0,0 0 0,1-1 0,-1 1 0,0-1 0,1 0 0,-1 0 0,0-1 0,8-2 0,31-21-3487,-25 10-319,-2 0 0,0-1 0,19-22 1,0-5-8533,-27 31 11267</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23:41.939"/>
    </inkml:context>
    <inkml:brush xml:id="br0">
      <inkml:brushProperty name="width" value="0.035" units="cm"/>
      <inkml:brushProperty name="height" value="0.035" units="cm"/>
    </inkml:brush>
  </inkml:definitions>
  <inkml:trace contextRef="#ctx0" brushRef="#br0">59 119 124,'1'0'129,"-1"0"0,1 0 0,-1 0 1,1 0-1,-1 0 0,1 1 0,-1-1 0,1 0 0,-1 0 0,1 0 0,-1 1 1,0-1-1,1 0 0,-1 0 0,1 1 0,-1-1 0,0 0 0,1 1 1,-1-1-1,0 0 0,1 1 0,-1-1 0,0 1 0,1-1 0,-1 0 0,0 1 1,0-1-1,0 1 0,1-1 0,-1 1 0,0-1 0,0 1 0,0-1 1,0 1-1,0-1 0,0 1 0,0-1 0,0 1 0,0-1 0,0 1 0,0-1 1,0 1-1,-1-1 0,1 1 0,0-1 0,0 1 0,0-1 0,-1 1 0,1-1 1,0 18 5569,3-14-4341,-1-1 0,1 1 0,-1 0 1,1-1-1,0 0 0,0 0 0,6 5 0,13-2 6290,-1-9-5678,-17 2-1970,0-1 0,1 0 0,-1-1 0,0 1 0,0-1 0,0 1 0,-1-1 0,1 0 0,-1-1 0,1 1 0,-1 0 0,0-1 0,-1 0 0,1 0 0,0 0 0,-1 0 0,0 0 0,0-1 0,0 1 0,1-7 0,-1 7 0,-1 0 0,1 0 0,-1 0 0,0-1 0,0 1 0,-1 0 0,1-1 0,-1 1 0,0 0 0,0-1 0,-1 1 0,1-1 0,-1 1 0,0 0 0,0-1 0,0 1 0,-1 0 0,1 0 0,-1 0 0,0 0 0,0 0 0,-4-4 0,4 7 0,0-1 0,0 1 0,0-1 0,0 1 0,-1 0 0,1 0 0,-1 0 0,1 0 0,-1 1 0,1-1 0,-1 0 0,1 1 0,-1 0 0,0 0 0,1 0 0,-1 0 0,0 0 0,1 0 0,-1 1 0,1-1 0,-1 1 0,1 0 0,-1-1 0,1 1 0,-1 0 0,1 1 0,0-1 0,-1 0 0,-2 3 0,-3 2 0,0-1 0,0 1 0,0 0 0,1 1 0,0 0 0,-11 14 0,10-11 0,1 2 0,1-1 0,0 1 0,0 0 0,1 0 0,0 1 0,1-1 0,-2 15 0,5-22 0,0 0 0,0 0 0,1 0 0,0 0 0,0 0 0,0 0 0,0-1 0,1 1 0,0 0 0,0 0 0,0 0 0,1-1 0,-1 1 0,1 0 0,0-1 0,1 0 0,-1 1 0,1-1 0,0 0 0,0 0 0,0-1 0,0 1 0,0 0 0,8 4 0,-8-6-228,-1 0 0,1 0 0,0-1 0,0 1 0,1-1 0,-1 0 0,0 0 0,5 1 0,-3-2-582,0 1 1,0-1-1,0 0 1,0 0-1,-1-1 1,1 0-1,0 0 1,0 0-1,4-2 0,-1 1-589,0-2-1,-1 1 1,0-1-1,0 0 1,0 0-1,0-1 1,-1 0-1,12-12 1,22-23-7355,-27 28 7776</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23:42.236"/>
    </inkml:context>
    <inkml:brush xml:id="br0">
      <inkml:brushProperty name="width" value="0.035" units="cm"/>
      <inkml:brushProperty name="height" value="0.035" units="cm"/>
    </inkml:brush>
  </inkml:definitions>
  <inkml:trace contextRef="#ctx0" brushRef="#br0">6 185 4,'5'53'6060,"-8"28"11788,-1-62-12669,2-14-2659,1-16-1443,1 2-1061,4-125 62,-2 120-81,0-1 0,1 1 1,0-1-1,1 1 0,1 0 1,12-26-1,-15 37 3,0-1 0,1 1 0,-1 0 0,1 0 0,0 0 0,0 0 0,0 1 0,0-1 0,1 1 0,-1 0 0,1-1 0,6-2 0,1 1 0,-1 1 0,1 0 0,16-3 0,3 6 0,-27 1 0,0-1 0,0 0 0,-1 1 0,1-1 0,0 0 0,0-1 0,0 1 0,-1 0 0,1-1 0,0 0 0,-1 1 0,1-1 0,4-2 0,-2 1-3205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23:42.880"/>
    </inkml:context>
    <inkml:brush xml:id="br0">
      <inkml:brushProperty name="width" value="0.035" units="cm"/>
      <inkml:brushProperty name="height" value="0.035" units="cm"/>
    </inkml:brush>
  </inkml:definitions>
  <inkml:trace contextRef="#ctx0" brushRef="#br0">38 165 872,'0'-9'1718,"0"-13"23145,0 26-24468,0-1 1,0 0-1,0 0 1,0 0-1,0 1 1,-1-1-1,1 0 1,-1 0-1,0 0 1,0 0-1,-1 3 1,-2 8 168,0 6-564,-4 14 0,2 0 0,1 0 0,2 1 0,1 0 0,3 40 0,-1-75 0,0 1 0,0 0 0,0-1 0,0 1 0,0 0 0,0 0 0,0-1 0,1 1 0,-1 0 0,0-1 0,0 1 0,0 0 0,1-1 0,-1 1 0,0 0 0,1-1 0,-1 1 0,1-1 0,-1 1 0,1-1 0,-1 1 0,1-1 0,-1 1 0,1-1 0,-1 1 0,1-1 0,0 1 0,-1-1 0,1 0 0,-1 0 0,1 1 0,0-1 0,0 0 0,-1 0 0,1 0 0,0 1 0,-1-1 0,1 0 0,0 0 0,0 0 0,-1 0 0,1-1 0,0 1 0,-1 0 0,1 0 0,0 0 0,-1 0 0,1-1 0,0 1 0,-1 0 0,1-1 0,1 0 0,5-3 0,0-1 0,0 1 0,12-12 0,-6 5 0,-4 4 0,1 0 0,1 0 0,-1 1 0,1 1 0,0 0 0,19-7 0,-25 11 0,0 0 0,1 0 0,-1 0 0,0 1 0,0 0 0,0 0 0,1 0 0,-1 0 0,0 1 0,0 0 0,0 0 0,0 0 0,0 1 0,0 0 0,0 0 0,0 0 0,8 6 0,21 17 0,-24-18 0,-1 0 0,1 0 0,0 0 0,20 8 0,-28-14 0,-1-1 0,1 0 0,-1 0 0,1 0 0,-1 0 0,1 0 0,-1 0 0,1 0 0,-1 0 0,1-1 0,-1 1 0,1-1 0,-1 1 0,0-1 0,1 1 0,-1-1 0,0 0 0,1 0 0,-1 1 0,0-1 0,0 0 0,0 0 0,0 0 0,0-1 0,0 1 0,0 0 0,0 0 0,0 0 0,0-1 0,-1 1 0,1 0 0,-1-1 0,1 1 0,-1-1 0,1-1 0,4-9 0,-2 0 0,0 0 0,2-14 0,-4 20 0,3-25 0,-1 0 0,-2 0 0,-3-40 0,0 33 0,5-57 0,-4 21 0,-2 106-2054,-7 22-5796,0 2-278,9-27-1583,7-2 5962,4-10 2586</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23:43.237"/>
    </inkml:context>
    <inkml:brush xml:id="br0">
      <inkml:brushProperty name="width" value="0.035" units="cm"/>
      <inkml:brushProperty name="height" value="0.035" units="cm"/>
    </inkml:brush>
  </inkml:definitions>
  <inkml:trace contextRef="#ctx0" brushRef="#br0">137 256 264,'-18'16'2522,"0"20"6902,16-31-7460,0 0 0,0 0-1,-1 0 1,0-1 0,0 1 0,-5 6-1,7-9-1711,-1-1 1,1 0-1,-1 0 0,1-1 0,0 1 0,-1 0 0,1 0 0,-1-1 0,0 1 0,1-1 0,-1 1 1,0-1-1,1 0 0,-1 1 0,0-1 0,1 0 0,-1 0 0,0 0 0,1-1 0,-1 1 0,0 0 1,1 0-1,-1-1 0,1 1 0,-1-1 0,-1 0 0,1-1-252,0 1 0,0 0 0,0 0 0,1-1 0,-1 1 0,0-1 0,1 1 0,0-1 0,-1 0 0,1 0 0,0 0 0,0 0 0,-1 0 0,2 0 0,-1 0 0,0 0 0,0 0 0,1 0 0,-1-3 0,-6-42 0,7 22 0,0 2 0,0-1 0,6-38 0,-4 55 0,-1 0 0,1 1 0,0-1 0,1 0 0,-1 1 0,1-1 0,1 1 0,-1 0 0,1 0 0,0 0 0,1 1 0,-1-1 0,7-5 0,-6 7 0,0-1 0,0 1 0,0 0 0,0 1 0,1 0 0,0-1 0,-1 2 0,1-1 0,0 1 0,0 0 0,1 0 0,-1 0 0,0 1 0,1 0 0,-1 1 0,1-1 0,-1 1 0,1 0 0,-1 1 0,0-1 0,1 1 0,-1 1 0,0-1 0,1 1 0,-1 0 0,0 1 0,8 4 0,1 7-3849,-4 17-9267,-3-6 5093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23:43.533"/>
    </inkml:context>
    <inkml:brush xml:id="br0">
      <inkml:brushProperty name="width" value="0.035" units="cm"/>
      <inkml:brushProperty name="height" value="0.035" units="cm"/>
    </inkml:brush>
  </inkml:definitions>
  <inkml:trace contextRef="#ctx0" brushRef="#br0">0 227 388,'14'26'4999,"-12"-18"-1990,-1-1-1,1 0 0,-1 1 1,-1-1-1,1 1 1,-1-1-1,-1 11 1,-3 6 299,-1 53-7574,10-97-14688,5-5 12790,7-19 3590,-14 27 2684,-1 0 0,-1 0 0,0-1 0,-3-28 0,-7-31 6501,9 73-6007,-2-20 6795,2-43 0,1 26-2966,-5 35-7017,2 5 499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23:44.251"/>
    </inkml:context>
    <inkml:brush xml:id="br0">
      <inkml:brushProperty name="width" value="0.035" units="cm"/>
      <inkml:brushProperty name="height" value="0.035" units="cm"/>
    </inkml:brush>
  </inkml:definitions>
  <inkml:trace contextRef="#ctx0" brushRef="#br0">146 1 176,'-2'105'22878,"0"-53"-16141,-2 0-3986,-6 173-2530,12-207-301,2-16-179,-4-3 203,1-1 0,-1 1 0,0 0 0,0-1 0,0 1-1,0 0 1,0-1 0,0 1 0,-1 0 0,1 0 0,0-1-1,-1 1 1,1 0 0,-1 0 0,1 0 0,-1-1 0,0 1-1,1 0 1,-1 0 0,-1-1 0,-22-36-5291,-3-3 3591,-4 3 4081,29 36-1931,0 0-1,0-1 1,0 1-1,0 1 1,-1-1-1,1 0 1,-1 0-1,1 1 1,-1 0-1,0-1 1,0 1-1,1 0 1,-1 0-1,0 1 0,-5-2 1,67 7-394,50-9-3735,55-12-9483,-50 4 5013,-38 6 5922,-68 6 1784,-6-1 415,1 1-1,0-1 1,0 1 0,0 0-1,0 0 1,0 0-1,0 0 1,0 0 0,0 1-1,0 0 1,0-1-1,0 1 1,0 0 0,0 0-1,3 3 1,-6-3 219,0-1-1,0 1 1,0 0 0,0 0 0,-1-1-1,1 1 1,0 0 0,-1 0 0,1-1-1,0 1 1,-1 0 0,1-1-1,-1 1 1,1 0 0,-1-1 0,1 1-1,-1-1 1,1 1 0,-1-1 0,0 1-1,0 0 1,-16 11 6995,6-8-3646,0 0-1,0 0 1,0-1 0,-21 2-1,13-4-1705,40-11-1778,-9 7 0,0-1 0,0 0 0,-1 0 0,1-2 0,-1 1 0,0-1 0,11-9 0,-15 11 0,0-2 0,-1 1 0,1-1 0,-1 0 0,0 0 0,-1 0 0,0-1 0,0 0 0,0 0 0,0 0 0,3-11 0,-7 17 0,-1 0 0,1 0 0,0 1 0,-1-1 0,0 0 0,1 0 0,-1 0 0,0 0 0,1 0 0,-1-1 0,0 1 0,0 0 0,0 0 0,0 0 0,0 0 0,0 0 0,0 0 0,0 0 0,-1 0 0,1 0 0,0 0 0,-1 0 0,1 0 0,-1 0 0,1 0 0,-1 0 0,1 0 0,-1 0 0,1 1 0,-1-1 0,0 0 0,0 0 0,1 0 0,-1 1 0,0-1 0,0 1 0,-1-2 0,0 2 0,0 0 0,1 0 0,-1-1 0,0 1 0,0 1 0,0-1 0,0 0 0,0 0 0,1 1 0,-1-1 0,0 1 0,0-1 0,0 1 0,1 0 0,-1 0 0,1 0 0,-1 0 0,0 0 0,1 0 0,-1 0 0,-1 2 0,-14 13 0,0 0 0,-28 36 0,39-42 0,-1-1 0,2 1 0,-1 1 0,2-1 0,-1 1 0,1 0 0,-5 21 0,7-22 0,-1 4 0,0 1 0,1-1 0,1 1 0,0 20 0,1-32 0,0-1 0,0 1 0,1-1 0,-1 1 0,0-1 0,1 1 0,0-1 0,0 1 0,-1-1 0,1 0 0,1 1 0,-1-1 0,0 0 0,0 0 0,1 0 0,0 0 0,-1 0 0,1 0 0,0 0 0,0-1 0,0 1 0,0 0 0,0-1 0,0 0 0,0 1 0,1-1 0,-1 0 0,0 0 0,1 0 0,-1-1 0,1 1 0,3 0 0,14-1-3016,-15-2 537,-1 1 0,1-1 1,0 0-1,0 0 0,-1 0 1,1 0-1,-1-1 0,7-5 0,7-6-2515,-2 2 3350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23:44.581"/>
    </inkml:context>
    <inkml:brush xml:id="br0">
      <inkml:brushProperty name="width" value="0.035" units="cm"/>
      <inkml:brushProperty name="height" value="0.035" units="cm"/>
    </inkml:brush>
  </inkml:definitions>
  <inkml:trace contextRef="#ctx0" brushRef="#br0">14 213 824,'-8'8'2626,"2"12"6786,6 20 7775,1-26-14473,-2-13-2714,1 0 0,0 1 0,0-1 0,0 0 0,0 1 0,0-1 0,0 0 0,0 0 0,1 1 0,-1-1 0,0 0 0,1 0 0,-1 1 0,1-1 0,-1 0 0,1 0 0,-1 0 0,1 0 0,1 2 0,-1-4 0,0 1 0,0-1 0,0 1 0,-1-1 0,1 0 0,0 1 0,0-1 0,-1 0 0,1 0 0,-1 0 0,1 0 0,0 1 0,-1-1 0,0 0 0,1 0 0,-1 0 0,1 0 0,-1 0 0,0 0 0,0 0 0,0 0 0,0 0 0,0-2 0,1-2 0,0 0 0,-1-1 0,0 1 0,0 0 0,0 0 0,-1 0 0,0 0 0,-3-10 0,3 8 0,-1 0 0,1 0 0,0 0 0,0-12 0,3 2 0,0 0 0,1 0 0,0 0 0,7-18 0,-8 28 0,1 0 0,0-1 0,0 2 0,1-1 0,-1 0 0,2 1 0,-1 0 0,1 0 0,-1 0 0,2 0 0,9-8 0,-14 13-120,1 0 0,0 1 0,0-1 0,0 0 0,0 1 0,0-1-1,-1 1 1,1-1 0,0 1 0,0 0 0,0 0 0,0 0 0,0 0 0,0 0 0,0 1 0,0-1 0,0 0 0,0 1-1,0-1 1,0 1 0,0 0 0,0 0 0,-1 0 0,1 0 0,0 0 0,-1 0 0,1 0 0,-1 1 0,1-1 0,-1 0-1,1 1 1,-1-1 0,0 1 0,0 0 0,0-1 0,2 3 0,3 5-8767,11-2-9966</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23:44.986"/>
    </inkml:context>
    <inkml:brush xml:id="br0">
      <inkml:brushProperty name="width" value="0.035" units="cm"/>
      <inkml:brushProperty name="height" value="0.035" units="cm"/>
    </inkml:brush>
  </inkml:definitions>
  <inkml:trace contextRef="#ctx0" brushRef="#br0">289 10 220,'-10'-9'28507,"9"9"-27814,-2 4 2650,0 0-3343,0-1 0,-1 1 0,1-1 0,-1 0 0,1 0 0,-8 4 0,-8 9 0,7-5 0,1 1 0,0 0 0,1 0 0,-13 23 0,21-32 0,1 0 0,-1 0 0,1 0 0,-1 1 0,1-1 0,0 1 0,0-1 0,1 1 0,-1-1 0,1 1 0,-1-1 0,1 1 0,0 0 0,1-1 0,-1 1 0,1-1 0,-1 1 0,1-1 0,0 1 0,0-1 0,1 1 0,-1-1 0,1 0 0,-1 0 0,1 0 0,4 5 0,32 46 0,-35-49 0,0 0 0,-1 0 0,0 0 0,0 0 0,0 1 0,0-1 0,-1 1 0,0 0 0,1 9 0,-2-13 0,0-1 0,0 1 0,-1 0 0,1-1 0,-1 1 0,1 0 0,-1-1 0,0 1 0,1 0 0,-1-1 0,0 1 0,0-1 0,0 0 0,0 1 0,0-1 0,0 0 0,-1 1 0,1-1 0,0 0 0,-1 0 0,1 0 0,-1 0 0,1 0 0,-1-1 0,-2 2 0,-4 1 0,0 0 0,-1 0 0,-15 2 0,11-2 0,-12 2-3559,-38 10-17974,37-4 16628,8-1 2839</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35.561"/>
    </inkml:context>
    <inkml:brush xml:id="br0">
      <inkml:brushProperty name="width" value="0.035" units="cm"/>
      <inkml:brushProperty name="height" value="0.035" units="cm"/>
    </inkml:brush>
  </inkml:definitions>
  <inkml:trace contextRef="#ctx0" brushRef="#br0">37 16 716,'0'-1'343,"0"0"0,-1 0 0,1 0 0,-1 0 0,1 0 0,-1 0 0,1 0 0,-1 0 0,1 0 0,-1 0 0,0 1 0,0-1 0,1 0 0,-1 0 0,-1 0 0,1 1 61,1 0 1,0 0-1,-1 0 1,1 0-1,-1-1 1,1 1-1,0 0 1,-1 0-1,1 0 1,-1 1-1,1-1 1,0 0-1,-1 0 1,1 0-1,-1 0 1,1 0-1,0 0 1,-1 1-1,-1 0 2428,1 0-2428,-8 15 11996,5-2-9162,2 23-3238,2 0 0,7 70 0,-1-38 0,94 926 0,-97-971-1369,-1 1 1,-1 33-1,-1-49 526,-1-1-1,0 1 1,0 0 0,-1-1 0,-1 1 0,1-1 0,-1 0-1,-1 0 1,-7 14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36.295"/>
    </inkml:context>
    <inkml:brush xml:id="br0">
      <inkml:brushProperty name="width" value="0.035" units="cm"/>
      <inkml:brushProperty name="height" value="0.035" units="cm"/>
    </inkml:brush>
  </inkml:definitions>
  <inkml:trace contextRef="#ctx0" brushRef="#br0">18 146 180,'-10'-33'1884,"2"12"2050,9-1 13257,8 28-14299,7 7-61,15 20-1442,-23-23-1082,0-1 1,1 0 0,0-1 0,1 0 0,-1 0-1,2-1 1,11 8 0,-16-13-308,-1 1 0,1-1 0,0 1 0,-1-2 0,1 1 0,0-1 0,0 1 0,0-2 0,0 1 0,1-1 0,-1 0 0,0 0 0,0 0 0,0-1 0,0 0 0,0 0 0,0-1 0,0 0 0,0 0 0,-1 0 0,1 0 0,-1-1 0,1 0 0,-1 0 0,0-1 0,8-7 0,-8 5 0,0 0 0,0 0 0,-1-1 0,0 1 0,0-1 0,-1 0 0,0-1 0,5-12 0,-4 3 0,1-1 0,2-29 0,-9 29 0,1 18 0,1-1 0,0 1 0,0 0 0,-1 0 0,1 0 0,0 0 0,-1-1 0,1 1 0,0 0 0,-1 0 0,1 0 0,0 0 0,-1 0 0,1 0 0,0 0 0,-1 0 0,1 0 0,0 0 0,-1 0 0,1 0 0,-1 0 0,1 0 0,0 0 0,-1 0 0,1 0 0,0 0 0,-1 0 0,1 1 0,-3 0 0,1 1 0,-1-1 0,1 1 0,0 0 0,0 0 0,0 0 0,0 0 0,0 0 0,-3 4 0,-13 26 0,0 0 0,2 1 0,-21 65 0,-20 110 0,-58 498 0,102-657-3086,2-6-3419,43-55-16567</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36.977"/>
    </inkml:context>
    <inkml:brush xml:id="br0">
      <inkml:brushProperty name="width" value="0.035" units="cm"/>
      <inkml:brushProperty name="height" value="0.035" units="cm"/>
    </inkml:brush>
  </inkml:definitions>
  <inkml:trace contextRef="#ctx0" brushRef="#br0">19 421 208,'0'8'1498,"-1"23"11438,1-30-12394,0 0-1,0-1 0,0 1 0,0 0 0,0 0 1,0-1-1,1 1 0,-1 0 0,0-1 1,0 1-1,1 0 0,-1 0 0,0-1 1,1 1-1,-1-1 0,0 1 0,1 0 0,-1-1 1,1 1-1,-1-1 0,1 1 0,-1-1 1,1 1-1,0-1 0,-1 1 0,1-1 1,0 0-1,-1 1 0,1-1 0,0 0 1,-1 0-1,2 1 0,-15-8-249,12 7-295,1-1 0,0 1 0,-1 0 0,1 0 0,0-1 0,-1 1 0,1 0 0,0-1 0,0 1-1,-1 0 1,1-1 0,0 1 0,0-1 0,-1 1 0,1 0 0,0-1 0,0 1 0,0-1 0,0 1 0,0-1-1,0 1 1,0 0 0,0-1 0,0 1 0,0-1 0,0 1 0,0-1 0,0 1 0,0-1 0,0 1-1,0 0 1,1-1 0,-1 1 0,0-1 0,0 1 0,0 0 0,1-1 0,-1 1 0,0 0 0,0-1-1,1 1 1,-1 0 0,0-1 0,1 1 0,0-1 0,-1 1-63,0 0 0,0 0 0,0-1 0,0 1 0,0 0 0,0-1 0,0 1 0,0 0 0,0-1 0,0 1 0,0 0 0,0 0 0,0-1 0,0 1 0,0 0 0,0-1 0,0 1 0,0 0 0,0-1 0,0 1 0,0 0 0,0 0 0,-1-1 0,1 1 0,0 0 0,0-1 0,0 1 0,0 0 0,-1 0 0,1 0 0,0-1 0,0 1 0,-1 0 0,1 0 0,0 0 0,0-1 0,-1 1 0,1 0 0,0 0 0,-1 0 0,1 0 0,-14-6 1751,23-18-1093,3 0-365,-11 22-200,0-1 0,1 1 0,-1 0 0,0 0 0,0-1 0,0 1 0,0 0 0,-1-1 0,1 1 0,0-1 0,-1 1 0,0-1 0,0-2 0,0 4-27,1 0 0,-1 0 0,0 0 0,0 0 0,0 0 0,0 0 0,-1 0 0,1 0 0,0 0 0,0 0 0,-1 0 0,1 0 0,0 0 0,-1 1 0,1-1 0,-1 0 0,1 0 0,-1 0 0,-1-1 0,2 2 0,-1 0 0,1 0 0,-1 0 0,1 0 0,0 0 0,-1 0 0,1 0 0,-1 0 0,1 0 0,-1 0 0,1 0 0,-1 1 0,1-1 0,0 0 0,-1 0 0,1 0 0,-1 1 0,1-1 0,0 0 0,-1 1 0,1-1 0,0 0 0,-1 0 0,1 1 0,0-1 0,0 1 0,-1-1 0,1 0 0,0 1 0,0-1 0,0 1 0,-1-1 0,1 1 0,-1 3 0,0-1 0,1 1 0,-1 0 0,1 0 0,0 0 0,0-1 0,0 1 0,1 0 0,-1 0 0,1-1 0,1 6 0,2 11 0,-5 37 0,-1-46 0,2 1 0,-1-1 0,2 1 0,-1-1 0,2 1 0,4 22 0,-2-54 0,-2 1 0,1-21 0,0-52 0,8-97 0,-10 178 0,0 1 0,1-1 0,0 1 0,1-1 0,0 1 0,1 0 0,0 0 0,0 1 0,9-15 0,-8 18 0,-1 1 0,1-1 0,1 1 0,-1 0 0,1 0 0,-1 0 0,1 1 0,1 0 0,-1 0 0,0 1 0,1 0 0,0 0 0,0 0 0,12-2 0,21-6 0,50-6 0,-74 15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38.789"/>
    </inkml:context>
    <inkml:brush xml:id="br0">
      <inkml:brushProperty name="width" value="0.035" units="cm"/>
      <inkml:brushProperty name="height" value="0.035" units="cm"/>
    </inkml:brush>
  </inkml:definitions>
  <inkml:trace contextRef="#ctx0" brushRef="#br0">23 152 48,'-23'-3'29035,"38"1"-25588,5-2-3398,-1-1-1,0-1 0,0 0 1,0-2-1,18-10 1,-17 8-64,1 1 1,1 1-1,32-9 1,-46 16-19,0-2-676,1 2 0,-1-1 0,1 1 0,0 0 0,-1 1 0,1 0 0,10 1 0,6-18-23149,-13 8 22435,16-12-146</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39.382"/>
    </inkml:context>
    <inkml:brush xml:id="br0">
      <inkml:brushProperty name="width" value="0.035" units="cm"/>
      <inkml:brushProperty name="height" value="0.035" units="cm"/>
    </inkml:brush>
  </inkml:definitions>
  <inkml:trace contextRef="#ctx0" brushRef="#br0">105 17 88,'-1'-1'235,"0"-1"0,-1 1-1,1-1 1,-1 1 0,1 0 0,-1-1 0,0 1-1,0 0 1,1 0 0,-1 0 0,-2-1 0,2 2 308,1 0 1,0 0-1,0-1 1,-1 1 0,1 0-1,0 0 1,-1 0-1,1 0 1,0 1 0,-1-1-1,1 0 1,0 0-1,0 1 1,-1-1 0,1 1-1,0-1 1,0 1 0,0-1-1,0 1 1,0 0-1,-2 1 1,1 0 594,0 0 0,0 0-1,0 0 1,1 1 0,-1-1 0,1 0-1,-1 1 1,1-1 0,0 1 0,-2 4 0,1 18 2519,2-17-3537,1 0 0,0-1 1,1 1-1,0-1 1,0 0-1,0 1 0,1-1 1,0 0-1,1 0 1,-1-1-1,7 9 0,-8-12-108,1 0-1,-1 0 0,1-1 0,0 1 0,0-1 1,0 0-1,0 1 0,0-1 0,1-1 1,-1 1-1,1 0 0,-1-1 0,1 0 0,0 1 1,-1-2-1,1 1 0,0 0 0,0-1 1,0 1-1,-1-1 0,1 0 0,0-1 1,0 1-1,4-1 0,2-1-11,-1 0 0,0 0 0,1 0 0,-1-1 0,0-1 0,-1 0 0,1 0 0,-1 0 0,1-1 0,7-7 0,-26 24 0,1 0 0,0 1 0,1 0 0,0 0 0,-6 15 0,-3 4 0,-4 10 0,1 1 0,2 1 0,-24 87 0,26-60 0,-12 134 0,-5 66 0,29-252-1600,3-16 632,0 1 0,0 0 0,1-1 0,-1 1 1,1 0-1,0 0 0,0-1 0,0 1 0,1 5 1,18-1-19050,1-6 18809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39.537"/>
    </inkml:context>
    <inkml:brush xml:id="br0">
      <inkml:brushProperty name="width" value="0.035" units="cm"/>
      <inkml:brushProperty name="height" value="0.035" units="cm"/>
    </inkml:brush>
  </inkml:definitions>
  <inkml:trace contextRef="#ctx0" brushRef="#br0">2 142 800,'19'1'3697,"-18"0"-3097,0-1 1,0 1-1,-1 0 1,1-1-1,0 1 1,0 0-1,0-1 1,-1 1-1,1 0 1,-1 0-1,1-1 1,0 1-1,-1 0 1,1 0-1,-1 0 1,0 0-1,1 0 1,-1 0-1,0 0 1,1 2-1,-1-2 228,0 1-1,0-1 1,0 1-1,0-1 1,0 1-1,0-1 1,-1 1-1,1-1 1,0 1-1,-1-1 1,1 1-1,-1-1 1,0 1-1,0 1 1,-12 8 2415,12-11-3298,1 0 0,0 0 0,0 0 0,-1 0 0,1 1 0,0-1 1,-1 0-1,1 0 0,0 0 0,0 0 0,-1 0 0,1-1 0,0 1 0,-1 0 0,1 0 0,0 0 0,0 0 0,-1 0 0,1 0 1,0 0-1,0 0 0,-1-1 0,1 1 0,0 0 0,0 0 0,-1 0 0,1 0 0,0-1 0,0 1 0,0 0 0,0 0 0,-1-1 1,1 1-1,0 0 0,0 0 0,0-1 0,-5-15-4677,3-15-4643,7-25-1384,3 0 6377,-3 23 3287</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0.005"/>
    </inkml:context>
    <inkml:brush xml:id="br0">
      <inkml:brushProperty name="width" value="0.035" units="cm"/>
      <inkml:brushProperty name="height" value="0.035" units="cm"/>
    </inkml:brush>
  </inkml:definitions>
  <inkml:trace contextRef="#ctx0" brushRef="#br0">59 96 788,'-1'-17'1212,"-7"-4"10434,7 20-10829,0 0 1,0 0 0,1 0 0,-1 0 0,0 1 0,0-1 0,0 0-1,0 0 1,0 1 0,0-1 0,0 1 0,0-1 0,0 1-1,0 0 1,-1-1 0,0 1 0,-16 1 4311,17-1-5097,1 0-1,-1 1 1,1-1-1,-1 0 1,1 0-1,-1 0 0,1 0 1,-1 0-1,1 0 1,-1 0-1,1 0 1,-1 0-1,1 0 1,-1 0-1,1 0 0,-1 0 1,1 0-1,-1 0 1,1 0-1,-1-1 1,1 1-1,-1 0 1,1 0-1,-2-1 0,6-9-1959,19-10-8967,10 6 1031,-1 11 3772,-28 4 5740,1-1 1,0 1 0,0 0-1,-1 0 1,1 1 0,-1-1-1,1 1 1,-1 0 0,0 1-1,7 3 1,-4-1 702,-1 1 0,1 0 0,-1 1 1,0-1-1,0 1 0,0 1 0,-1-1 0,-1 1 0,1-1 0,-1 1 0,0 1 0,4 12 1,-1 1 1976,2-1 0,0 0 0,17 26 0,-23-40-1367,2 0 0,-1-1 0,1 0 0,0 0 0,0 0 0,0 0 0,1-1 0,0 0 0,0 0 0,0-1 0,1 0 0,0 0 0,10 5 0,-9-7-760,-1-1-1,1 0 1,0 0-1,-1 0 1,1-1-1,0 0 1,0-1-1,-1 1 1,1-1-1,0-1 1,-1 0-1,1 0 1,-1 0-1,0-1 1,0 0-1,0-1 1,0 1-1,0-1 1,-1-1-1,1 1 1,-1-1-1,9-10 1,-8 7-201,0-1 0,-1-1 0,-1 1 0,1-1 0,-2 0 0,1 0 0,-1 0 0,-1-1 0,3-11 0,-5 17 0,0 0 0,0 0 0,0-1 0,-1 1 0,0 0 0,0 0 0,0-1 0,-1 1 0,1 0 0,-1-1 0,0 1 0,-1 0 0,0 0 0,1 0 0,-2 0 0,1 0 0,0 1 0,-1-1 0,0 1 0,-6-8 0,7 10 0,0 0 0,0 1 0,1-1 0,-1 1 0,-1-1 0,1 1 0,0 0 0,0 0 0,0 0 0,-1 0 0,1 0 0,0 1 0,-1-1 0,1 1 0,-1-1 0,1 1 0,-5 0 0,2 0 0,1 1 0,-1 0 0,1 0 0,0 0 0,0 1 0,-1-1 0,1 1 0,0 0 0,-5 3 0,0 2 0,0-1 0,0 1 0,1 1 0,0 0 0,0 0 0,1 0 0,-8 11 0,5-2 0,1 1 0,0-1 0,1 1 0,1 1 0,1 0 0,0-1 0,2 2 0,0-1 0,1 0 0,1 1 0,1 0 0,1-1 0,0 1 0,2 0 0,0-1 0,7 29 0,-7-41-249,0 0 0,1 0 0,-1 0 0,1-1 0,1 1 0,-1-1 0,1 0 0,0 0 1,1 0-1,-1 0 0,1-1 0,0 0 0,1 0 0,-1 0 0,1-1 0,0 0 0,0 0 0,1 0 0,11 5 0,-12-7-59,0 0-1,-1 0 1,1-1-1,0 0 1,0 0-1,0 0 1,0-1-1,1 0 1,-1 0-1,0 0 0,0-1 1,0 0-1,0 0 1,0-1-1,-1 1 1,1-1-1,0-1 1,-1 1-1,1-1 1,-1 0-1,0 0 1,0 0-1,0-1 1,5-4-1,-1 0-2379,-1-1 0,0 0 0,-1 0 0,12-19 0,18-46-2665,-21 36 4395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0.193"/>
    </inkml:context>
    <inkml:brush xml:id="br0">
      <inkml:brushProperty name="width" value="0.035" units="cm"/>
      <inkml:brushProperty name="height" value="0.035" units="cm"/>
    </inkml:brush>
  </inkml:definitions>
  <inkml:trace contextRef="#ctx0" brushRef="#br0">51 67 636,'7'-25'2653,"-4"7"2483,0-6 18817,-4 37-23837,-1-1 0,0 0 1,-4 15-1,-2 11-196,-23 217 139,20-142-668,9-82-4122,1-22-3282</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0.567"/>
    </inkml:context>
    <inkml:brush xml:id="br0">
      <inkml:brushProperty name="width" value="0.035" units="cm"/>
      <inkml:brushProperty name="height" value="0.035" units="cm"/>
    </inkml:brush>
  </inkml:definitions>
  <inkml:trace contextRef="#ctx0" brushRef="#br0">231 1 636,'0'1'4714,"3"16"218,16 146 13390,-17-91-14163,-7 102-4159,5 127 0,5-260 0,-33-46 0,18 2 0,3 3 0,0 0 0,0 0 0,0 1 0,-1 0 0,1 1 0,1 0 0,-1 0 0,0 0 0,0 1 0,1 0 0,-1 0 0,1 1 0,0-1 0,0 1 0,0 1 0,1-1 0,-9 10 0,4-4 0,0 1 0,0 1 0,1-1 0,1 2 0,0-1 0,0 1 0,-8 21 0,14-27 0,0-1 0,0 1 0,0-1 0,1 1 0,0 0 0,0 0 0,1 0 0,-1-1 0,2 1 0,1 13 0,-2-18 0,1 0 0,-1 1 0,1-1 0,0 0 0,0 0 0,0 0 0,0 1 0,0-1 0,1 0 0,-1 0 0,1-1 0,-1 1 0,1 0 0,-1 0 0,1-1 0,0 1 0,0-1 0,0 0 0,0 1 0,0-1 0,0 0 0,0 0 0,1 0 0,-1 0 0,0-1 0,1 1 0,-1-1 0,0 1 0,1-1 0,-1 0 0,0 0 0,1 0 0,-1 0 0,3-1 0,1 1-437,0-1-1,0 0 1,-1 0 0,1-1-1,0 0 1,8-3 0,-5 0-1525,-1 0 1,1 0-1,-1-1 1,0 0 0,14-14-1,-9 6-2077,0-1-1,13-19 0,1-8 356,-6 6 2174</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0.767"/>
    </inkml:context>
    <inkml:brush xml:id="br0">
      <inkml:brushProperty name="width" value="0.035" units="cm"/>
      <inkml:brushProperty name="height" value="0.035" units="cm"/>
    </inkml:brush>
  </inkml:definitions>
  <inkml:trace contextRef="#ctx0" brushRef="#br0">128 10 1008,'-23'-10'6341,"-8"12"11420,17 0-12281,-1-1-3307,13-1-2355,1 0 0,-1 0 1,0 1-1,1-1 0,-1 0 0,1 1 0,-1-1 1,1 1-1,-1-1 0,1 1 0,0 0 0,-1-1 1,1 1-1,0 0 0,-2 1 0,1 1-683,0-1 0,0 0 0,1 0 0,-1 1 0,1-1 0,-1 1 0,1-1 0,0 1 0,0 0 0,0-1 0,0 1 0,0 5 0,-1 38-10910,6-21 7926,5 4 1688</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0.925"/>
    </inkml:context>
    <inkml:brush xml:id="br0">
      <inkml:brushProperty name="width" value="0.035" units="cm"/>
      <inkml:brushProperty name="height" value="0.035" units="cm"/>
    </inkml:brush>
  </inkml:definitions>
  <inkml:trace contextRef="#ctx0" brushRef="#br0">142 0 172,'-17'61'5113,"5"-29"2940,0 0 0,-23 39-1,8-27-4732,22-36-3352,-16 22-882,21-30 873,-1 0 1,1 0 0,0 0 0,0 1 0,0-1 0,-1 0 0,1 0 0,0 0 0,0 1-1,0-1 1,-1 0 0,1 0 0,0 0 0,0 0 0,-1 0 0,1 0 0,0 1 0,-1-1-1,1 0 1,0 0 0,0 0 0,-1 0 0,1 0 0,0 0 0,-1 0 0,1 0 0,0 0-1,-1 0 1,1-1 0,0 1 0,-1 0 0,-2-16-2060,7-3-13354,9-9 7556,-7 15 5176,3-8 907</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4.666"/>
    </inkml:context>
    <inkml:brush xml:id="br0">
      <inkml:brushProperty name="width" value="0.035" units="cm"/>
      <inkml:brushProperty name="height" value="0.035" units="cm"/>
    </inkml:brush>
  </inkml:definitions>
  <inkml:trace contextRef="#ctx0" brushRef="#br0">335 61 656,'3'-5'750,"14"-22"5173,-13 1 18979,-7 24-24370,1 2-532,0 0 0,0 1 0,0-1 0,1 1 0,-1 0 0,0 0 0,1-1 0,-1 1 0,0 1 0,1-1 0,-1 0 0,1 0 0,0 0 0,-1 1 0,1-1 0,0 1 0,-2 2 0,-2 3 0,-298 354 0,301-359 0,1 0 0,-1 0 0,0 1 0,1-1 0,-1 0 0,1 1 0,0 0 0,0-1 0,0 1 0,0-1 0,1 1 0,-1 0 0,0 0 0,1-1 0,0 1 0,0 0 0,0 4 0,1-4 0,1 0 0,-1-1 0,0 1 0,1 0 0,0-1 0,0 1 0,-1-1 0,1 0 0,1 0 0,-1 0 0,0 0 0,1 0 0,-1 0 0,1 0 0,4 2 0,13 6 0,1 0 0,1-1 0,-1-1 0,25 5 0,-3-1 0,19 8 0,1-3 0,1-4 0,66 7 0,-115-19 0,-1-1 0,1 0 0,18-3 0,-27 3 0,-1-1 0,0 0 0,1-1 0,-1 1 0,0-1 0,0 0 0,0 0 0,-1-1 0,1 1 0,0-1 0,-1 0 0,6-5 0,-7 5 3,-1-1 0,1 0-1,-1 0 1,0 0 0,0 0 0,-1 0 0,1 0 0,-1 0-1,0-1 1,0 1 0,0 0 0,0-1 0,-1 1 0,0-1-1,0 1 1,0-1 0,-1-6 0,-1-1-46,0 0 1,-1 0 0,0 0-1,-1 0 1,-6-13 0,-13-17 76,-2 1 0,-2 1 1,-1 2-1,-47-49 1,43 50-4,23 25-31,6 8 0,-1-1 0,1 1 0,-1 0 0,1 0 0,-1 1 0,0-1 0,-7-4 0,10 8 0,1 0 0,-1 0 0,1 0 0,-1 0 0,1 0 0,-1 0 0,1 1 0,-1-1 0,1 0 0,-1 0 0,1 0 0,0 1 0,-1-1 0,1 0 0,-1 0 0,1 1 0,0-1 0,-1 0 0,1 1 0,0-1 0,-1 0 0,1 1 0,0-1 0,-1 1 0,1-1 0,0 0 0,0 1 0,0-1 0,-1 1 0,1-1 0,0 1 0,0-1 0,0 1 0,0-1 0,0 1 0,0-1 0,0 1 0,-4 22 0,-5 237 0,8-107 0,-1 277 0,3-230 0,1-182-3130,-2-18 2957,0 0 0,0 0 0,0 1 0,1-1 0,-1 0 1,0 0-1,0 0 0,3 2-3630,-3-2 3630,0 0 0,0 0 0,1 0 0,-1 0 0,0 0 0,0 0 1,0 0-1,0 0 0,0 0 0,1-1 0,-1 1 0,0 0 0,19-22-15860,-12 12 13480,15-18-152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5.007"/>
    </inkml:context>
    <inkml:brush xml:id="br0">
      <inkml:brushProperty name="width" value="0.035" units="cm"/>
      <inkml:brushProperty name="height" value="0.035" units="cm"/>
    </inkml:brush>
  </inkml:definitions>
  <inkml:trace contextRef="#ctx0" brushRef="#br0">192 198 508,'-25'2'5219,"20"-1"-2841,0 1 0,0-1 1,0 1-1,0 0 1,1 0-1,-1 1 0,1-1 1,-1 1-1,-5 5 0,-4 7 875,12-13-3253,1 0 0,-1 0 0,1 0 0,0 0 0,0 0 0,0 0 0,0 1 0,0-1 0,0 0 0,-1 5 0,3-6 0,-1-1 0,0 1 0,0-1 0,0 1 0,0 0 0,0-1 0,1 1 0,-1-1 0,0 1 0,1 0 0,-1-1 0,0 1 0,1-1 0,-1 1 0,1-1 0,-1 1 0,1-1 0,-1 0 0,1 1 0,-1-1 0,1 0 0,-1 1 0,1-1 0,-1 0 0,1 1 0,0-1 0,-1 0 0,1 0 0,0 0 0,-1 0 0,1 0 0,-1 1 0,1-1 0,0 0 0,-1-1 0,1 1 0,0 0 0,-1 0 0,1 0 0,0 0 0,-1 0 0,2-1 0,4 0 0,1-1 0,0 0 0,-1 0 0,1 0 0,-1-1 0,0 0 0,0-1 0,0 1 0,0-1 0,0 0 0,-1 0 0,8-9 0,4-4 0,0 0 0,17-26 0,-27 34 0,-1 0 0,-1-1 0,0 0 0,8-19 0,-12 27 0,0-1 0,0 0 0,0 0 0,0 0 0,-1 0 0,1-1 0,-1 1 0,0 0 0,0 0 0,0 0 0,0 0 0,0 0 0,-1 0 0,1 0 0,-1 0 0,0 0 0,0 0 0,0 0 0,0 0 0,-1 0 0,-2-3 0,2 4 0,-1-1 0,1 2 0,-1-1 0,0 0 0,1 0 0,-1 1 0,0 0 0,0-1 0,0 1 0,-1 0 0,1 0 0,0 1 0,0-1 0,0 1 0,-1 0 0,1-1 0,0 2 0,0-1 0,-1 0 0,1 0 0,-6 3 0,-2-1 0,1 0 0,0 2 0,-1-1 0,1 1 0,-12 7 0,3 2 0,0 0 0,1 2 0,1 0 0,1 1 0,0 0 0,-20 28 0,35-44-130,1 1 0,-1-1 1,1 1-1,0-1 0,-1 1 0,1-1 0,0 1 1,-1-1-1,1 1 0,0-1 0,0 1 0,-1-1 1,1 1-1,0 0 0,0-1 0,0 1 0,0-1 1,0 1-1,0 0 0,0-1 0,0 1 0,0 0 1,10 3-6956,26-11-8156,-28 5 13037,29-6-1166,4 0 1772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5.197"/>
    </inkml:context>
    <inkml:brush xml:id="br0">
      <inkml:brushProperty name="width" value="0.035" units="cm"/>
      <inkml:brushProperty name="height" value="0.035" units="cm"/>
    </inkml:brush>
  </inkml:definitions>
  <inkml:trace contextRef="#ctx0" brushRef="#br0">863 1 368,'14'9'3760,"1"6"8992,-15-14-12122,0 0-1,1-1 1,-1 1-1,0 0 1,0 0-1,0 0 1,1 0-1,-1 0 1,0 0-1,0 0 1,0 0-1,-1-1 1,1 1-1,0 0 1,0 0-1,0 0 1,-1 0-1,1 0 1,-1 1-1,-10 13 2664,-221 198-3293,36-32 0,-128 133 0,252-226-7832,64-77 6119,0 1 0,1 0 0,0 1 0,1-1 0,1 1 1,-5 15-1,9-23 818,0-1 1,0 1-1,0 0 1,1-1 0,0 1-1,0 0 1,0 0 0,0-1-1,1 1 1,0 0 0,1 5-1,10 17-901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5.495"/>
    </inkml:context>
    <inkml:brush xml:id="br0">
      <inkml:brushProperty name="width" value="0.035" units="cm"/>
      <inkml:brushProperty name="height" value="0.035" units="cm"/>
    </inkml:brush>
  </inkml:definitions>
  <inkml:trace contextRef="#ctx0" brushRef="#br0">13 103 224,'2'11'5088,"-9"27"15186,4-21-14066,1-8-6098,1 1 0,0-1 0,1 1 0,0 0 0,0-1 1,1 1-1,1 0 0,0-1 0,0 1 0,4 9 0,-5-15-118,1-1-1,-1 1 0,1-1 1,0 0-1,0 1 0,1-1 1,-1 0-1,1 0 0,0-1 1,-1 1-1,1 0 0,0-1 1,1 0-1,-1 1 1,0-1-1,1-1 0,-1 1 1,1 0-1,0-1 0,-1 0 1,1 0-1,0 0 0,0 0 1,0 0-1,-1-1 0,1 0 1,5 0-1,1-1 9,1 0 0,-1-1 0,0 0 0,0-1 0,0 0 0,-1 0 0,1-1 0,-1-1 0,1 0 0,-1 0 0,-1 0 0,1-1 0,14-14 0,-5 4 0,-1-1 0,-1-1 0,0-1 0,24-37 0,-38 52 0,32-56 0,-31 55 0,-1-1 0,0 1 0,0-1 0,0 1 0,-1-1 0,0 0 0,0 1 0,0-1 0,0-9 0,-1 14 0,-1 0 0,1 0 0,0 0 0,0 0 0,-1 1 0,1-1 0,0 0 0,-1 0 0,1 0 0,0 0 0,-1 1 0,1-1 0,-1 0 0,0 1 0,1-1 0,-1 0 0,0 1 0,1-1 0,-1 1 0,0-1 0,0 1 0,1-1 0,-1 1 0,0-1 0,0 1 0,-1-1 0,-1 1 0,0-1 0,0 1 0,0-1 0,0 1 0,0 0 0,-1 0 0,-5 1 0,0 0 0,0 1 0,1 0 0,-1 1 0,1 0 0,-9 4 0,-27 17 0,15-7 0,-52 21 0,66-31-4187,13-5 2551,-1-1 1,0 1-1,1-1 1,-1 0-1,0 0 1,0 0-1,0 0 0,-3 0 1,-1-15-9437,3-5 8568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7.212"/>
    </inkml:context>
    <inkml:brush xml:id="br0">
      <inkml:brushProperty name="width" value="0.035" units="cm"/>
      <inkml:brushProperty name="height" value="0.035" units="cm"/>
    </inkml:brush>
  </inkml:definitions>
  <inkml:trace contextRef="#ctx0" brushRef="#br0">429 0 76,'-178'77'3740,"176"-77"-3759,0 1-1,0 0 1,0-1-1,0 1 1,0-1-1,0 1 1,0-1-1,0 0 1,0 0 0,0 0-1,0 0 1,0 0-1,0-1 1,0 1-1,0-1 1,0 1-1,0-1 1,0 0-1,0 1 1,0-1-1,0 0 1,0 0-1,1-1 1,-3-1-1,-15-7-77,16 9 126,-1 0 0,0 0 0,0 1 1,0-1-1,0 1 0,0 0 0,0 0 1,0 0-1,0 1 0,0-1 0,-4 2 1,-42 13-561,-11 16-1567,42-20 1468</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7.757"/>
    </inkml:context>
    <inkml:brush xml:id="br0">
      <inkml:brushProperty name="width" value="0.035" units="cm"/>
      <inkml:brushProperty name="height" value="0.035" units="cm"/>
    </inkml:brush>
  </inkml:definitions>
  <inkml:trace contextRef="#ctx0" brushRef="#br0">441 71 572,'11'-14'1827,"5"-7"6837,-4-2 8228,-12 23-16833,0 0 0,1 0 0,-1-1 0,0 1 0,0 0 0,0-1 0,0 1 0,0 0 0,0-1 0,0 1 0,0 0 0,0-1 0,0 1 0,0 0 0,0-1 0,0 1 0,0 0 0,0-1 0,0 1 1,0 0-1,0-1 0,-1 1 0,1 0 0,0-1 0,0 1 0,0 0 0,0 0 0,-1-1 0,1 1 0,0 0 0,0 0 0,-1-1 0,1 1 0,0 0 0,-1 0 0,1 0 0,-1-1 0,-16 0 1428,-17 7-409,10 5-1078,0 1 0,1 1 0,1 1 0,0 1 0,-30 27 0,51-41 0,-40 32 0,-41 44 0,68-63 0,2 1 0,0 0 0,0 1 0,2 0 0,0 0 0,-12 28 0,20-38 0,0 0 0,0 0 0,0 0 0,1 0 0,0 0 0,0 0 0,1 0 0,-1 0 0,1 0 0,1 0 0,-1 0 0,1 0 0,0 1 0,0-2 0,1 1 0,0 0 0,0 0 0,0 0 0,1-1 0,0 1 0,0-1 0,0 0 0,1 0 0,0 0 0,-1 0 0,7 5 0,10 7 0,0 0 0,1-1 0,1-1 0,41 21 0,-41-23 0,-6-4 0,-1 0 0,0 1 0,27 24 0,-38-30 0,-1 0 0,1 0 0,-1 0 0,1 0 0,-1 0 0,-1 1 0,1 0 0,-1-1 0,1 1 0,-1 0 0,-1 0 0,1 0 0,-1 0 0,0 0 0,0 1 0,0-1 0,-1 10 0,-2 1 0,0 0 0,-2 0 0,0 0 0,0-1 0,-2 0 0,0 0 0,-1 0 0,0-1 0,-1 1 0,0-2 0,-2 1 0,1-1 0,-2-1 0,1 0 0,-2 0 0,1-1 0,-2-1 0,-20 15 0,28-22 11,0 0-1,-1-1 1,1 1-1,-1-1 1,1 0-1,-1 0 0,1-1 1,-1 0-1,0 0 1,0 0-1,0-1 1,0 1-1,0-1 1,1-1-1,-11-1 1,7 0-95,0 0 0,1-1 0,-1 0 0,1-1 0,-1 0 0,1 0 0,1 0 0,-1-1 0,-9-8 0,6 5-4256,42-29-21918,-3 14 24861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8.104"/>
    </inkml:context>
    <inkml:brush xml:id="br0">
      <inkml:brushProperty name="width" value="0.035" units="cm"/>
      <inkml:brushProperty name="height" value="0.035" units="cm"/>
    </inkml:brush>
  </inkml:definitions>
  <inkml:trace contextRef="#ctx0" brushRef="#br0">257 142 292,'3'-12'1260,"2"-16"4111,-2-20 6939,-3 45-11409,-1 0 1,1 0-1,0 0 0,-1 0 0,0 0 1,0 0-1,0 0 0,0 0 0,0 0 1,0 1-1,-4-5 0,4 5-720,0 1 0,0 0 0,0 0 0,0 0 0,-1 0 0,1 0 0,0 0 0,-1 0 0,1 0 0,-1 1 0,1-1 0,-1 0 0,1 1 0,-3-1 0,2 1-181,-1 0 0,0 0 0,0 1 0,0-1 0,1 1 0,-1-1 0,0 1 0,0 0 0,1 0 0,-1 0 0,1 0 0,-1 1 0,1-1 0,-1 1 0,1-1 0,0 1 0,-2 2 0,-35 35 0,23-19 0,2 1 0,0 1 0,2 0 0,0 1 0,2 0 0,-14 41 0,13-23 0,1 1 0,2 0 0,-3 49 0,9-65 0,1 0 0,5 49 0,-2-65 0,-1 1 0,1-1 0,1-1 0,0 1 0,0 0 0,1-1 0,0 1 0,1-1 0,0 0 0,9 11 0,-12-17 0,1 1 0,0-1 0,0-1 0,0 1 0,0 0 0,0-1 0,1 1 0,-1-1 0,1 0 0,-1 0 0,1-1 0,0 1 0,0-1 0,0 0 0,0 0 0,0 0 0,0 0 0,0-1 0,0 1 0,0-1 0,6-1 0,-2 0 0,0 0 0,1-1 0,-1-1 0,0 1 0,0-1 0,0-1 0,0 0 0,-1 0 0,9-5 0,-11 5 0,1 1 0,0 0 0,0 0 0,0 0 0,0 1 0,1 0 0,-1 0 0,1 0 0,-1 1 0,1 0 0,0 0 0,-1 1 0,1 0 0,0 0 0,10 2 0,-12-1 0,-1 0 0,1 1 0,-1 0 0,0-1 0,1 1 0,-1 1 0,0-1 0,0 1 0,0 0 0,-1-1 0,1 2 0,-1-1 0,1 0 0,-1 1 0,0-1 0,0 1 0,-1 0 0,1 0 0,-1 0 0,0 0 0,0 1 0,2 7 0,8 23 0,-2 0 0,-1 1 0,4 41 0,-5-45 5,0 3-29,-4-54-22624,-2 10 17241,0 2 5019,-2-12-2193,3 0 1245</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8.273"/>
    </inkml:context>
    <inkml:brush xml:id="br0">
      <inkml:brushProperty name="width" value="0.035" units="cm"/>
      <inkml:brushProperty name="height" value="0.035" units="cm"/>
    </inkml:brush>
  </inkml:definitions>
  <inkml:trace contextRef="#ctx0" brushRef="#br0">139 397 436,'-28'-21'2045,"14"11"2390,-1-1-1,1-1 0,-22-23 1,32 30-3178,1 0 1,-1 0-1,1 0 1,0-1-1,1 1 0,-1-1 1,-3-11-1,5 11-842,0 1-1,0-1 0,1 0 0,-1 0 0,2-9 0,0 10-414,0 0 0,0 0 0,1 0 0,0 1 0,0-1 0,0 1 0,1 0 0,-1-1 0,1 1 0,0 0 0,0 0 0,0 1 0,1-1 0,-1 1 0,1 0 0,0 0 0,0 0 0,6-4 0,11-5 0,0 0 0,31-11 0,-46 20 0,25-8-2141,0 1-1,44-8 1,-9 2-2968,-22 5-8163,-14 5 8369,-1-1 2772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8.584"/>
    </inkml:context>
    <inkml:brush xml:id="br0">
      <inkml:brushProperty name="width" value="0.035" units="cm"/>
      <inkml:brushProperty name="height" value="0.035" units="cm"/>
    </inkml:brush>
  </inkml:definitions>
  <inkml:trace contextRef="#ctx0" brushRef="#br0">433 123 276,'-7'-16'1892,"-19"-43"15905,3 28-7541,5 18-7714,16 12-2542,0 0 0,0 1 0,0-1 0,0 1 0,0 0 0,0 0 0,0 0 0,0 0 0,0 0 0,0 0 0,0 0 0,0 1 0,0-1 0,0 1 0,0-1 0,0 1 0,0 0 0,0 0 0,0 0 0,1 0 0,-1 0 0,0 0 0,1 0 0,-4 3 0,-3 4 0,1-1 0,-1 1 0,-7 10 0,-1 2 0,1 1 0,1 0 0,0 0 0,2 2 0,0-1 0,-11 36 0,22-57 0,-5 18 0,1-1 0,0 1 0,-3 29 0,8-42 0,-1 0 0,1 0 0,1 0 0,-1 0 0,1 0 0,0-1 0,1 1 0,-1 0 0,1-1 0,0 1 0,0-1 0,1 1 0,0-1 0,0 0 0,0 0 0,4 5 0,0-4 0,-2 1 0,1 0 0,-1 0 0,0 1 0,-1 0 0,0-1 0,0 1 0,0 1 0,-1-1 0,0 0 0,-1 1 0,0 0 0,0 0 0,-1-1 0,0 1 0,-1 0 0,0 0 0,0 0 0,-1 0 0,0 0 0,-4 16 0,0-7 0,-1 0 0,0 0 0,-2-1 0,0 1 0,-11 17 0,14-29 0,1 0 0,-1 0 0,0 0 0,-1-1 0,1 0 0,-1 0 0,0 0 0,0-1 0,0 1 0,-1-2 0,0 1 0,0-1 0,0 0 0,0 0 0,-13 2 0,3-1-2637,12-3 191,-1 0 0,1-1-1,0 1 1,0-1-1,-10-1 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9.285"/>
    </inkml:context>
    <inkml:brush xml:id="br0">
      <inkml:brushProperty name="width" value="0.035" units="cm"/>
      <inkml:brushProperty name="height" value="0.035" units="cm"/>
    </inkml:brush>
  </inkml:definitions>
  <inkml:trace contextRef="#ctx0" brushRef="#br0">54 67 816,'2'-16'1177,"17"-34"20244,-12 79-15898,-4 10-4752,-2 0 1,-8 69-1,-22 79 468,7-49-966,15-93-273,-1 14 0,-2 75 0,10-133 0,0-1 0,0 0 0,-1 0 0,1 0 0,0 0 0,0 0 0,0 1 0,0-1 0,0 0 0,0 0 0,0 0 0,0 0 0,0 1 0,0-1 0,0 0 0,0 0 0,0 0 0,0 1 0,0-1 0,0 0 0,0 0 0,0 0 0,0 1 0,0-1 0,0 0 0,0 0 0,0 0 0,0 0 0,0 1 0,0-1 0,0 0 0,1 0 0,-1 0 0,0 0 0,0 0 0,0 1 0,0-1 0,0 0 0,0 0 0,1 0 0,-1 0 0,0 0 0,0 0 0,0 0 0,0 1 0,1-1 0,-1 0 0,0 0 0,0 0 0,0 0 0,1 0 0,-1 0 0,0 0 0,0 0 0,0 0 0,1 0 0,-1 0 0,0 0 0,0 0 0,10-14 0,8-24 0,-10 14 0,7-36 0,-10 34 0,2 0 0,13-36 0,-18 57 0,1-1 0,0 0 0,0 1 0,0-1 0,0 1 0,1 0 0,0 0 0,0 1 0,0-1 0,1 1 0,0 0 0,-1 0 0,2 0 0,-1 1 0,7-4 0,-7 4 0,0 1 0,1 1 0,-1-1 0,0 1 0,1 0 0,-1 0 0,1 0 0,-1 1 0,1 0 0,-1 0 0,1 0 0,-1 1 0,0 0 0,1 0 0,10 3 0,-9-1 0,0 1 0,0-1 0,0 1 0,0 0 0,0 1 0,-1 0 0,0 0 0,0 0 0,0 1 0,6 8 0,-5-6 0,-1 0 0,0 0 0,-1 1 0,0 0 0,0 0 0,-1 0 0,0 1 0,-1 0 0,0-1 0,0 1 0,-1 0 0,-1 0 0,1 0 0,-2 1 0,1-1 0,-1 0 0,-2 16 0,1-21 0,0-1 0,-1 1 0,1 0 0,-1 0 0,0-1 0,0 1 0,0-1 0,-1 0 0,0 0 0,1 0 0,-2 0 0,1 0 0,0 0 0,-1-1 0,1 0 0,-1 1 0,-8 3 0,6-3 0,0-2 0,-1 1 0,0-1 0,0 0 0,0 0 0,1-1 0,-2 0 0,1 0 0,0-1 0,0 0 0,-8-1 0,-15-3 0,0-1 0,1-2 0,-1-1 0,-43-18 0,70 25-116,-27-10-3284,29 11 3195,1-1 1,-1 1-1,0 0 1,1-1-1,-1 1 1,1 0-1,-1 0 1,0 0-1,1-1 0,-1 1 1,0 0-1,1 0 1,-1 0-1,0 0 1,1 0-1,-1 0 1,1 0-1,-1 0 0,0 0 1,1 0-1,-1 1 1,0-1-1,1 0 1,-1 0-1,1 1 1,-1-1-1,0 0 0,1 1 1,-1-1-1,1 0 1,-1 1-1,0 0 1,16 1-18098,-7 0 17130,20 2-987</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9.474"/>
    </inkml:context>
    <inkml:brush xml:id="br0">
      <inkml:brushProperty name="width" value="0.035" units="cm"/>
      <inkml:brushProperty name="height" value="0.035" units="cm"/>
    </inkml:brush>
  </inkml:definitions>
  <inkml:trace contextRef="#ctx0" brushRef="#br0">1 0 72,'20'18'5070,"-17"-14"-2642,0 0 0,0 1 0,-1-1 0,1 1 0,-1-1-1,0 1 1,0 0 0,-1 0 0,2 10 0,0 8 914,-2-8-3342,-1 1 0,-1-1 0,-4 24 0,1-36 33,-1-10 1,-2-12-367,5 12-2119,0-1 1,1 1 0,0 0-1,1-1 1,-1 1-1,1 0 1,1-1-1,-1 1 1,4-14-1,7-17-2628,2 4 2974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9.612"/>
    </inkml:context>
    <inkml:brush xml:id="br0">
      <inkml:brushProperty name="width" value="0.035" units="cm"/>
      <inkml:brushProperty name="height" value="0.035" units="cm"/>
    </inkml:brush>
  </inkml:definitions>
  <inkml:trace contextRef="#ctx0" brushRef="#br0">147 248 420,'-6'-27'3782,"5"24"-2368,0-1 0,-1 1 1,0-1-1,1 1 0,-1 0 0,-1 0 0,1 0 1,-3-3-1,3 4-368,0 0 0,0 0 0,0 1 0,0-1 0,-1 1 0,1-1 0,0 1 0,-1 0 0,1 0 0,-1 0 0,-4-1-1,-21 2 2237,18 2-3282,7-1 0,0 0 0,0 0 0,0-1 0,0 1 0,0-1 0,0 0 0,0 0 0,0 0 0,0 0 0,0-1 0,0 1 0,0-1 0,0 1 0,0-1 0,-3-2 0,6 2 8,0 1 1,0-1-1,0 0 1,-1 0-1,1 1 1,1-1-1,-1 0 0,0 0 1,0 1-1,0-1 1,0 0-1,0 0 1,1 1-1,-1-1 1,0 0-1,1 1 0,-1-1 1,0 0-1,1 1 1,-1-1-1,1 1 1,-1-1-1,2 0 0,13-20-844,-14 20 657,59-62-23669,-38 43 18854,0 0 3597,12-8-58</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9.802"/>
    </inkml:context>
    <inkml:brush xml:id="br0">
      <inkml:brushProperty name="width" value="0.035" units="cm"/>
      <inkml:brushProperty name="height" value="0.035" units="cm"/>
    </inkml:brush>
  </inkml:definitions>
  <inkml:trace contextRef="#ctx0" brushRef="#br0">0 6 692,'1'-1'257,"0"1"0,-1-1 0,1 1 0,0-1 0,0 1 1,0-1-1,-1 1 0,1 0 0,0-1 0,0 1 0,0 0 0,0 0 0,0 0 0,0-1 0,0 1 0,0 0 1,-1 0-1,1 0 0,0 1 0,0-1 0,0 0 0,0 0 0,0 0 0,0 1 0,0-1 0,0 0 0,-1 1 0,1-1 1,0 1-1,1 0 0,0 2 1047,0 0 0,-1 0 0,1 0 0,-1 0 1,0 0-1,0 0 0,2 6 0,-1 0-511,8 28 525,-2 1-1,-1 0 0,-2 0 1,0 51-1,-13 159 4572,4-182-5490,-4 68-399,-4 159 0,11-289-152,3 21-3386,-2-25 3425,0 0 0,0 1 0,0-1 0,1 0-1,-1 1 1,0-1 0,0 0 0,0 1-1,0-1 1,1 0 0,-1 0 0,0 1-1,0-1 1,1 0 0,-1 0 0,0 1 0,0-1-1,1 0 1,-1 0 0,0 0 0,1 1-1,-1-1 1,0 0 0,1 0 0,-1 0-1,0 0 1,1 0 0,-1 0 0,0 0 0,1 0-1,-1 0 1,0 0 0,1 0 0,-1 0-1,0 0 1,1 0 0,-1 0 0,1 0-1,-1 0 1,0 0 0,1 0 0,-1 0-1,0-1 1,0 1 0,1 0 0,-1 0 0,0 0-1,1-1 1,-1 1 0,0 0 0,0 0-1,1-1 1,-1 1 0,0 0 0,0-1-1,0 1 1,1 0 0,-1-1 0,21-20-10115,8-14 2627,-18 22 6053,17-22-604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49.955"/>
    </inkml:context>
    <inkml:brush xml:id="br0">
      <inkml:brushProperty name="width" value="0.035" units="cm"/>
      <inkml:brushProperty name="height" value="0.035" units="cm"/>
    </inkml:brush>
  </inkml:definitions>
  <inkml:trace contextRef="#ctx0" brushRef="#br0">78 97 332,'6'-29'1047,"5"-18"2854,2 27 12319,-13 20-16055,0 0 0,1 0 1,-1 0-1,0 0 0,0 0 1,0 0-1,0 0 0,0 0 0,1 1 1,-1-1-1,0 0 0,0 0 1,0-1-1,0 1 0,1 0 0,-1 0 1,0 0-1,0 0 0,1 0 827,-1 0-827,1 18 3679,-1-14-3008,-3 36-96,-1 0 0,-14 57 0,5-31-674,-8 48-24,-1-5-253,-9 163-1,31-272 241,-1 25-927,6 11-8305,-4-34 8545,-1 0 0,1-1 1,0 1-1,0 0 0,0 0 1,0-1-1,0 1 0,0 0 1,0-1-1,0 1 0,1-1 1,-1 0-1,1 1 1,-1-1-1,1 0 0,-1 0 1,1 0-1,0 0 0,0 0 1,-1 0-1,1 0 0,0-1 1,0 1-1,0-1 0,0 1 1,0-1-1,0 0 0,3 0 1,20 1-1633</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50.251"/>
    </inkml:context>
    <inkml:brush xml:id="br0">
      <inkml:brushProperty name="width" value="0.035" units="cm"/>
      <inkml:brushProperty name="height" value="0.035" units="cm"/>
    </inkml:brush>
  </inkml:definitions>
  <inkml:trace contextRef="#ctx0" brushRef="#br0">531 57 720,'7'-18'3731,"-5"-8"8900,-2 25-12199,0 1 0,0-1 0,0 1 0,0-1 0,0 0 0,-1 1 0,1-1 0,0 1 0,-1-1-1,1 1 1,0-1 0,-1 1 0,1-1 0,0 1 0,-1-1 0,1 1 0,-1-1 0,1 1 0,-1 0 0,1-1-1,-1 1 1,1 0 0,-1-1 0,0 1 0,-1 0-127,1 0 0,-1 0 1,1 0-1,-1 0 0,1 0 0,-1 0 0,1 0 1,0 1-1,-1-1 0,1 1 0,-1-1 0,1 1 0,0-1 1,-1 1-1,0 1 0,-11 6-305,1 0 0,0 1 0,0 1 0,1 0 0,0 1 0,1 0 0,1 0 0,-1 1 0,2 0 0,0 1 0,0 0 0,1 0 0,1 1 0,0 0 0,1 0 0,-4 16 0,8-23 0,1 1 0,0 0 0,0-1 0,1 1 0,0-1 0,0 1 0,0-1 0,1 1 0,1-1 0,4 11 0,-4-12 0,-1 0 0,0 1 0,0-1 0,0 0 0,0 1 0,-1 0 0,0-1 0,-1 1 0,1 0 0,-1-1 0,-1 1 0,1 0 0,-1-1 0,-2 9 0,-2-2 0,-1-2 0,0 1 0,0-1 0,-2 1 0,1-2 0,-12 13 0,-1-1 0,-36 32 0,43-43-1056,-1-1-1,-26 15 1,25-18-658,1 0-1,-2 0 1,1-2-1,0 0 1,-24 4-1,-21 3-15598,58-11 15655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53.549"/>
    </inkml:context>
    <inkml:brush xml:id="br0">
      <inkml:brushProperty name="width" value="0.035" units="cm"/>
      <inkml:brushProperty name="height" value="0.035" units="cm"/>
    </inkml:brush>
  </inkml:definitions>
  <inkml:trace contextRef="#ctx0" brushRef="#br0">73 292 524,'-23'-67'7171,"13"41"2312,-10-46 0,18 63-8466,1-1 0,0 1 0,0 0 0,1-1 0,2-10 0,1-40-1017,4 81 0,-3 44 0,-3 1 0,-15 124 0,-1 28 0,14-192 0,0-20 0,1 1 0,-1-1 0,1 1 0,0 0 0,1-1 0,-1 1 0,1-1 0,1 1 0,-1-1 0,1 0 0,5 12 0,-6-17 0,0 0 0,-1-1 0,1 1 0,0 0 0,0-1 0,0 1 0,0-1 0,-1 1 0,1-1 0,0 0 0,0 1 0,0-1 0,0 0 0,0 1 0,0-1 0,0 0 0,0 0 0,0 0 0,0 0 0,0 0 0,0 0 0,0 0 0,0-1 0,0 1 0,0 0 0,0 0 0,-1-1 0,1 1 0,0-1 0,0 1 0,1-1 0,33-20 0,-23 12 0,-10 8 0,15-9 0,0 1 0,1 0 0,34-11 0,-48 19 0,-1 0 0,1 0 0,-1 0 0,1 0 0,0 0 0,0 1 0,-1 0 0,1 0 0,0 0 0,0 0 0,-1 0 0,1 1 0,0 0 0,-1-1 0,1 1 0,0 1 0,-1-1 0,0 0 0,1 1 0,-1 0 0,0 0 0,0 0 0,1 0 0,-2 0 0,1 1 0,0 0 0,4 4 0,-5-3 0,0-1 0,-1 1 0,1 0 0,-1 0 0,0 0 0,0 0 0,0 0 0,-1 0 0,1 0 0,-1 0 0,0 0 0,0 0 0,-2 6 0,-10 56 0,9-57 0,1 4 0,-2 0 0,0 0 0,0-1 0,-1 0 0,-1 0 0,0 0 0,0 0 0,-15 18 0,19-27 0,-1-1 0,1 0 0,0-1 0,-1 1 0,1 0 0,-1-1 0,0 1 0,0-1 0,1 0 0,-1 0 0,0 0 0,0 0 0,0 0 0,0-1 0,0 0 0,0 1 0,0-1 0,0 0 0,0 0 0,0-1 0,0 1 0,-6-2 0,-2-2 0,-1 0 0,1 0 0,0-2 0,-15-9 0,-9-3 0,81 66-12910,-40-43 13244,1 1 0,0-1 0,0 0-1,0-1 1,1 0 0,-1 0 0,1 0-1,0-1 1,1-1 0,-1 1 0,15 2 0,-1-3 1470,1-1-1,-1-1 1,24-3 0,21 1-115,-58 2-1689,0 1 0,0 1 0,0-1 0,15 6 0,-15-4 0,0 0 0,0-1 0,1 0 0,16 1 0,-19-4 0,0 0 0,0 0 0,0-1 0,0 1 0,-1-2 0,1 1 0,-1-1 0,0 0 0,1 0 0,-1 0 0,-1-1 0,1 0 0,0 0 0,-1-1 0,0 1 0,0-1 0,0 0 0,-1-1 0,0 1 0,0-1 0,4-7 0,4-7 0,-1-1 0,-1 1 0,-1-2 0,-1 1 0,6-26 0,-13 42 0,0 1 0,0-1 0,0 0 0,0 0 0,-1 0 0,0 1 0,0-1 0,0 0 0,-1 0 0,0 0 0,0 1 0,0-1 0,0 0 0,-1 1 0,-2-7 0,2 8 0,0 1 0,0-1 0,0 1 0,0 0 0,0-1 0,0 1 0,-1 0 0,1 0 0,-1 1 0,1-1 0,-1 0 0,0 1 0,1 0 0,-1 0 0,0 0 0,0 0 0,0 0 0,0 0 0,0 1 0,0-1 0,0 1 0,-1 0 0,1 0 0,-6 1 0,-1 0 0,0 0 0,-1 1 0,1 1 0,0 0 0,0 0 0,1 1 0,-1 0 0,1 1 0,-1 0 0,-11 8 0,8-3 0,0 1 0,0-1 0,2 2 0,-1 0 0,-18 25 0,22-18-2426,8-18 2036,1 0-1,-1-1 0,0 1 0,0 0 0,0 0 0,0 0 0,1-1 0,-1 1 0,0 0 0,1-1 0,-1 1 0,1 0 0,-1 0 0,1-1 0,-1 1 1,1-1-1,-1 1 0,1 0 0,0-1 0,-1 1 0,1-1 0,0 0 0,-1 1 0,2 0 0,4 1-2418,1 0-1,-1 0 1,0 0-1,1-1 0,8 1 1,-4-1 1336,23 4-293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53.787"/>
    </inkml:context>
    <inkml:brush xml:id="br0">
      <inkml:brushProperty name="width" value="0.035" units="cm"/>
      <inkml:brushProperty name="height" value="0.035" units="cm"/>
    </inkml:brush>
  </inkml:definitions>
  <inkml:trace contextRef="#ctx0" brushRef="#br0">1 71 496,'16'20'3144,"-3"14"7700,-10 4 1261,-3-13-6897,0-11-4242,2-12-966,3-9 0,4-12 0,-3 3 0,0 1 0,0 0 0,2 1 0,-1-1 0,2 1 0,0 1 0,1 0 0,0 0 0,1 1 0,13-12 0,-22 23 0,0-1 0,0 1 0,0 0 0,0-1 0,0 1 0,0 0 0,0 0 0,0 1 0,0-1 0,1 0 0,-1 1 0,0-1 0,0 1 0,1 0 0,-1 0 0,0 0 0,1 0 0,-1 0 0,0 0 0,3 1 0,-2 1 0,0-1 0,0 1 0,0-1 0,0 1 0,0 0 0,0 0 0,-1 0 0,1 0 0,-1 1 0,1-1 0,-1 1 0,3 3 0,4 9 0,-1 0 0,0 0 0,-1 1 0,7 21 0,-10-27 0,-2-4-575,0-1 0,0 1 0,0-1 0,1 0 0,0 0-1,0 0 1,0 0 0,5 4 0,-7-8 323,1 0 1,-1 0-1,0 0 0,0-1 0,1 1 1,-1 0-1,1-1 0,-1 1 0,1-1 0,-1 0 1,0 1-1,1-1 0,0 0 0,-1 0 1,1 0-1,-1 0 0,1 0 0,-1 0 0,1 0 1,-1-1-1,1 1 0,-1 0 0,0-1 1,1 1-1,-1-1 0,1 0 0,-1 1 0,0-1 1,1 0-1,-1 0 0,0 0 0,0 0 1,0 0-1,2-2 0,22-20-10996,-3-3 6266,-4 5 3433,5-5 577</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54.078"/>
    </inkml:context>
    <inkml:brush xml:id="br0">
      <inkml:brushProperty name="width" value="0.035" units="cm"/>
      <inkml:brushProperty name="height" value="0.035" units="cm"/>
    </inkml:brush>
  </inkml:definitions>
  <inkml:trace contextRef="#ctx0" brushRef="#br0">195 193 444,'10'-39'841,"14"-41"7022,-21 72-5482,1 0-1,-1 0 1,1 1-1,1-1 1,-1 1-1,1 0 1,7-8 0,-11 15-2327,-1-1 0,0 1 0,1 0 0,-1-1 0,0 1 0,1 0 0,-1-1 0,0 1 0,1 0 1,-1-1-1,1 1 0,-1 0 0,1 0 0,-1-1 0,1 1 0,-1 0 0,1 0 0,-1 0 0,1 0 1,-1 0-1,1 0 0,-1 0 0,1 0 0,-1 0 0,1 0 0,-1 0 0,1 0 0,-1 0 0,1 0 1,-1 0-1,1 0 0,-1 1 0,1-1 0,0 1 0,10 18 1364,-1 29-162,-9-47-1253,8 78-3,0 90 0,-9-155 0,-1-1 0,0 0 0,-1 0 0,0 0 0,-1 0 0,0 0 0,-1 0 0,-9 20 0,9-26 0,0 0 0,-1 0 0,0 0 0,0 0 0,0-1 0,-1 0 0,0 0 0,0 0 0,0-1 0,-1 0 0,0 0 0,0 0 0,0-1 0,-16 6 0,16-7 0,-15 6 0,0 0 0,1 1 0,-26 17 0,41-23 0,0 1 0,0 0 0,0 0 0,1 1 0,-1 0 0,1 0 0,1 0 0,-1 0 0,1 1 0,0 0 0,0 0 0,1 0 0,-4 14 0,6-20 0,1 0 0,-1 0 0,1 0 0,0 0 0,-1 0 0,1 0 0,0 0 0,0 0 0,0 0 0,0 0 0,0 0 0,0 0 0,0 0 0,0 0 0,0 0 0,1 0 0,-1 0 0,0 0 0,1 0 0,-1 0 0,1 0 0,-1 0 0,1 1 0,0-2 0,0 1 0,0-1 0,0 1 0,-1-1 0,1 1 0,0-1 0,0 0 0,0 0 0,0 0 0,0 1 0,0-1 0,0 0 0,0 0 0,0 0 0,0 0 0,0 0 0,0-1 0,0 1 0,1 0 0,3-2 0,0 1 0,0-1 0,-1 0 0,1 0 0,-1-1 0,1 1 0,-1-1 0,7-5 0,18-24-2446,13-19-7413,11-14-4261,-12 26 9687,-9 14 3028</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54.358"/>
    </inkml:context>
    <inkml:brush xml:id="br0">
      <inkml:brushProperty name="width" value="0.035" units="cm"/>
      <inkml:brushProperty name="height" value="0.035" units="cm"/>
    </inkml:brush>
  </inkml:definitions>
  <inkml:trace contextRef="#ctx0" brushRef="#br0">505 88 992,'17'-19'5366,"7"-12"10814,-12 15-8945,1 1-4245,-9 9-2990,-5 7 0,-6 13 0,5-6 0,0-1 0,-1 1 0,1-1 0,-1 0 0,-1 0 0,1 0 0,-1 0 0,-1-1 0,1 1 0,-9 8 0,-11 19 0,22-30 0,1 0 0,-1 0 0,1 0 0,1 0 0,-1 0 0,0 0 0,1 0 0,0 0 0,0 0 0,0 1 0,0-1 0,2 6 0,0 21 0,-4-10-46,-1-1 0,-1 1 1,0-1-1,-2 0 0,0 0 0,-2-1 0,0 0 1,-1 0-1,0 0 0,-2-1 0,0-1 1,-1 0-1,-1-1 0,0 0 0,-2 0 0,1-2 1,-2 0-1,0-1 0,0 0 0,-2-1 0,1-1 1,-1-1-1,-1 0 0,-21 7 0,11-8-3473,-60 15-16034,53-17 14236,5-4 2860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57.425"/>
    </inkml:context>
    <inkml:brush xml:id="br0">
      <inkml:brushProperty name="width" value="0.035" units="cm"/>
      <inkml:brushProperty name="height" value="0.035" units="cm"/>
    </inkml:brush>
  </inkml:definitions>
  <inkml:trace contextRef="#ctx0" brushRef="#br0">68 807 916,'-11'-5'1130,"-25"-14"5843,17 2 5785,19 16-12534,-1 0-1,1 0 1,0 0 0,0 0-1,-1 0 1,1 0-1,0 0 1,0 0 0,0 0-1,0 0 1,0 1-1,0-1 1,0 0-1,1 0 1,-1 0 0,0 0-1,0 0 1,1 0-1,-1 0 1,0 0-1,1 0 1,-1 0 0,1 0-1,0 1 1,-1-1-1,1 0 1,-1 0-1,1 1 1,0-1 0,0 0-1,1 0 1,27-22 3607,106-52-3831,26-17 0,-15-14-3971,164-182-13775,-184 164 7867,-93 96 8872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57.660"/>
    </inkml:context>
    <inkml:brush xml:id="br0">
      <inkml:brushProperty name="width" value="0.035" units="cm"/>
      <inkml:brushProperty name="height" value="0.035" units="cm"/>
    </inkml:brush>
  </inkml:definitions>
  <inkml:trace contextRef="#ctx0" brushRef="#br0">29 59 600,'-10'-16'918,"8"13"-104,-1-1 0,1 0 0,0 0 0,0 1 0,0-2 0,0 1 0,-1-5 0,3 9-675,0-1 0,0 1-1,0 0 1,0-1 0,0 1 0,0 0-1,0 0 1,0-1 0,0 1 0,0 0-1,1 0 1,-1-1 0,0 1 0,0 0-1,0 0 1,0 0 0,0-1 0,1 1-1,-1 0 1,0 0 0,0 0 0,0-1-1,1 1 1,-1 0 0,0 0 0,0 0-1,1 0 1,-1 0 0,0-1 0,0 1-1,1 0 1,-1 0 0,0 0 0,0 0-1,1 0 1,-1 0 0,0 0 0,1 0-1,-1 0 1,17 4 2878,12 11 425,4 6-1511,-2 2 0,-1 0 0,50 50 0,-69-61-1817,-1 0 1,0 1-1,0 0 0,-2 0 0,1 1 0,-2 0 0,0 0 0,-1 1 0,0 0 0,-1 0 1,6 31-1,-9-28-46,-1-1 1,0 0-1,-2 1 1,-3 26-1,0-20-1971,-2 0-1,-13 38 0,-6-1-7466,-50 85 0,53-105 5857,1-2 2278</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58.237"/>
    </inkml:context>
    <inkml:brush xml:id="br0">
      <inkml:brushProperty name="width" value="0.035" units="cm"/>
      <inkml:brushProperty name="height" value="0.035" units="cm"/>
    </inkml:brush>
  </inkml:definitions>
  <inkml:trace contextRef="#ctx0" brushRef="#br0">440 203 864,'10'-29'3154,"-3"8"4859,0 0-1,6-38 1,-13 17-3306,-1 41-4707,1-1 0,-1 0 0,1 1 0,-1-1 0,0 1 0,0-1 0,0 1 0,0-1 0,0 1 0,0 0 0,0-1 0,0 1 0,0 0 0,0 0 0,-1 0 0,1 0 0,-1 0 0,1 0 0,-1 0 0,1 0 0,-1 1 0,1-1 0,-1 0 0,0 1 0,1 0 0,-1-1 0,0 1 0,1 0 0,-1 0 0,0 0 0,1 0 0,-1 0 0,-3 1 0,-4-1 0,0 1 0,-1 1 0,1 0 0,-17 5 0,10 0 0,0 1 0,0 0 0,1 1 0,0 1 0,0 0 0,1 1 0,1 1 0,0 0 0,0 0 0,1 2 0,1-1 0,0 2 0,1-1 0,1 1 0,0 1 0,1 0 0,1 0 0,-8 22 0,8-16 0,1 0 0,0 0 0,2 0 0,0 1 0,2-1 0,0 1 0,2 0 0,0 0 0,2-1 0,0 1 0,1-1 0,2 1 0,13 39 0,-16-56 0,1-1 0,0 0 0,0 1 0,0-1 0,0 0 0,1-1 0,0 1 0,0-1 0,0 0 0,1 0 0,5 4 0,-8-6 0,0-1 0,0 1 0,0-1 0,1 0 0,-1 0 0,0 0 0,1 0 0,-1 0 0,1 0 0,-1-1 0,1 1 0,-1-1 0,1 0 0,0 0 0,-1 0 0,1 0 0,-1 0 0,1 0 0,-1-1 0,1 1 0,-1-1 0,1 0 0,-1 0 0,1 0 0,-1 0 0,0 0 0,4-3 0,-5 4 0,-1 0 0,1 0 0,-1 0 0,1 0 0,-1-1 0,0 1 0,1 0 0,-1 0 0,1 0 0,-1-1 0,0 1 0,1 0 0,-1-1 0,0 1 0,0 0 0,1-1 0,-1 1 0,0 0 0,1-1 0,-1 1 0,0 0 0,0-1 0,0 1 0,0-1 0,1 1 0,-1 0 0,0-1 0,0 1 0,0-1 0,0 1 0,0-1 0,0 1 0,0-1 0,0 1 0,0 0 0,0-1 0,0 1 0,0-1 0,0 1 0,-1-1 0,1 1 0,0 0 0,0-1 0,0 1 0,-1 0 0,1-1 0,0 1 0,0-1 0,-1 1 0,0-1 0,0 1 0,0-1 0,0 1 0,-1-1 0,1 1 0,0-1 0,0 1 0,-1 0 0,1 0 0,0-1 0,-1 1 0,1 0 0,0 0 0,-1 1 0,1-1 0,-2 0 0,-6 3 0,1 0 0,0 1 0,0 0 0,1 0 0,-1 1 0,1 0 0,0 0 0,0 1 0,1 0 0,-1 0 0,1 0 0,1 1 0,-1 0 0,1 0 0,0 0 0,1 1 0,0-1 0,-4 11 0,-7 17 0,2 1 0,-15 67 0,25-90 0,-12 51 0,3 1 0,3 0 0,2 0 0,4 111 0,7-152-3053,-4-22 1984,1 0 1,-1 0-1,1 0 1,0 0 0,0 0-1,0 0 1,0 0-1,1 0 1,-1 0 0,2 2-1,-1-3-35,-1 1 0,1-1 0,0 0-1,0 1 1,0-1 0,-1 0 0,1 0 0,0-1 0,0 1-1,4 1 1,16 1-2649,1-3 2123</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58.548"/>
    </inkml:context>
    <inkml:brush xml:id="br0">
      <inkml:brushProperty name="width" value="0.035" units="cm"/>
      <inkml:brushProperty name="height" value="0.035" units="cm"/>
    </inkml:brush>
  </inkml:definitions>
  <inkml:trace contextRef="#ctx0" brushRef="#br0">0 280 748,'2'11'13680,"3"1"-5144,3 1-2945,7 4-1551,-12-14-4031,-1-1 0,1 0 0,0 0-1,-1 0 1,1-1 0,0 1 0,0-1 0,0 1 0,0-1-1,0 0 1,1 0 0,-1 0 0,0-1 0,0 1 0,1-1-1,-1 0 1,0 0 0,4 0 0,-2-1-5,0 0 0,0 0-1,0-1 1,0 0 0,0 0 0,-1 0 0,1 0 0,-1-1-1,0 0 1,8-5 0,-1-2-9,-1-1 0,0 1-1,0-1 1,-1-1 0,-1 0-1,0 0 1,8-18 0,-10 16 5,0 0 0,-1 0 0,0-1 0,-2 1 0,1-1 0,-2 0 0,1-17 0,-3 28 0,0-1 0,0 1 0,0 0 0,-1-1 0,0 1 0,1 0 0,-2-1 0,1 1 0,0 0 0,-1 0 0,0 0 0,-4-6 0,4 8 0,0-1 0,0 1 0,0 0 0,-1 0 0,1 0 0,-1 1 0,1-1 0,-1 1 0,0-1 0,1 1 0,-1 0 0,0 0 0,0 0 0,0 0 0,0 0 0,0 1 0,0 0 0,0-1 0,0 1 0,-4 0 0,-1 1 0,-1 0 0,1 1 0,0 0 0,-1 0 0,1 0 0,0 1 0,1 0 0,-1 1 0,0 0 0,1 0 0,-12 10 0,11-9 0,0 1 0,1 0 0,0 1 0,1-1 0,0 2 0,0-1 0,0 0 0,1 1 0,0 0 0,-5 11 0,3 8-2390,7-26 1838,0 1 0,0-1-1,0 1 1,0-1 0,0 1 0,0-1-1,0 1 1,1-1 0,-1 1 0,1-1-1,-1 1 1,1-1 0,-1 0 0,1 1 0,0-1-1,2 3 1,-2-3-134,0 0 1,1 0-1,-1 0 0,0 0 0,1 0 1,0 0-1,-1 0 0,1 0 0,-1-1 1,1 1-1,0-1 0,-1 1 0,1-1 1,3 1-1,21-2-3301,1-4 191,4 0 1760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58.783"/>
    </inkml:context>
    <inkml:brush xml:id="br0">
      <inkml:brushProperty name="width" value="0.035" units="cm"/>
      <inkml:brushProperty name="height" value="0.035" units="cm"/>
    </inkml:brush>
  </inkml:definitions>
  <inkml:trace contextRef="#ctx0" brushRef="#br0">0 265 448,'2'2'614,"0"0"-1,0 0 1,0 1 0,0-1-1,-1 1 1,1-1-1,-1 1 1,2 4 0,-1-4 724,-1 1 0,0-1 0,0 1 1,-1-1-1,1 1 0,-1-1 0,0 1 0,1-1 1,-2 1-1,1-1 0,0 1 0,-1-1 0,1 1 1,-1-1-1,0 0 0,0 1 0,-1-1 1,1 0-1,-4 6 0,1-10-1310,0-11-21,1-11-14,5-35 7,3 1 0,2 0 0,14-58 0,-20 113-37,-1 0 0,1 0 1,-1 0-1,1 0 0,0 0 0,0 0 0,0 0 0,0 0 1,0 0-1,0 1 0,0-1 0,1 0 0,-1 1 0,1-1 1,-1 1-1,1-1 0,0 1 0,-1 0 0,1 0 0,0 0 1,0 0-1,0 0 0,0 0 0,0 0 0,0 1 0,0-1 1,0 1-1,0-1 0,0 1 0,0 0 0,0 0 0,0 0 1,3 0-1,8 1-732,-1 1 1,1 0-1,-1 1 0,21 8 1,0-1-1926,0-4-9676,-2-2 4903,-1 0 3981,-4-2 2119</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59.467"/>
    </inkml:context>
    <inkml:brush xml:id="br0">
      <inkml:brushProperty name="width" value="0.035" units="cm"/>
      <inkml:brushProperty name="height" value="0.035" units="cm"/>
    </inkml:brush>
  </inkml:definitions>
  <inkml:trace contextRef="#ctx0" brushRef="#br0">775 165 1100,'-17'-49'3874,"13"38"-1382,-1 0-1,0 0 1,-1 0-1,-10-14 1,13 21-1557,-1 1 1,1-1-1,-1 0 1,1 1-1,-1-1 1,0 1-1,0 0 1,-1 1 0,1-1-1,-1 1 1,1 0-1,-7-3 1,6 4-584,-1 0 0,1 0 0,0 0 0,0 1 0,-1 0 1,1 0-1,0 0 0,-8 1 0,-3 2-352,1 1 0,0 0 0,0 0 0,0 2 0,1 0 0,0 0 0,0 2 0,0-1 0,1 2 0,0 0 0,-12 11 0,9-4 0,0 0 0,1 0 0,2 1 0,-1 1 0,2 0 0,0 1 0,-11 26 0,9-12 0,1 1 0,1 0 0,2 1 0,2 0 0,1 0 0,2 1 0,1 0 0,2 0 0,4 55 0,0-68 0,2 0 0,0-1 0,2 1 0,0-1 0,2 0 0,0-1 0,1 0 0,1 0 0,1-1 0,1-1 0,1 0 0,1 0 0,19 21 0,-27-35 0,-1 1 0,-1 0 0,1 0 0,-1 0 0,0 1 0,-1-1 0,6 13 0,-8-14 0,0-1 0,-1 0 0,1 1 0,-1-1 0,0 1 0,0-1 0,-1 1 0,1-1 0,-1 0 0,0 1 0,0-1 0,0 0 0,-1 1 0,-3 5 0,-1 5 0,-2 0 0,0-1 0,-1 0 0,0-1 0,-1 0 0,0 0 0,-1-1 0,0-1 0,-17 14 0,19-18 0,-1 0 0,0-1 0,0 0 0,0 0 0,-1-1 0,0 0 0,0-1 0,0-1 0,-1 0 0,1 0 0,-1-1 0,0 0 0,-15 0 0,16-2-150,0 0 0,0 0 0,0-1 0,0 0 0,0-1 0,0 0-1,0-1 1,1-1 0,-17-6 0,65 21-30400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8:59.861"/>
    </inkml:context>
    <inkml:brush xml:id="br0">
      <inkml:brushProperty name="width" value="0.035" units="cm"/>
      <inkml:brushProperty name="height" value="0.035" units="cm"/>
    </inkml:brush>
  </inkml:definitions>
  <inkml:trace contextRef="#ctx0" brushRef="#br0">210 399 816,'28'-117'8048,"7"-35"10153,-21 50-12503,-14 100-5698,0 1 0,0-1 0,0 1 0,0-1 0,0 1 0,0-1 0,-1 1 0,1-1 0,0 1 0,-1-1 0,1 1 0,-2-3 0,2 3 0,-1 1 0,1-1 0,0 1 0,-1 0 0,1-1 0,-1 1 0,1 0 0,-1-1 0,1 1 0,0 0 0,-1 0 0,1 0 0,-1-1 0,1 1 0,-1 0 0,1 0 0,-1 0 0,1 0 0,-1 0 0,1 0 0,-1 0 0,1 0 0,-1 0 0,1 0 0,-2 0 0,0 1 0,-1 0 0,1 0 0,-1 0 0,1 0 0,0 1 0,-1-1 0,1 1 0,0 0 0,0-1 0,0 1 0,0 0 0,-2 3 0,-9 12 0,2-1 0,0 2 0,1-1 0,-10 24 0,-26 79 0,37-93 0,-19 52 0,3 1 0,4 1 0,4 1 0,-8 93 0,22-136 0,5 59 0,-2-86 0,2 0 0,-1 0 0,2 0 0,0 0 0,0-1 0,1 1 0,0-1 0,1 0 0,7 11 0,-11-19 0,1 0 0,0-1 0,-1 0 0,1 1 0,0-1 0,0 0 0,0 0 0,1 0 0,-1 0 0,0-1 0,1 1 0,-1-1 0,1 1 0,0-1 0,-1 0 0,1 0 0,0 0 0,0 0 0,-1 0 0,1-1 0,0 1 0,0-1 0,0 0 0,0 0 0,0 0 0,5-1 0,3-2 0,-1 0 0,1-1 0,-1 0 0,0 0 0,17-11 0,15-7 0,-39 21 0,-1 0 0,1 0 0,-1 0 0,1 1 0,-1-1 0,1 1 0,-1-1 0,1 1 0,-1 0 0,1 0 0,-1 0 0,1 0 0,-1 1 0,1-1 0,-1 1 0,1-1 0,-1 1 0,1 0 0,-1 0 0,0 0 0,4 3 0,-2-2 0,-1 2 0,1-1 0,-1 0 0,0 1 0,0-1 0,-1 1 0,1 0 0,-1 0 0,0 0 0,0 0 0,2 6 0,1 5 0,0 1 0,-2-1 0,1 1 0,-2 0 0,1 30 0,-4-34-2062,1 2-4272,3-21-282,-1-5-3653,-1-4 6809,-1 4 1664,3-7 218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00.031"/>
    </inkml:context>
    <inkml:brush xml:id="br0">
      <inkml:brushProperty name="width" value="0.035" units="cm"/>
      <inkml:brushProperty name="height" value="0.035" units="cm"/>
    </inkml:brush>
  </inkml:definitions>
  <inkml:trace contextRef="#ctx0" brushRef="#br0">28 67 832,'-8'-13'3762,"8"13"-3278,-1 0 0,1-1 0,-1 1 0,1 0 0,0 0 0,-1-1 0,1 1 0,-1 0 0,1 0 0,-1 0 0,0 0 0,1-1 0,-1 1 0,1 0 0,-1 0 0,1 0 0,-1 0 0,1 0 0,-1 1 0,1-1-1,-1 0 1,1 0 0,-1 0 0,1 0 0,-2 1 0,2-1-42,-1 1-1,1-1 0,0 0 1,-1 1 441,1-1-442,-1 1 0,1-1 1,0 0-1,-1 1 1,1-1-1,0 1 0,0-1 1,0 1-1,-1-1 0,1 0 1,0 1-1,0-1 1,0 1-1,0-1 0,0 1 1,0-1-1,0 1 1,0-1-1,0 1 0,0-1 1,0 2-1,8 10 2786,-4-8-3251,1-1 0,-1 0 1,0 0-1,1 0 0,-1-1 0,1 0 1,0 1-1,0-2 0,0 1 0,0-1 0,0 1 1,0-1-1,0-1 0,6 1 0,-2-1-118,0 0 0,0-1-1,0 0 1,0-1-1,0 0 1,-1 0 0,14-6-1,-2-1-696,0-1 0,-1 0 0,0-2 0,-1-1 0,30-25-1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02.996"/>
    </inkml:context>
    <inkml:brush xml:id="br0">
      <inkml:brushProperty name="width" value="0.035" units="cm"/>
      <inkml:brushProperty name="height" value="0.035" units="cm"/>
    </inkml:brush>
  </inkml:definitions>
  <inkml:trace contextRef="#ctx0" brushRef="#br0">99 61 104,'-2'0'830,"1"-1"0,-1 1 0,0-1 0,0 1 0,0 0 0,0 0 0,0 0-1,0 0 1,0 0 0,0 0 0,0 1 0,0-1 0,0 1 0,0-1 0,1 1 0,-1-1 0,0 1 0,0 0 0,-3 2 0,2 0 139,1-1-1,-1 1 1,0 0 0,1 0 0,-1 0-1,1 0 1,0 0 0,0 0 0,-2 7 0,-2 3 265,2 1 1,0 0 0,0 0 0,-1 20 0,0 10-1200,2 1 1,3-1-1,1 1 0,2 0 1,2-1-1,14 53 1,-5-40-46,3 0 0,3-1 0,2-1 0,34 62 0,-46-98 10,1-1 0,1 0 0,0-1 0,2 0 0,0-1 0,0-1 0,2 0 0,18 14 0,-28-25 0,0 1 0,1-1 0,0 0 0,0 0 0,0-1 0,0 0 0,0 0 0,1-1 0,-1 0 0,1 0 0,0 0 0,-1-1 0,1-1 0,0 1 0,0-1 0,0-1 0,-1 1 0,1-1 0,0 0 0,-1-1 0,1 0 0,-1 0 0,1-1 0,-1 0 0,7-4 0,2-3 0,0 0 0,-1-2 0,-1 1 0,0-2 0,-1 0 0,0-1 0,-1 0 0,0-1 0,-1 0 0,-1-1 0,14-29 0,3-13 0,-3-2 0,17-63 0,-22 61 0,-3-1 0,-3-1 0,-2 0 0,-3 0 0,-3-1 0,-7-125 0,1 182 48,0-1 0,-1 0-1,1 1 1,-2 0 0,-4-13 0,7 20-62,0 0 0,-1 0 1,1 0-1,-1 1 0,0-1 1,1 0-1,-1 0 0,0 0 1,1 0-1,-1 1 1,0-1-1,0 0 0,0 1 1,1-1-1,-1 0 0,0 1 1,0-1-1,0 1 0,0 0 1,-2-1-1,1 1-46,1 0-1,-1 0 1,1 1 0,-1-1-1,1 1 1,-1-1-1,1 1 1,-1-1 0,1 1-1,-1 0 1,1 0 0,0 0-1,-1 0 1,1 0 0,0 0-1,0 0 1,0 0 0,-2 3-1,-1 0-2013,0 0 0,1 1-1,-1 0 1,1 0 0,0 0 0,0 0 0,1 1-1,-1-1 1,1 1 0,1-1 0,-3 8-1,4-9 1483,0-1 0,0 0-1,0 1 1,0-1 0,0 0-1,0 0 1,1 1-1,1 3 1,5 15-742</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03.416"/>
    </inkml:context>
    <inkml:brush xml:id="br0">
      <inkml:brushProperty name="width" value="0.035" units="cm"/>
      <inkml:brushProperty name="height" value="0.035" units="cm"/>
    </inkml:brush>
  </inkml:definitions>
  <inkml:trace contextRef="#ctx0" brushRef="#br0">513 142 68,'13'-25'5103,"14"-40"19152,-20 43-20918,-7 21-3337,1 0 0,-1-1 0,0 1 0,0 0 0,1 0 0,-1 0 0,0 0 0,0-1 0,0 1 0,0 0 0,0 0 0,0 0 0,0-1 0,-1 1 0,1 0 0,0 0 0,-1 0 0,1 0 0,-1 0 0,1 0 0,-1-1 0,0 1 0,0 1 0,0-1 0,1 1 0,-1-1 0,0 1 0,0 0 0,0 0 0,0-1 0,1 1 0,-1 0 0,0 0 0,0 0 0,0 0 0,0 0 0,0 0 0,1 0 0,-1 0 0,0 1 0,0-1 0,0 0 0,-1 1 0,-4 1 0,0 1 0,1-1 0,-1 1 0,0 1 0,1-1 0,-6 5 0,-8 9 0,1 0 0,1 2 0,0 0 0,1 1 0,1 0 0,1 1 0,-14 30 0,19-34 0,1 1 0,1 0 0,0 1 0,2 0 0,0 0 0,1 0 0,1 0 0,1 1 0,0 38 0,3-51 0,-1-1 0,2 1 0,-1-1 0,1 0 0,0 1 0,0-1 0,1 0 0,0 0 0,5 8 0,37 44 0,-32-44 0,-2 1 0,13 18 0,-21-28 0,0 0 0,-1 1 0,1 0 0,-1 0 0,0-1 0,0 1 0,-1 1 0,0-1 0,0 0 0,0 10 0,-1 4 0,-2 0 0,0 0 0,-2-1 0,0 1 0,-1-1 0,0 0 0,-2 0 0,0 0 0,-2-1 0,0 0 0,0-1 0,-2 0 0,0 0 0,-1-1 0,-1 0 0,0-2 0,-1 1 0,-1-2 0,0 1 0,-1-2 0,0 0 0,-1-1 0,-25 12 0,4-5-4042,14-8-7098,-42 27 0,34-11 6349,16-5 3229</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04.605"/>
    </inkml:context>
    <inkml:brush xml:id="br0">
      <inkml:brushProperty name="width" value="0.035" units="cm"/>
      <inkml:brushProperty name="height" value="0.035" units="cm"/>
    </inkml:brush>
  </inkml:definitions>
  <inkml:trace contextRef="#ctx0" brushRef="#br0">433 186 136,'3'-12'896,"5"-17"4644,-4 14 1215,-1-1 0,3-24 0,-9-1-829,3 39-5926,-1 1 0,1-1 0,-1 0 0,1 1 0,-1-1 0,0 1 0,1-1 0,-1 1 0,0 0 0,0-1 0,0 1 0,0 0 0,0-1 0,0 1 0,0 0 0,-1 0 0,1 0 0,0 0 0,-1 0 0,1 0 0,-1 1 0,1-1 0,-1 0 0,-2 0 0,0 0 0,0 1 0,0-1 0,0 1 0,0 0 0,0 0 0,0 1 0,0-1 0,0 1 0,-8 2 0,-3 2 0,0 0 0,0 2 0,0 0 0,-14 10 0,9-4 0,1 1 0,0 1 0,2 1 0,-1 0 0,2 1 0,1 1 0,0 1 0,1 0 0,1 1 0,-13 26 0,14-22 0,1 1 0,1 0 0,2 0 0,0 1 0,2 0 0,1 1 0,0-1 0,0 50 0,6-62 0,0-1 0,0 0 0,1 1 0,1-1 0,0 0 0,1 0 0,1 0 0,0-1 0,0 0 0,1 0 0,1 0 0,0 0 0,1-1 0,0 0 0,0-1 0,13 12 0,13 9 0,1-1 0,2-2 0,55 32 0,-68-44 0,-13-9 0,-1 0 0,0 1 0,0 0 0,-1 1 0,0 0 0,0 0 0,-1 1 0,-1 0 0,1 1 0,-2-1 0,11 22 0,-15-26 0,0 1 0,1-1 0,-2 1 0,1 0 0,-1 0 0,0 0 0,-1 0 0,1 0 0,-1 0 0,-1 0 0,1 0 0,-1 0 0,-1 0 0,1 0 0,-1-1 0,0 1 0,-1 0 0,0-1 0,0 0 0,0 1 0,0-1 0,-9 10 0,7-10 0,0-1 0,-1 1 0,1-1 0,-1-1 0,0 1 0,0-1 0,0 0 0,-1 0 0,0-1 0,1 0 0,-1 0 0,0-1 0,-1 0 0,-11 3 0,-10-1 0,-1-1 0,-43 0 0,-9 0 0,81-3-3,-52 10-5918,49-9 5069,0 0 0,0 0 0,1 1 0,-1-1 0,1 1-1,-1 0 1,1 0 0,0 0 0,0 1 0,0-1 0,-5 6 0,-6 18-12284,14-23 10550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05.057"/>
    </inkml:context>
    <inkml:brush xml:id="br0">
      <inkml:brushProperty name="width" value="0.035" units="cm"/>
      <inkml:brushProperty name="height" value="0.035" units="cm"/>
    </inkml:brush>
  </inkml:definitions>
  <inkml:trace contextRef="#ctx0" brushRef="#br0">279 125 684,'2'-31'2371,"0"-11"9069,-2 38-9193,0 0 0,-1 0 0,1 0-1,-1 0 1,0 0 0,0 0-1,-2-5 1,2 8-2237,0 0 0,1 0 0,-1 0 0,0 0 0,0 0 0,0 0 0,0 0-1,0 0 1,0 1 0,0-1 0,0 0 0,0 1 0,0-1 0,0 1 0,0-1 0,0 1 0,-1-1 0,1 1 0,0 0 0,0 0 0,-1-1 0,1 1-1,0 0 1,0 0 0,-1 0 0,1 1 0,0-1 0,0 0 0,0 0 0,-1 1 0,1-1 0,0 0 0,0 1 0,0 0 0,0-1 0,-2 2-1,-3 0-21,0 2 0,0-1 0,0 1 0,1 0-1,-6 5 1,0 2 12,0 1 0,1 0 0,1 0 0,0 1 0,1 0 0,0 1 0,-6 16 0,-37 105 0,35-79 0,2 1 0,3 0 0,-6 81 0,12-48 0,11 134 0,-5-201 0,2-1 0,1 1 0,8 29 0,-10-46 0,0 1 0,0-1 0,1 0 0,0 0 0,0 0 0,0 0 0,1-1 0,-1 1 0,2-1 0,-1 0 0,0 0 0,1 0 0,0-1 0,0 1 0,11 6 0,-13-10 0,0 0 0,1 1 0,-1-1 0,0-1 0,1 1 0,-1 0 0,1-1 0,-1 0 0,1 0 0,-1 0 0,1 0 0,-1 0 0,1-1 0,-1 0 0,0 0 0,1 0 0,-1 0 0,0 0 0,1 0 0,-1-1 0,3-1 0,8-6 0,0-1 0,-1 0 0,16-15 0,0 1 0,-5 4 0,28-21 0,-48 38 0,0 1 0,0 0 0,0-1 0,0 2 0,0-1 0,0 0 0,1 1 0,-1 0 0,1 0 0,8-1 0,-11 2 0,0 0 0,1 1 0,-1-1 0,0 1 0,1 0 0,-1-1 0,0 1 0,0 0 0,1 1 0,-1-1 0,0 0 0,0 0 0,0 1 0,0 0 0,-1-1 0,1 1 0,0 0 0,-1 0 0,1-1 0,-1 1 0,0 1 0,1-1 0,-1 0 0,0 0 0,0 0 0,-1 0 0,1 1 0,0 2 0,3 9 0,-1 0 0,0 0 0,0 23 0,-2-26 0,0 2-378,0 0-1,-1 1 1,-1-1-1,-3 14 1,-14 49-5699,18-74 5941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05.262"/>
    </inkml:context>
    <inkml:brush xml:id="br0">
      <inkml:brushProperty name="width" value="0.035" units="cm"/>
      <inkml:brushProperty name="height" value="0.035" units="cm"/>
    </inkml:brush>
  </inkml:definitions>
  <inkml:trace contextRef="#ctx0" brushRef="#br0">57 190 320,'-21'-24'2592,"-1"-1"5360,14 12-89,3 1 3543,5 11-11323,0 0 0,0 0 0,0 0 0,1 0 0,-1 0 0,0 0 0,1 0-1,-1 1 1,0-1 0,1 0 0,-1 0 0,1 0 0,0 1 0,-1-1-1,1 0 1,-1 1 0,1-1 0,0 0 0,0 1 0,-1-1 0,1 1 0,0-1-1,0 1 1,0-1 0,-1 1 0,2-1 0,27-10 309,-25 10-392,154-44 0,-125 36 0,-1 0 0,21-5 0,-51 14-111,0-1-1814,8-5-5643,17 19-12142,-18-7 17900,16 4 239</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09.121"/>
    </inkml:context>
    <inkml:brush xml:id="br0">
      <inkml:brushProperty name="width" value="0.035" units="cm"/>
      <inkml:brushProperty name="height" value="0.035" units="cm"/>
    </inkml:brush>
  </inkml:definitions>
  <inkml:trace contextRef="#ctx0" brushRef="#br0">22 284 568,'-18'-109'5679,"16"88"-2537,1 0 0,1 0 0,3-25-1,-2 42-2352,0-1-1,0 1 1,1 0-1,0 0 1,-1 0-1,1 0 1,1 0-1,-1 0 0,1 0 1,2-3-1,3-3 1234,-5 2 136,-3 10-2079,-1-1-1,1 1 0,0 0 0,0 0 1,0-1-1,0 1 0,0 0 0,1-1 1,-1 1-1,0 0 0,1-1 0,-1 1 1,2 2-1,24 75-78,-4 0 0,24 158 0,-7 172 0,-31-291 0,3 1 0,6 148 0,-22-211-1740,4-52 1122,0 0 0,0 1 0,-1-1 0,1 0 0,-1 0 0,0 0 0,0 0 0,0 0 1,-5 5-1,45-40-23738</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09.387"/>
    </inkml:context>
    <inkml:brush xml:id="br0">
      <inkml:brushProperty name="width" value="0.035" units="cm"/>
      <inkml:brushProperty name="height" value="0.035" units="cm"/>
    </inkml:brush>
  </inkml:definitions>
  <inkml:trace contextRef="#ctx0" brushRef="#br0">1 204 688,'0'0'701,"0"-1"0,0 0 1,-1 0-1,1 1 0,0-1 0,0 0 0,0 0 0,0 1 1,0-1-1,1 0 0,-1 1 0,0-1 0,0 0 0,0 0 1,1 1-1,-1-1 0,0 0 0,1 1 0,-1-1 0,3-2 3506,-3 2-3505,1 1-1,0-1 0,-1 1 0,1-1 0,0 1 0,0-1 1,14-7 6129,-2 1-4251,-8 5-3152,14-6 592,1 1-1,-1 0 1,1 2-1,0 0 1,37-4-1,108 3-29,-73 5 0,-80 0-65,5 1-964,0-1-1,18-4 0,-30 4 477,-1 0 0,1-1-1,-1 1 1,1-1 0,-1 0 0,0 0-1,0 0 1,1-1 0,-2 1-1,1-1 1,0 0 0,4-5 0,13-14-12531,11-11 5984,-8 9 5371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09.806"/>
    </inkml:context>
    <inkml:brush xml:id="br0">
      <inkml:brushProperty name="width" value="0.035" units="cm"/>
      <inkml:brushProperty name="height" value="0.035" units="cm"/>
    </inkml:brush>
  </inkml:definitions>
  <inkml:trace contextRef="#ctx0" brushRef="#br0">18 1 96,'-2'2'471,"0"1"-1,0-1 1,0 1-1,0 0 1,1 0 0,0 0-1,-2 5 1,2-5 697,0 0 0,1 0 0,-1 1 1,1-1-1,0 0 0,0 0 0,0 1 0,1-1 1,-1 0-1,2 6 0,16 31 11554,-2-14-9392,-6-12-3330,0 0 0,1 0 0,1-2 0,0 1 0,0-1 0,1-1 0,1 0 0,0-1 0,18 10 0,-27-17 0,1 0 0,-1-1 0,1 1 0,0-1 0,0 0 0,0-1 0,0 0 0,0 1 0,0-2 0,0 1 0,0-1 0,0 0 0,0 0 0,0-1 0,0 0 0,0 0 0,0 0 0,0-1 0,0 0 0,0 0 0,-1 0 0,1-1 0,-1 1 0,1-2 0,-1 1 0,0 0 0,-1-1 0,10-8 0,22-33 0,-14 15 0,-27 39 0,1 0 0,0 0 0,1 1 0,0-1 0,0 1 0,-2 16 0,0-3 0,-37 141 0,-19 88 0,-53 315 0,106-525 74,-2 57 0,5-34-1455,4-44-4199,1-17 3584,0 1 0,1-1 1,-1 0-1,1 1 0,0-1 1,1 0-1,-1 0 0,1 0 0,1 4 1,17 16-2630,-4-12 3365</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0.088"/>
    </inkml:context>
    <inkml:brush xml:id="br0">
      <inkml:brushProperty name="width" value="0.035" units="cm"/>
      <inkml:brushProperty name="height" value="0.035" units="cm"/>
    </inkml:brush>
  </inkml:definitions>
  <inkml:trace contextRef="#ctx0" brushRef="#br0">1 314 228,'0'14'1887,"0"-5"3171,0 0 0,0 1 0,1-1 0,2 9-1,6 7 302,-9-25-5359,12 18 0,-6-18 0,1-11 0,1-14 0,-2 0 0,7-48 0,-11 53 0,1-1 0,1 1 0,1 0 0,1 0 0,13-31 0,-16 46 0,-1 1 0,1-1 0,0 1 0,1 0 0,-1 0 0,1 0 0,-1 1 0,1-1 0,0 1 0,1 0 0,6-4 0,2 0 0,2 1 0,21-7 0,-22 8 0,0 0 0,23-13 0,-32 14-1427,2-2-5661,12-11-14228,-6 8 19052</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0.652"/>
    </inkml:context>
    <inkml:brush xml:id="br0">
      <inkml:brushProperty name="width" value="0.035" units="cm"/>
      <inkml:brushProperty name="height" value="0.035" units="cm"/>
    </inkml:brush>
  </inkml:definitions>
  <inkml:trace contextRef="#ctx0" brushRef="#br0">27 27 28,'-11'-18'2574,"3"10"2154,1 8 4642,7 1-8912,-1 0 0,1-1 1,0 1-1,0 0 1,0 0-1,0-1 1,0 1-1,0 0 1,0 0-1,0-1 1,1 1-1,-1 0 1,0-1-1,0 1 1,0 0-1,1 0 1,-1-1-1,1 1 1,-1-1-1,0 1 0,1 0 1,0 0-1,12 18 3214,-12-17-3034,11 12-540,0 0 0,0 0 0,1-1 0,1 0 0,0-2 0,1 1 0,0-2-1,1 0 1,0-1 0,33 14 0,-40-19-92,0-1 0,1 0-1,-1-1 1,1 0 0,-1-1 0,1 0-1,0 0 1,-1-1 0,1 0-1,0 0 1,-1-1 0,1-1 0,0 0-1,-1 0 1,0-1 0,1 0 0,-1 0-1,0-1 1,-1 0 0,1-1 0,-1 0-1,11-8 1,-16 11-6,-1-1 0,0 1 0,0 0 0,0 0 0,0-1 0,-1 1 0,1-1 0,-1 1 0,2-5 0,-3 7 0,0 0 0,1 0 0,-1-1 0,0 1 0,0 0 0,0 0 0,0 0 0,0-1 0,0 1 0,0 0 0,0-1 0,0 1 0,0 0 0,0 0 0,0-1 0,0 1 0,0 0 0,0 0 0,0-1 0,0 1 0,0 0 0,0 0 0,0-1 0,-1 1 0,1 0 0,0 0 0,0 0 0,0-1 0,0 1 0,0 0 0,-1 0 0,1 0 0,0-1 0,0 1 0,-1 0 0,-17 5 0,11-1 0,-1 1 0,1 0 0,0 1 0,1 0 0,-1 0 0,1 0 0,0 1 0,1 0 0,0 0 0,-5 8 0,-7 15 0,-16 37 0,28-56 0,-29 69 0,-39 138 0,-2 91 0,33-126 0,31-139 0,-9 33 0,3 2 0,-10 121 0,27-166-3156,8 13-8955,-7-43 10560,1 1 0,0 0 0,0-1 0,0 0-1,1 0 1,-1 1 0,6 4 0,18 13-2133,-2-9 2417</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0.821"/>
    </inkml:context>
    <inkml:brush xml:id="br0">
      <inkml:brushProperty name="width" value="0.035" units="cm"/>
      <inkml:brushProperty name="height" value="0.035" units="cm"/>
    </inkml:brush>
  </inkml:definitions>
  <inkml:trace contextRef="#ctx0" brushRef="#br0">1 79 332,'15'16'3731,"-13"-14"-2312,-1 1 0,1 0 0,-1 0 1,0 0-1,0 0 0,0 0 0,-1 0 0,1 5 1,-1 27 11204,-4-13-9321,3-14-3273,0 0-38,0-13-170,2-21-12229,5-45 0,9 7 6001,-2 31 5223</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0.963"/>
    </inkml:context>
    <inkml:brush xml:id="br0">
      <inkml:brushProperty name="width" value="0.035" units="cm"/>
      <inkml:brushProperty name="height" value="0.035" units="cm"/>
    </inkml:brush>
  </inkml:definitions>
  <inkml:trace contextRef="#ctx0" brushRef="#br0">24 202 40,'3'-20'4299,"-4"16"-1483,0 0 0,1 0 0,-2-1 0,1 1 0,0 0 0,-1 0 0,-4-7 0,-4-10 3080,9 17-6122,1-1-1,-1 1 1,1 0 0,-1-1 0,1 1-1,1 0 1,-1-1 0,1 1 0,-1-1-1,3-4 1,-2 3-652,1 1 0,0-1 0,0 0 1,0 1-1,1-1 0,5-7 0,-7 11-242,0 0-1,1 1 1,-1-1 0,1 1 0,0-1-1,-1 1 1,1 0 0,0 0-1,0 0 1,0 0 0,0 0 0,0 0-1,2 0 1,-1 0 505,0 0-1,-1 1 1,1 0-1,0 0 1,-1 0 0,1 0-1,0 0 1,-1 0-1,1 1 1,3 0-1,17 6-767</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1.291"/>
    </inkml:context>
    <inkml:brush xml:id="br0">
      <inkml:brushProperty name="width" value="0.035" units="cm"/>
      <inkml:brushProperty name="height" value="0.035" units="cm"/>
    </inkml:brush>
  </inkml:definitions>
  <inkml:trace contextRef="#ctx0" brushRef="#br0">2 163 984,'-2'42'3811,"2"-34"-2023,1 0 0,0-1 0,0 1 0,1-1 0,0 1 0,3 7-1,-3-11-765,0 0-1,0 0 0,0 0 1,0 0-1,1-1 0,-1 1 1,1-1-1,0 1 0,0-1 1,0 0-1,6 3 0,-5-3-666,-1-1 1,1 0-1,0 0 0,0-1 0,0 1 0,0-1 1,0 0-1,5 1 0,-1-1-355,0-1 0,0 0 0,0 0 0,0-1 0,1 1 0,-1-2 0,0 1 0,-1-1 0,1-1 0,0 1 0,-1-2 0,1 1 0,-1-1 0,0 0 0,0 0 0,8-6 0,0-2 0,-1-1 0,0 0 0,0 0 0,-1-1 0,20-30 0,-25 31 0,-1 1 0,0-1 0,0 0 0,4-16 0,-9 25 0,-1-1 0,1 1 0,-1-1 0,0 0 0,0 1 0,-1-1 0,1 0 0,-1 0 0,0 0 0,-1 1 0,1-1 0,-1 0 0,0 1 0,0-1 0,0 0 0,-3-6 0,3 10 0,1 0 0,-1 0 0,1 1 0,-1-1 0,1 0 0,-1 0 0,0 0 0,1 1 0,-1-1 0,0 0 0,0 1 0,0-1 0,1 1 0,-1-1 0,0 1 0,0-1 0,0 1 0,0 0 0,0-1 0,0 1 0,0 0 0,0 0 0,0-1 0,0 1 0,-1 0 0,-1 1 0,1-1 0,0 1 0,0-1 0,-1 1 0,1 0 0,0 0 0,0 0 0,0 0 0,0 0 0,-3 3 0,-1 1 0,0 0 0,0 1 0,1 0 0,0 0 0,-8 12 0,-6 15 0,1 1 0,2 1 0,-14 45 0,24-63 0,2 0 0,0 1 0,1-1 0,1 1 0,0 0 0,2-1 0,0 1 0,1 0 0,4 22 0,-5-36-194,1-1 1,0 0-1,0 0 0,0 0 1,0 0-1,0 0 0,1-1 1,-1 1-1,1 0 0,0-1 1,0 1-1,0-1 0,0 1 1,0-1-1,1 0 0,-1 0 1,1 0-1,-1 0 0,1 0 1,0-1-1,-1 1 0,1-1 1,0 0-1,0 0 0,0 0 1,0 0-1,0 0 1,1-1-1,-1 1 0,0-1 1,0 0-1,0 0 0,0 0 1,7-1-1,7-2-1550,-1 1 1,1-2-1,-1 0 1,1-2-1,16-6 0,5-3-7813,2 0 5248,-6 4 3000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1.508"/>
    </inkml:context>
    <inkml:brush xml:id="br0">
      <inkml:brushProperty name="width" value="0.035" units="cm"/>
      <inkml:brushProperty name="height" value="0.035" units="cm"/>
    </inkml:brush>
  </inkml:definitions>
  <inkml:trace contextRef="#ctx0" brushRef="#br0">121 72 204,'-10'-40'3464,"2"14"5890,8 26-9235,0 0-1,0-1 1,0 1 0,0 0 0,0 0 0,0 0-1,0-1 1,0 1 0,0 0 0,0 0 0,0-1-1,0 1 1,0 0 0,0 0 0,0 0 0,-1-1-1,1 1 1,0 0 0,0 0 0,0 0 0,0 0-1,0 0 1,-1-1 0,1 1 0,0 0 0,0 0-1,0 0 1,-1 0 0,1 0 0,0 0 0,0 0-1,0-1 1,-1 1 0,1 0 0,0 0 0,0 0-1,0 0 1,-1 0 0,1 0 0,0 0 0,0 0-1,-1 0 1,1 0 0,0 0 0,-1 1 0,-6 10 6402,-4 19 1234,-3 44-7755,-9 119 0,13 78 0,13-138 0,-1-71 0,-9 105 0,-4-119-1764,-7-6-3983</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1.897"/>
    </inkml:context>
    <inkml:brush xml:id="br0">
      <inkml:brushProperty name="width" value="0.035" units="cm"/>
      <inkml:brushProperty name="height" value="0.035" units="cm"/>
    </inkml:brush>
  </inkml:definitions>
  <inkml:trace contextRef="#ctx0" brushRef="#br0">187 107 184,'-3'-16'148,"-2"-6"2310,2-3 3306,3 2 3893,7 5 4483,-7 18-14132,0-1 0,0 1 0,0 0 0,0 0 0,0 0 0,0 0-1,0 0 1,0 0 0,1-1 0,-1 1 0,0 0 0,0 0 0,0 0 0,0 0 0,0 0 0,0 0 0,1 0 0,-1 0 0,0 0-1,0 0 1,0 0 0,0 0 0,0 0 0,1 0 0,-1 0 0,0 0 0,0 0 0,0 0 0,0 0 0,1 0 0,-1 0 0,0 0-1,0 0 1,0 0 0,0 0 0,0 0 0,1 0 0,-1 0 0,0 0 0,0 1 0,0-1 0,0 0 0,0 0 0,0 0 0,0 0-1,1 0 1,-1 0 0,0 0 0,0 1 0,0-1 0,0 0 0,7 13 95,0 14-206,3 38 103,-3 1 0,-3 72 0,-1-29 0,0-58 0,8 280 0,-11-328 0,0-1 0,0 1 0,0 0 0,-1-1 0,1 1 0,-1 0 0,1-1 0,-1 1 0,0 0 0,0-1 0,0 0 0,0 1 0,0-1 0,-1 1 0,1-1 0,-1 0 0,0 0 0,1 0 0,-1 0 0,-4 3 0,0-1 0,0-1 0,-1 0 0,0 0 0,0 0 0,0 0 0,-7 1 0,5-2 0,-3 2 0,1 0 0,0 0 0,0 1 0,1 1 0,-1-1 0,1 2 0,1 0 0,-1 0 0,1 0 0,0 1 0,-14 17 0,9 3 0,14-27 0,-1 0 0,1 0 0,-1 0 0,1-1 0,0 1 0,-1 0 0,1 0 0,0 0 0,0 0 0,0 0 0,0 0 0,-1 0 0,1 0 0,1 0 0,-1 0 0,0-1 0,0 1 0,0 0 0,0 0 0,1 0 0,-1 0 0,0 0 0,1 0 0,-1 0 0,1-1 0,-1 1 0,1 0 0,0 1 0,0-2 0,0 0 0,0 0 0,0-1 0,-1 1 0,1 0 0,0 0 0,0 0 0,0-1 0,0 1 0,-1 0 0,1-1 0,0 1 0,0-1 0,-1 1 0,1-1 0,0 1 0,-1-1 0,1 0 0,-1 1 0,1-1 0,0-1 0,16-19 0,-14 16 0,22-30-3323,5-22-9176,-3 7 1458,-6 17 7601,-1 9 1584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2.379"/>
    </inkml:context>
    <inkml:brush xml:id="br0">
      <inkml:brushProperty name="width" value="0.035" units="cm"/>
      <inkml:brushProperty name="height" value="0.035" units="cm"/>
    </inkml:brush>
  </inkml:definitions>
  <inkml:trace contextRef="#ctx0" brushRef="#br0">33 14 800,'-18'10'28756,"22"-10"-25549,10-12-3207,-13 6-3000,-1 5 2586,-1 1 0,1-1 0,0 1-1,-1 0 1,1-1 0,0 1 0,-1 0-1,1-1 1,0 1 0,-1 0 0,1 0 0,-1-1-1,1 1 1,-1 0 0,1 0 0,-1 0-1,1-1 1,-1 1 0,1 0 0,0 0-1,-1 0 1,1 0 0,-1 0 0,1 0-1,-1 0 1,1 0 0,-1 0 0,1 0-1,-1 0 1,1 1 0,-1-1 0,1 0-1,-1 0 1,1 0 0,-1 1 0,-10 20-8662,5 17 4711,6-3 3099</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2.535"/>
    </inkml:context>
    <inkml:brush xml:id="br0">
      <inkml:brushProperty name="width" value="0.035" units="cm"/>
      <inkml:brushProperty name="height" value="0.035" units="cm"/>
    </inkml:brush>
  </inkml:definitions>
  <inkml:trace contextRef="#ctx0" brushRef="#br0">13 0 1104,'0'14'2580,"0"-2"3221,0 0 2692,0 0-477,0-2-1927,0 0-5409,-5-6-680,5-6 0,0-5 0,0 0 0,-5-3 0,2 0-2028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4.506"/>
    </inkml:context>
    <inkml:brush xml:id="br0">
      <inkml:brushProperty name="width" value="0.035" units="cm"/>
      <inkml:brushProperty name="height" value="0.035" units="cm"/>
    </inkml:brush>
  </inkml:definitions>
  <inkml:trace contextRef="#ctx0" brushRef="#br0">1 0 312,'2'3'16417,"6"7"-8245,30 28-995,-23-26-7147,0 0 0,1-2 0,0 0-1,1-1 1,0-1 0,1 0 0,0-1-1,0-1 1,0-1 0,1 0 0,0-2 0,0 0-1,0-1 1,0-1 0,0 0 0,0-2-1,0 0 1,0-1 0,0-1 0,-1-1-1,1-1 1,20-7 0,72-40-30,-78 35 0,0 2 0,49-16 0,-76 29 0,1 1 0,0 0 0,0 0 0,1 0 0,-1 1 0,0 0 0,0 1 0,0-1 0,0 1 0,0 1 0,0-1 0,0 1 0,-1 1 0,1-1 0,0 1 0,6 4 0,9 6 0,-1 1 0,-1 1 0,23 22 0,-4-3 0,-37-32 15,0 0-1,0-1 1,1 1-1,-1-1 1,0 1-1,1-1 1,-1 0-1,1 0 1,-1 0-1,1 0 1,-1 0-1,1 0 1,3 0-1,-6-1-23,1 0-1,0-1 0,-1 1 1,1 0-1,0 0 0,-1 0 1,1-1-1,0 1 0,-1 0 1,1 0-1,-1-1 0,1 1 0,-1-1 1,1 1-1,0 0 0,-1-1 1,0 1-1,1-1 0,-1 0 1,1 0-1,6-23-803,-7 17-1591,2-22-6988,-1 20 2260,-1-1-4215</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4.848"/>
    </inkml:context>
    <inkml:brush xml:id="br0">
      <inkml:brushProperty name="width" value="0.035" units="cm"/>
      <inkml:brushProperty name="height" value="0.035" units="cm"/>
    </inkml:brush>
  </inkml:definitions>
  <inkml:trace contextRef="#ctx0" brushRef="#br0">95 1 712,'-5'1'167,"-43"11"5809,45-11-4792,-1 0 0,1 0 0,0 0 0,0 1 0,0-1 0,0 1 0,1 0 0,-1 0-1,0 0 1,1 0 0,0 0 0,-3 4 0,4-5-961,1 0 1,-1 0-1,1 0 1,0 0-1,0 1 1,0-1-1,-1 0 1,1 0-1,0 0 1,0 1-1,1-1 0,-1 0 1,0 0-1,0 0 1,1 0-1,-1 0 1,0 1-1,1-1 1,-1 0-1,1 0 0,-1 0 1,1 0-1,0 0 1,0 1-1,21 24 4545,-19-23-4605,4 4-163,0-1 0,1 0 0,0 0 0,0-1 0,0 0 0,1 0 0,0-1 0,0 0 0,0 0 0,0-1 0,1-1 0,-1 1 0,1-2 0,0 1 0,-1-1 0,1 0 0,0-1 0,0-1 0,14-1 0,17-4 0,0-2 0,0-2 0,48-18 0,-64 20 0,11-3 0,0 2 0,1 2 0,0 1 0,65-2 0,-80 10 0,-1 0 0,37 8 0,17 2 0,-72-11-570,-1-1 0,1 0 0,0-1 0,-1 1 0,1 0 0,-1-1 0,1 1-1,-1-1 1,6-2 0,-3 0-2392,0 0 0,0 0 0,0-1 0,0 0 0,5-6 0,14-10-3665,-1 6 4628</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5.268"/>
    </inkml:context>
    <inkml:brush xml:id="br0">
      <inkml:brushProperty name="width" value="0.035" units="cm"/>
      <inkml:brushProperty name="height" value="0.035" units="cm"/>
    </inkml:brush>
  </inkml:definitions>
  <inkml:trace contextRef="#ctx0" brushRef="#br0">40 60 1000,'-6'-6'842,"-13"-11"4530,5-3 8299,14 20-13501,0-1 0,0 0 0,0 1 0,0-1 0,0 1 0,0-1 1,0 1-1,0-1 0,0 1 0,0-1 0,1 0 0,-1 1 0,0-1 1,0 1-1,0-1 0,1 1 0,-1-1 0,0 1 0,1 0 0,-1-1 1,0 1-1,1-1 0,-1 1 0,1 0 0,-1-1 0,0 1 1,1 0-1,-1-1 0,1 1 0,-1 0 0,1 0 0,-1-1 0,1 1 1,-1 0-1,1 0 0,0 0 0,-1 0 0,1 0 0,-1 0 0,1 0 1,-1 0-1,1 0 0,0 0 0,27-1 4222,-16 3-4392,0 1 0,0 1 0,0 0 0,0 0 0,-1 1 0,0 1 0,0 0 0,0 0 0,18 15 0,-16-11 0,-2 0 0,1 1 0,-1 1 0,-1-1 0,0 1 0,-1 1 0,12 21 0,-11-13 0,-2 1 0,0-1 0,-1 1 0,-1 1 0,5 43 0,-7-26 0,-2-1 0,-5 65 0,-1-75 0,-2 0 0,-2 1 0,0-2 0,-2 0 0,-24 50 0,16-38 0,-22 72 0,38-108 0,1 1 0,0 0 0,0 0 0,0 0 0,1 0 0,-1 0 0,1 0 0,0 0 0,1 0 0,-1 0 0,1 0 0,0-1 0,1 1 0,-1 0 0,1 0 0,0-1 0,0 1 0,0-1 0,0 1 0,1-1 0,0 0 0,0 0 0,0 0 0,0-1 0,1 1 0,0-1 0,-1 1 0,1-1 0,0 0 0,1-1 0,-1 1 0,0-1 0,1 0 0,-1 0 0,1 0 0,0-1 0,0 1 0,0-1 0,-1 0 0,1-1 0,0 1 0,7-1 0,13 3-1279,-21-2 409,1 0-1,-1 0 0,1-1 0,-1 0 1,1 0-1,-1 0 0,1 0 0,4-2 1,28-3-14261,-8 1 9190,-3 2 3937</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5.426"/>
    </inkml:context>
    <inkml:brush xml:id="br0">
      <inkml:brushProperty name="width" value="0.035" units="cm"/>
      <inkml:brushProperty name="height" value="0.035" units="cm"/>
    </inkml:brush>
  </inkml:definitions>
  <inkml:trace contextRef="#ctx0" brushRef="#br0">1 37 172,'11'11'2883,"-1"3"3424,15 14 11619,-2-17-12451,-23-11-5519,1 0 1,-1 1-1,1-1 1,-1 0-1,1 0 1,0 0-1,-1 0 1,1 0-1,-1 0 1,1 0-1,-1 0 1,1 0-1,-1 0 1,1 0-1,-1 0 0,1 0 1,0 0-1,-1 0 1,1 0-1,-1-1 1,1 1-1,-1 0 1,1 0-1,-1-1 1,0 1-1,1 0 1,-1-1-1,1 1 1,-1 0-1,0-1 0,1 1 1,-1-1-1,0 1 1,1-1-1,-1 1 1,0-1-1,1 1 1,-1-1-1,0 1 1,0-1-1,0 1 1,0-1-1,0 1 1,1-1-1,-1 1 0,0-2 1,-6-28-4988,4 17 1207,18-13-14087,-13 23 16556,12-13-665</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5.923"/>
    </inkml:context>
    <inkml:brush xml:id="br0">
      <inkml:brushProperty name="width" value="0.035" units="cm"/>
      <inkml:brushProperty name="height" value="0.035" units="cm"/>
    </inkml:brush>
  </inkml:definitions>
  <inkml:trace contextRef="#ctx0" brushRef="#br0">436 66 900,'-5'-15'5326,"3"9"-1433,-1 1 0,0-1 1,0 1-1,0 0 1,-5-6-1,-3 2-716,10 8-3177,-1 1 0,0-1 0,0 1 0,0-1 0,0 1 0,0 0 0,0 0 0,0 0 0,0 0 0,0 0 0,0 0 0,0 0 0,0 1 0,0-1 0,0 1 0,0 0 0,0-1 0,0 1 0,0 0 0,-1 1 0,-39 25 0,36-22 0,-34 24 0,2 1 0,-56 59 0,77-70 0,0 0 0,1 2 0,2-1 0,0 2 0,1 0 0,-19 45 0,29-59 0,1 0 0,0 1 0,0 0 0,1-1 0,0 1 0,0 0 0,1 0 0,0 0 0,1 0 0,-1-1 0,2 1 0,0 0 0,0-1 0,0 1 0,1-1 0,0 0 0,1 0 0,0 0 0,5 8 0,10 12 0,1 0 0,1-1 0,43 40 0,18 24 0,-68-71 0,-1 1 0,0 0 0,-2 0 0,-1 1 0,0 1 0,-2 0 0,-1 0 0,6 31 0,-10-41 0,-1 1 0,0 0 0,-1 0 0,0 0 0,-1 0 0,-1 0 0,0 0 0,-1-1 0,-1 1 0,0 0 0,-1-1 0,0 0 0,-1 1 0,0-2 0,-14 23 0,18-33 0,0 0 0,0 0 0,0-1 0,-1 1 0,1 0 0,0-1 0,-1 1 0,0-1 0,1 0 0,-1 0 0,0 1 0,1-1 0,-1 0 0,0 0 0,0-1 0,0 1 0,0 0 0,0-1 0,0 1 0,0-1 0,0 1 0,0-1 0,0 0 0,0 0 0,0 0 0,-1 0 0,1 0 0,0-1 0,0 1 0,0-1 0,0 1 0,0-1 0,-3-1 0,1 0 0,0-1 0,1 1 0,-1-1 0,1 1 0,0-1 0,-1 0 0,1-1 0,1 1 0,-1 0 0,0-1 0,1 1 0,0-1 0,0 0 0,0 0 0,-2-5 0,0-5 0,1 0 0,1 0 0,0-1 0,0 1 0,1 0 0,1-1 0,4-27 0,25-103 0,-18 101 0,84-253 0,-68 221 0,18-39 0,-21 59 0,23-87 0,-43 123-2247,-4-8-6176,0 19 5604,16 2-16191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6.327"/>
    </inkml:context>
    <inkml:brush xml:id="br0">
      <inkml:brushProperty name="width" value="0.035" units="cm"/>
      <inkml:brushProperty name="height" value="0.035" units="cm"/>
    </inkml:brush>
  </inkml:definitions>
  <inkml:trace contextRef="#ctx0" brushRef="#br0">22 238 1252,'0'0'276,"0"-1"-1,-1 1 1,1-1 0,-1 0-1,1 1 1,-1 0-1,1-1 1,-1 1 0,1-1-1,-1 1 1,1-1-1,-1 1 1,0 0 0,1 0-1,-1-1 1,1 1-1,-1 0 1,-8 8 11211,6 11 469,3-7-8849,0 0-3107,0 1 0,1-1 0,1 0 0,0 1 0,0-1 0,2 0 0,7 20 0,-10-28 0,1-1 0,-1 0 0,1 0 0,0 0 0,0 0 0,0 0 0,1-1 0,-1 1 0,1 0 0,-1-1 0,1 0 0,0 0 0,0 0 0,0 0 0,0 0 0,0 0 0,0-1 0,1 0 0,-1 1 0,0-1 0,1 0 0,-1-1 0,1 1 0,-1-1 0,1 1 0,-1-1 0,1 0 0,-1 0 0,1-1 0,0 1 0,5-2 0,-2-1 0,0 1 0,0-1 0,0 0 0,-1-1 0,1 0 0,-1 0 0,0 0 0,0 0 0,-1-1 0,1 0 0,-1-1 0,0 1 0,8-12 0,3-6 0,-1-1 0,15-32 0,-20 37 0,-2 0 0,0-1 0,7-28 0,-13 41 0,-1 0 0,1-1 0,-2 1 0,1 0 0,-1-1 0,0 1 0,-1-1 0,1 1 0,-1-1 0,-1 1 0,0 0 0,-5-14 0,6 18 0,0 0 0,-1 0 0,0 0 0,0 0 0,1 0 0,-2 0 0,1 1 0,0-1 0,0 1 0,-1 0 0,1-1 0,-1 1 0,0 0 0,0 1 0,0-1 0,0 0 0,0 1 0,0 0 0,0-1 0,0 1 0,-1 0 0,1 1 0,0-1 0,-1 1 0,1-1 0,0 1 0,-1 0 0,1 0 0,-4 1 0,1 0 0,-1 0 0,1 1 0,0 0 0,0 0 0,0 0 0,0 1 0,1-1 0,-1 2 0,1-1 0,0 0 0,-1 1 0,2 0 0,-1 0 0,-6 8 0,4-5 0,0 1 0,1-1 0,1 2 0,-1-1 0,1 0 0,0 1 0,1 0 0,0 0 0,1 1 0,0-1 0,0 1 0,1-1 0,0 1 0,-1 15 0,3-23-69,-1 1-1,0-1 1,1 0 0,-1 1-1,0-1 1,0 0 0,0 0 0,-1 0-1,1 0 1,0 0 0,-1 0-1,0 0 1,1 0 0,-1-1-1,0 1 1,0 0 0,0-1-1,0 0 1,-4 3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6.592"/>
    </inkml:context>
    <inkml:brush xml:id="br0">
      <inkml:brushProperty name="width" value="0.035" units="cm"/>
      <inkml:brushProperty name="height" value="0.035" units="cm"/>
    </inkml:brush>
  </inkml:definitions>
  <inkml:trace contextRef="#ctx0" brushRef="#br0">856 46 424,'11'-11'1272,"6"-5"789,-4 6 2138,-3 4 2399,0 4 3814,-9 2-10270,-1 0 1,1 1 0,-1-1 0,1 0 0,-1 0 0,0 1 0,1-1-1,-1 0 1,1 1 0,-1-1 0,0 1 0,1-1 0,-1 0 0,0 1 0,0-1-1,1 1 1,-1-1 0,0 1 0,0-1 0,0 1 0,0-1 0,1 1-1,-1-1 1,0 1 0,0-1 0,0 1 0,0-1 0,0 1 0,0-1-1,0 1 1,-1-1 0,1 1 0,0-1 0,0 1 0,0-1 0,0 1-1,-1-1 1,1 1 0,-1 0 0,-6 22 1940,-13 15-2083,-1 0 0,-42 55 0,23-35 0,-268 364 350,-23-16-1959,320-391 1466,-15 17-3678,11-13-1096,0 2 0,2 0 0,0 0 0,-16 40 1,20-33 2672</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39:16.904"/>
    </inkml:context>
    <inkml:brush xml:id="br0">
      <inkml:brushProperty name="width" value="0.035" units="cm"/>
      <inkml:brushProperty name="height" value="0.035" units="cm"/>
    </inkml:brush>
  </inkml:definitions>
  <inkml:trace contextRef="#ctx0" brushRef="#br0">0 138 1380,'0'37'28158,"0"-21"-25046,1-8-3102,0 1 0,0-1 0,1 1 0,0-1 0,0 0 0,1 0 1,0 0-1,1 0 0,0 0 0,0-1 0,0 1 0,1-1 0,9 11 0,-10-13-11,0-1 0,0 0-1,1 1 1,-1-1-1,1-1 1,0 1-1,0-1 1,0 1 0,0-2-1,1 1 1,-1 0-1,1-1 1,0 0-1,-1-1 1,1 1 0,0-1-1,0 0 1,0 0-1,12-1 1,-8-2 1,1-1 0,-1 0 0,0 0 0,0-1 0,0 0 0,-1-1 0,1 0 0,-1-1 0,-1 0 0,1 0 0,-1-1 0,0 0 0,0-1 0,-1 1 0,11-15 0,-3 3 0,-1-1 0,-1-1 0,-1-1 0,0 1 0,14-41 0,-24 56 0,0-1 0,0 1 0,-1-1 0,0 0 0,0 1 0,0-1 0,-1 0 0,0-8 0,0 14 0,-1-1 0,1 0 0,0 1 0,-1-1 0,1 0 0,-1 1 0,1-1 0,-1 1 0,0-1 0,0 1 0,0-1 0,0 1 0,0 0 0,0-1 0,0 1 0,0 0 0,0 0 0,-1 0 0,1 0 0,0 0 0,-1 0 0,1 0 0,-1 0 0,1 0 0,-1 1 0,1-1 0,-1 1 0,0-1 0,1 1 0,-1 0 0,0-1 0,1 1 0,-1 0 0,0 0 0,1 0 0,-1 0 0,-3 1 0,-4 0 0,1 1 0,-1 0 0,0 0 0,0 0 0,1 1 0,0 1 0,-14 7 0,-53 38 0,23-13 0,31-22-3072,-18 24-13299</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38.884"/>
    </inkml:context>
    <inkml:brush xml:id="br0">
      <inkml:brushProperty name="width" value="0.035" units="cm"/>
      <inkml:brushProperty name="height" value="0.035" units="cm"/>
    </inkml:brush>
  </inkml:definitions>
  <inkml:trace contextRef="#ctx0" brushRef="#br0">436 51 276,'-9'-17'3627,"-15"0"8746,-5 7 227,10 6-8763,18 4-3787,-6-1-50,0 0 0,0 1 0,1 0 0,-1 0 0,0 1 0,1 0 0,-1 0 0,0 0 0,1 1 0,0 0 0,-1 1 0,1-1 0,0 1 0,0 0 0,0 1 0,1-1 0,-1 1 0,1 0 0,-7 7 0,-3 3 0,0 1 0,1 0 0,1 1 0,1 0 0,-11 19 0,3-1 0,2 0 0,2 2 0,1 0 0,2 1 0,1 0 0,2 1 0,2 0 0,1 0 0,-2 64 0,8-74 0,1 0 0,1 0 0,1 0 0,2 0 0,1-1 0,1 1 0,1-1 0,2 0 0,1-1 0,0 0 0,2-1 0,1 0 0,1-1 0,20 26 0,-22-35-845,1-2 1,0 1-1,19 14 0,-15-15-1241,1-1 1,0-1-1,1 0 0,37 15 1,-13-11-8513,0-5 4734,-13-7 4130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39.182"/>
    </inkml:context>
    <inkml:brush xml:id="br0">
      <inkml:brushProperty name="width" value="0.035" units="cm"/>
      <inkml:brushProperty name="height" value="0.035" units="cm"/>
    </inkml:brush>
  </inkml:definitions>
  <inkml:trace contextRef="#ctx0" brushRef="#br0">176 321 432,'-9'2'1282,"-1"1"3422,-17 11 17584,23-11-18537,4-3-3745,-1 0-1,1 0 1,0 0-1,0 1 1,0-1 0,0 0-1,0 0 1,0 0 0,0 0-1,0 0 1,0 0-1,0 0 1,0 1 0,0-1-1,-1 0 1,1 0 0,0 0-1,0 0 1,0 0-1,0 1 1,0-1 0,0 0-1,0 0 1,0 0 0,0 0-1,1 0 1,-1 0-1,0 1 1,0-1 0,0 0-1,0 0 1,0 0 0,0 0-1,0 0 1,0 0-1,0 1 1,0-1 0,0 0-1,0 0 1,1 0 0,-1 0-1,0 0 1,0 0-1,0 0 1,0 0 0,0 0-1,0 0 1,0 0 0,1 0-1,-1 1 1,0-1-1,0 0 1,0 0 0,0 0-1,0 0 1,1 0 0,-1 0-1,0 0 1,0 0-1,0 0 1,0 0 0,0 0-1,0-1 1,1 1 0,-1 0-1,0 0 1,0 0 0,10 2-83,-3-4 77,0 0 0,0 0 0,0-1 0,0 1 0,-1-2 0,1 1 0,-1-1 0,0 0 0,0 0 0,0-1 0,-1 1 0,1-1 0,-1-1 0,0 1 0,0-1 0,6-10 0,0-1 0,0-1 0,-2 0 0,0 0 0,12-35 0,-18 42 0,0-1 0,-1 1 0,0 0 0,-1-1 0,0 1 0,-1-18 0,0 26 0,-1 0 0,1 0 0,-1 0 0,1 0 0,-1 1 0,0-1 0,0 0 0,0 1 0,-1-1 0,1 1 0,0-1 0,-1 1 0,-3-4 0,4 4 0,-1 1 0,0 0 0,1 0 0,-1 0 0,0 0 0,0 0 0,0 1 0,0-1 0,1 1 0,-1-1 0,0 1 0,0-1 0,0 1 0,0 0 0,0 0 0,0 0 0,0 0 0,0 0 0,0 1 0,0-1 0,0 1 0,-3 0 0,-8 3 0,1 1 0,-1 0 0,1 1 0,0 0 0,0 1 0,0 0 0,1 1 0,-14 12 0,5-1 0,0 1 0,1 0 0,-17 26 0,30-39 0,0 1 0,0 0 0,1 0 0,0 0 0,-7 16 0,20-29-5605,6-9-4131,14-18-1337,5 2 6415,-2 9 3263</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39.509"/>
    </inkml:context>
    <inkml:brush xml:id="br0">
      <inkml:brushProperty name="width" value="0.035" units="cm"/>
      <inkml:brushProperty name="height" value="0.035" units="cm"/>
    </inkml:brush>
  </inkml:definitions>
  <inkml:trace contextRef="#ctx0" brushRef="#br0">0 182 576,'27'17'4671,"-18"-8"1108,0 0 0,-1 0 0,13 20 0,-2-4-1379,-18-23-4400,0 0 0,0-1 0,0 1 0,1-1 0,-1 1 0,0-1 0,1 0 0,-1 0 0,1 1 0,-1-1 0,1 0 0,-1 0 0,1 0 0,0-1 0,0 1 0,-1 0 0,1-1 0,0 1 0,0-1 0,0 0 0,0 1 0,0-1 0,0 0 0,0 0 0,-1 0 0,1 0 0,0-1 0,0 1 0,0 0 0,0-1 0,0 1 0,-1-1 0,1 0 0,0 0 0,0 0 0,-1 0 0,1 0 0,-1 0 0,3-2 0,5-5 0,-1 0 0,0 0 0,-1-1 0,0-1 0,7-12 0,-7 12 0,33-55 0,-30 46 0,0 0 0,2 1 0,1 1 0,0-1 0,1 2 0,18-18 0,-31 33 0,0 0 0,0 1 0,1-1 0,-1 0 0,0 0 0,1 0 0,-1 1 0,0-1 0,1 1 0,-1-1 0,1 1 0,-1-1 0,1 1 0,-1 0 0,1 0 0,-1 0 0,1 0 0,-1 0 0,1 0 0,-1 0 0,1 0 0,-1 1 0,1-1 0,1 1 0,0 1 0,0 0 0,0-1 0,-1 1 0,1 0 0,-1 1 0,1-1 0,-1 0 0,0 1 0,0-1 0,4 6 0,1 5 0,0 1 0,0 0 0,8 27 0,-8-19 0,-2-3 0,1-1 0,1 0 0,1 0 0,13 22 0,-7-27-2138,-13-12 1918,-1-1 0,1 0 1,-1 0-1,1 0 0,-1 0 0,1 0 1,-1 0-1,1 0 0,-1 0 0,1 0 1,0 0-1,-1 0 0,1-1 1,-1 1-1,0 0 0,1 0 0,-1 0 1,1-1-1,-1 1 0,1 0 0,-1-1 1,1 1-1,-1-1 0,3-2-1653,0-1 1,0 0-1,-1 0 1,0 0-1,0 0 0,3-6 1,5-10-3006,20-26-1348,-10 23 5127</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39.837"/>
    </inkml:context>
    <inkml:brush xml:id="br0">
      <inkml:brushProperty name="width" value="0.035" units="cm"/>
      <inkml:brushProperty name="height" value="0.035" units="cm"/>
    </inkml:brush>
  </inkml:definitions>
  <inkml:trace contextRef="#ctx0" brushRef="#br0">118 308 772,'5'13'3193,"-2"5"3647,4 13 7647,-7-30-14131,1 0-1,-1 0 1,0 0 0,1 0 0,-1 0 0,1 0-1,-1 0 1,1-1 0,-1 1 0,1 0-1,0 0 1,-1 0 0,1-1 0,0 1-1,0 0 1,-1-1 0,1 1 0,0-1-1,0 1 1,2 0 0,-1-1-356,1 0 0,-1 0 0,0 0 0,1 0 0,-1-1 0,1 1 0,-1-1 0,0 0 0,0 0 0,1 0 0,-1 0 0,0 0 0,0 0 0,0 0 0,0-1 0,0 1 0,0-1 0,0 1 0,-1-1 0,1 0 0,2-4 0,4-4 0,0 0 0,10-20 0,-10 15 0,-1-1 0,0-1 0,-2 1 0,1-1 0,-2 0 0,0-1 0,-2 1 0,0 0 0,0-1 0,-2 0 0,0 1 0,-1-1 0,-1 1 0,-6-28 0,8 43 0,0 1 0,0 0 0,0 0 0,0 0 0,0-1 0,-1 1 0,1 0 0,0 0 0,-1 0 0,1 0 0,-1 0 0,1 0 0,-1 0 0,0 0 0,1 0 0,-1 0 0,0 0 0,0 0 0,0 0 0,1 1 0,-1-1 0,0 0 0,0 1 0,0-1 0,0 0 0,0 1 0,0-1 0,-1 1 0,1 0 0,0-1 0,0 1 0,0 0 0,0 0 0,0 0 0,-1-1 0,1 1 0,0 0 0,-2 1 0,1 0 0,-1 0 0,0 0 0,1 0 0,0 1 0,-1-1 0,1 1 0,0 0 0,0-1 0,0 1 0,0 0 0,0 0 0,0 0 0,0 1 0,1-1 0,-2 3 0,-12 23 0,2 0 0,0 1 0,-16 61 0,-10 97 0,28-132 0,-21 122 0,-15 282 0,46-366-6711,1-52 1336,17-53-13242,1-7 16957</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0.163"/>
    </inkml:context>
    <inkml:brush xml:id="br0">
      <inkml:brushProperty name="width" value="0.035" units="cm"/>
      <inkml:brushProperty name="height" value="0.035" units="cm"/>
    </inkml:brush>
  </inkml:definitions>
  <inkml:trace contextRef="#ctx0" brushRef="#br0">128 328 700,'-22'16'5161,"20"-14"-3978,0 0 1,0 0-1,0 0 0,0 1 1,1-1-1,0 1 0,-1-1 1,1 1-1,0 0 0,0-1 1,0 1-1,0 0 1,1 0-1,-1 0 0,1-1 1,0 1-1,0 0 0,0 0 1,0 3-1,7 16 2052,-6-20-3235,0-1 0,0 0 0,0 1 0,0-1 0,0 0 0,0 1 0,0-1 0,0 0 0,0 0 0,1 0 0,-1 0 0,0 0 0,1 0 0,-1-1 0,1 1 0,-1 0 0,1-1 0,-1 1 0,1-1 0,0 1 0,-1-1 0,1 0 0,0 0 0,-1 0 0,1 0 0,-1 0 0,1 0 0,0 0 0,-1 0 0,1 0 0,0-1 0,-1 1 0,1-1 0,-1 0 0,1 1 0,-1-1 0,1 0 0,-1 0 0,0 0 0,2-1 0,4-2 0,0-1 0,-1 0 0,0-1 0,0 1 0,0-1 0,7-11 0,1-3 0,-1-1 0,0-1 0,-2 0 0,15-42 0,-20 47 0,-2 1 0,0-1 0,-1 1 0,0-1 0,-1 0 0,-1 0 0,-3-32 0,2 46 0,0 0 0,-1-1 0,1 1 0,-1 0 0,0 0 0,0 0 0,0 0 0,0 0 0,0 0 0,-1 1 0,0-1 0,1 0 0,-1 1 0,0-1 0,0 1 0,0-1 0,-1 1 0,1 0 0,0 0 0,-1 0 0,0 0 0,1 1 0,-1-1 0,0 1 0,-3-2 0,1 2 0,1 0 0,0 0 0,0 1 0,0 0 0,0-1 0,0 1 0,-1 1 0,1-1 0,0 1 0,0 0 0,0 0 0,0 0 0,0 0 0,0 0 0,0 1 0,1 0 0,-1 0 0,0 0 0,-3 3 0,-16 13 0,1 2 0,1 1 0,1 0 0,1 1 0,-18 27 0,26-34 0,9-12-347,0-1-1,0 1 1,0 0 0,1 0 0,-1 0-1,1 0 1,0 0 0,0 0 0,0 0-1,1 0 1,-1 0 0,1 0-1,-1 1 1,1-1 0,1 6 0,-1-7-3,0 0 1,1 0 0,-1 0-1,1 0 1,-1-1 0,1 1 0,0 0-1,0 0 1,0-1 0,0 1-1,0-1 1,0 1 0,1-1 0,-1 1-1,0-1 1,1 0 0,-1 1-1,1-1 1,-1 0 0,1 0-1,0 0 1,-1 0 0,1-1 0,0 1-1,3 1 1,22 4-8990,12-2 3392,-18-2 4411,5 0 545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0.412"/>
    </inkml:context>
    <inkml:brush xml:id="br0">
      <inkml:brushProperty name="width" value="0.035" units="cm"/>
      <inkml:brushProperty name="height" value="0.035" units="cm"/>
    </inkml:brush>
  </inkml:definitions>
  <inkml:trace contextRef="#ctx0" brushRef="#br0">0 278 576,'39'30'4682,"14"25"13023,-35-35-10884,-17-19-6786,-1-1 1,0 1-1,1-1 0,-1 1 0,1-1 1,-1 1-1,1-1 0,-1 0 0,1 1 1,-1-1-1,1 0 0,-1 0 0,1 1 1,0-1-1,-1 0 0,1 0 0,-1 0 1,1 1-1,0-1 0,-1 0 0,1 0 1,-1 0-1,1 0 0,0 0 0,-1 0 1,1-1-1,0 1 0,-1 0 0,1 0 1,-1 0-1,1 0 0,0-1 0,-1 1 1,1 0-1,-1-1 0,1 1 0,-1 0 1,1-1-1,-1 1 0,1-1 0,-1 1 1,0-1-1,1 1 0,-1-1 0,1 1 1,-1-1-1,0 1 0,0-1 0,1 1 1,-1-1-1,0 0 0,0 0 0,15-40 1021,-13 33-1001,19-70-55,-14 44 0,2 1 0,1 0 0,2 0 0,32-61 0,-44 93 0,1-1 0,0 1 0,-1-1 0,1 1 0,0 0 0,0-1 0,0 1 0,0 0 0,0 0 0,0 0 0,1 0 0,-1 0 0,0 0 0,1 0 0,-1 0 0,0 0 0,1 1 0,-1-1 0,1 0 0,-1 1 0,1-1 0,-1 1 0,1 0 0,0 0 0,-1-1 0,1 1 0,-1 0 0,1 0 0,0 1 0,-1-1 0,1 0 0,-1 0 0,1 1 0,-1-1 0,1 1 0,-1-1 0,1 1 0,-1 0 0,1 0 0,-1-1 0,0 1 0,1 0 0,-1 0 0,0 0 0,0 0 0,2 2 0,3 4 0,0-1 0,-1 1 0,1 1 0,-1-1 0,-1 1 0,0 0 0,4 8 0,7 19 85,-5-17-256,-2 0 0,-1 1 0,0 0 1,-1 0-1,-1 1 0,5 38 0,-11-55-2555,0 0 5119,0-2-3548</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0.776"/>
    </inkml:context>
    <inkml:brush xml:id="br0">
      <inkml:brushProperty name="width" value="0.035" units="cm"/>
      <inkml:brushProperty name="height" value="0.035" units="cm"/>
    </inkml:brush>
  </inkml:definitions>
  <inkml:trace contextRef="#ctx0" brushRef="#br0">118 153 556,'-7'5'759,"1"1"0,0 0-1,0 0 1,-10 14 0,9-9 1776,1 0 0,0 0 0,0 1 0,-7 24 0,6-11 3704,-6 39 0,5-6-2979,-2 75-3260,21-252 0,-10 82 0,0-18 0,12-75 0,-10 115 0,0 0 0,1 0 0,0 1 0,1-1 0,1 1 0,0 0 0,1 0 0,0 1 0,18-23 0,-21 31-209,0 1-1,1 0 1,0 0 0,0 0 0,0 0-1,0 1 1,1 0 0,-1 0-1,1 1 1,0-1 0,0 1 0,0 1-1,0-1 1,0 1 0,7-1-1,11 0-2186,0 1 0,38 3 0,-42 0 917,13 2-10644,-2 2 6241,-9 0 3952</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1.102"/>
    </inkml:context>
    <inkml:brush xml:id="br0">
      <inkml:brushProperty name="width" value="0.035" units="cm"/>
      <inkml:brushProperty name="height" value="0.035" units="cm"/>
    </inkml:brush>
  </inkml:definitions>
  <inkml:trace contextRef="#ctx0" brushRef="#br0">136 1 664,'-13'18'25548,"11"-18"-24664,-10 3 4783,5 1-5667,0-1 0,1 1 0,-1 0 0,1 0 0,-1 1 0,1-1 0,1 2 0,-1-1 0,1 0 0,0 1 0,0 0 0,1 0 0,-1 1 0,-4 10 0,6-12 0,0 1 0,1-1 0,-1 1 0,2 0 0,-1-1 0,0 1 0,1 0 0,0 0 0,1 0 0,-1 0 0,1 0 0,0 0 0,1 0 0,-1 0 0,1 0 0,0 0 0,1 0 0,-1-1 0,4 8 0,-4-11 0,0-1 0,0 1 0,0 0 0,0-1 0,0 1 0,0-1 0,0 1 0,1-1 0,-1 1 0,0-1 0,1 0 0,-1 0 0,1 0 0,0 0 0,-1 0 0,1 0 0,0 0 0,0 0 0,0-1 0,-1 1 0,1-1 0,0 1 0,0-1 0,0 0 0,0 1 0,0-1 0,0 0 0,0-1 0,0 1 0,0 0 0,0 0 0,-1-1 0,1 1 0,2-2 0,8-2 0,-1-1 0,-1 0 0,1-1 0,15-12 0,-2 3 0,-14 9 0,0 0 0,1 1 0,-1 1 0,22-7 0,-25 10 0,-1 0 0,1 0 0,0 1 0,0-1 0,0 2 0,0-1 0,-1 1 0,1 0 0,11 3 0,48 13-256,-64-17-468,-1 0 1,1 0-1,-1 0 1,0 0-1,1 0 0,-1 0 1,1 0-1,-1-1 0,1 1 1,-1 0-1,0-1 1,1 1-1,-1-1 0,0 0 1,1 1-1,-1-1 0,0 0 1,0 0-1,0 0 1,0 0-1,1 0 0,-1 0 1,-1 0-1,3-2 1,20-34-9592,-15 24 8704,5-11 92,3-2 591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1.279"/>
    </inkml:context>
    <inkml:brush xml:id="br0">
      <inkml:brushProperty name="width" value="0.035" units="cm"/>
      <inkml:brushProperty name="height" value="0.035" units="cm"/>
    </inkml:brush>
  </inkml:definitions>
  <inkml:trace contextRef="#ctx0" brushRef="#br0">54 20 224,'11'-12'669,"2"4"10797,-13 9-10893,1-1-1,-1 0 0,1 0 1,0 0-1,-1 0 0,1 0 1,-1 1-1,5 2 5152,-5-2-5152,1-1 0,-1 1 1,0-1-1,1 2 0,7 15 2968,-4-7-3199,-1 1 1,-1 0-1,1 0 1,-2 0-1,1 0 1,-1 12-1,-5 71 791,0-38-954,3-24-178,-2-1 0,-1 0 0,-1 0 0,-2 0 0,-11 31 0,14-52-2110,-5 3-6226,9-12 8064,0-1 0,-1 0 0,1 1-1,0-1 1,-1 0 0,1 0 0,0 1 0,-1-1 0,1 0-1,0 0 1,-1 1 0,1-1 0,-1 0 0,1 0-1,-1 0 1,1 0 0,0 1 0,-1-1 0,1 0-1,-1 0 1,1 0 0,-1 0 0,1 0 0,-1 0-1,1 0 1,0 0 0,-1-1 0,1 1 0,-1 0 0,1 0-1,-1 0 1,1 0 0,0-1 0,-1 1 0,1 0-1,0 0 1,-1-1 0,1 1 0,-1 0 0,1 0-1,0-1 1,0 1 0,-1-1 0,1 1 0,0 0 0,0-1-1,-1 0 1,-5-7-5074,0 2 3504,-7-10 729,3 0 310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1.464"/>
    </inkml:context>
    <inkml:brush xml:id="br0">
      <inkml:brushProperty name="width" value="0.035" units="cm"/>
      <inkml:brushProperty name="height" value="0.035" units="cm"/>
    </inkml:brush>
  </inkml:definitions>
  <inkml:trace contextRef="#ctx0" brushRef="#br0">96 209 512,'-32'-28'2978,"9"10"2135,3 5 2272,0 2 3701,22 12-10656,0 0 0,0-1 0,0 1 0,0-1 0,0 0 0,1 0 0,-1 1 0,0-2 0,0 1 0,3 0 0,2-2-138,1 1 0,-1-1 0,1-1 1,13-5-1,-11 3-369,-1 0 1,1 0 0,-1-1-1,0-1 1,0 1 0,9-11-1,0 0-2231,0 1-4310,19-19-12346,-33 32 16275,7-1 1214</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1.741"/>
    </inkml:context>
    <inkml:brush xml:id="br0">
      <inkml:brushProperty name="width" value="0.035" units="cm"/>
      <inkml:brushProperty name="height" value="0.035" units="cm"/>
    </inkml:brush>
  </inkml:definitions>
  <inkml:trace contextRef="#ctx0" brushRef="#br0">42 167 752,'-14'18'3279,"10"-13"-796,1 0 1,-1 0-1,1 0 1,0 0-1,0 1 1,-3 8-1,5-13-2086,1 0 0,0 0 0,0 0 0,0 0 0,0 0 0,0 0 0,0 0 1,0 0-1,0 0 0,0 0 0,0 0 0,0 0 0,1 0 0,-1 0 0,0 0 0,1 0 0,-1 0 0,1 0 0,-1 0 0,1 0 0,0-1 0,0 3 0,21 8 1819,-16-10-2216,-1 1 0,1-1 0,0-1 0,0 1 0,1-1 0,-1 0 0,0 0 0,0-1 0,0 1 0,0-2 0,-1 1 0,1 0 0,0-1 0,10-5 0,3-3 0,-2 0 0,1-1 0,15-14 0,-4 3 0,-20 15 0,0-1 0,-1-1 0,0 1 0,-1-2 0,0 1 0,0-1 0,-1 0 0,0 0 0,-1 0 0,0-1 0,-1 0 0,5-19 0,-9 29 0,1 0 0,-1-1 0,0 1 0,0-1 0,0 1 0,1 0 0,-2-1 0,1 1 0,0-1 0,0 1 0,0 0 0,-1-1 0,1 1 0,0 0 0,-1-1 0,0 1 0,1 0 0,-1-1 0,0 1 0,1 0 0,-1 0 0,-1-2 0,1 3 0,0-1 0,0 1 0,0 0 0,0-1 0,0 1 0,0 0 0,0-1 0,0 1 0,0 0 0,1 0 0,-1 0 0,0 0 0,0 0 0,0 0 0,0 0 0,0 0 0,0 1 0,0-1 0,0 0 0,0 1 0,0-1 0,0 0 0,0 1 0,1-1 0,-1 1 0,0-1 0,0 1 0,0-1 0,1 1 0,-1 0 0,-1 1 0,-6 6 0,0 1 0,1 0 0,0 0 0,1 1 0,0-1 0,0 2 0,1-1 0,-7 21 0,-24 96 0,29-94 0,0 2 0,1 0 0,2 0 0,2 1 0,2 48 0,0-78-418,1-1 0,0 0-1,0 0 1,0 0 0,0 0 0,4 7-1,-4-9-171,1 0-1,-1 0 0,1-1 0,0 1 0,0 0 0,0-1 0,0 1 0,0-1 0,1 0 0,-1 0 0,1 0 0,0 0 0,-1 0 1,1 0-1,0-1 0,5 3 0,5-2-12373,5-5 9900,-11 2 1498,14-4-130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2.038"/>
    </inkml:context>
    <inkml:brush xml:id="br0">
      <inkml:brushProperty name="width" value="0.035" units="cm"/>
      <inkml:brushProperty name="height" value="0.035" units="cm"/>
    </inkml:brush>
  </inkml:definitions>
  <inkml:trace contextRef="#ctx0" brushRef="#br0">18 0 120,'-1'0'443,"0"0"-1,0 0 1,1 1-1,-1-1 1,0 0-1,0 0 1,1 0 0,-1 1-1,0-1 1,1 0-1,-1 1 1,0-1-1,1 1 1,-1-1-1,0 1 1,1-1 0,-1 1-1,1-1 1,-1 1-1,1-1 1,-1 1-1,1 0 1,0-1 0,-1 1-1,1 0 1,0-1-1,-1 1 1,1 0-1,0-1 1,0 1-1,0 0 1,0 0 0,0-1-1,-1 1 1,1 0-1,1 0 1,-1-1-1,0 1 1,0 0 0,0 0-1,0-1 1,1 2-1,10 43 12708,-4-23-12727,6 32-378,2 9-42,-14-58-4,-1 0 0,1 0 0,-1 0 1,0 0-1,0 1 0,-1-1 0,0 0 1,0 0-1,-2 7 0,3-12-17,0 0 1,0 1-1,0-1 1,0 0-1,0 0 1,0 1-1,0-1 1,-1 0-1,1 0 1,0 1-1,0-1 0,0 0 1,0 0-1,0 0 1,-1 0-1,1 1 1,0-1-1,0 0 1,0 0-1,-1 0 0,1 0 1,0 1-1,0-1 1,-1 0-1,1 0 1,0 0-1,0 0 1,-1 0-1,1 0 1,0 0-1,0 0 0,-1 0 1,1 0-1,0 0 1,0 0-1,-1 0 1,1 0-1,0 0 1,0 0-1,-1 0 1,1 0-1,0 0 0,0-1 1,-1 1-1,1 0 1,0 0-1,0 0 1,0 0-1,-1 0 1,1-1-1,0 1 0,0 0 1,0 0-1,-1 0 1,1-1-1,0 1 1,0 0-1,0 0 1,0-1-1,0 1 1,0 0-1,0 0 0,0-1 1,-1 1-1,-7-17-4576,7 10 1638,0-1-1,0 1 0,1-1 0,-1 1 0,2-9 0,9-36-4470,1 21 5871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2.179"/>
    </inkml:context>
    <inkml:brush xml:id="br0">
      <inkml:brushProperty name="width" value="0.035" units="cm"/>
      <inkml:brushProperty name="height" value="0.035" units="cm"/>
    </inkml:brush>
  </inkml:definitions>
  <inkml:trace contextRef="#ctx0" brushRef="#br0">59 54 436,'-8'-7'1392,"-5"2"1412,2 0 2413,0 5 631,3-2-927,3-1-1389,2-2-1312,3 3-1247,3 0-1278,2 2-1423,6-3-1552,2 1-1588,6-3-1009,2 3 541,6-3 1971,5 2 1705,5 1 2860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2.459"/>
    </inkml:context>
    <inkml:brush xml:id="br0">
      <inkml:brushProperty name="width" value="0.035" units="cm"/>
      <inkml:brushProperty name="height" value="0.035" units="cm"/>
    </inkml:brush>
  </inkml:definitions>
  <inkml:trace contextRef="#ctx0" brushRef="#br0">443 1 136,'10'8'3707,"-10"-7"-3096,1-1 1,-1 1 0,0 0 0,1-1 0,-1 1 0,0-1 0,0 1 0,0 0 0,1-1 0,-1 1 0,0-1-1,0 1 1,0 0 0,0-1 0,0 1 0,0 0 0,0-1 0,0 1 0,-1-1 0,1 2 0,-9 12 12123,0-4-9400,-8 8-3335,1 0 0,0 1 0,2 1 0,0 1 0,-12 25 0,20-34 0,0 1 0,1 1 0,0-1 0,1 1 0,0 0 0,1 0 0,1 0 0,0 0 0,1 0 0,1 19 0,0-27 0,1 1 0,0-1 0,0 0 0,1 0 0,-1 0 0,1 0 0,0-1 0,1 1 0,0 0 0,-1-1 0,2 0 0,6 10 0,-6-10 0,0 1 0,0 0 0,-1 0 0,0 1 0,0-1 0,-1 1 0,1-1 0,-1 1 0,-1 0 0,1 0 0,-1 0 0,-1 0 0,1 0 0,-1 0 0,0 0 0,-1 0 0,1 0 0,-2 0 0,-1 8 0,0-6 0,-1 0 0,0 0 0,0 0 0,-1-1 0,0 1 0,-1-1 0,0 0 0,0 0 0,0-1 0,-1 0 0,-1 0 0,1-1 0,-11 7 0,-39 21-4774,-35 4-11316,8-4 6593,52-20 7639</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3.294"/>
    </inkml:context>
    <inkml:brush xml:id="br0">
      <inkml:brushProperty name="width" value="0.035" units="cm"/>
      <inkml:brushProperty name="height" value="0.035" units="cm"/>
    </inkml:brush>
  </inkml:definitions>
  <inkml:trace contextRef="#ctx0" brushRef="#br0">386 323 992,'-19'23'16384,"-3"18"-4150,18-33-10693,-91 196-735,-116 370 0,199-537-806,6-19 0,0 0 0,-4 29 0,10-35 0,4-15 0,8-19 0,99-307 0,-90 257 0,150-532 0,-126 473 0,-38 113 0,1 0 0,1 1 0,1 0 0,23-30 0,-32 45 0,1 0 0,-1 0 0,1 0 0,0 0 0,0 1 0,0-1 0,0 0 0,0 1 0,0-1 0,1 1 0,-1 0 0,0 0 0,1 0 0,-1 0 0,0 0 0,1 0 0,0 1 0,-1-1 0,1 1 0,-1-1 0,1 1 0,-1 0 0,4 1 0,-2 0 0,0 0 0,0 1 0,-1-1 0,1 1 0,0 0 0,-1 0 0,0 0 0,1 1 0,-1-1 0,0 1 0,0 0 0,-1 0 0,5 4 0,5 10 0,0 1 0,-2 0 0,0 0 0,12 30 0,-1 10 0,-2 0 0,-3 2 0,-3 0 0,11 109 0,-13 248 0,-20-298-2700,6-96 1023,-1-1-1,-2 0 1,0 0 0,-1 0-1,-17 34 1,5-27-9469,-7-7 4124,13-14 5475</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3.450"/>
    </inkml:context>
    <inkml:brush xml:id="br0">
      <inkml:brushProperty name="width" value="0.035" units="cm"/>
      <inkml:brushProperty name="height" value="0.035" units="cm"/>
    </inkml:brush>
  </inkml:definitions>
  <inkml:trace contextRef="#ctx0" brushRef="#br0">131 178 504,'-22'-14'3194,"-2"1"3481,-27-18 10552,21 8-12064,30 23-5163,-1 0 0,1 0 0,0 0 0,0 0 0,0-1 0,-1 1 0,1 0 0,0 0 0,0 0 0,0 0 0,-1-1 0,1 1 0,0 0 0,0 0 0,0-1 0,0 1 0,0 0 0,0 0 0,-1-1 0,1 1 0,0 0 0,0 0 0,0-1 0,0 1 0,0 0 0,0 0 0,0-1 0,0 1 0,0 0 0,0-1 0,0 1 0,0 0 0,1 0 0,-1-1 0,0 1 0,0-1 0,11-3 0,18 2 0,-29 2 0,56 1 0,-22 0 0,-1-1 0,0-1 0,1-2 0,-1-1 0,35-10 0,-19 0-5339,41-12-14656,-52 16 15584,0-2 2121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3.731"/>
    </inkml:context>
    <inkml:brush xml:id="br0">
      <inkml:brushProperty name="width" value="0.035" units="cm"/>
      <inkml:brushProperty name="height" value="0.035" units="cm"/>
    </inkml:brush>
  </inkml:definitions>
  <inkml:trace contextRef="#ctx0" brushRef="#br0">125 254 292,'-22'51'5464,"-15"24"11241,19-36-9411,-1-1-4286,18-35-3008,0 1 0,-1-1 0,0 0 0,0 1 0,0-1 0,0 0 0,0 0 0,-5 4 0,7-6 0,0-1 0,-1 0 0,1 0 0,0 0 0,0 0 0,0 0 0,-1 0 0,1 0 0,0 0 0,0 0 0,0 0 0,-1 0 0,1 0 0,0 0 0,0 0 0,0 0 0,-1 0 0,1 0 0,0 0 0,0 0 0,0-1 0,0 1 0,-1 0 0,1 0 0,0 0 0,0 0 0,0 0 0,0 0 0,0-1 0,-1 1 0,1 0 0,0 0 0,0 0 0,0 0 0,0 0 0,0-1 0,0 1 0,0 0 0,0 0 0,-1 0 0,1-1 0,0 1 0,0 0 0,0 0 0,0 0 0,0-1 0,-1-24 0,4-14 0,2 0 0,1 1 0,3 0 0,0 0 0,3 1 0,1 0 0,1 1 0,21-37 0,-29 63 0,0 0 0,0 0 0,1 1 0,0 0 0,15-14 0,-21 21 0,1 1 0,-1 0 0,1-1 0,0 1 0,0 0 0,0 0 0,-1 0 0,1 0 0,0 1 0,0-1 0,0 0 0,0 1 0,1-1 0,-1 1 0,0 0 0,0 0 0,0 0 0,0 0 0,0 0 0,0 0 0,0 0 0,1 1 0,-1-1 0,0 1 0,0 0 0,0-1 0,0 1 0,-1 0 0,1 0 0,0 0 0,0 1 0,0-1 0,-1 0 0,1 0 0,-1 1 0,1-1 0,-1 1 0,2 2 0,7 7 0,-1 1 0,-1 0 0,0 0 0,-1 0 0,0 1 0,-1 0 0,8 25 0,-2 4 0,8 53 0,6 22 0,-22-105-953,5 13-3733,-8-24 4406,-1 0 0,0-1-1,0 1 1,1-1 0,-1 1 0,0 0 0,0-1 0,0 1 0,0 0 0,0-1-1,0 1 1,0 0 0,0-1 0,0 1 0,0 0 0,0-1 0,0 1-1,0-1 1,-1 1 0,1 0 0,0-1 0,-1 1 0,1-1 0,-1 2 0,17-14-18223,-3-2 17045</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4.013"/>
    </inkml:context>
    <inkml:brush xml:id="br0">
      <inkml:brushProperty name="width" value="0.035" units="cm"/>
      <inkml:brushProperty name="height" value="0.035" units="cm"/>
    </inkml:brush>
  </inkml:definitions>
  <inkml:trace contextRef="#ctx0" brushRef="#br0">14 296 276,'-5'27'2821,"-4"50"14907,9-71-15809,0 1 0,1-1-1,0 1 1,2 11 0,9 6 425,-12-23-2344,1-1 0,-1 1 0,0-1 0,1 0 0,-1 1 0,0-1 0,1 0 0,-1 1 0,0-1 0,1 0 0,-1 1 0,1-1 0,-1 0 0,0 0 0,1 1 0,-1-1 0,1 0 0,-1 0 0,1 0 0,-1 0 0,1 0 0,-1 1 0,1-1 0,-1 0 0,1 0 0,-1 0 0,1 0 0,-1 0 0,1-1 0,-1 1 0,1 0 0,-1 0 0,1 0 0,0-1 0,13-14 0,3-26 0,9-67 0,12-44 0,-33 137 0,1 0 0,1 1 0,0 0 0,0 0 0,1 1 0,1-1 0,17-19 0,-24 31 0,0 0 0,0 0 0,0 0 0,-1 1 0,2-1 0,-1 0 0,0 1 0,0-1 0,0 1 0,1 0 0,-1 0 0,1 0 0,-1 0 0,1 0 0,-1 0 0,1 0 0,0 1 0,-1 0 0,1-1 0,0 1 0,-1 0 0,1 0 0,0 1 0,-1-1 0,1 0 0,0 1 0,-1 0 0,1 0 0,-1-1 0,1 1 0,-1 1 0,1-1 0,-1 0 0,0 1 0,0-1 0,0 1 0,1-1 0,-1 1 0,-1 0 0,1 0 0,2 2 0,6 8 0,-1 0 0,0 1 0,-1 0 0,0 0 0,11 25 0,-9-16 0,-1 0 0,0 0 0,-2 1 0,0 0 0,-2 0 0,0 1 0,0 24 0,-8-24-2819,3-24 2485,0 1-1,0 0 1,-1 0 0,1 0 0,0-1-1,0 1 1,-1 0 0,1 0 0,0 0-1,-1-1 1,1 1 0,-1 0 0,1-1-1,-1 1 1,1 0 0,-1-1 0,0 1-1,1-1 1,-1 1 0,1-1 0,-1 1-1,0-1 1,-1 1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4.356"/>
    </inkml:context>
    <inkml:brush xml:id="br0">
      <inkml:brushProperty name="width" value="0.035" units="cm"/>
      <inkml:brushProperty name="height" value="0.035" units="cm"/>
    </inkml:brush>
  </inkml:definitions>
  <inkml:trace contextRef="#ctx0" brushRef="#br0">1 18 244,'0'0'305,"-1"-1"1,1 0-1,0 0 1,0 0-1,0 0 1,1 0-1,-1 0 1,0 0-1,0 0 1,0 0-1,1 0 1,-1 1-1,0-1 1,1 0-1,-1 0 1,1 0-1,0-1 1,-1 2 89,1 0 1,-1 0 0,0 0-1,1 0 1,-1 0 0,1 0 0,-1 0-1,0 0 1,1 0 0,-1 0 0,1 0-1,-1 0 1,0 0 0,1 0-1,-1 0 1,1 0 0,-1 0 0,0 1-1,1-1 1,1 1 2374,-2 0-2374,15 15 12239,-7-5-9330,-2-2-3305,-1 1 0,0 0 0,6 20 0,-8-23 0,-1 1 0,1-1 0,0 0 0,0 0 0,1 0 0,0 0 0,0-1 0,0 0 0,1 0 0,8 9 0,-11-14 0,-1-1 0,1 1 0,-1 0 0,1-1 0,0 1 0,-1-1 0,1 0 0,0 1 0,-1-1 0,1 0 0,0 0 0,-1 0 0,1 0 0,0 0 0,0-1 0,-1 1 0,1 0 0,0-1 0,-1 1 0,1-1 0,-1 0 0,1 0 0,-1 1 0,1-1 0,-1 0 0,1 0 0,-1 0 0,0 0 0,0-1 0,2 0 0,4-5 0,0 0 0,0-1 0,9-12 0,-12 14 0,33-40 0,-36 45 0,0 0 0,1-1 0,-1 1 0,0 0 0,1 0 0,-1 0 0,0 0 0,1 0 0,-1 0 0,1 0 0,0 0 0,-1 0 0,1 1 0,0-1 0,-1 1 0,1-1 0,0 1 0,0 0 0,-1 0 0,1 0 0,0 0 0,0 0 0,0 0 0,-1 0 0,1 0 0,3 2 0,-3-1 0,-1 0 0,0 0 0,0 1 0,0-1 0,1 0 0,-1 1 0,-1-1 0,1 1 0,0-1 0,0 1 0,0 0 0,-1-1 0,1 1 0,0 3 0,5 30 0,-4-24 0,4 43 0,-5-36 0,1-1 0,1 0 0,9 30 0,-12-45-978</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4.656"/>
    </inkml:context>
    <inkml:brush xml:id="br0">
      <inkml:brushProperty name="width" value="0.035" units="cm"/>
      <inkml:brushProperty name="height" value="0.035" units="cm"/>
    </inkml:brush>
  </inkml:definitions>
  <inkml:trace contextRef="#ctx0" brushRef="#br0">245 27 140,'-9'-12'3710,"-14"1"9138,-4 8-117,11 2-9397,4 1-3334,-62 4 0,69-4 0,1 1 0,0 0 0,0 0 0,-1 0 0,1 0 0,0 1 0,0-1 0,0 1 0,1 0 0,-1 0 0,0 1 0,1-1 0,-1 1 0,-3 3 0,5-2 0,-1 1 0,0-1 0,1 1 0,0-1 0,0 1 0,1-1 0,-1 1 0,1 0 0,0 0 0,0 0 0,1 0 0,0 0 0,-1 0 0,1 0 0,1 0 0,-1 0 0,1 0 0,0 0 0,0-1 0,1 1 0,-1 0 0,4 6 0,-2-4 0,0 1 0,0-1 0,1 0 0,0 0 0,1 0 0,0-1 0,0 1 0,0-1 0,1-1 0,-1 1 0,2-1 0,-1 0 0,9 6 0,-12-10 0,0 0 0,-1 0 0,1-1 0,0 1 0,0-1 0,0 0 0,0 0 0,0 0 0,0 0 0,0 0 0,0 0 0,0-1 0,0 0 0,0 1 0,-1-1 0,1 0 0,0 0 0,0-1 0,4-2 0,8-4 0,-1-1 0,17-14 0,-17 13 0,17-16-1968,18-11-5417,-45 35 6860,0 0 0,-1 1 0,1-1 1,0 1-1,0-1 0,0 1 0,0 0 0,0 1 0,0-1 0,0 1 1,0-1-1,6 2 0,6 3-13919,-12-3 12216,0 0 3542,14 2-2331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4.871"/>
    </inkml:context>
    <inkml:brush xml:id="br0">
      <inkml:brushProperty name="width" value="0.035" units="cm"/>
      <inkml:brushProperty name="height" value="0.035" units="cm"/>
    </inkml:brush>
  </inkml:definitions>
  <inkml:trace contextRef="#ctx0" brushRef="#br0">16 211 1068,'3'-45'5231,"8"-59"18064,-6 67-20126,-5 36-3169,0-1 0,0 0 0,0 1 0,1-1 0,-1 0 0,0 1 0,1-1 0,0 1 0,-1-1 0,1 1 0,0 0 0,0-1 0,1-1 0,-1 2 0,-1 1 0,0 0 0,1 0 0,-1 0 0,1 0 0,-1 0 0,0 0 0,1 0 0,-1-1 0,1 1 0,-1 0 0,0 1 0,1-1 0,-1 0 0,0 0 0,1 0 0,-1 0 0,1 0 0,-1 0 0,0 0 0,1 0 0,-1 1 0,0-1 0,1 0 0,-1 0 0,0 1 0,1-1 0,-1 0 0,0 0 0,0 1 0,1-1 0,-1 0 0,0 1 0,3 3 0,0 0 0,-1 0 0,1 0 0,-1 0 0,0 1 0,-1-1 0,3 9 0,4 26 0,-2 1 0,-1 0 0,-1 52 0,-14 124 0,4-108 0,3-57-1396,-11 56 0,9-81-627,-1 0 1,-2 0-1,-19 46 0,9-36-14732,18-31 13333,4 7 1863</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6.637"/>
    </inkml:context>
    <inkml:brush xml:id="br0">
      <inkml:brushProperty name="width" value="0.035" units="cm"/>
      <inkml:brushProperty name="height" value="0.035" units="cm"/>
    </inkml:brush>
  </inkml:definitions>
  <inkml:trace contextRef="#ctx0" brushRef="#br0">288 225 1144,'-4'0'416,"-62"-3"5049,16 1 5889,-58 7 1,54 3-8326,48-6-3029,7-1 0,14 2 0,24 0 0,38-7 0,0-3 0,87-20 0,-118 16 0,0-2 0,-1-1 0,0-3 0,72-39 0,-75 34 0,-14 8 0,48-34 0,-68 39 0,-17 11 0,-19 11 0,4 6 0,1 0 0,1 2 0,1 0 0,1 1 0,0 2 0,2 0 0,-29 51 0,19-22 0,3 1 0,2 0 0,-17 63 0,-12 106 0,5-20 0,36-172-2115,-3-5-4655</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6.824"/>
    </inkml:context>
    <inkml:brush xml:id="br0">
      <inkml:brushProperty name="width" value="0.035" units="cm"/>
      <inkml:brushProperty name="height" value="0.035" units="cm"/>
    </inkml:brush>
  </inkml:definitions>
  <inkml:trace contextRef="#ctx0" brushRef="#br0">142 149 740,'-34'1'5180,"16"0"2692,0 0 1,-26 7-1,17 0-4646,27-8-3226,0 0 0,1 0 0,-1 0 0,0 0 0,0 0 0,0 0 0,0 0 0,0 0 0,0 1 0,0-1 0,0 0 0,0 0 0,0 0 0,0 0 0,0 0 0,0 0 0,0 0 0,0 0 0,0 0 0,1 0 0,-1 0 0,0 0 0,0 1 0,0-1 0,0 0 0,0 0 0,0 0 0,0 0 0,0 0 0,0 0 0,0 0 0,0 0 0,0 0 0,0 0 0,0 1 0,0-1 0,-1 0 0,1 0 0,0 0 0,0 0 0,0 0 0,0 0 0,0 0 0,0 0 0,0 0 0,0 0 0,0 0 0,0 0 0,0 1 0,0-1 0,0 0 0,0 0 0,0 0 0,-1 0 0,1 0 0,0 0 0,0 0 0,0 0 0,0 0 0,0 0 0,0 0 0,0 0 0,0 0 0,13 4 0,18 0 0,26-1 0,0-3 0,0-2 0,-1-2 0,57-12 0,-43-4-3304,29-22-8574,4-2 2050,-4 8 3337,-44 17 5337</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7.011"/>
    </inkml:context>
    <inkml:brush xml:id="br0">
      <inkml:brushProperty name="width" value="0.035" units="cm"/>
      <inkml:brushProperty name="height" value="0.035" units="cm"/>
    </inkml:brush>
  </inkml:definitions>
  <inkml:trace contextRef="#ctx0" brushRef="#br0">171 26 632,'1'-1'369,"1"0"0,-1 1 0,0-1 1,0 0-1,0 0 0,0 0 0,0 0 0,0 0 0,0 0 0,0-1 0,0 1 1,-1 0-1,1 0 0,0-2 0,-1 2-65,0 1 0,0 0-1,0-1 1,0 1 0,0 0 0,0-1 0,0 1-1,0 0 1,0-1 0,0 1 0,-1 0 0,1-1 0,0 1-1,0 0 1,0 0 0,-1-1 607,1 1-607,-1-1 0,1 1 0,0 0 0,0 0 0,-1 0-1,1 0 1,0-1 0,-1 1 0,1 0 0,0 0-1,-1 0 1,1 0 0,0 0 0,-1 0 0,1 0 0,-1 0-1,-24 3 12112,8 6-9173,7 0-3242,1 1 0,0 0 0,0 0 0,1 1 0,0 0 0,0 1 0,2 0 0,-1 0 0,2 0 0,-1 1 0,2 0 0,-5 20 0,-2 15 0,3 1 0,-2 51 0,9-95 0,2 46 186,0-41-334,-1 0 0,0-1 0,0 1 0,-1-1 0,0 1 0,-3 11 0,3-18-2333,-1 5 2691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7.158"/>
    </inkml:context>
    <inkml:brush xml:id="br0">
      <inkml:brushProperty name="width" value="0.035" units="cm"/>
      <inkml:brushProperty name="height" value="0.035" units="cm"/>
    </inkml:brush>
  </inkml:definitions>
  <inkml:trace contextRef="#ctx0" brushRef="#br0">64 83 208,'-9'-18'835,"-2"0"4063,7 12-1548,0 1 1,0 0 0,0 0 0,-1 0 0,0 1-1,0 0 1,-7-6 0,20 13-3349,-1-1 0,1 0 0,0-1 0,1 1 1,-1-2-1,0 1 0,0-1 0,13-1 0,21 1-5,75 6-2855,-1-12-4595,-90 2 28,13-1-703,-1 2 3754,0 3 2401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7.466"/>
    </inkml:context>
    <inkml:brush xml:id="br0">
      <inkml:brushProperty name="width" value="0.035" units="cm"/>
      <inkml:brushProperty name="height" value="0.035" units="cm"/>
    </inkml:brush>
  </inkml:definitions>
  <inkml:trace contextRef="#ctx0" brushRef="#br0">14 240 788,'-4'26'4598,"0"14"9463,1-6-3417,0-12-7972,4-1-2672,1-18 0,1-13 0,25-232 0,-27 232 0,1 0 0,0 0 0,1 0 0,0 0 0,5-10 0,-6 15 0,0 0 0,0 1 0,1-1 0,0 1 0,0 0 0,0-1 0,0 1 0,0 0 0,1 1 0,0-1 0,8-5 0,-9 8-51,0-1-1,0 1 1,0 0-1,0 1 1,0-1-1,0 0 1,0 1-1,0 0 1,0 0-1,1 0 1,-1 0-1,0 0 1,0 0-1,0 1 1,4 1-1,50 19-3053,-33-10 430,26 2-17241,-16-8 14977,-10-2 3683</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8.074"/>
    </inkml:context>
    <inkml:brush xml:id="br0">
      <inkml:brushProperty name="width" value="0.035" units="cm"/>
      <inkml:brushProperty name="height" value="0.035" units="cm"/>
    </inkml:brush>
  </inkml:definitions>
  <inkml:trace contextRef="#ctx0" brushRef="#br0">246 131 228,'-22'39'5094,"11"-24"-269,-1-2 0,-1 0 1,1 0-1,-16 10 0,-2 1-1510,26-21-3315,-61 50 0,59-48 0,0 1 0,1 0 0,0 0 0,0 0 0,1 1 0,-1 0 0,1 0 0,-3 8 0,7-14 0,-1 0 0,1 0 0,0-1 0,0 1 0,0 0 0,0 0 0,0 0 0,0 0 0,0-1 0,0 1 0,0 0 0,0 0 0,1 0 0,-1-1 0,0 1 0,0 0 0,1 0 0,-1-1 0,1 1 0,-1 0 0,0 0 0,1-1 0,0 1 0,-1 0 0,1-1 0,-1 1 0,1-1 0,0 1 0,-1-1 0,1 1 0,0-1 0,-1 1 0,1-1 0,1 1 0,0 0 0,0 0 0,1-1 0,-1 1 0,0 0 0,0-1 0,1 1 0,-1-1 0,0 0 0,0 0 0,1 0 0,2 0 0,15-5 0,38-15 0,-39 12 0,0 1 0,21-4 0,-33 10 0,1 0 0,-1 0 0,1 1 0,-1 0 0,1 0 0,-1 0 0,1 1 0,-1 0 0,11 4 0,-8-2 0,0 2 0,-1 0 0,1 0 0,10 7 0,-13-6 0,1-2 0,-1 1 0,1-1 0,0 0 0,0-1 0,1 1 0,12 2 0,-7-10-1684,7-17-5212,4-25-5860,-21 39 11358,43-104-7968,-18 25 9044,-3-1 3679,-19 64-2061,-2 7 926,9-12 7201,-13 27-9155,-1 1 0,0-1 1,1 0-1,-1 1 0,1-1 0,-1 0 1,1 1-1,-1-1 0,1 1 1,-1-1-1,1 1 0,-1-1 1,1 1-1,0-1 0,-1 1 1,1 0-1,0-1 0,-1 1 1,1 0-1,0 0 0,-1-1 1,1 1-1,0 0 0,0 0 1,-1 0-1,1 0 0,0 0 1,0 0-1,-1 0 0,1 0 1,0 0-1,0 0 0,-1 0 1,1 1-1,0-1 0,0 0 1,-1 1-1,1-1 0,0 0 0,-1 1 1,1-1-1,-1 0 0,1 1 1,0-1-1,-1 1 0,1 0 1,-1-1-1,1 1 0,-1-1 1,0 1-1,1 0 0,-1-1 1,1 1-1,-1 0 0,0-1 1,0 1-1,1 0 0,-1 0 1,3 6-224,0 0 0,0 0 1,-1 1-1,0-1 0,-1 1 1,1-1-1,-1 10 0,1 57-102,-2-54 45,0 6 12,1 6 0,-6 48 0,4-72 0,-1 0 0,1 1 0,-1-1 0,-1 0 0,0 0 0,0 0 0,0 0 0,-1-1 0,0 1 0,-9 11 0,11-17-187,0 0 0,1-1-1,-1 1 1,0 0 0,0-1 0,0 1-1,-1-1 1,1 0 0,-3 2 0,2-2-503,0 0-1,-1 0 1,1 0 0,0-1 0,0 0 0,-1 1 0,1-1 0,0 0 0,-1 0-1,-4-2 1,-5-1-2677,1 0 1,-1-1-1,-21-11 0,-7-4 23976,50 20-18697,17 3-1861,0 0 0,1-2 1,0-1-1,-1-1 0,1-1 0,-1-2 1,37-7-1,-24 1-6249,13-5-7793,-41 10 6311,8-2 4416,-4 3 2078</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8.368"/>
    </inkml:context>
    <inkml:brush xml:id="br0">
      <inkml:brushProperty name="width" value="0.035" units="cm"/>
      <inkml:brushProperty name="height" value="0.035" units="cm"/>
    </inkml:brush>
  </inkml:definitions>
  <inkml:trace contextRef="#ctx0" brushRef="#br0">4 222 528,'-2'21'4744,"2"-19"-3036,-1 1 0,1-1 0,0 1 0,0-1 0,0 1 0,0-1 0,0 1 0,0-1 0,2 5 0,7 1 5658,10-6-4321,-7-5-3045,-1 1 0,-1-1 0,1-1 0,0 0 0,-1 0 0,0-1 0,0 0 0,0-1 0,-1 0 0,0-1 0,0 0 0,0 0 0,-1-1 0,9-10 0,-8 8 0,0 0 0,-1-1 0,-1 0 0,0 0 0,0-1 0,-1 1 0,0-1 0,-1-1 0,0 1 0,-1-1 0,4-23 0,-8 34 0,0 1 0,1-1 0,-1 0 0,0 1 0,0-1 0,0 0 0,0 1 0,-1-1 0,1 0 0,0 1 0,-1-1 0,1 1 0,-1-1 0,0-1 0,0 2 0,1 1 0,0 0 0,-1-1 0,1 1 0,-1 0 0,1-1 0,0 1 0,-1 0 0,1 0 0,-1 0 0,1-1 0,-1 1 0,1 0 0,-1 0 0,1 0 0,-1 0 0,1 0 0,-1 0 0,1 0 0,-1 0 0,1 0 0,-1 0 0,1 0 0,0 0 0,-1 0 0,1 1 0,-1-1 0,1 0 0,-2 1 0,-1 1 0,0-1 0,0 2 0,0-1 0,1 0 0,-1 1 0,0-1 0,1 1 0,0 0 0,-1-1 0,-2 8 0,-7 13 0,2 0 0,1 1 0,0 1 0,2-1 0,1 1 0,1 1 0,1-1 0,2 1 0,0 0 0,2-1 0,0 1 0,2 0 0,6 32 0,-7-53-361,1 0 0,-1 0 0,1 0 0,0 0-1,0-1 1,0 1 0,1-1 0,4 7 0,-4-6-488,1-1 0,0 0 0,0 0 0,0 0 0,0-1 0,0 1 0,1-1 0,-1 0 0,1 0 0,0-1 0,0 1 0,10 2 0,6 0-10588,11-3 5887,-8-1 4181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8.664"/>
    </inkml:context>
    <inkml:brush xml:id="br0">
      <inkml:brushProperty name="width" value="0.035" units="cm"/>
      <inkml:brushProperty name="height" value="0.035" units="cm"/>
    </inkml:brush>
  </inkml:definitions>
  <inkml:trace contextRef="#ctx0" brushRef="#br0">57 9 256,'-9'-2'-141,"-9"-3"2417,2 3 3287,4 8 3397,12-6-8267,0 1 0,-1 0 0,1 0-1,0 0 1,0-1 0,-1 1 0,1 0-1,0 0 1,0 0 0,0 0 0,0 0-1,0-1 1,0 1 0,1 0 0,-1 0-1,0 0 1,1 1 0,0 3-527,33 133 2469,-31-118-2538,-1-1-1,0 1 0,-1 0 0,-1 0 1,-3 22-1,3-42-94,0 1 0,0-1 0,0 1 0,0-1 0,0 0 0,0 1 0,0-1 0,0 1 0,0-1 0,0 0 0,0 1 0,0-1 0,-1 1 0,1-1 0,0 0 0,0 1 0,0-1 0,0 0 0,-1 1 0,1-1 0,0 0 0,0 1 0,-1-1 0,1 0 0,0 1 0,-1-1 1,1 0-1,0 0 0,-1 0 0,1 1 0,0-1 0,-1 0 0,1 0 0,0 0 0,-1 0 0,1 1 0,-1-1 0,1 0 0,0 0 0,-1 0 0,1 0 0,-1 0 0,1 0 0,0 0 0,-1 0 0,0-1-25,0 0-1,0 1 1,0-1 0,1 1 0,-1-1 0,0 0-1,1 0 1,-1 1 0,1-1 0,-1 0 0,1 0-1,-1 0 1,1 0 0,-1 0 0,1 0-1,0 1 1,-1-1 0,1 0 0,0-2 0,-2-22-5952,7-38-13940,3 25 15273,2 3 3090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8.807"/>
    </inkml:context>
    <inkml:brush xml:id="br0">
      <inkml:brushProperty name="width" value="0.035" units="cm"/>
      <inkml:brushProperty name="height" value="0.035" units="cm"/>
    </inkml:brush>
  </inkml:definitions>
  <inkml:trace contextRef="#ctx0" brushRef="#br0">6 108 1072,'-3'-24'10779,"1"2"2629,5 10-7623,5 2-5276,5 2-5654,0 3 1327,0 0 0,0 1 0,0 1 0,20-4 0,26 2-2045,-25 2 4712</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49.119"/>
    </inkml:context>
    <inkml:brush xml:id="br0">
      <inkml:brushProperty name="width" value="0.035" units="cm"/>
      <inkml:brushProperty name="height" value="0.035" units="cm"/>
    </inkml:brush>
  </inkml:definitions>
  <inkml:trace contextRef="#ctx0" brushRef="#br0">221 1 16,'29'14'2121,"6"3"7669,-1-5 7248,-105 50-13240,63-55-3798,0 0 0,0 1 0,1 0 0,0 0 0,0 0 0,1 1 0,0 0 0,1 0 0,0 0 0,0 1 0,1 0 0,0 0 0,1 0 0,0 0 0,0 1 0,1-1 0,0 18 0,2-16 0,1 0 0,1 1 0,1-1 0,-1 0 0,2-1 0,0 1 0,8 18 0,2 5 0,-11-26 0,-1 0 0,0 0 0,0 1 0,-1-1 0,0 1 0,0-1 0,-1 1 0,-1-1 0,1 1 0,-2-1 0,1 1 0,-1-1 0,-1 0 0,1 0 0,-2 0 0,1 0 0,-1 0 0,-1-1 0,1 1 0,-1-1 0,-9 10 0,12-16-136,0 0 0,0 0 0,0 0-1,-1 0 1,1 0 0,-1-1 0,0 1 0,1-1 0,-1 1-1,0-1 1,0 0 0,0 0 0,0 0 0,0-1 0,0 1-1,0-1 1,0 0 0,0 1 0,0-1 0,0-1 0,0 1-1,0 0 1,0-1 0,0 1 0,0-1 0,-4-2 0,0 1-633,0-1 1,1 0-1,-1 0 1,1-1-1,0 1 1,0-1 0,0-1-1,1 1 1,-1-1-1,-6-8 1,7 7-5056</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0.005"/>
    </inkml:context>
    <inkml:brush xml:id="br0">
      <inkml:brushProperty name="width" value="0.035" units="cm"/>
      <inkml:brushProperty name="height" value="0.035" units="cm"/>
    </inkml:brush>
  </inkml:definitions>
  <inkml:trace contextRef="#ctx0" brushRef="#br0">112 358 292,'-5'12'23863,"4"-11"-23742,1 0 0,0 0-1,0 0 1,0 0 0,0 0 0,0 1 0,0-1 0,0 0-1,0 0 1,0 0 0,1 0 0,-1 0 0,0 0 0,1 0-1,-1 0 1,1 0 0,-1 0 0,1 0 0,-1 0 0,1 0-1,0 0 1,0 0 0,-1 0 0,1-1 0,0 1 0,0 0-1,0-1 1,0 1 0,0 0 0,0-1 0,0 1 0,0-1-1,0 1 1,0-1 0,0 0 0,0 0 0,0 1 0,0-1-1,0 0 1,0 0 0,0 0 0,1 0 0,-1 0-1,0 0 1,0 0 0,0-1 0,0 1 0,0 0 0,0 0-1,0-1 1,0 1 0,0-1 0,0 1 0,2-2 0,5-2 206,0 0 0,0-1 0,0 0 0,-1 0 0,11-9 0,6-9-327,0-2 0,-2 0 0,0-1 0,-2-2 0,-1 0 0,-1-1 0,23-53 0,-39 78 0,0-1 0,0 1 0,-1-1 0,0 0 0,0 0 0,0 0 0,0 1 0,-1-1 0,0 0 0,0-6 0,-1 9 0,1 0 0,-1 0 0,1 0 0,-1 1 0,0-1 0,0 0 0,0 1 0,0-1 0,0 1 0,0-1 0,0 1 0,0-1 0,-1 1 0,1 0 0,-1-1 0,1 1 0,-1 0 0,1 0 0,-1 0 0,1 0 0,-1 1 0,0-1 0,0 0 0,1 1 0,-1-1 0,0 1 0,0-1 0,0 1 0,-3 0 0,-3 0 0,-1 0 0,1 0 0,0 1 0,0 0 0,0 1 0,0 0 0,0 0 0,0 1 0,1-1 0,-1 2 0,1-1 0,-12 8 0,-1 2 0,1 1 0,0 0 0,-19 19 0,12-8-468,1 1 1,-27 37-1,43-50-350,0 1-1,1 0 1,0 0-1,-6 18 1,36-11-22706,0-18 20744</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0.224"/>
    </inkml:context>
    <inkml:brush xml:id="br0">
      <inkml:brushProperty name="width" value="0.035" units="cm"/>
      <inkml:brushProperty name="height" value="0.035" units="cm"/>
    </inkml:brush>
  </inkml:definitions>
  <inkml:trace contextRef="#ctx0" brushRef="#br0">617 1 1100,'14'11'3886,"-13"-10"-3194,-1-1 0,1 1 0,0 0 0,-1-1 0,1 1 0,-1 0 0,0 0 0,1-1 0,-1 1 0,1 0-1,-1 0 1,0 0 0,0 0 0,1-1 0,-1 1 0,0 0 0,0 2 0,-8 14 11463,-3-3-8988,-155 180-3167,-242 319 0,395-492 0,-12 16 0,24-37-167,1 0 0,-1 1 1,1-1-1,0 0 0,-1 1 0,1-1 1,0 0-1,-1 1 0,1-1 0,0 0 1,-1 1-1,1-1 0,0 1 0,-1-1 1,1 1-1,0-1 0,0 1 0,0-1 1,0 0-1,-1 1 0,1-1 0,0 1 1,0-1-1,0 1 0,0-1 0,0 1 0,0 0 1,13-3-10194,11-8-1880,-14 4 8574,13-7 2314</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0.474"/>
    </inkml:context>
    <inkml:brush xml:id="br0">
      <inkml:brushProperty name="width" value="0.035" units="cm"/>
      <inkml:brushProperty name="height" value="0.035" units="cm"/>
    </inkml:brush>
  </inkml:definitions>
  <inkml:trace contextRef="#ctx0" brushRef="#br0">1 214 684,'21'6'3282,"-4"9"3801,11 29 9437,-12-16-11326,-11-21-5194,0 0 0,0 0 0,1-1 0,0 0 0,1 0 0,-1 0 0,11 6 0,-12-9 0,-1-1 0,1 0 0,0 0 0,-1 0 0,1-1 0,0 1 0,0-1 0,0-1 0,0 1 0,1-1 0,-1 0 0,0 0 0,0 0 0,6-1 0,1-2 0,1-1 0,-1 1 0,0-2 0,-1 0 0,1 0 0,-1-1 0,0-1 0,0 0 0,-1 0 0,0-1 0,0 0 0,-1-1 0,14-16 0,-10 11 0,-1-1 0,-1-1 0,0 0 0,-1-1 0,-1 0 0,0 0 0,-2-1 0,9-25 0,-15 36 0,1 1 0,-1 0 0,0-1 0,-1 1 0,1-1 0,-1 1 0,-2-12 0,2 16 0,0 0 0,-1 0 0,1 0 0,-1 0 0,0 0 0,1 0 0,-1 0 0,0 1 0,0-1 0,0 0 0,0 1 0,-1-1 0,1 1 0,0-1 0,-1 1 0,1-1 0,-1 1 0,1 0 0,-1 0 0,0 0 0,1 0 0,-1 0 0,0 0 0,0 0 0,0 1 0,0-1 0,1 1 0,-1-1 0,-3 1 0,-10 0 0,1 0 0,0 1 0,-1 1 0,1 0 0,0 1 0,0 1 0,0 0 0,1 1 0,-22 10 0,12-5 0,-47 12 0,40-14-2640,20-5 26,0-1 0,1 0 0,-1 0 0,0-1 0,-14 0 0,10-2-3371,13-12-2089</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2.331"/>
    </inkml:context>
    <inkml:brush xml:id="br0">
      <inkml:brushProperty name="width" value="0.035" units="cm"/>
      <inkml:brushProperty name="height" value="0.035" units="cm"/>
    </inkml:brush>
  </inkml:definitions>
  <inkml:trace contextRef="#ctx0" brushRef="#br0">126 877 376,'-31'0'2339,"-1"-1"3455,0 0 4018,2 1 4563,78 9-14308,-37-9-67,1-1 0,0 0 0,0-1 0,0 0 0,-1-1 0,0 0 0,1-1 0,-1 0 0,0-1 0,-1 0 0,1-1 0,-1 0 0,0-1 0,0 0 0,16-15 0,0-3 0,-2-1 0,0-1 0,-2-1 0,19-31 0,-13 17 0,-3 0 0,-1-2 0,-3 0 0,-1-2 0,-2 0 0,17-73 0,-32 104 0,-1 1 0,0-1 0,-1 1 0,-1-1 0,0 0 0,-1 1 0,-1-1 0,-3-16 0,3 25 0,1 0 0,-1 0 0,-1 0 0,1 1 0,-1-1 0,0 0 0,0 1 0,0 0 0,-1 0 0,1 0 0,-2 0 0,1 0 0,0 1 0,-1 0 0,0-1 0,0 2 0,0-1 0,0 1 0,-1 0 0,1 0 0,-9-3 0,12 5 0,1 1 0,-1-1 0,0 1 0,1-1 0,-1 1 0,0 0 0,0 0 0,1 0 0,-1 0 0,0 0 0,0 0 0,1 0 0,-1 0 0,0 1 0,1-1 0,-1 1 0,0-1 0,1 1 0,-1 0 0,1 0 0,-1-1 0,1 1 0,-1 0 0,1 0 0,-1 1 0,1-1 0,0 0 0,0 0 0,0 1 0,0-1 0,0 1 0,0-1 0,0 1 0,0-1 0,0 1 0,1-1 0,-1 1 0,1 0 0,-1-1 0,0 3 0,-1 7 0,-1 0 0,2 1 0,-1-1 0,2 21 0,1-7 0,1 0 0,1 0 0,1 0 0,1-1 0,2 1 0,0-1 0,1 0 0,21 40 0,10 5 0,70 94 0,-73-114 0,-2 1 0,-2 2 0,43 96 0,-70-132 0,0 0 0,0 1 0,-2-1 0,0 1 0,-1 0 0,-1 0 0,0 0 0,-1 0 0,-5 33 0,3-41 0,1 0 0,-1 0 0,-1 0 0,0 0 0,0 0 0,-1-1 0,0 1 0,-1-1 0,1 0 0,-2 0 0,1-1 0,-1 1 0,0-1 0,0-1 0,-1 1 0,0-1 0,0 0 0,-1 0 0,-14 7 0,18-11 0,1 0 0,-1-1 0,0 0 0,0 1 0,1-1 0,-1-1 0,0 1 0,0-1 0,0 1 0,0-1 0,0 0 0,0-1 0,0 1 0,0-1 0,0 1 0,0-1 0,0 0 0,-4-2 0,2 0 0,1 0 0,-1 0 0,1-1 0,-1 1 0,1-1 0,0 0 0,0-1 0,1 1 0,-1-1 0,-6-9 0,6 7 0,1 0 0,-1-1 0,2 0 0,-1 0 0,1 0 0,0 0 0,0 0 0,-1-9 0,3 12 0,0-1 0,1 1 0,-1-1 0,1 1 0,0 0 0,1-1 0,-1 1 0,1 0 0,0-1 0,0 1 0,1 0 0,3-9 0,-3 12 0,-1 0 0,1 0 0,-1 0 0,1 0 0,-1 0 0,1 1 0,0-1 0,0 1 0,0-1 0,0 1 0,0 0 0,0-1 0,1 1 0,-1 0 0,0 1 0,1-1 0,-1 0 0,0 1 0,1-1 0,-1 1 0,1 0 0,-1-1 0,0 1 0,1 1 0,-1-1 0,1 0 0,-1 0 0,1 1 0,-1 0 0,0-1 0,3 2 0,11 3 0,-1 1 0,0 0 0,21 12 0,-26-13 0,53 31 0,75 57 0,-95-61 0,1-2 0,2-2 0,1-2 0,54 22 0,-66-39-3078,-29-9 1385,-1 0 1,1 0 0,-1 0 0,1 0 0,-1-1-1,10-2 1,29-16-10540,-14 0 8467,0-4 2183</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2.581"/>
    </inkml:context>
    <inkml:brush xml:id="br0">
      <inkml:brushProperty name="width" value="0.035" units="cm"/>
      <inkml:brushProperty name="height" value="0.035" units="cm"/>
    </inkml:brush>
  </inkml:definitions>
  <inkml:trace contextRef="#ctx0" brushRef="#br0">0 113 1212,'9'-30'2446,"4"-15"5037,-11 42-5599,-1-1 0,0 1-1,1-1 1,0 1 0,0 0-1,0-1 1,0 1 0,4-4 0,-5 7-1787,0-1 0,-1 1 0,1 0 0,0-1 0,0 1 0,-1 0 0,1 0 0,0-1 0,0 1 0,0 0 0,-1 0 0,1 0 0,0 0 0,0 0 0,0 0 0,0 0 0,-1 0 0,1 0 0,0 0 0,0 1 0,-1-1 0,1 0 0,0 1 0,0-1 0,-1 0 0,1 1 0,0-1 0,0 1 0,-1-1 0,1 1 0,-1-1 0,1 1 0,-1-1 0,1 1 0,-1 0 0,1-1 0,-1 1 0,1 0 0,-1 0 0,1 1 0,17 31 594,0 20-691,24 105 0,-34-118 0,2 0 0,1-1 0,2 0 0,1-1 0,27 49 0,-39-84 0,0 0 0,0 0 0,0 0 0,0 0 0,0 0 0,1 0 0,0 0 0,-1-1 0,1 1 0,0-1 0,0 0 0,0 0 0,1 0 0,-1 0 0,0-1 0,1 1 0,7 1 0,-8-3 0,0 0 0,1 0 0,-1 0 0,1 0 0,-1-1 0,0 1 0,1-1 0,-1 0 0,0 0 0,0 0 0,0-1 0,0 1 0,0-1 0,0 0 0,0 1 0,0-1 0,0 0 0,-1-1 0,5-3 0,3-5 0,1-1 0,-2-1 0,1 1 0,-2-1 0,0-1 0,0 1 0,-1-2 0,-1 1 0,6-21 0,2-17 0,11-73 0,-18 84 0,-6 35 0,0 0 0,0 0 0,0 0 0,1 0 0,0 0 0,0 0 0,1 1 0,-1-1 0,1 1 0,0 0 0,8-10 0,-10 15-150,-1-1 0,1 1 1,-1 0-1,1 0 0,0 0 0,-1-1 0,1 1 1,-1 0-1,1 0 0,0 0 0,-1 0 0,1 0 0,0 0 1,-1 0-1,1 0 0,-1 0 0,1 0 0,0 1 1,-1-1-1,1 0 0,-1 0 0,1 1 0,0-1 1,-1 0-1,1 1 0,-1-1 0,1 0 0,-1 1 1,0-1-1,1 1 0,-1-1 0,1 1 0,-1-1 0,0 1 1,1 0-1,18 25-9798,-12-16 6009,15 16-3516,11 12 2939,-11-18 3364</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2.876"/>
    </inkml:context>
    <inkml:brush xml:id="br0">
      <inkml:brushProperty name="width" value="0.035" units="cm"/>
      <inkml:brushProperty name="height" value="0.035" units="cm"/>
    </inkml:brush>
  </inkml:definitions>
  <inkml:trace contextRef="#ctx0" brushRef="#br0">156 0 256,'15'8'3669,"8"10"9147,-22-18-12239,-1 1 0,1 0 0,0-1 1,-1 1-1,1 0 0,0 0 0,-1-1 0,1 1 0,-1 0 1,0 0-1,1 0 0,-1 0 0,0 0 0,1 0 0,-1 0 0,0-1 1,0 1-1,0 0 0,0 0 0,0 0 0,0 2 0,0-3-381,0 1-1,-1 0 1,1 0 0,-1 0-1,1 0 1,-1 0-1,0-1 1,1 1-1,-1 0 1,0 0 0,1-1-1,-1 1 1,0 0-1,0-1 1,0 1-1,0 0 1,-29 16-196,12-7 0,0 0 0,0 2 0,1 0 0,0 1 0,1 0 0,-27 31 0,41-42 0,1 0 0,-1-1 0,1 2 0,0-1 0,0 0 0,0 0 0,0 0 0,0 0 0,0 1 0,1-1 0,-1 0 0,1 1 0,-1-1 0,1 1 0,0-1 0,0 0 0,0 1 0,0-1 0,2 5 0,-2-5 0,1-1 0,0 1 0,-1-1 0,1 1 0,0-1 0,0 0 0,0 1 0,0-1 0,1 0 0,-1 0 0,0 0 0,0 1 0,1-2 0,-1 1 0,1 0 0,-1 0 0,1 0 0,-1 0 0,1-1 0,-1 1 0,1-1 0,0 1 0,-1-1 0,1 0 0,0 0 0,-1 0 0,1 0 0,2 0 0,75 1 0,114 15 0,-184-15 0,1 0 0,0-1 0,-1 0 0,1-1 0,-1 1 0,1-2 0,-1 0 0,1 0 0,-1 0 0,0-1 0,12-6 0,-17 7-96,1 0 1,0 1-1,0-1 0,0 1 1,1 0-1,-1 1 0,0-1 0,9 1 1,-11 0-46,-1 1 1,0-1-1,1 1 1,-1-1-1,0 1 1,1 0-1,-1 0 1,0 0-1,0 0 1,0 0-1,0 0 1,0 1-1,0-1 1,0 1-1,0-1 1,0 1-1,-1 0 1,1 0-1,-1-1 1,2 4-1,0-1-1326,-1-1 0,0 0 0,1 1 0,0-1 0,0 0 0,0 0-1,0 0 1,0-1 0,1 1 0,3 1 0,-4-2 618,0-1-1,0 0 1,0 0 0,0 0-1,0 0 1,0 0 0,1-1 0,-1 1-1,0-1 1,0 0 0,1 0-1,-1 0 1,6-2 0,10-2-14</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3.063"/>
    </inkml:context>
    <inkml:brush xml:id="br0">
      <inkml:brushProperty name="width" value="0.035" units="cm"/>
      <inkml:brushProperty name="height" value="0.035" units="cm"/>
    </inkml:brush>
  </inkml:definitions>
  <inkml:trace contextRef="#ctx0" brushRef="#br0">19 496 520,'18'-118'5034,"7"-160"18892,-23 179-20643,-15 269-3283,2-58 0,-13 422 0,21-504-3832,-6 14-8719,6-24 7623</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3.613"/>
    </inkml:context>
    <inkml:brush xml:id="br0">
      <inkml:brushProperty name="width" value="0.035" units="cm"/>
      <inkml:brushProperty name="height" value="0.035" units="cm"/>
    </inkml:brush>
  </inkml:definitions>
  <inkml:trace contextRef="#ctx0" brushRef="#br0">1 219 964,'4'10'24063,"0"-2"-17809,-2-2-4919,1 1-1323,-1-1 0,1 0 0,0 0 1,0 0-1,1 0 0,-1 0 1,1 0-1,1-1 0,-1 0 0,1 0 1,0 0-1,0-1 0,0 1 1,10 5-1,-11-8-14,0 0 1,0 0-1,0 0 1,0-1-1,0 1 1,1-1-1,-1 0 1,0-1-1,1 1 0,-1-1 1,0 0-1,1 0 1,-1 0-1,0 0 1,1-1-1,-1 0 1,0 0-1,0 0 1,1 0-1,-1-1 1,0 1-1,0-1 1,6-4-1,-2 0 2,-1 0 0,1-1 0,-2 1 0,1-1 0,8-12 0,-11 12 0,1 1 0,0 1 0,0-1 0,0 1 0,1 0 0,-1 0 0,1 0 0,11-5 0,-15 9 0,0 0 0,0 0 0,0 1 0,0-1 0,0 1 0,0 0 0,0 0 0,0-1 0,0 1 0,0 0 0,0 1 0,0-1 0,0 0 0,0 1 0,0-1 0,0 1 0,0 0 0,0-1 0,0 1 0,0 0 0,0 0 0,1 2 0,5 2 0,0 2 0,-1-1 0,12 14 0,-14-14 0,0-1 0,1 1 0,0-1 0,12 9 0,-17-13 0,0-1 0,0 1 0,0-1 0,0 0 0,0 1 0,0-1 0,0 0 0,0 0 0,0 0 0,0 0 0,0 0 0,0 0 0,0 0 0,0 0 0,0 0 0,0 0 0,0 0 0,0 0 0,0-1 0,0 1 0,0 0 0,1-2 0,18-15 0,-18 14 0,1 0 0,0 1 0,0-1 0,0 1 0,0-1 0,6-2 0,-8 4 0,0 1 0,1 0 0,-1-1 0,1 1 0,0 0 0,-1-1 0,1 1 0,-1 0 0,1 0 0,-1 0 0,1 1 0,0-1 0,-1 0 0,1 0 0,-1 1 0,1-1 0,-1 1 0,0 0 0,1-1 0,-1 1 0,3 1 0,-2-1 0,1 0 0,0 0 0,0 0 0,0 0 0,0-1 0,0 1 0,0-1 0,0 0 0,0 0 0,1 0 0,-1 0 0,0-1 0,0 1 0,0-1 0,0 1 0,0-1 0,0 0 0,-1-1 0,1 1 0,0 0 0,0-1 0,-1 1 0,1-1 0,-1 0 0,1 0 0,2-3 0,1 0 0,0-1 0,0 0 0,0 0 0,-1-1 0,1 1 0,-1-1 0,-1-1 0,7-12 0,15-57 0,-24 69 0,0 0 0,-1 0 0,0 0 0,0 0 0,-1 0 0,0 0 0,-2-16 0,2 23 0,0 0 0,0 0 0,0 0 0,-1 0 0,1 0 0,0 0 0,0 0 0,-1 0 0,1 0 0,0 0 0,-1 0 0,1 0 0,-1 0 0,1 0 0,-1 0 0,0 0 0,1 1 0,-1-1 0,0 0 0,0 1 0,1-1 0,-1 0 0,0 1 0,0-1 0,0 1 0,0-1 0,0 1 0,0-1 0,0 1 0,-1 0 0,0 0 0,0 0 0,0 1 0,0-1 0,0 1 0,0-1 0,0 1 0,1 0 0,-1 0 0,0 0 0,0 0 0,1 0 0,-1 1 0,0-1 0,-1 2 0,-6 6 0,0 1 0,0 0 0,-11 17 0,5-3 0,1 0 0,1 1 0,2 1 0,0 0 0,1 1 0,-7 36 0,13-43 0,0 0 0,2 0 0,1 0 0,0 0 0,1 0 0,1 0 0,1 0 0,1 0 0,9 33 0,-11-49-188,1 0 0,-1 0-1,1-1 1,0 1 0,0 0 0,0-1-1,1 1 1,-1-1 0,1 1 0,0-1-1,0 0 1,0-1 0,0 1 0,1 0 0,-1-1-1,1 0 1,-1 1 0,1-1 0,0-1-1,0 1 1,7 2 0,2-4-10395,0-2 3910,27-11-633,-28 8 5422,19-6 160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3.815"/>
    </inkml:context>
    <inkml:brush xml:id="br0">
      <inkml:brushProperty name="width" value="0.035" units="cm"/>
      <inkml:brushProperty name="height" value="0.035" units="cm"/>
    </inkml:brush>
  </inkml:definitions>
  <inkml:trace contextRef="#ctx0" brushRef="#br0">155 60 728,'-14'-18'5285,"9"14"-1922,0-1 0,0 1 0,-1 0 0,1 0 0,-1 0 0,-9-4 0,-4 2-154,16 5-3475,0 1 1,1-1-1,-1 1 1,0 0-1,0 0 1,1 0-1,-1 0 1,0 0-1,0 0 1,-3 2-1,4-1-276,-1 0-1,1 0 1,0 0-1,0 0 1,0 0-1,-1 0 1,1 1-1,0-1 1,1 1-1,-1 0 1,0 0-1,0-1 1,1 1-1,-1 0 0,1 0 1,0 1-1,-1-1 1,1 0-1,0 0 1,0 1-1,0-1 1,1 0-1,-1 1 1,1-1-1,-1 1 1,1-1-1,0 1 1,0 2-1,2 18-7513,4-2 4467,4 5 1617</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3.955"/>
    </inkml:context>
    <inkml:brush xml:id="br0">
      <inkml:brushProperty name="width" value="0.035" units="cm"/>
      <inkml:brushProperty name="height" value="0.035" units="cm"/>
    </inkml:brush>
  </inkml:definitions>
  <inkml:trace contextRef="#ctx0" brushRef="#br0">81 3 396,'-14'41'5233,"5"-18"2723,-2 0 0,-16 26 0,8-20-4690,30-57-3778,8-18-4095,9 3-12255,-6 16 9579,-4 3 4604</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4.189"/>
    </inkml:context>
    <inkml:brush xml:id="br0">
      <inkml:brushProperty name="width" value="0.035" units="cm"/>
      <inkml:brushProperty name="height" value="0.035" units="cm"/>
    </inkml:brush>
  </inkml:definitions>
  <inkml:trace contextRef="#ctx0" brushRef="#br0">157 1 248,'-6'6'8759,"6"-6"-7963,0 1 0,-1 0 0,1-1 1,0 1-1,0 0 0,-1-1 0,1 1 1,0 0-1,0 0 0,0-1 0,0 2 1,-3 21 10220,3-19-9650,-70 423 898,7-55-2713,59-344 176,-3 37-2544,6-53 1240,1 0 1,0 0-1,2 15 0,7 2-11165,-8-27 12003,0 0 0,0-1 0,1 1-1,-1 0 1,0 0 0,1-1 0,-1 1 0,1-1-1,-1 1 1,1-1 0,3 3 0,10 1-915</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4.501"/>
    </inkml:context>
    <inkml:brush xml:id="br0">
      <inkml:brushProperty name="width" value="0.035" units="cm"/>
      <inkml:brushProperty name="height" value="0.035" units="cm"/>
    </inkml:brush>
  </inkml:definitions>
  <inkml:trace contextRef="#ctx0" brushRef="#br0">90 311 336,'-25'25'3585,"22"-19"-1543,-1 0 1,1 0 0,0 0-1,0 0 1,-3 12-1,-3 36 10521,5-18-8615,4-31-3872,-1 14-76,0 0 0,4 28 0,-2-40 0,0 0 0,0-1 0,0 1 0,1-1 0,0 1 0,0-1 0,1 0 0,0 0 0,0 0 0,6 9 0,-7-13 0,-1-1 0,1 1 0,0-1 0,-1 0 0,1 1 0,0-1 0,0 0 0,0 0 0,0 0 0,0 0 0,0-1 0,0 1 0,0 0 0,0-1 0,0 0 0,1 1 0,-1-1 0,0 0 0,0 0 0,0 0 0,1 0 0,-1-1 0,0 1 0,0-1 0,0 1 0,0-1 0,0 0 0,0 1 0,0-1 0,0 0 0,0 0 0,0-1 0,3-1 0,4-4 0,0 0 0,0 0 0,-1-1 0,0 0 0,8-10 0,9-14 0,-2-1 0,-1 0 0,25-53 0,-35 61 0,-1-1 0,-1 0 0,-2 0 0,0-1 0,6-51 0,-13 66 0,-1 0 0,-1 0 0,1 1 0,-2-1 0,0 0 0,0 1 0,-1-1 0,0 1 0,-8-16 0,10 23 0,-1 0 0,0 0 0,0 0 0,0 0 0,0 0 0,-1 1 0,0-1 0,1 1 0,-1 0 0,0-1 0,-1 1 0,1 1 0,-1-1 0,1 0 0,-1 1 0,0 0 0,0 0 0,0 0 0,0 0 0,0 1 0,0-1 0,0 1 0,0 0 0,-1 0 0,1 1 0,-1-1 0,-7 1 0,7 1 0,0 0 0,0 1 0,0-1 0,1 1 0,-1 0 0,0 0 0,1 0 0,0 1 0,-1-1 0,1 1 0,0 0 0,0 1 0,1-1 0,-1 1 0,1-1 0,-5 6 0,-4 8 0,1 1 0,-16 30 0,18-30 0,-4 5-44,-44 88-1545,49-93 581,1 0 0,1 1 0,0 0-1,-3 21 1,8-37-135,0 0 0,1-1 0,0 1 0,-1 0 0,1 0 0,0 0 0,0-1-1,1 1 1,-1 0 0,1-1 0,-1 1 0,1 0 0,0 0 0,0-1 0,0 1 0,0-1 0,0 1 0,1-1 0,2 4 0,8 1-1345</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4.826"/>
    </inkml:context>
    <inkml:brush xml:id="br0">
      <inkml:brushProperty name="width" value="0.035" units="cm"/>
      <inkml:brushProperty name="height" value="0.035" units="cm"/>
    </inkml:brush>
  </inkml:definitions>
  <inkml:trace contextRef="#ctx0" brushRef="#br0">171 136 1276,'-32'27'5494,"23"-17"-1677,1 0 0,0 1-1,1 0 1,0 0-1,-6 15 1,-2 6-724,14-30-3093,-18 42 0,-17 54 0,32-85 0,0 1 0,1 0 0,1 1 0,1-1 0,0 0 0,0 1 0,1-1 0,4 21 0,-4-32 0,0 0 0,1-1 0,-1 1 0,1 0 0,0-1 0,0 1 0,0 0 0,0-1 0,0 1 0,1-1 0,-1 0 0,1 0 0,-1 1 0,1-1 0,0 0 0,0 0 0,0 0 0,0-1 0,0 1 0,0 0 0,1-1 0,-1 1 0,1-1 0,-1 0 0,1 0 0,-1 0 0,1 0 0,-1 0 0,1-1 0,0 1 0,-1-1 0,1 0 0,0 0 0,0 0 0,-1 0 0,1 0 0,0 0 0,0-1 0,-1 1 0,5-2 0,5-2 0,-1 1 0,0-1 0,0-1 0,0 0 0,0-1 0,-1 0 0,0 0 0,10-10 0,3-4 0,-2 0 0,0-2 0,-1 0 0,-1-2 0,-2 0 0,0-1 0,-2 0 0,0-1 0,-2-1 0,-1 0 0,-1-1 0,14-57 0,-24 79 0,0-1 0,0 0 0,0 0 0,-1 1 0,0-1 0,0 0 0,-1 0 0,0 1 0,0-1 0,-1 0 0,1 1 0,-1-1 0,-1 1 0,1 0 0,-1-1 0,0 1 0,-1 1 0,0-1 0,1 0 0,-2 1 0,1 0 0,-1 0 0,0 0 0,0 0 0,0 1 0,0 0 0,-1 0 0,0 0 0,1 1 0,-1 0 0,-1 0 0,1 0 0,0 1 0,-1 0 0,1 0 0,-1 1 0,0 0 0,1 0 0,-1 0 0,-11 1 0,10 1-112,0 0 1,0 1-1,-1-1 0,1 2 1,1-1-1,-1 1 0,0 0 0,1 1 1,-1-1-1,1 2 0,0-1 1,0 1-1,-9 8 0,9-7-355,0 0 0,1 0 0,1 0 0,-1 1 0,1 0 0,0 0 0,0 0 0,1 1 0,0-1 0,0 1 0,1 0 0,-5 16 0,7-22-691,1 0 0,0 1 0,-1-1 0,1 0 0,0 0 0,0 0 0,0 1-1,1-1 1,-1 0 0,0 0 0,1 0 0,0 0 0,-1 1 0,2 1 0,-1-2 665,0-1 0,1 1 0,-1-1 0,0 1 0,0-1 0,1 0 0,-1 0 0,0 0 0,1 0 0,2 2 0,17 7-1513</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5.152"/>
    </inkml:context>
    <inkml:brush xml:id="br0">
      <inkml:brushProperty name="width" value="0.035" units="cm"/>
      <inkml:brushProperty name="height" value="0.035" units="cm"/>
    </inkml:brush>
  </inkml:definitions>
  <inkml:trace contextRef="#ctx0" brushRef="#br0">180 256 1532,'-26'20'5709,"21"-16"-3458,1 1-1,0 0 0,0 0 1,1 0-1,-1 1 0,1-1 1,1 1-1,-1 0 1,-2 7-1,-2 13 768,1 2-3018,1 1 0,1 0 0,0 49 0,4-67 0,1-1 0,-1 1 0,2-1 0,0 1 0,0-1 0,1 1 0,0-1 0,0 0 0,1 0 0,1 0 0,0-1 0,0 0 0,9 12 0,-12-18 0,0-1 0,0 0 0,0 0 0,0 0 0,1 0 0,-1-1 0,1 1 0,-1-1 0,1 1 0,-1-1 0,1 0 0,0 0 0,0 0 0,0 0 0,0 0 0,-1-1 0,7 1 0,-4-1 0,0-1 0,1 1 0,-1-1 0,0 0 0,0-1 0,0 1 0,0-1 0,0 0 0,6-3 0,5-4 0,-1-1 0,-1 0 0,0-1 0,24-24 0,-15 12 0,-1-2 0,-1 0 0,-1-1 0,-1-1 0,-2-1 0,-1-1 0,-1 0 0,-1-1 0,-1-1 0,-2 0 0,11-51 0,-21 72 0,1 0 0,-1 0 0,-1 0 0,0 0 0,0 0 0,-1 0 0,-1-1 0,0 1 0,0 1 0,0-1 0,-2 0 0,-4-12 0,5 16 0,0 1 0,-1-1 0,0 1 0,0-1 0,0 1 0,0 0 0,-1 1 0,0-1 0,0 1 0,0 0 0,0 0 0,-1 1 0,1-1 0,-1 1 0,0 0 0,0 1 0,0-1 0,-1 1 0,-10-2 0,5 2 0,0 1 0,-1 0 0,1 1 0,0 0 0,0 1 0,0 1 0,0 0 0,-12 3 0,-14 6 0,-41 18 0,43-15 0,-8 3-3607,29-11-35,0 1-1,0 0 1,0 2 0,-22 15-1,26-13-3129,7-1 3504</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7.402"/>
    </inkml:context>
    <inkml:brush xml:id="br0">
      <inkml:brushProperty name="width" value="0.035" units="cm"/>
      <inkml:brushProperty name="height" value="0.035" units="cm"/>
    </inkml:brush>
  </inkml:definitions>
  <inkml:trace contextRef="#ctx0" brushRef="#br0">479 84 168,'6'-4'771,"36"-34"3810,-30 24 2440,-3-1 5790,-9 14-12680,0 1 0,0-1-1,0 1 1,0 0 0,0-1-1,0 1 1,0-1-1,0 1 1,0 0 0,0-1-1,-1 1 1,1 0 0,0-1-1,0 1 1,0 0 0,-1-1-1,1 1 1,0 0 0,0-1-1,0 1 1,-1 0-1,1-1 1,0 1 0,-1 0-1,1 0 1,0-1 0,-1 1-1,1 0 1,0 0 0,-1 0-1,1 0 1,0-1 0,-1 1-1,1 0 1,-1 0-1,1 0 1,0 0 0,-1 0-1,1 0 1,-1 0 0,1 0-1,-20-2 1794,7 3-1924,0 1 0,0 0 0,0 0 0,1 1 0,-1 1 0,0 0 0,-12 7 0,-83 47 0,79-41 0,1 2 0,-47 42 0,63-49 0,0-1 0,1 2 0,1 0 0,0 0 0,0 1 0,1 0 0,-13 29 0,21-37 0,-1-1 0,0 1 0,1 0 0,0-1 0,1 1 0,-1 0 0,1-1 0,0 1 0,1 0 0,-1 0 0,1-1 0,0 1 0,0-1 0,1 1 0,0-1 0,0 1 0,3 4 0,5 10 0,2 0 0,0-1 0,16 19 0,6 9 0,-18-25 0,1 0 0,0-2 0,2 1 0,29 23 0,-46-43 0,0 1 0,0-1 0,0 1 0,-1 0 0,1 0 0,-1 0 0,1 0 0,-1 0 0,1 0 0,-1 0 0,0 0 0,0 0 0,0 1 0,0-1 0,-1 0 0,2 5 0,-3-4 0,1-1 0,-1 1 0,1-1 0,-1 0 0,0 1 0,0-1 0,0 0 0,0 0 0,-1 0 0,1 0 0,0 0 0,-1 0 0,0 0 0,1 0 0,-1 0 0,0-1 0,-2 2 0,-8 7 0,0-1 0,-1 0 0,1-1 0,-2-1 0,1 0 0,-1-1 0,-18 6 0,8-4 0,0-2 0,0-1 0,-42 4 0,39-10-4379,27 1 4135,0 0-1,0-1 1,0 1-1,0 0 1,0 0-1,1-1 1,-1 1-1,0 0 1,0-1-1,0 1 1,0 0-1,0 0 0,0 0 1,1-1-1,-1 1 1,0 0-1,0 0 1,1-1-490,-1 1 490,0 0-1,0 0 0,0 0 1,1-1-1,-1 1 1,0 0-1,0 0 1,1 0-1,-1 0 1,0 0-1,0 0 1,1 0-1,-1 0 1,0 0-1,1 0 0,-1 0 1,0 0-1,1 0 1,30-9-11542,-10 5 7925,14 0 1693</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7.697"/>
    </inkml:context>
    <inkml:brush xml:id="br0">
      <inkml:brushProperty name="width" value="0.035" units="cm"/>
      <inkml:brushProperty name="height" value="0.035" units="cm"/>
    </inkml:brush>
  </inkml:definitions>
  <inkml:trace contextRef="#ctx0" brushRef="#br0">0 132 524,'23'-3'2370,"-21"4"-1386,1-1-1,-1 0 1,0 0 0,0 1-1,0-1 1,0 1-1,0 0 1,0 0 0,0 0-1,3 1 1,15 17 11573,-7-3-7260,-1 0-4993,-6-10-282,-1 0 0,1 0 0,1 0 1,-1-1-1,1 0 0,0 0 1,0-1-1,1 1 0,-1-2 0,1 1 1,0-1-1,-1 0 0,2-1 1,-1 0-1,0 0 0,0-1 0,1 0 1,-1 0-1,0-1 0,1 0 1,-1-1-1,1 1 0,-1-2 0,0 1 1,0-1-1,1 0 0,-1-1 1,-1 0-1,1 0 0,0-1 0,-1 0 1,0 0-1,0-1 0,0 0 1,0 0-1,-1-1 0,0 1 0,0-1 1,9-13-1,-12 16-22,-1-1 0,0 1 0,0 0 0,0-1 0,-1 0 0,1 1 0,-1-1 0,0 0 0,0 0 0,-1 0 0,1 1 0,-1-1 0,1 0 0,-1 0 0,0 0 0,-1 0 0,1 0 0,-1 0 0,0 0 0,0 0 0,0 1 0,0-1 0,-1 0 0,1 1 0,-1-1 0,0 1 0,0-1 0,0 1 0,-5-6 0,1 3 0,1 1 0,-1-1 0,0 1 0,0 0 0,-1 1 0,1-1 0,-1 1 0,0 1 0,0-1 0,-1 1 0,1 0 0,-1 1 0,1 0 0,-11-2 0,15 4 0,0 0 0,0 0 0,0 0 0,0 0 0,0 1 0,0-1 0,0 1 0,0 0 0,0 0 0,0 0 0,1 0 0,-1 0 0,0 1 0,0-1 0,1 1 0,-1 0 0,1 0 0,0 0 0,-1 0 0,1 0 0,0 0 0,0 1 0,0-1 0,1 1 0,-1-1 0,1 1 0,-1 0 0,1-1 0,0 1 0,-1 4 0,-3 6 0,1 0 0,0 1 0,1 0 0,1-1 0,-1 19 0,2-11 23,1 0-1,1-1 1,1 1 0,0-1 0,2 1-1,0-1 1,11 28 0,-12-39-74,0 1 1,2-1-1,-1 0 1,1 0-1,0-1 1,1 1-1,0-1 1,0 0-1,1-1 1,0 0 0,0 0-1,1 0 1,0-1-1,0 0 1,0 0-1,1-1 1,10 5-1,-15-9-1037,1 1 0,-1-1 0,0 0 0,1 0 0,-1-1 0,1 0 0,-1 1-1,1-1 1,-1-1 0,1 1 0,-1-1 0,1 1 0,-1-2 0,6-1 0,31-15-8893,-15 3 7177,3-4 774</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8.132"/>
    </inkml:context>
    <inkml:brush xml:id="br0">
      <inkml:brushProperty name="width" value="0.035" units="cm"/>
      <inkml:brushProperty name="height" value="0.035" units="cm"/>
    </inkml:brush>
  </inkml:definitions>
  <inkml:trace contextRef="#ctx0" brushRef="#br0">31 217 76,'11'12'4998,"-11"-11"-3940,1 1 1,-1-1-1,0 0 0,0 1 0,0-1 0,0 1 0,0-1 0,0 1 0,0-1 0,0 0 0,-1 1 0,1-1 0,0 1 0,-1-1 0,1 0 0,-1 1 0,1-1 0,-1 0 0,0 0 0,0 1 0,0-1 0,-1 2 0,-9 4 2296,11-7-3354,-1-1 0,0 1 0,0-1 0,0 0 0,1 0 0,-1 1 0,0-1 0,1 0 0,-1 0 0,1 0 0,-1 0 0,1 1 0,-1-1 0,1 0 0,0 0 0,-1 0 0,1 0 0,0-2 0,-8-20 0,6 12 0,1 1 0,0 0 0,0 0 0,1 0 0,1-1 0,0 1 0,4-19 0,-2 13 0,2-1 0,0 1 0,14-30 0,-18 44 0,-1 0 0,1 0 0,0 0 0,0 0 0,0 1 0,0-1 0,0 0 0,1 1 0,-1-1 0,0 1 0,1 0 0,-1-1 0,1 1 0,0 0 0,-1 0 0,1 0 0,0 0 0,0 0 0,0 0 0,-1 0 0,1 1 0,0-1 0,0 1 0,0-1 0,0 1 0,0 0 0,0 0 0,0 0 0,0 0 0,0 0 0,0 0 0,0 1 0,0-1 0,0 0 0,0 1 0,0 0 0,0-1 0,0 1 0,-1 0 0,1 0 0,0 0 0,1 2 0,9 5 0,-1 0 0,0 1 0,0 1 0,16 19 0,-16-17 0,15 23 0,5 6 0,-29-39 0,1 0 0,-1 0 0,0 0 0,1 0 0,-1 0 0,1-1 0,0 1 0,-1-1 0,1 1 0,0-1 0,0 0 0,0 0 0,4 0 0,-5-1 0,0 0 0,0 0 0,-1 0 0,1-1 0,0 1 0,-1-1 0,1 1 0,0-1 0,-1 0 0,1 0 0,-1 0 0,1 0 0,-1 0 0,1 0 0,-1 0 0,0 0 0,1 0 0,-1-1 0,0 1 0,2-2 0,23-38 0,-16 24 0,-8 14 0,1 1 0,-1-1 0,0 1 0,1 0 0,-1 0 0,1-1 0,0 2 0,-1-1 0,1 0 0,0 1 0,0-1 0,0 1 0,1 0 0,-1 0 0,0 0 0,0 0 0,0 0 0,1 1 0,-1 0 0,0 0 0,1 0 0,-1 0 0,0 0 0,1 0 0,-1 1 0,0 0 0,6 1 0,8 4 0,-1 0 0,0 1 0,0 0 0,15 10 0,-22-11 0,-4-3 0,0 0 0,0 1 0,-1 0 0,0 0 0,6 7 0,-8-8 0,1 0 0,0 0 0,0 0 0,0 0 0,0 0 0,1-1 0,-1 1 0,1-1 0,-1 0 0,5 2 0,-3 1-2135,-3 9-5804,-1-3 732,18-8-7731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8.413"/>
    </inkml:context>
    <inkml:brush xml:id="br0">
      <inkml:brushProperty name="width" value="0.035" units="cm"/>
      <inkml:brushProperty name="height" value="0.035" units="cm"/>
    </inkml:brush>
  </inkml:definitions>
  <inkml:trace contextRef="#ctx0" brushRef="#br0">25 408 312,'1'0'234,"-1"0"1,1 0-1,-1 1 0,1-1 0,-1 0 1,1 0-1,-1 0 0,0 1 0,1-1 1,-1 0-1,1 1 0,-1-1 0,1 0 1,-1 1-1,0-1 0,1 1 1,-1-1-1,0 1 0,0-1 0,1 0 1,-1 1-1,0-1 0,0 1 0,1-1 1,-1 1-1,0 0 0,0-1 0,0 1 1,0-1-1,0 1 0,0-1 0,0 1 1,0-1-1,0 1 0,0-1 1,0 1-1,-4 26 9172,3-20-7195,-3 19 3376,-4 26 7,8-47-5521,-1 0 0,1 0 0,0 0 0,1 0-1,-1 0 1,1 0 0,2 7 0,-3-12-207,0 1 0,0-1-1,0 0 1,1 0 0,-1 0 0,0 0-1,0 1 1,0-1 0,0 0 0,0 0 0,0 0-1,0 0 1,0 0 0,0 0 0,0 0-1,1 1 1,-1-1 0,0 0 0,0 0 0,0 0-1,0 0 1,0 0 0,1 0 0,-1 0 0,0 0-1,0 0 1,0 0 0,0 0 0,0 0-1,1 0 1,-1 0 0,0 0 0,0 0 0,0 0-1,0 0 1,1 0 0,-1 0 0,0 0 0,0 0-1,0 0 1,0 0 0,0 0 0,1 0-1,-1 0 1,0 0 0,0 0 0,0 0 0,0-1-1,0 1 1,0 0 0,1 0 0,-1 0-1,0 0 1,0 0 0,0 0 0,0-1 0,10-13-5167,5-18-1726,-7 12 4750,-2-1-1,0 1 1,5-32-1,-8 25 2114,-1 0-1,-1-39 0,-4 35 4333,-10-57-1,5 57 4522,-18-50 1,8 52-4540,15 25-4209,0 1 0,1 0 0,0-1 0,0 0 0,0 1 0,0-1 0,0 0 0,1 0 0,-2-6 0,27 25-27669,-10 0 25117,4 2 1225</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9.209"/>
    </inkml:context>
    <inkml:brush xml:id="br0">
      <inkml:brushProperty name="width" value="0.035" units="cm"/>
      <inkml:brushProperty name="height" value="0.035" units="cm"/>
    </inkml:brush>
  </inkml:definitions>
  <inkml:trace contextRef="#ctx0" brushRef="#br0">115 190 100,'5'47'1751,"-2"1"4247,-3-24-446,2 0 0,0 0 0,8 29 0,-10-53-5523,0 1-1,0-1 1,0 1 0,0-1 0,0 1 0,0-1 0,0 1 0,0-1 0,1 1-1,-1 0 1,0-1 0,0 1 0,1-1 0,-1 1 0,0-1 0,1 0-1,-1 1 1,0-1 0,1 1 0,-1-1 0,1 0 0,-1 1 0,0-1 0,1 0-1,-1 1 1,1-1 0,-1 0 0,1 0 0,-1 1 0,1-1 0,0 0-1,-1 0 1,1 0 0,-1 0 0,1 0 0,-1 0 0,1 0 0,-1 0 0,1 0-1,0 0 1,-1 0 0,1 0 0,-1 0 0,1 0 0,-1-1 0,1 1-1,-1 0 1,1 0 0,-1-1 0,1 1 0,-1 0 0,1-1 0,-1 1 0,0 0-1,1-1 1,-1 1 0,1-1 0,-1 1 0,0 0 0,1-1 0,-1 0-1,20-29 889,-11 5-917,-1 0 0,-1-1 0,-2 0 0,0 0 0,-2-1 0,-1 1 0,-1-27 0,-2 26 0,0 16 0,1 0 0,0 1 0,3-20 0,-3 29 0,1 0 0,-1 0 0,1 1 0,-1-1 0,1 0 0,-1 0 0,1 1 0,0-1 0,-1 0 0,1 1 0,0-1 0,-1 1 0,1-1 0,0 1 0,0-1 0,0 1 0,0 0 0,-1-1 0,1 1 0,0 0 0,0 0 0,0 0 0,0-1 0,0 1 0,0 0 0,0 0 0,0 0 0,0 1 0,0-1 0,1 0 0,36 7 0,-29-5 0,10 1 0,1-1 0,33 0 0,-51-2 0,-1 0 0,-1 0 0,0 0 0,0 0 0,0 0 0,1 0 0,-1 0 0,0 0 0,0 0 0,0 0 0,0 0 0,1 0 0,-1 0 0,0 0 0,0 0 0,0 0 0,1 0 0,-1 0 0,0 0 0,0 0 0,0 0 0,1 0 0,-1 0 0,0 0 0,0 1 0,0-1 0,0 0 0,0 0 0,1 0 0,-1 0 0,0 0 0,0 1 0,0-1 0,0 0 0,0 0 0,0 0 0,0 0 0,0 1 0,1-1 0,-1 0 0,0 0 0,0 0 0,0 0 0,0 1 0,0-1 0,0 0 0,0 0 0,0 0 0,0 1 0,-1-2 0,1 0 0,-1 0 0,0 0 0,1 0 0,-1 0 0,0 0 0,1 1 0,-1-1 0,0 0 0,0 0 0,0 1 0,0-1 0,0 0 0,0 1 0,0-1 0,0 1 0,0-1 0,0 1 0,0 0 0,0-1 0,0 1 0,0 0 0,-2 0 0,-17-9 0,20 9 0,-1-1 0,1 1 0,-1 0 0,1-1 0,-1 1 0,1-1 0,0 1 0,-1-1 0,1 1 0,0-1 0,-1 1 0,1-1 0,0 1 0,0-1 0,-1 1 0,1-1 0,0 1 0,0-1 0,0 0 0,0 1 0,0-1 0,0 1 0,0-1 0,0 1 0,0-1 0,0 0 0,0 1 0,0-1 0,0 0 0,1-1 0,-1 1 0,0-1 0,1 1 0,-1-1 0,0 0 0,0 1 0,0-1 0,0 0 0,0 1 0,0-1 0,-1 0 0,0-2 0,-1 3 0,-21-3 0,21 4 0,0-1 0,0 1 0,0-1 0,-1 1 0,1 0 0,0 0 0,0-1 0,-1 2 0,1-1 0,0 0 0,0 0 0,-3 1 0,-11 4 0,-1 1 0,1 1 0,0 0 0,1 1 0,0 1 0,0 0 0,1 1 0,0 0 0,0 1 0,1 1 0,-15 18 0,17-17 0,1-1 0,0 1 0,1 1 0,1 0 0,0 0 0,0 1 0,2 0 0,0 0 0,1 0 0,0 1 0,1 0 0,-2 22 0,6-30 0,0 0 0,0 1 0,1-1 0,0 0 0,0 0 0,1 0 0,0 0 0,1 0 0,-1 0 0,2-1 0,-1 1 0,1-1 0,0 0 0,0 0 0,1 0 0,7 7 0,-9-10 0,0-1 0,1 1 0,0-1 0,0 0 0,0 0 0,0 0 0,0 0 0,1-1 0,-1 1 0,1-1 0,-1-1 0,1 1 0,0 0 0,0-1 0,0 0 0,0 0 0,0-1 0,0 0 0,0 1 0,0-1 0,0-1 0,0 1 0,0-1 0,0 0 0,0 0 0,-1-1 0,9-2 0,-3-1 0,-1-1 0,0 1 0,-1-2 0,1 1 0,-1-1 0,-1 0 0,1-1 0,-1 1 0,-1-2 0,1 1 0,-1-1 0,-1 0 0,1 0 0,-2 0 0,7-17 0,4-14 0,-2-1 0,11-60 0,-23 96 0,19-104 0,-20 109 0,0-1 0,0 0 0,0 1 0,0-1 0,0 0 0,0 1 0,1-1 0,-1 0 0,0 1 0,0-1 0,1 1 0,-1-1 0,0 0 0,1 1 0,-1-1 0,1 1 0,-1-1 0,0 1 0,1 0 0,-1-1 0,1 1 0,0-1 0,6 9 0,2 24 0,1 28 0,-5-23 0,1 0 0,2 0 0,2 0 0,1-1 0,22 48 0,-31-79 2,1 0-1,0-1 1,0 0 0,0 1 0,0-1-1,1 0 1,-1 0 0,1-1 0,5 5-1,-7-7-5,0 0 0,0 0 0,1 0 0,-1 0 0,0 0 0,1 0-1,-1 0 1,1-1 0,-1 1 0,0-1 0,1 0 0,-1 0 0,1 0 0,-1 0-1,1 0 1,-1 0 0,1-1 0,-1 1 0,1-1 0,3-1 0,1 3-1212,-1-1-928</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9.519"/>
    </inkml:context>
    <inkml:brush xml:id="br0">
      <inkml:brushProperty name="width" value="0.035" units="cm"/>
      <inkml:brushProperty name="height" value="0.035" units="cm"/>
    </inkml:brush>
  </inkml:definitions>
  <inkml:trace contextRef="#ctx0" brushRef="#br0">46 337 280,'-3'15'3877,"-9"10"8078,1 0 460,6-9-11568,1 1 0,0 0 0,1 0 1,0 20-1,3-37-847,0 0 0,0 0 0,0 0 0,0 0 0,0-1 0,1 1 0,-1 0 0,0 0 0,0 0 0,0 0 0,1 0 0,-1 0 0,0 0 0,0 0 0,0 0 0,1 0 0,-1 0 0,0 0 0,0 0 0,0 0 0,1 0 0,-1 0 0,0 0 0,0 0 0,0 0 0,1 0 0,-1 0 0,0 0 0,0 0 0,0 0 0,1 0 0,-1 0 0,0 0 0,0 0 0,0 1 0,0-1 0,1 0 0,-1 0 0,0 0 0,0 0 0,0 0 0,0 1 0,0-1 0,1 0 0,-1 0 0,0 0 0,0 1 0,0-1 0,0 0 0,0 0 0,0 0 0,0 1 0,0-1 0,0 0 0,0 1 0,10-19 0,18-78 0,-1-2 0,73-172 0,-100 268 0,1 1 0,0-1 0,-1 1 0,1-1 0,0 1 0,0-1 0,0 1 0,0-1 0,0 1 0,0 0 0,0 0 0,0-1 0,1 1 0,-1 0 0,0 0 0,1 0 0,-1 0 0,1 1 0,-1-1 0,1 0 0,2 0 0,-2 1 0,-1 0 0,1 0 0,0 1 0,-1-1 0,0 0 0,1 1 0,-1 0 0,1-1 0,-1 1 0,0 0 0,1-1 0,-1 1 0,0 0 0,0 0 0,1 0 0,-1 0 0,0 1 0,1 1 0,6 7 0,-2 0 0,1 0 0,-1 1 0,6 17 0,2 9 0,-3 0 0,9 43 0,-1 0 0,-18-79-180,-1 1 0,0-1 0,0 0 0,0 1 0,0-1 1,0 0-1,0 1 0,0-1 0,0 0 0,0 1 0,0-1 0,-1 0 0,1 1 0,-1 1 0,-12 11-6881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0:59.813"/>
    </inkml:context>
    <inkml:brush xml:id="br0">
      <inkml:brushProperty name="width" value="0.035" units="cm"/>
      <inkml:brushProperty name="height" value="0.035" units="cm"/>
    </inkml:brush>
  </inkml:definitions>
  <inkml:trace contextRef="#ctx0" brushRef="#br0">76 470 428,'-11'8'2724,"1"2"3091,-19 13 12348,10-14-12530,19-9-5633,-1 0 0,1 0 0,0 0 0,0 0 0,-1 0 0,1 0 0,0 0 0,0 0 0,-1 0 0,1-1 0,0 1 0,0 0 0,0 0 0,-1 0 0,1 0 0,0 0 0,0-1 0,0 1 0,-1 0 0,1 0 0,0 0 0,0-1 0,0 1 0,0 0 0,0 0 0,-1-1 0,1 1 0,0 0 0,0 0 0,0-1 0,0 1 0,0 0 0,0 0 0,0-1 0,0 1 0,0 0 0,0 0 0,0-1 0,0 1 0,0 0 0,0 0 0,0-1 0,0 1 0,1-1 0,1-15 0,-2 14 0,13-81 0,3 1 0,4 0 0,39-103 0,-57 179 0,1 1 0,-1 0 0,1 0 0,0 0 0,0 0 0,0 1 0,1-1 0,-1 1 0,7-6 0,-9 9 0,0 1 0,0-1 0,0 0 0,0 1 0,0-1 0,0 1 0,0-1 0,1 1 0,-1 0 0,0-1 0,0 1 0,0 0 0,1 0 0,-1 0 0,0 0 0,0 0 0,1 0 0,-1 0 0,1 0 0,0 1 0,0 0 0,0 0 0,0 0 0,0 0 0,-1 0 0,1 0 0,0 1 0,-1-1 0,1 1 0,-1-1 0,0 1 0,1-1 0,-1 1 0,0 0 0,1 2 0,12 21 0,-2 2 0,-1 0 0,-1 0 0,13 54 0,9 28 0,-31-106-370,1 1 1,-1 0-1,0 0 0,0 0 1,0 0-1,0 6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0.125"/>
    </inkml:context>
    <inkml:brush xml:id="br0">
      <inkml:brushProperty name="width" value="0.035" units="cm"/>
      <inkml:brushProperty name="height" value="0.035" units="cm"/>
    </inkml:brush>
  </inkml:definitions>
  <inkml:trace contextRef="#ctx0" brushRef="#br0">1 1 372,'1'4'13789,"4"5"-4738,4 8-2358,2 6-3850,-10-20-2842,8 19 5,1 0 0,20 31 0,-27-47-6,1-1-1,0 0 1,0 0 0,0-1 0,0 1-1,1-1 1,0 0 0,0 0 0,0 0-1,0-1 1,1 0 0,-1 0 0,1 0-1,0-1 1,6 3 0,-9-5 0,1 1 0,-1-1 0,1 0 0,-1 0 0,0 0 0,1-1 0,-1 1 0,1-1 0,-1 0 0,0 0 0,0 0 0,0 0 0,1 0 0,-1-1 0,0 0 0,0 1 0,-1-1 0,1 0 0,0 0 0,3-4 0,6-6 0,0-1 0,19-26 0,-9 12 0,-16 20 0,1 0 0,0 0 0,0 1 0,0 0 0,16-10 0,-22 15 0,1 0 0,0 0 0,-1 0 0,1 0 0,0 1 0,-1-1 0,1 0 0,0 1 0,0 0 0,0-1 0,0 1 0,-1 0 0,1 0 0,0 0 0,0 0 0,0 0 0,0 0 0,0 0 0,-1 1 0,1-1 0,0 1 0,0-1 0,0 1 0,-1 0 0,1 0 0,0 0 0,-1 0 0,1 0 0,-1 0 0,1 0 0,-1 0 0,1 1 0,-1-1 0,0 0 0,0 1 0,2 2 0,4 8 0,-1 1 0,-1 0 0,1 1 0,-2-1 0,6 28 0,2 8 0,-1 10 0,-14-50-3126</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0.420"/>
    </inkml:context>
    <inkml:brush xml:id="br0">
      <inkml:brushProperty name="width" value="0.035" units="cm"/>
      <inkml:brushProperty name="height" value="0.035" units="cm"/>
    </inkml:brush>
  </inkml:definitions>
  <inkml:trace contextRef="#ctx0" brushRef="#br0">144 46 304,'3'-12'2927,"-3"11"-2273,-1 0 0,1 0 0,-1 0 0,0 0 0,1 0 0,-1 0 1,0 0-1,0 0 0,1 1 0,-1-1 0,0 0 0,0 1 0,0-1 0,0 0 0,-2 0 1,-37-12 16946,32 10-16136,6 2-1465,0 1 0,0-1 0,-1 0 0,1 1 0,0 0 0,0-1 0,-1 1 0,1 0 0,0 0 0,0 0 0,-1 0 0,1 1 0,0-1 0,0 1 0,-1-1 0,1 1 0,0 0 0,-3 1 0,2 0 0,1 1 0,-1-1 0,1 1 0,0-1 0,-1 1 0,1 0 0,1 0 0,-1 0 0,0 0 0,1 0 0,-3 7 0,1-2 0,1 0 0,0 0 0,0 0 0,0 0 0,1 0 0,0 1 0,1-1 0,1 14 0,-1-20 0,0 0 0,0 1 0,1-1 0,-1 0 0,1 0 0,-1 0 0,1 0 0,0 0 0,-1 0 0,1 0 0,0 0 0,1 0 0,-1 0 0,0-1 0,0 1 0,1 0 0,-1-1 0,1 1 0,0-1 0,-1 0 0,1 1 0,0-1 0,0 0 0,-1 0 0,1 0 0,0 0 0,0 0 0,0-1 0,1 1 0,-1-1 0,0 1 0,0-1 0,0 0 0,0 1 0,0-1 0,0 0 0,5-1 0,31-4 0,-31 3 0,-1 1 0,1-1 0,0 2 0,-1-1 0,1 1 0,0 0 0,-1 0 0,1 1 0,0 0 0,-1 0 0,1 0 0,-1 1 0,1 0 0,-1 0 0,12 7 0,23 20-1265,14 9-2692,-51-35 3574,0-1 0,0 0-1,1-1 1,-1 1-1,1-1 1,-1 1 0,1-1-1,0-1 1,-1 1 0,1-1-1,6 0 1,-8 0-643,-1 0 0,0-1 0,1 1 0,-1-1 0,0 0 1,0 0-1,1 0 0,-1 0 0,3-2 0,16-17-5202,-14 12 5016,-1-1 0,0 0 0,6-12 0,1-9 134</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0.591"/>
    </inkml:context>
    <inkml:brush xml:id="br0">
      <inkml:brushProperty name="width" value="0.035" units="cm"/>
      <inkml:brushProperty name="height" value="0.035" units="cm"/>
    </inkml:brush>
  </inkml:definitions>
  <inkml:trace contextRef="#ctx0" brushRef="#br0">1 363 76,'16'-127'2765,"-6"43"2475,-3 13 3525,0 2 5657,-5 59-13809,1 9-186,5 16-2,3 28-395,5 160-30,-11-113 0,-3 7 0,-14 123 0,1-44 0,9-147-2112,-3 15-6604,-1 19-6113,6-22 9891,2-21 3194</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1.009"/>
    </inkml:context>
    <inkml:brush xml:id="br0">
      <inkml:brushProperty name="width" value="0.035" units="cm"/>
      <inkml:brushProperty name="height" value="0.035" units="cm"/>
    </inkml:brush>
  </inkml:definitions>
  <inkml:trace contextRef="#ctx0" brushRef="#br0">241 383 432,'-8'0'-219,"-24"0"2465,-21 7 6976,50-7-8513,1 1 0,-1 0 1,1 0-1,0 0 0,-1 0 1,1 0-1,0 0 1,0 1-1,0-1 0,0 1 1,0-1-1,-3 4 0,4-3-408,0-1-1,1 0 0,-1 1 1,0-1-1,1 1 0,-1-1 1,1 1-1,0-1 0,-1 1 1,1-1-1,0 1 0,0-1 1,0 1-1,0-1 0,0 1 1,1-1-1,-1 1 0,0 0 1,1-1-1,-1 0 0,1 1 1,0 2-1,0-2-142,0 1 0,1 0 0,-1-1 0,0 1 0,1-1 0,0 0-1,-1 0 1,1 1 0,0-1 0,0 0 0,0 0 0,0-1 0,1 1 0,-1 0 0,0-1 0,1 1 0,-1-1 0,1 0 0,5 2 0,-3-2-62,0 0-1,0-1 1,0 1 0,0-1 0,0 0 0,0-1 0,0 1 0,0-1 0,0 0-1,7-2 1,1-1-18,-2-1 1,1 0-1,0-1 0,-1 0 0,0 0 0,-1-2 1,1 1-1,10-11 0,-6 3-72,-2 0-1,1-1 1,-2 0-1,0-1 1,-1-1 0,-1 0-1,14-34 1,-20 42-7,0-1 1,-1 1-1,-1-1 1,0 1-1,0-1 1,-1 0-1,0 0 1,-1 0-1,0 0 1,-1 0-1,0 0 1,-1 1-1,0-1 1,-1 0-1,0 1 1,-6-16-1,7 23 1,0-1 0,0 0 0,0 1 0,0-1 0,-1 1 0,1 0 0,-1 0 0,0 0 0,0 0 0,0 0 0,0 1 0,0-1 0,-1 1 0,1 0 0,-7-3 0,8 4 0,-1 0 0,0 1 0,0-1 0,0 1 0,0-1 0,0 1 0,0 0 0,0 0 0,0 1 0,0-1 0,0 0 0,0 1 0,0 0 0,0 0 0,0 0 0,1 0 0,-1 0 0,0 0 0,1 1 0,-1-1 0,1 1 0,-3 2 0,-10 9 0,2 0 0,-1 0 0,2 1 0,0 1 0,1 0 0,0 1 0,1 0 0,1 1 0,-8 18 0,-9 30 0,-19 70 0,44-131 0,-41 150 0,-31 237 0,61-284 349,11-93-730,1 0-1,0 1 0,2-1 0,-1 0 1,6 20-1,-7-33-289,1 1 0,-1-1 0,1 0 0,-1 1 0,1-1 1,0 0-1,-1 1 0,1-1 0,0 0 0,0 0 0,0 0 0,0 0 0,0 0 0,0 0 0,0 0 0,0 0 0,1 0 0,-1 0 0,0-1 0,0 1 0,1 0 0,-1-1 1,1 1-1,-1-1 0,0 1 0,1-1 0,1 0 0,19-1-6231,1-4 3981,3-2 1124</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1.341"/>
    </inkml:context>
    <inkml:brush xml:id="br0">
      <inkml:brushProperty name="width" value="0.035" units="cm"/>
      <inkml:brushProperty name="height" value="0.035" units="cm"/>
    </inkml:brush>
  </inkml:definitions>
  <inkml:trace contextRef="#ctx0" brushRef="#br0">78 129 964,'12'-33'8384,"4"-11"9486,-12 14-12325,-4 29-5545,0 0 0,0 0 0,0 0 0,0 0 0,-1 0 0,1 1 0,0-1 0,-1 0 0,1 0 0,0 0 0,-1 0 0,1 0 0,-1 1 0,1-1 0,-1 0 0,0 0 0,1 1 0,-1-1 0,0 0 0,1 1 0,-1-1 0,0 1 0,0-1 0,0 1 0,0-1 0,1 1 0,-1 0 0,0-1 0,0 1 0,0 0 0,0 0 0,0 0 0,0-1 0,0 1 0,0 0 0,0 0 0,0 0 0,0 1 0,0-1 0,1 0 0,-1 0 0,0 0 0,0 1 0,0-1 0,0 0 0,-1 2 0,-2-1 0,1 0 0,0 0 0,-1 0 0,1 1 0,0-1 0,0 1 0,0 0 0,0 0 0,0 0 0,0 1 0,1-1 0,-5 5 0,1 5 0,1 1 0,0 0 0,1-1 0,0 1 0,-3 24 0,6-33 0,1 0 0,0 0 0,0 0 0,0 1 0,1-1 0,-1 0 0,1 0 0,0 0 0,0 0 0,3 6 0,-3-9 0,-1 0 0,0 1 0,1-1 0,-1 0 0,1 0 0,-1 0 0,1 0 0,0 0 0,0 0 0,-1 0 0,1 0 0,0 0 0,0 0 0,0 0 0,0-1 0,0 1 0,0 0 0,0-1 0,0 1 0,0 0 0,0-1 0,0 0 0,0 1 0,1-1 0,-1 0 0,0 1 0,0-1 0,0 0 0,1 0 0,-1 0 0,0 0 0,0 0 0,0 0 0,3-1 0,5-1 0,0 0 0,-1 0 0,2 0 0,-1 1 0,0 1 0,0 0 0,0 0 0,0 1 0,0 0 0,0 0 0,16 5 0,26 2 0,-48-7-263,1-1 0,-1 0-1,0 0 1,0-1 0,1 1 0,-1-1-1,0 1 1,4-2 0,21-14-5651,-19 7 2087,0 0 0,0-1 0,9-14 0,-10 14 1160,0-1 1,17-15-1,-1 6 1515</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1.530"/>
    </inkml:context>
    <inkml:brush xml:id="br0">
      <inkml:brushProperty name="width" value="0.035" units="cm"/>
      <inkml:brushProperty name="height" value="0.035" units="cm"/>
    </inkml:brush>
  </inkml:definitions>
  <inkml:trace contextRef="#ctx0" brushRef="#br0">601 1 656,'9'0'1778,"21"9"24728,-40 4-22683,-154 157-3823,-187 173 0,333-327 0,11-10 0,0 1 0,0-1 0,-1-1 0,0 1 0,0-1 0,0 0 0,-11 3 0,19-8-136,-1 1 0,0-1 0,0 0 0,0 0 0,1 0 0,-1 1 0,0-1 0,0 0 0,0 0 0,0 0 0,0-1 0,1 1 0,-1 0 0,0 0 0,0 0 0,0-1 0,1 1 0,-2-1 0,1 1-374,0-1-1,1 0 1,-1 0 0,0 0-1,1 0 1,-1 1-1,1-1 1,-1 0 0,1 0-1,-1 0 1,1 0-1,0 0 1,0 0 0,-1 0-1,1 0 1,0-1-1,0 1 1,0 0 0,0-2-1,4-27-10852,0 14 6727,-4 12 4145,10-30-1762,4-5 1101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1.652"/>
    </inkml:context>
    <inkml:brush xml:id="br0">
      <inkml:brushProperty name="width" value="0.035" units="cm"/>
      <inkml:brushProperty name="height" value="0.035" units="cm"/>
    </inkml:brush>
  </inkml:definitions>
  <inkml:trace contextRef="#ctx0" brushRef="#br0">1 133 984,'10'-36'2268,"6"-19"5978,-3 31 10,4 8 3828,-17 15-12053,1 1 0,-1 0 0,1 0 0,-1 0 0,1 0 0,0 0 0,-1-1 0,1 1 0,-1 0 0,1 0 1,-1 0-1,1 0 0,-1 1 0,1-1 0,0 0 0,-1 0 0,1 0 0,-1 0 0,1 1 0,-1-1 0,1 0 0,-1 0 0,1 1 0,-1-1 0,1 0 0,-1 1 0,1-1 0,-1 0 0,0 1 0,1-1 0,-1 1 0,0-1 0,1 1 0,-1-1 0,1 2 0,11 22-127,-7-13 0,73 98-1057,-46-99-19827,-28-9 18293,17 2-2233,1 4 2565</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2.586"/>
    </inkml:context>
    <inkml:brush xml:id="br0">
      <inkml:brushProperty name="width" value="0.035" units="cm"/>
      <inkml:brushProperty name="height" value="0.035" units="cm"/>
    </inkml:brush>
  </inkml:definitions>
  <inkml:trace contextRef="#ctx0" brushRef="#br0">49 392 640,'-8'15'5256,"5"-10"-1879,0 0 1,0-1-1,0 1 0,-1-1 0,1 0 0,-6 5 0,-3-3-150,12-9-3227,0 0 0,0-1 0,0 1 0,0 0 0,0 0 0,1 0 0,0-1 0,0 1 0,1-3 0,-2 5 0,1-5 0,36-122 0,-31 110 0,1 1 0,1 0 0,0 0 0,1 1 0,14-18 0,-22 31 0,1 1 0,0 0 0,-1 0 0,1 0 0,0 0 0,0 0 0,0 1 0,0-1 0,0 0 0,0 1 0,0 0 0,1-1 0,-1 1 0,0 0 0,1 0 0,-1 0 0,1 1 0,-1-1 0,1 0 0,0 1 0,-1 0 0,1 0 0,-1 0 0,4 0 0,-3 1 0,1 0 0,-1 0 0,0 1 0,1 0 0,-1-1 0,0 1 0,0 0 0,0 1 0,0-1 0,-1 0 0,1 1 0,-1-1 0,1 1 0,-1 0 0,0 0 0,3 5 0,-1 1 0,1-1 0,-2 1 0,1 0 0,-1 0 0,-1 0 0,0 0 0,2 14 0,-3-12 0,1 0 0,1 0 0,0-1 0,6 15 0,-9-24 0,13 19 0,-8-22 0,1-14 0,-5 12 0,0 1 0,1 0 0,-1-1 0,1 1 0,0 0 0,0 0 0,0 0 0,3-2 0,-4 4 0,-1 0 0,1 0 0,-1 1 0,1-1 0,0 0 0,0 0 0,-1 1 0,1-1 0,0 0 0,0 1 0,0-1 0,0 1 0,0-1 0,-1 1 0,1-1 0,0 1 0,0 0 0,0 0 0,0-1 0,0 1 0,0 0 0,0 0 0,1 0 0,-1 0 0,0 0 0,0 0 0,0 0 0,0 1 0,0-1 0,0 0 0,0 0 0,1 1 0,23 14 0,-20-13 0,0 1 0,-1-1 0,1 1 0,-1 0 0,0 0 0,5 4 0,-4-1 0,0-1 0,0 0 0,1 0 0,0 0 0,0-1 0,1 1 0,-1-2 0,1 1 0,-1-1 0,1 0 0,9 3 0,-11-5 0,0-1 0,-1 1 0,1-1 0,0 0 0,0 0 0,-1-1 0,1 1 0,0-1 0,0 0 0,-1 0 0,1-1 0,-1 1 0,1-1 0,-1 0 0,0 0 0,1-1 0,-1 1 0,7-6 0,6-8 0,0 1 0,0-2 0,-1 0 0,-2-1 0,0-1 0,0 0 0,-2 0 0,0-2 0,-2 1 0,0-1 0,-1-1 0,-1 0 0,-1 0 0,5-29 0,-12 50 0,0 0 0,0 0 0,1 0 0,-1-1 0,0 1 0,0 0 0,0 0 0,0 0 0,0 0 0,-1 0 0,1-1 0,0 1 0,0 0 0,-1 0 0,1 0 0,-1 0 0,1 0 0,-1 0 0,1 0 0,-1 0 0,0 0 0,1 0 0,-1 0 0,0 0 0,0 0 0,0 1 0,0-1 0,1 0 0,-1 1 0,0-1 0,0 0 0,0 1 0,-1-1 0,1 1 0,0 0 0,0-1 0,0 1 0,0 0 0,0 0 0,0 0 0,-1-1 0,1 1 0,0 0 0,-1 1 0,-1-1 0,0 0 0,0 0 0,0 1 0,1 0 0,-1-1 0,0 1 0,0 0 0,1 0 0,-1 0 0,0 1 0,1-1 0,0 1 0,-1-1 0,1 1 0,0 0 0,0 0 0,-2 2 0,-3 6 0,1 0 0,1 0 0,0 1 0,0 0 0,1 0 0,-3 12 0,-13 72 0,17-80 0,-4 20 0,2-1 0,-1 61 0,6-86 0,0 1 0,1-1 0,0 0 0,1 1 0,-1-1 0,2 0 0,-1 0 0,1 0 0,1 0 0,0-1 0,0 1 0,0-1 0,1 0 0,1 0 0,7 9 0,-12-15 0,0-1 0,1 1 0,-1-1 0,1 0 0,-1 1 0,1-1 0,0 0 0,-1 0 0,1 0 0,0 0 0,0 0 0,-1-1 0,1 1 0,0-1 0,0 1 0,0-1 0,0 1 0,0-1 0,0 0 0,0 0 0,0 0 0,0 0 0,0 0 0,0-1 0,0 1 0,0 0 0,0-1 0,-1 0 0,1 1 0,2-2 0,4-3 0,-2 0 0,1 0 0,0-1 0,-1 0 0,11-12 0,-12 11 0,1 1 0,-1 1 0,1-1 0,0 1 0,8-5 0,-14 10 0,1-1 0,0 1 0,-1 0 0,1 0 0,0 0 0,-1 0 0,1-1 0,0 1 0,-1 0 0,1 0 0,0 0 0,-1 1 0,1-1 0,0 0 0,-1 0 0,1 0 0,0 0 0,-1 1 0,1-1 0,-1 0 0,1 0 0,0 1 0,-1-1 0,1 1 0,-1-1 0,1 0 0,-1 1 0,1-1 0,-1 1 0,1-1 0,-1 1 0,0 0 0,1-1 0,-1 1 0,0-1 0,1 1 0,-1 0 0,0-1 0,0 1 0,0-1 0,1 1 0,-1 0 0,0-1 0,0 1 0,0 1 0,6 39 0,-4-30 0,0 14 0,-2-20 0,0 0 0,0 1 0,1-1 0,0 0 0,0 1 0,0-1 0,5 9 0,24-60 0,-19 23 0,13-36 0,-16 37 0,1 0 0,15-26 0,21-20 0,-39 61 0,-1 0 0,1 1 0,0 0 0,1 0 0,-1 0 0,1 1 0,10-6 0,-16 10 0,1 0 0,0 1 0,-1-1 0,1 0 0,0 1 0,0-1 0,-1 1 0,1-1 0,0 1 0,0 0 0,0 0 0,0 0 0,-1 0 0,1 0 0,0 0 0,0 1 0,0-1 0,-1 1 0,1-1 0,0 1 0,3 1 0,-2 0 0,0 1 0,1-1 0,-1 1 0,0-1 0,-1 1 0,1 0 0,0 0 0,-1 0 0,4 7 0,1 1 0,-2 1 0,1 0 0,-1 1 0,-1-1 0,4 17 0,-6-6 87,-3-19-229,1-1 0,0 0-1,0 1 1,0-1 0,1 1 0,-1-1 0,1 0 0,0 1 0,0-1 0,0 0 0,0 0 0,1 0-1,-1 0 1,1 0 0,0 0 0,3 5 0,13-12-18456,-1-16 10997,-9 11 5442,5-3 799</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2.947"/>
    </inkml:context>
    <inkml:brush xml:id="br0">
      <inkml:brushProperty name="width" value="0.035" units="cm"/>
      <inkml:brushProperty name="height" value="0.035" units="cm"/>
    </inkml:brush>
  </inkml:definitions>
  <inkml:trace contextRef="#ctx0" brushRef="#br0">3 109 248,'10'-16'609,"26"-38"3925,-8 24 6815,-28 29-11210,1 0-1,-1 1 1,1-1 0,-1 1-1,1-1 1,0 1 0,-1-1-1,1 1 1,0-1 0,-1 1-1,1-1 1,0 1 0,-1 0-1,1 0 1,0-1 0,0 1-1,-1 0 1,1 0 0,0 0-1,0 0 1,0 0-1,-1 0 1,1 0 0,0 0-1,0 0 1,0 0 0,-1 0-1,1 1 1,0-1 0,1 1-1,-1 0 241,0 0 1,0 0-1,0 0 0,0 1 0,0-1 0,0 1 1,0-1-1,0 1 0,-1-1 0,1 1 0,-1-1 0,1 1 1,0 2-1,1 6 1225,-1-1 0,0 1 0,0 18 0,-26 234-1604,0-18 0,21-191 0,1-26 0,1 1 0,3 46 0,4-93-9134,-5-24-1267,-18-31 7062,-7 2 9389,13 36-528,10 29-4589,0 1 0,0-1 1,1 0-1,0 0 0,1 0 1,0-14-1,0 19-742,0 0-1,0-1 1,1 1 0,-1 0 0,0 0-1,1 0 1,-1-1 0,1 1 0,0 0 0,0 0-1,0 0 1,0 0 0,0 0 0,0 0-1,1 0 1,-1 1 0,1-1 0,-1 0-1,1 1 1,-1-1 0,1 1 0,0 0-1,0-1 1,3 0 0,45-14-191,2 3 0,70-9 0,-96 18 0,-6 3-4382,-18 1 3212,1 0 0,-1 1 0,1-1 0,-1-1 1,0 1-1,1 0 0,-1-1 0,1 1 0,-1-1 0,0 0 0,3-1 0,25-20-10468,-12 4 9546</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4.802"/>
    </inkml:context>
    <inkml:brush xml:id="br0">
      <inkml:brushProperty name="width" value="0.035" units="cm"/>
      <inkml:brushProperty name="height" value="0.035" units="cm"/>
    </inkml:brush>
  </inkml:definitions>
  <inkml:trace contextRef="#ctx0" brushRef="#br0">90 174 488,'-30'-35'2282,"-7"-8"5782,34 39-5979,0-1 0,0 1 0,0-1 0,1 0 0,0 1-1,0-1 1,-2-9 0,3 12-1968,1 1 0,0-1-1,0 1 1,1-1 0,-1 1 0,0-1-1,0 1 1,1-1 0,-1 1 0,1-1-1,-1 1 1,1 0 0,0-1 0,-1 1-1,1 0 1,0 0 0,0-1-1,0 1 1,0 0 0,0 0 0,0 0-1,0 0 1,1 0 0,-1 0 0,0 0-1,0 1 1,1-1 0,-1 0 0,0 1-1,1-1 1,-1 1 0,1-1-1,2 1 1,6-3 203,-1 1 1,1 0-1,15-1 0,-8 2-320,-1 1 0,1 0 0,-1 1 0,1 1 0,-1 1 0,0 0 0,0 1 0,0 1 0,0 0 0,-1 1 0,0 1 0,0 0 0,0 1 0,-1 1 0,-1 0 0,1 1 0,-1 0 0,-1 1 0,13 15 0,-20-19 0,-1 0 0,1 0 0,-2 1 0,1 0 0,-1 0 0,0 0 0,0 0 0,-1 1 0,0-1 0,-1 1 0,1 15 0,0 11 0,-6 51 0,1-60 0,-1 0 0,-1-1 0,-1 1 0,-2-1 0,0-1 0,-13 25 0,-6 6 0,-48 72 0,71-121 0,0 1 0,0 1 0,0-1 0,0 0 0,1 1 0,1 0 0,-1-1 0,1 1 0,1 0 0,-1 0 0,1 15 0,1-18 0,1 0 0,-1 0 0,1 1 0,1-1 0,-1 0 0,1 0 0,0 0 0,0-1 0,0 1 0,1 0 0,0-1 0,0 1 0,0-1 0,0 0 0,1 0 0,-1 0 0,1-1 0,7 6 0,-2-2-291,0-2 0,0 1 0,1-1 1,-1 0-1,1-1 0,0 0 0,0-1 0,0 0 0,1-1 1,-1 0-1,1 0 0,-1-1 0,1 0 0,0-1 0,-1 0 1,1-1-1,0 0 0,-1-1 0,14-4 0,6-2-1463,0-2-1,-1-2 0,0 0 1,-1-2-1,34-22 0,-41 24-2829,42-27-4028,-16 8 6190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5.116"/>
    </inkml:context>
    <inkml:brush xml:id="br0">
      <inkml:brushProperty name="width" value="0.035" units="cm"/>
      <inkml:brushProperty name="height" value="0.035" units="cm"/>
    </inkml:brush>
  </inkml:definitions>
  <inkml:trace contextRef="#ctx0" brushRef="#br0">694 196 120,'1'-4'292,"4"-29"3771,0-24 8732,-6 50-10745,1 0 1,-1 0-1,0 0 1,0 0 0,-4-12-1,3 15-1651,1 1 0,-1 0-1,1 0 1,-1-1 0,0 1 0,0 0-1,-4-3 1,3 4-399,1 0 0,-1 0 0,0 0 0,0 0 0,0 1 0,0-1 0,0 1 0,0 0 0,0 0 0,-1 0 0,1 1 0,0-1 0,-1 1 0,1-1 0,0 1 0,-1 0 0,1 0 0,0 1 0,-1-1 0,1 1 0,0 0 0,0-1 0,-1 2 0,1-1 0,-6 3 0,-1 1 0,-1 0 0,1 1 0,0 0 0,0 0 0,1 1 0,-10 10 0,6-4 0,1 0 0,0 1 0,1 0 0,1 0 0,0 1 0,1 1 0,-10 24 0,14-30 0,1 1 0,1 0 0,0 0 0,0 0 0,1 1 0,1-1 0,0 1 0,0-1 0,1 1 0,1-1 0,0 1 0,4 18 0,27 64 0,-25-79 0,-1 1 0,0 0 0,-1 1 0,0-1 0,-2 1 0,0 0 0,-1 0 0,0 0 0,-2 25 0,-3-17 0,-1 0 0,0-1 0,-2 1 0,-1-1 0,-1 0 0,-1-1 0,-13 23 0,18-37 0,-1-1 0,0 0 0,-1 0 0,0-1 0,0 1 0,-1-1 0,1-1 0,-2 1 0,1-1 0,-1 0 0,1-1 0,-2 0 0,1 0 0,0-1 0,-1 0 0,0 0 0,0-1 0,0 0 0,-1-1 0,1 0 0,-16 2 0,-8-3-2317,-17-3-7029,-10 1-3548,19 4 8264,-1 1 1874</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3.743"/>
    </inkml:context>
    <inkml:brush xml:id="br0">
      <inkml:brushProperty name="width" value="0.035" units="cm"/>
      <inkml:brushProperty name="height" value="0.035" units="cm"/>
    </inkml:brush>
  </inkml:definitions>
  <inkml:trace contextRef="#ctx0" brushRef="#br0">59 0 752,'-4'27'16342,"-4"6"-5909,-2 11-5532,-26 264-4566,37-288-335,2-13 0,1-12 0,16-41-5083,31-59-18407,-43 90 22308,16-39-1094</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3.882"/>
    </inkml:context>
    <inkml:brush xml:id="br0">
      <inkml:brushProperty name="width" value="0.035" units="cm"/>
      <inkml:brushProperty name="height" value="0.035" units="cm"/>
    </inkml:brush>
  </inkml:definitions>
  <inkml:trace contextRef="#ctx0" brushRef="#br0">97 145 388,'-7'-34'3845,"4"26"-664,0 0 0,0-1 0,-9-13 0,9 17-1391,0 0 0,0 1 0,-1-1 1,0 1-1,0-1 0,-7-4 0,-19-8 1485,24 16-3275,14-1 0,16-4-2674,16 6-7815,0 7-966,-16 0 7066,-21-7 4159,29 10-2432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4.180"/>
    </inkml:context>
    <inkml:brush xml:id="br0">
      <inkml:brushProperty name="width" value="0.035" units="cm"/>
      <inkml:brushProperty name="height" value="0.035" units="cm"/>
    </inkml:brush>
  </inkml:definitions>
  <inkml:trace contextRef="#ctx0" brushRef="#br0">308 1 48,'31'5'32382,"-34"-5"-32354,1 1 0,-1 0-1,1 0 1,0 0 0,0 0 0,0 0-1,-1 1 1,1-1 0,0 1 0,0-1-1,1 1 1,-1 0 0,0-1-1,-2 4 1,-25 31-111,18-16 83,1 0 0,0 0 0,2 1 0,0 0 0,1 1 0,1 0 0,1-1 0,2 2 0,0-1 0,1 0 0,1 1 0,1-1 0,1 1 0,1-1 0,1 1 0,0-1 0,11 32 0,-11-47 0,-1 0 0,0 0 0,-1 0 0,0 1 0,0-1 0,0 0 0,-1 1 0,0-1 0,0 0 0,-1 1 0,0-1 0,0 0 0,-1 1 0,0-1 0,0 0 0,-1-1 0,0 1 0,0 0 0,-1-1 0,1 1 0,-9 10 0,9-15-88,-1 1-1,1-1 1,0 0-1,-1 0 1,0 0-1,1 0 1,-1-1-1,0 1 1,0-1 0,0 0-1,0 0 1,0-1-1,0 1 1,0-1-1,0 0 1,0 0-1,-6-1 1,-9-1-1682,0-1 0,-26-7 0,30 6-71,-12-5-11417</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5.615"/>
    </inkml:context>
    <inkml:brush xml:id="br0">
      <inkml:brushProperty name="width" value="0.035" units="cm"/>
      <inkml:brushProperty name="height" value="0.035" units="cm"/>
    </inkml:brush>
  </inkml:definitions>
  <inkml:trace contextRef="#ctx0" brushRef="#br0">328 308 340,'18'-40'74,"9"-24"6625,-19 44-2460,0 0 1,-2-1-1,0 0 1,-1 0-1,2-31 1,-6 50-4227,-1 0 0,0 0 1,0 0-1,0 0 0,0-1 1,-1 1-1,1 0 0,0 0 1,-1 0-1,0 0 0,1 0 1,-1 0-1,0 0 0,0 0 1,0 0-1,0 0 0,0 0 1,-1 0-1,-2-2 0,2 3-15,1 0 0,-1 0 0,1 1 0,-1-1 0,0 1 0,1-1 0,-1 1 0,0 0 0,1-1 0,-1 1 0,0 0 0,0 0 0,1 0 0,-1 0 0,0 1 0,1-1-1,-1 0 1,0 1 0,0-1 0,1 1 0,-1 0 0,1-1 0,-1 1 0,1 0 0,-3 2 0,-5 3 2,1 0 0,-1 1 0,1 0 0,0 0 0,1 1 0,0 0 0,0 1 0,1 0 0,0 0 0,-6 12 0,4-6 0,1 1 0,0 0 0,1 0 0,1 1 0,-6 28 0,8-24 0,2 0 0,0 0 0,1 0 0,1 0 0,1 0 0,1 0 0,1 0 0,1 0 0,0-1 0,2 0 0,0 0 0,16 30 0,10 7 0,3-1 0,71 86 0,-64-89 0,-2 2 0,43 77 0,-77-115 0,0-1 0,-1 1 0,-1 0 0,-1 1 0,0-1 0,-1 1 0,-1 0 0,-1-1 0,0 1 0,-1 0 0,-1 0 0,-1 0 0,-1 0 0,0-1 0,-1 1 0,-1-1 0,-1 0 0,0 0 0,-1-1 0,-1 0 0,0 0 0,-1 0 0,-1-2 0,-1 1 0,0-1 0,0 0 0,-2-1 0,1-1 0,-2 0 0,0 0 0,-28 17 0,31-24-262,0 0-1,0-1 1,0-1-1,0 1 1,-1-2 0,1 0-1,-1 0 1,0-1-1,1 0 1,-1-1 0,0 0-1,1-1 1,-1-1-1,0 0 1,1 0 0,-1-1-1,1 0 1,0-1-1,0-1 1,-12-6 0,10 4-275,-1 0 1,1-1 0,1-1 0,-1 0 0,2-1-1,-1 0 1,1-1 0,1 0 0,0-1 0,0 0 0,1-1-1,1 1 1,0-2 0,1 1 0,-6-17 0,5 8-2424,2-1 0,1 0 0,-3-28 0,1-70-2083,7 52 3844</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05.788"/>
    </inkml:context>
    <inkml:brush xml:id="br0">
      <inkml:brushProperty name="width" value="0.035" units="cm"/>
      <inkml:brushProperty name="height" value="0.035" units="cm"/>
    </inkml:brush>
  </inkml:definitions>
  <inkml:trace contextRef="#ctx0" brushRef="#br0">0 277 428,'11'-40'674,"24"-79"3571,-10 63 1324,-19 46-3243,0 1-1,0-1 0,9-9 0,-14 18-2204,-1 0 0,1 0 0,0 0-1,0 0 1,0 1 0,-1-1 0,1 0-1,0 0 1,0 0 0,1 1 0,-1-1 0,0 0-1,0 1 1,0-1 0,0 1 0,0 0-1,1-1 1,-1 1 0,0 0 0,0 0 0,0-1-1,1 1 1,-1 0 0,0 0 0,0 1-1,1-1 1,1 0 0,-1 2 176,0-1 0,0 0-1,0 1 1,0-1 0,0 1 0,0-1-1,-1 1 1,1 0 0,-1 0 0,1 0-1,-1 0 1,0 0 0,2 3 0,3 7 705,-1 0-1,-1 1 1,0-1 0,3 17 0,3 54-1002,0 167 0,-9-183 0,-3 422 0,1 29 0,-6-281-1417,5-200-89,1-26-1112,1 0-1,0 0 1,1 0-1,0 0 1,0 0-1,1 0 1,1 0 0,0-1-1,5 12 1,5 6-270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22.241"/>
    </inkml:context>
    <inkml:brush xml:id="br0">
      <inkml:brushProperty name="width" value="0.035" units="cm"/>
      <inkml:brushProperty name="height" value="0.035" units="cm"/>
    </inkml:brush>
  </inkml:definitions>
  <inkml:trace contextRef="#ctx0" brushRef="#br0">386 0 772,'-84'0'5147,"49"4"757,1 1 0,-1 1 1,-60 21-1,29-2-2677,64-24-3227,0 1 0,0-1 0,0 0 0,0 1 0,0-1 0,0 1 0,1 0 0,-1-1 0,1 1 0,-1 0 0,1 0 0,-1 0 0,1 0 0,0 0 0,-2 4 0,1 1 0,0-1 0,1 0 0,0 0 0,0 1 0,-1 11 0,2 2 0,1-1 0,1 1 0,5 21 0,-7-41 0,4 21 0,1 0 0,12 34 0,-15-49 0,1 0 0,0 0 0,1 0 0,-1-1 0,1 1 0,0-1 0,0 0 0,1 0 0,0 0 0,-1 0 0,2-1 0,9 7 0,9 4 0,-1 0 0,0 2 0,-2 0 0,0 1 0,-1 2 0,-1 0 0,0 1 0,-2 0 0,25 40 0,-34-46 0,0 1 0,-1-1 0,-1 1 0,0 0 0,-1 0 0,-1 1 0,0 0 0,-2 0 0,0 0 0,0 0 0,-2 0 0,0 0 0,-1 0 0,-1 0 0,0 0 0,-8 29 0,8-39 0,0 0 0,-1 0 0,0 0 0,0 0 0,0-1 0,-1 1 0,0-1 0,0 0 0,0 0 0,-8 7 0,6-7 0,-1-1 0,0 0 0,-1-1 0,1 1 0,-1-1 0,0-1 0,0 0 0,-13 4 0,-15 5-3587,13-3-5295,-35 20 0,21-8-933,23-11 8294</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24.534"/>
    </inkml:context>
    <inkml:brush xml:id="br0">
      <inkml:brushProperty name="width" value="0.035" units="cm"/>
      <inkml:brushProperty name="height" value="0.035" units="cm"/>
    </inkml:brush>
  </inkml:definitions>
  <inkml:trace contextRef="#ctx0" brushRef="#br0">0 0 600,'0'0'1024,"14"10"9702,24-6-7470,20 9 5911,-37-7-5172,36 5 0,74 9-3995,13 1 0,-121-19 0,0-1 0,0-1 0,1-2 0,29-4 0,-36 2 0,7 0 0,-1-1 0,1-1 0,28-11 0,-51 15-1844,-7 3-2648,-11 7-6184,5 5 2243,3 1 4309,2 2 1706</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27.731"/>
    </inkml:context>
    <inkml:brush xml:id="br0">
      <inkml:brushProperty name="width" value="0.035" units="cm"/>
      <inkml:brushProperty name="height" value="0.035" units="cm"/>
    </inkml:brush>
  </inkml:definitions>
  <inkml:trace contextRef="#ctx0" brushRef="#br0">16 14 96,'-14'-14'28943,"13"15"-28567,0 12 2972,21 159-3348,23 136 0,-36-271 0,3-2 0,1 1 0,1-2 0,2 1 0,2-2 0,24 41 0,-34-66 0,-1 1 0,1-1 0,1 0 0,0-1 0,0 0 0,0 0 0,1 0 0,0-1 0,14 9 0,-19-14 0,1 1 0,0-1 0,-1 1 0,1-1 0,0 0 0,0 0 0,0 0 0,-1-1 0,1 0 0,0 0 0,0 0 0,0 0 0,0 0 0,0-1 0,0 1 0,0-1 0,-1 0 0,1 0 0,0-1 0,0 1 0,-1-1 0,1 0 0,-1 0 0,0 0 0,1 0 0,-1-1 0,3-2 0,8-9 0,0-1 0,-1 0 0,0 0 0,-2-1 0,0-1 0,-1 0 0,0 0 0,11-30 0,-4 1 0,-2-1 0,12-62 0,-13 31 0,-4-2 0,1-141 0,-17 172 0,6 48 0,0 0 0,0 0 0,-1 0 0,1 0 0,0 0 0,-1 1 0,1-1 0,-1 0 0,1 0 0,-1 0 0,1 0 0,-1 1 0,0-1 0,1 0 0,-1 1 0,0-1 0,0 0 0,0 0 0,0 1 0,0 0 0,0 0 0,0 0 0,0 0 0,1 1 0,-1-1 0,0 0 0,0 0 0,0 1 0,1-1 0,-1 1 0,0-1 0,0 0 0,1 1 0,-1-1 0,0 1 0,1 0 0,-1-1 0,1 1 0,-1-1 0,1 1 0,-1 0 0,1 0 0,-1-1 0,1 1 0,-1 1 0,-22 38-3125,17-25-166,0-1 1,1 1-1,1 1 1,0-1 0,2 0-1,-3 25 1,6 17-1763,6-12 3641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27.889"/>
    </inkml:context>
    <inkml:brush xml:id="br0">
      <inkml:brushProperty name="width" value="0.035" units="cm"/>
      <inkml:brushProperty name="height" value="0.035" units="cm"/>
    </inkml:brush>
  </inkml:definitions>
  <inkml:trace contextRef="#ctx0" brushRef="#br0">14 46 624,'-2'4'635,"-2"12"5529,-3 22 16267,6-24-19522,9-28-6503,1-18-4262,-4 12-3451,4-1 5286,-5 12 4500,7-12-399</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28.276"/>
    </inkml:context>
    <inkml:brush xml:id="br0">
      <inkml:brushProperty name="width" value="0.035" units="cm"/>
      <inkml:brushProperty name="height" value="0.035" units="cm"/>
    </inkml:brush>
  </inkml:definitions>
  <inkml:trace contextRef="#ctx0" brushRef="#br0">196 70 836,'-10'-10'2794,"-2"-10"6548,-8-7 6074,3 15-11041,16 12-4375,-1-1 0,1 1 0,0 0 0,-1 0 0,1 0 0,-1 0 0,1 0 0,-1 0 0,1 1 0,0-1 0,-1 0 0,1 1 0,0-1 0,-1 1 0,1 0 0,0-1 0,0 1 0,-1 0 0,1 0 0,0-1 0,0 1 0,0 0 0,0 0 0,0 0 0,0 0 0,0 1 0,0 0 0,-26 37 0,25-35 0,-6 10 0,2 0 0,0 1 0,0-1 0,2 1 0,-1 0 0,2 1 0,0-1 0,1 1 0,1-1 0,0 1 0,1-1 0,0 1 0,2 0 0,0-1 0,0 1 0,1-1 0,1 0 0,1 0 0,0 0 0,1-1 0,1 0 0,0 0 0,17 24 0,-2-5 0,-2 2 0,0 0 0,27 73 0,-41-89 0,0 0 0,-1 1 0,-1 0 0,-1 0 0,-1 1 0,-1-1 0,-1 0 0,0 1 0,-6 31 0,3-32 0,-1-1 0,0 0 0,-2 0 0,-10 24 0,14-37 0,-1-1 0,0 0 0,0 0 0,-1 0 0,1 0 0,-1 0 0,0-1 0,0 0 0,-1 0 0,1 0 0,-1 0 0,0-1 0,0 1 0,0-1 0,0-1 0,-1 1 0,1-1 0,-10 3 0,-31 3-3018,8-3-4700,20 0-7543</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28.945"/>
    </inkml:context>
    <inkml:brush xml:id="br0">
      <inkml:brushProperty name="width" value="0.035" units="cm"/>
      <inkml:brushProperty name="height" value="0.035" units="cm"/>
    </inkml:brush>
  </inkml:definitions>
  <inkml:trace contextRef="#ctx0" brushRef="#br0">91 108 32,'-5'-53'6805,"1"27"2263,3-1 5156,-1 26-12798,-1 6-634,-3 9-376,-22 148-460,7 1 0,1 280 0,20-424-281,5 10-11067,7-7-2657,3-12 9002,-13-10 3649</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29.260"/>
    </inkml:context>
    <inkml:brush xml:id="br0">
      <inkml:brushProperty name="width" value="0.035" units="cm"/>
      <inkml:brushProperty name="height" value="0.035" units="cm"/>
    </inkml:brush>
  </inkml:definitions>
  <inkml:trace contextRef="#ctx0" brushRef="#br0">0 383 220,'24'-29'32016,"-15"46"-31915,1 0 0,1 0 0,0-1 0,1 0 1,20 19-1,-30-33-103,0 1 0,1-1 0,0 0 0,0 0 0,-1 0 0,1 0 0,0 0 0,1-1 0,-1 1 0,0-1 0,0 0 0,1 0 0,-1 0 0,0 0 0,1-1 0,-1 0 0,1 1 0,-1-1 0,1 0 0,-1-1 0,1 1 0,-1 0 0,0-1 0,1 0 0,-1 0 0,0 0 0,1 0 0,-1-1 0,0 1 0,0-1 0,0 0 0,0 1 0,0-2 0,0 1 0,-1 0 0,1 0 0,-1-1 0,0 1 0,3-4 0,3-4 2,0 0 0,-1-1 0,0 0 0,0 0 0,-1 0 0,-1-1 0,0 0 0,0 0 0,-1-1 0,-1 1 0,0-1 0,-1 0 0,0 1 0,-1-1 0,0 0 0,-1 0 0,-1 0 0,0 0 0,-1 0 0,0 0 0,-1 1 0,0-1 0,-1 1 0,0 0 0,-1 0 0,-1 0 0,0 0 0,0 1 0,-12-15 0,9 15 0,-1 0 0,1 1 0,-2 0 0,1 1 0,-22-14 0,30 21 0,-1 1 0,0-1 0,1 1 0,-1-1 0,0 1 0,0 0 0,0 0 0,0 0 0,0 1 0,0-1 0,0 1 0,0-1 0,0 1 0,0 0 0,0 1 0,0-1 0,-1 0 0,1 1 0,0-1 0,0 1 0,0 0 0,1 0 0,-1 0 0,0 1 0,0-1 0,0 1 0,1-1 0,-1 1 0,1 0 0,0 0 0,-1 0 0,-2 4 0,0 0-901,0 0 0,0 0 0,1 1 0,0 0 0,-6 12 0,9-15 193,-1 0-1,1-1 1,0 1-1,0 0 1,0 0-1,1 0 1,-1 0-1,1 0 1,0 0-1,0 0 1,0-1-1,0 1 1,2 7-1,0-8-650,-1 1-1,0-1 1,1 0-1,-1 0 1,1 0 0,0 0-1,0 0 1,0 0-1,3 2 1,15 10-1445</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29.477"/>
    </inkml:context>
    <inkml:brush xml:id="br0">
      <inkml:brushProperty name="width" value="0.035" units="cm"/>
      <inkml:brushProperty name="height" value="0.035" units="cm"/>
    </inkml:brush>
  </inkml:definitions>
  <inkml:trace contextRef="#ctx0" brushRef="#br0">1 52 644,'9'15'29109,"1"-18"-28617,41-19 1396,-36 14-1731,1 2 1,-1 0-1,18-4 1,-22 7-158,31-5 0,-39 8 0,-1 0 0,1-1 0,-1 1 0,1 1 0,-1-1 0,1 0 0,0 1 0,-1-1 0,1 1 0,-1 0 0,0-1 0,1 1 0,2 2 0,-4 2-2982</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29.870"/>
    </inkml:context>
    <inkml:brush xml:id="br0">
      <inkml:brushProperty name="width" value="0.035" units="cm"/>
      <inkml:brushProperty name="height" value="0.035" units="cm"/>
    </inkml:brush>
  </inkml:definitions>
  <inkml:trace contextRef="#ctx0" brushRef="#br0">12 21 992,'-12'11'16125,"16"2"-3970,-1-4-8680,-3-9-3459,4 8-16,0 0 0,1 0 0,-1-1 0,1 0 0,1 0 0,-1 0 0,1 0 0,0-1 0,1 0 0,6 5 0,-10-9 0,1 0 0,-1 0 0,0 0 0,0 0 0,1 0 0,-1-1 0,1 0 0,-1 0 0,1 0 0,0 0 0,-1 0 0,1-1 0,0 0 0,0 1 0,-1-2 0,1 1 0,0 0 0,0-1 0,-1 1 0,1-1 0,0 0 0,-1 0 0,1-1 0,-1 1 0,5-3 0,1-2 0,-1 0 0,0 0 0,0 0 0,0-1 0,-1 0 0,12-15 0,-15 17 0,-1 0 0,1 0 0,-1 0 0,0-1 0,-1 1 0,1-1 0,-1 0 0,0 1 0,0-1 0,-1 0 0,0 0 0,1-9 0,-2 15 0,0 0 0,0 0 0,-1 0 0,1 0 0,0 1 0,0-1 0,0 0 0,0 0 0,0 0 0,0 0 0,-1 0 0,1 0 0,0 0 0,0 0 0,0 0 0,0 0 0,0 0 0,-1 0 0,1 0 0,0 0 0,0 0 0,0 0 0,0 0 0,0 0 0,-1 0 0,1 0 0,0 0 0,0 0 0,0 0 0,0 0 0,0 0 0,0 0 0,-1 0 0,1-1 0,0 1 0,0 0 0,0 0 0,0 0 0,0 0 0,0 0 0,0 0 0,0 0 0,-1-1 0,1 1 0,0 0 0,0 0 0,0 0 0,-7 16 0,-18 112 0,-22 141 0,42-240 0,-2 0 0,-15 45 0,6-21 0,8-27-497,4-9-1943,-1-1-1,0 0 1,-13 24-1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0.227"/>
    </inkml:context>
    <inkml:brush xml:id="br0">
      <inkml:brushProperty name="width" value="0.035" units="cm"/>
      <inkml:brushProperty name="height" value="0.035" units="cm"/>
    </inkml:brush>
  </inkml:definitions>
  <inkml:trace contextRef="#ctx0" brushRef="#br0">6 65 116,'5'4'2165,"-3"8"5594,-9 15 7699,3-13-11519,2-4-5784,6 3 4438,-1-10-820,-2-9-968,-4 1-805,3 5 0,-1-1 0,1 1 0,0 0 0,-1-1 0,1 1 0,0 0 0,-1-1 0,1 1 0,0-1 0,0 1 0,-1-1 0,1 1 0,0 0 0,0-1 0,0 1 0,0-1 0,-1 1 0,1-1 0,0 1 0,0-1 0,0 1 0,0-1 0,0 1 0,0-1 0,0 1 0,1-1 0,0-5 0,0 0 0,1 1 0,-1-1 0,1 1 0,1-1 0,-1 1 0,1 0 0,0 0 0,0 0 0,1 0 0,-1 1 0,1-1 0,0 1 0,0 0 0,9-6 0,0 0 0,-10 7 0,1 1 0,0-1 0,-1 0 0,2 1 0,-1 0 0,0 0 0,0 0 0,1 0 0,-1 1 0,0 0 0,1 0 0,0 0 0,-1 0 0,6 1 0,7-1 0,-14 0 0,-1 1 0,1 0 0,-1 0 0,1 0 0,0 0 0,-1 0 0,1 0 0,-1 1 0,1-1 0,3 3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0.912"/>
    </inkml:context>
    <inkml:brush xml:id="br0">
      <inkml:brushProperty name="width" value="0.035" units="cm"/>
      <inkml:brushProperty name="height" value="0.035" units="cm"/>
    </inkml:brush>
  </inkml:definitions>
  <inkml:trace contextRef="#ctx0" brushRef="#br0">82 155 280,'-6'-4'1001,"-16"-14"2181,5 19 13889,17 0-16849,1-1 0,-1 1 0,0 0-1,1 0 1,-1 0 0,0-1 0,1 1 0,-1 0 0,1 0-1,-1-1 1,1 1 0,-1 0 0,1-1 0,0 1 0,-1-1 0,1 1-1,0-1 1,-1 1 0,1-1 0,0 1 0,0-1 0,0 0-1,-1 1 1,2-1 0,25 11 4993,-22-9-4747,5 2-468,0 0 0,0-1 0,1 0 0,-1-1 0,0 0 0,1 0 0,0-1 0,-1-1 0,22-1 0,-28 0 0,-1 0 0,1 1 0,0-1 0,-1-1 0,1 1 0,-1 0 0,1-1 0,-1 0 0,0 0 0,0 0 0,0 0 0,0 0 0,0-1 0,0 1 0,-1-1 0,1 0 0,-1 0 0,0 0 0,1 0 0,-1 0 0,-1 0 0,1-1 0,0 1 0,-1-1 0,0 1 0,0-1 0,0 0 0,0 1 0,0-1 0,-1 0 0,0-5 0,1 2 0,-1 0 0,0-1 0,-1 1 0,1 0 0,-1 0 0,-1 0 0,1 0 0,-5-10 0,6 16 0,-1 0 0,1-1 0,-1 1 0,0 0 0,1 0 0,-1-1 0,0 1 0,0 0 0,0 0 0,0 0 0,0 0 0,0 0 0,-1 0 0,1 1 0,0-1 0,0 0 0,0 0 0,-3 0 0,2 1 0,0 0 0,0 0 0,0 0 0,1 0 0,-1 0 0,0 0 0,0 1 0,0-1 0,1 1 0,-1-1 0,0 1 0,1 0 0,-1 0 0,0 0 0,1 0 0,-1 0 0,1 0 0,-1 0 0,0 2 0,-3 1 0,1 1 0,-1-1 0,1 1 0,1 0 0,-1 0 0,1 1 0,0-1 0,0 1 0,-4 10 0,-14 60 0,10-34 0,-39 150-690,-44 325 0,93-500-4572,1-14 2930,0 1-1,0-1 1,0 1 0,1-1 0,-1 1 0,1-1 0,0 0 0,2 5 0,2 2-1365,3 0 3529,1 2-1031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1.069"/>
    </inkml:context>
    <inkml:brush xml:id="br0">
      <inkml:brushProperty name="width" value="0.035" units="cm"/>
      <inkml:brushProperty name="height" value="0.035" units="cm"/>
    </inkml:brush>
  </inkml:definitions>
  <inkml:trace contextRef="#ctx0" brushRef="#br0">0 1 396,'12'0'65,"2"3"6026,-13-3-5432,-1 0 1,1 0 0,0 0-1,0 1 1,0-1 0,-1 0 0,1 1-1,0-1 1,0 0 0,-1 1 0,1-1-1,0 1 1,-1-1 0,1 1-1,0-1 1,-1 1 0,1 0 0,-1-1-1,1 1 1,-1 0 0,1-1 0,-1 1-1,1 7 9771,-4-7-9074</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1.460"/>
    </inkml:context>
    <inkml:brush xml:id="br0">
      <inkml:brushProperty name="width" value="0.035" units="cm"/>
      <inkml:brushProperty name="height" value="0.035" units="cm"/>
    </inkml:brush>
  </inkml:definitions>
  <inkml:trace contextRef="#ctx0" brushRef="#br0">12 369 268,'2'-1'1301,"1"0"-1,-1 1 1,1-1 0,0 1 0,-1-1-1,1 1 1,0 0 0,-1 0-1,1 0 1,0 1 0,-1-1 0,1 1-1,0-1 1,3 2 0,-3-1-483,0 0 0,0 0 0,1-1 0,-1 1 0,1-1 0,-1 0 0,0 0 0,1 0 0,-1 0 0,7-2 0,1-2-698,-1-1 1,0 0 0,0 0 0,0-1 0,0-1-1,-1 1 1,0-1 0,0-1 0,-1 0 0,0 0-1,-1 0 1,0-1 0,0 0 0,0-1 0,-1 0-1,-1 0 1,0 0 0,0 0 0,-1-1 0,0 0-1,-1 0 1,0 0 0,-1 0 0,0 0 0,-1 0-1,0-1 1,-1 1 0,0-1 0,-1 1 0,0 0-1,0-1 1,-5-11 0,5 19-121,0 1 0,0-1 0,-1 1 0,0-1 0,1 1 0,-2 0 0,1-1 0,0 1 0,0 0 0,-1 0 0,0 1 0,1-1 0,-1 0 0,-6-3 0,7 5 0,0 0 0,0 0 0,0 1 0,0-1 0,0 1 0,0-1 0,0 1 0,-1-1 0,1 1 0,0 0 0,0 0 0,0 0 0,0 1 0,-1-1 0,1 0 0,0 1 0,0-1 0,0 1 0,0 0 0,0 0 0,0-1 0,0 2 0,0-1 0,0 0 0,0 0 0,1 0 0,-3 3 0,-9 7 0,1 2 0,0-1 0,0 2 0,1-1 0,1 2 0,1-1 0,0 1 0,-9 21 0,6-8 0,1 1 0,2 0 0,-12 57 0,19-75 0,0 0 0,1-1 0,0 1 0,1 0 0,0 0 0,1 0 0,0-1 0,0 1 0,1 0 0,0-1 0,1 1 0,1-1 0,0 0 0,0 0 0,0 0 0,2 0 0,-1-1 0,1 0 0,0 0 0,1-1 0,0 1 0,0-2 0,1 1 0,0-1 0,15 11 0,-7-7 0,-1-1 0,2-1 0,0 0 0,0-1 0,20 6 0,-29-11 0,-1-1 0,1 0 0,0-1 0,0 1 0,0-2 0,0 1 0,0-1 0,0 0 0,0-1 0,0 0 0,-1 0 0,1 0 0,0-1 0,12-5 0,-5-6-4448,-12 9 1995,-2 0 0,1 0 1,0 0-1,-1 0 0,1-1 0,-1 1 1,0-6-1,5-10-6024</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1.913"/>
    </inkml:context>
    <inkml:brush xml:id="br0">
      <inkml:brushProperty name="width" value="0.035" units="cm"/>
      <inkml:brushProperty name="height" value="0.035" units="cm"/>
    </inkml:brush>
  </inkml:definitions>
  <inkml:trace contextRef="#ctx0" brushRef="#br0">0 56 2120,'4'-12'-1045,"0"-7"5100,-3 16-2750,0 1 0,0 0 0,-1 0 0,1 0 0,0 0 0,1 0-1,-1 0 1,0 0 0,4-3 2597,-4 5-3600,0 1 0,-1-1-1,1 1 1,0-1 0,0 1 0,0-1 0,-1 1-1,1 0 1,0-1 0,0 1 0,-1 0 0,1 0 0,-1-1-1,1 1 1,-1 0 0,1 0 0,-1 0 0,1 0 0,-1 0-1,0 0 1,1 1 0,5 20 5045,-4-6-5347,-1 0 0,0 1 0,-1-1 0,-5 28 0,1 4 0,-1 28 0,2-37 0,1 0 0,4 43 0,-1-79 81,-1-2-131,0 0-1,1 0 1,-1 0 0,0 0 0,0 0-1,0 0 1,0 0 0,0 0-1,0 0 1,-1 0 0,1 0-1,0 0 1,0 0 0,-1 0 0,1 0-1,-1 0 1,1 0 0,-1-1-1,1 1 1,-1 0 0,-1 1 0,-3-27-31384</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2.145"/>
    </inkml:context>
    <inkml:brush xml:id="br0">
      <inkml:brushProperty name="width" value="0.035" units="cm"/>
      <inkml:brushProperty name="height" value="0.035" units="cm"/>
    </inkml:brush>
  </inkml:definitions>
  <inkml:trace contextRef="#ctx0" brushRef="#br0">1 44 456,'4'-16'2158,"10"-11"27714,-14 27-29855,-1 1 0,1 0 0,0 0 0,0-1 0,0 1 0,-1 0 0,1-1 0,0 1 0,0 0 0,0 0 0,0-1 0,0 1 0,0 0 0,1 0 0,-1-1 0,0 1 0,0 0 0,1 0 0,-1 0-35,1-1 0,-1 1 0,0-1 0,0 1 0,1-1 0,-1 1 0,0-1 0,0 1 0,0-1 0,0 1 0,1-1 1,-1 1-1,0 0 0,0-1 0,0 1 0,0-1 0,0 1 0,0-1 0,0 1 0,-1-1 0,1 1 0,0 0 0,0-1 0,0 1 0,-1-1 0,1 1 0,0-1 0,0 1 0,-1-1 1,1 0-1,0 1 0,-1-1 0,1 1 0,-1-1 0,1 0 0,0 1 0,-1-1 0,1 0 0,-1 1 0,1-1 0,-1 0 0,1 0 0,-1 1 0,1-1 0,-1 0 0,1 0 0,-1 0 1,0 0-1,0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2.555"/>
    </inkml:context>
    <inkml:brush xml:id="br0">
      <inkml:brushProperty name="width" value="0.035" units="cm"/>
      <inkml:brushProperty name="height" value="0.035" units="cm"/>
    </inkml:brush>
  </inkml:definitions>
  <inkml:trace contextRef="#ctx0" brushRef="#br0">174 1 852,'-2'0'438,"1"0"1,-1 1-1,1-1 1,-1 1-1,1 0 1,-1-1-1,1 1 0,-1 0 1,1 0-1,0 0 1,-1 0-1,1 0 1,0 0-1,0 0 0,0 0 1,0 1-1,0-1 1,0 0-1,0 1 1,0-1-1,0 1 0,1-1 1,-1 1-1,0 1 1,-13 45 7829,13-43-7494,-24 129 4706,-8 171 1,24-196-4534,1-61-3947,-23 59-13791,20-75 13534,1-2-4454,9-28 6203</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2.884"/>
    </inkml:context>
    <inkml:brush xml:id="br0">
      <inkml:brushProperty name="width" value="0.035" units="cm"/>
      <inkml:brushProperty name="height" value="0.035" units="cm"/>
    </inkml:brush>
  </inkml:definitions>
  <inkml:trace contextRef="#ctx0" brushRef="#br0">290 2 668,'7'-1'15281,"-7"1"-15042,6 20 9757,-3 7-4741,-1-7-4140,-16 475-906,14-489-209,-1 1 0,0-1 0,0 0 0,-1 1 0,1-1 0,-1 0 0,-1 0 0,1 0 0,-1-1 0,0 1 0,0 0 0,-1-1 0,-5 7 0,2-6 0,0 1 0,0-1 0,-1-1 0,0 1 0,0-1 0,0-1 0,-1 1 0,-10 3 0,6-3 0,0 0 0,0 1 0,0 1 0,0 0 0,1 0 0,1 2 0,-1-1 0,1 1 0,1 1 0,0 0 0,0 1 0,-16 22 0,25-31 0,-1 0 1,1 0-1,0 0 1,0 0-1,0 0 1,0 0-1,1 0 1,-1 0-1,1 1 1,-1-1-1,1 0 1,0 1-1,-1-1 1,1 0-1,0 0 1,1 1-1,-1-1 0,0 0 1,1 1-1,-1-1 1,1 0-1,0 0 1,-1 0-1,1 0 1,0 1-1,1-1 1,-1 0-1,0-1 1,0 1-1,1 0 1,-1 0-1,1-1 1,0 1-1,-1 0 1,1-1-1,0 0 0,0 1 1,0-1-1,3 1 1,1 1-8,0 0 0,0-1 1,0 1-1,0-1 0,0-1 0,0 1 1,0-1-1,1-1 0,-1 1 1,0-1-1,1 0 0,-1 0 0,10-2 1,6-5-4824,30-23-17851,-35 18 20386,8-8 137</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3.104"/>
    </inkml:context>
    <inkml:brush xml:id="br0">
      <inkml:brushProperty name="width" value="0.035" units="cm"/>
      <inkml:brushProperty name="height" value="0.035" units="cm"/>
    </inkml:brush>
  </inkml:definitions>
  <inkml:trace contextRef="#ctx0" brushRef="#br0">134 16 1280,'-11'-8'5570,"10"7"-3813,-1 0-1,0 0 1,0 0-1,0 0 0,0 0 1,1 1-1,-1-1 1,0 1-1,0 0 1,0-1-1,-1 1 1,-2 0-1,-6 2 1323,6 0-3349,-1 0 0,1 0 0,0 1 1,0 0-1,0 0 0,0 0 0,-7 6 0,9-7-322,1 1-1,-1 0 0,0 0 1,1 0-1,-1 0 0,1 0 1,0 0-1,0 1 0,0-1 1,1 1-1,-3 7 0,-1 16-14272,3 2 8118,6-6 5027</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3.272"/>
    </inkml:context>
    <inkml:brush xml:id="br0">
      <inkml:brushProperty name="width" value="0.035" units="cm"/>
      <inkml:brushProperty name="height" value="0.035" units="cm"/>
    </inkml:brush>
  </inkml:definitions>
  <inkml:trace contextRef="#ctx0" brushRef="#br0">90 0 700,'-28'35'7389,"-13"17"11303,22-15-12710,18-28-8524,4 2-6866,24-20-10969</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3.833"/>
    </inkml:context>
    <inkml:brush xml:id="br0">
      <inkml:brushProperty name="width" value="0.035" units="cm"/>
      <inkml:brushProperty name="height" value="0.035" units="cm"/>
    </inkml:brush>
  </inkml:definitions>
  <inkml:trace contextRef="#ctx0" brushRef="#br0">203 62 496,'20'-13'5091,"20"-21"18667,-26 21-20340,-10 11-3418,-6 7 0,-9 9 0,-20 14 0,0 0 0,2 2 0,1 1 0,2 1 0,1 2 0,-31 54 0,50-77 0,0-1 0,1 2 0,0-1 0,1 0 0,0 1 0,0 0 0,2 0 0,-2 12 0,3-20 0,1 0 0,0 0 0,0 0 0,0 0 0,1 0 0,0 0 0,-1 0 0,1 0 0,1 0 0,-1 0 0,0-1 0,1 1 0,0-1 0,0 1 0,0-1 0,0 0 0,1 1 0,-1-1 0,1 0 0,0 0 0,-1-1 0,1 1 0,1-1 0,-1 1 0,0-1 0,1 0 0,-1 0 0,6 1 0,5 4-329,1-2 1,1 0-1,-1-1 0,1 0 1,18 2-1,-20-5-392,0 0 0,0-1 0,0-1-1,0 0 1,0-1 0,0 0 0,-1-1 0,1 0-1,-1-1 1,16-7 0,-5-14-18937,-19 19 17841,5-7 614</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4.006"/>
    </inkml:context>
    <inkml:brush xml:id="br0">
      <inkml:brushProperty name="width" value="0.035" units="cm"/>
      <inkml:brushProperty name="height" value="0.035" units="cm"/>
    </inkml:brush>
  </inkml:definitions>
  <inkml:trace contextRef="#ctx0" brushRef="#br0">132 14 304,'-18'-10'1641,"16"9"-639,0 1 0,1-1 1,-1 1-1,0-1 1,1 1-1,-1 0 0,0-1 1,0 1-1,1 0 0,-1 0 1,0 0-1,-2 1 0,3-1-128,-1 1 0,1-1-1,0 1 1,-1 0 0,1-1-1,0 1 1,0 0 0,-1 0-1,1 0 1,0 0 0,0 0-1,0 0 1,0 0-1,0 0 1,-1 2 0,-7 19 2289,-2 38-2978,2 1 1,2 0-1,3 103 1,2-28-282,-1-52-97,-17 185-5377,16-217-13104,5-49 17912,-1 0 1,0 0-1,1 0 0,0 1 1,0-1-1,0 0 0,0-1 0,2 6 1,8 7-598</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4.176"/>
    </inkml:context>
    <inkml:brush xml:id="br0">
      <inkml:brushProperty name="width" value="0.035" units="cm"/>
      <inkml:brushProperty name="height" value="0.035" units="cm"/>
    </inkml:brush>
  </inkml:definitions>
  <inkml:trace contextRef="#ctx0" brushRef="#br0">0 94 152,'6'2'31602,"-4"-13"-30482,-2 10-1125,1-1 0,-1 1-1,1 0 1,-1-1 0,0 1 0,0 0-1,1-1 1,-1 1 0,0 0-1,0-1 1,0 1 0,-1 0-1,1-1 1,0 1 0,0 0 0,-1-1-1,1 1 1,-1 0 0,1-1-1,-2-1 1,1 3-303,17-33-27513,-12 28 25869,11-12-154</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4.647"/>
    </inkml:context>
    <inkml:brush xml:id="br0">
      <inkml:brushProperty name="width" value="0.035" units="cm"/>
      <inkml:brushProperty name="height" value="0.035" units="cm"/>
    </inkml:brush>
  </inkml:definitions>
  <inkml:trace contextRef="#ctx0" brushRef="#br0">173 121 640,'5'-19'3219,"2"-11"7714,1-6 3188,-1 13-10271,-7 23-3850,1-1 0,-1 1 0,0 0 0,0-1 0,1 1 0,-1 0 0,0-1 0,0 1 0,0-1 0,0 1 0,0-1 0,0 1 0,0 0 0,0-1 0,0 1 0,0-1 0,0 1 0,0 0 0,0-1 0,0 1 0,0-1 0,0 1 0,0-1 0,0 1 0,-1 0 0,1-1 0,0 1 0,-1-1 0,-16 6 0,6 2 0,0 0 0,0 1 0,1 0 0,0 1 0,0 0 0,1 0 0,-15 20 0,10-8 0,0 0 0,1 0 0,-12 29 0,21-41 0,0 0 0,1 0 0,1 0 0,-1 1 0,1-1 0,1 1 0,0-1 0,0 1 0,1-1 0,0 1 0,2 13 0,1-10 0,1 1 0,-1-1 0,2 1 0,0-1 0,1-1 0,0 1 0,10 14 0,12 19 0,22 49 0,-41-74 0,-1 0 0,-1 0 0,-1 0 0,0 1 0,2 26 0,-8-39 0,0 0 0,0 0 0,-1 0 0,0-1 0,0 1 0,-1 0 0,-1 0 0,1-1 0,-1 0 0,-1 1 0,-5 9 0,8-17 0,0 0 0,0 0 0,1 0 0,-1 0 0,0-1 0,0 1 0,0-1 0,0 1 0,-1 0 0,1-1 0,0 0 0,0 1 0,0-1 0,0 0 0,0 1 0,-1-1 0,1 0 0,0 0 0,0 0 0,0 0 0,-1 0 0,1 0 0,0-1 0,0 1 0,0 0 0,0-1 0,-1 1 0,1 0 0,0-1 0,0 0 0,0 1 0,0-1 0,0 1 0,0-1 0,0 0 0,0 0 0,1 0 0,-1 1 0,-1-2 0,-2-2 0,0 0 0,0 0 0,0 0 0,1-1 0,-1 1 0,-4-10 0,2-1 0,0 0 0,2 0 0,0 0 0,0-1 0,2 0 0,0 1 0,0-1 0,2 0 0,0 0 0,1 0 0,0 0 0,1 0 0,8-28 0,2 6 0,1 1 0,2 0 0,2 1 0,28-46 0,-21 35-6350,11-18-10362,-14 41 12663,-1 5 579,-1-4 1744</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5.039"/>
    </inkml:context>
    <inkml:brush xml:id="br0">
      <inkml:brushProperty name="width" value="0.035" units="cm"/>
      <inkml:brushProperty name="height" value="0.035" units="cm"/>
    </inkml:brush>
  </inkml:definitions>
  <inkml:trace contextRef="#ctx0" brushRef="#br0">147 207 536,'0'20'2916,"-1"-2"3206,0 26 11635,3-13-12325,-1-25-5432,0 0 0,1 0 0,-1-1 0,1 1 0,0 0 0,1 0 0,0-1 0,0 1 0,0-1 0,0 0 0,1 0 0,0 0 0,7 6 0,-10-9 0,1-1 0,0 1 0,0-1 0,0 0 0,0 0 0,0 0 0,0 0 0,0 0 0,0 0 0,0-1 0,0 1 0,1-1 0,-1 1 0,0-1 0,0 0 0,1 0 0,-1 0 0,0 0 0,0 0 0,1 0 0,-1-1 0,0 1 0,0-1 0,0 0 0,0 0 0,0 1 0,1-1 0,-1 0 0,-1-1 0,1 1 0,0 0 0,0-1 0,0 1 0,-1-1 0,1 1 0,-1-1 0,1 0 0,-1 0 0,2-1 0,7-11 0,1-1 0,-2 0 0,0 0 0,-1-1 0,0 0 0,-1 0 0,-1 0 0,-1-1 0,0 0 0,2-20 0,-5 27 0,-1-1 0,-1 0 0,1 0 0,-2 0 0,0 1 0,0-1 0,-5-20 0,4 25 0,-1-1 0,1 1 0,-1 0 0,0 0 0,0 0 0,-1 0 0,0 1 0,0-1 0,0 1 0,-1 0 0,0 0 0,0 1 0,-7-6 0,11 9 0,-1 0 0,1 0 0,-1 0 0,0 0 0,1 1 0,-1-1 0,0 1 0,1-1 0,-1 1 0,0-1 0,0 1 0,1 0 0,-1 0 0,0 0 0,0 0 0,1 0 0,-1 0 0,0 1 0,0-1 0,1 1 0,-1-1 0,0 1 0,1-1 0,-1 1 0,1 0 0,-1 0 0,1 0 0,-1 0 0,1 0 0,-1 0 0,1 0 0,0 0 0,0 1 0,0-1 0,-1 0 0,1 1 0,-1 2 0,-5 7 0,0 0 0,1 1 0,-10 23 0,13-29 0,-59 159 0,-36 81 0,84-222-1422,-4-8-4100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5.338"/>
    </inkml:context>
    <inkml:brush xml:id="br0">
      <inkml:brushProperty name="width" value="0.035" units="cm"/>
      <inkml:brushProperty name="height" value="0.035" units="cm"/>
    </inkml:brush>
  </inkml:definitions>
  <inkml:trace contextRef="#ctx0" brushRef="#br0">613 0 608,'9'18'6734,"1"8"12434,-13-7-12915,-30 37-6253,-1-1 0,-48 56 0,15-21 0,-22 33 0,-138 207 0,205-295-1372,1 0 0,-28 67 0,46-91-2284,3-9 1944,-1 0-1,1-1 1,-1 1-1,1 0 0,0 0 1,0 0-1,0 0 1,0 0-1,0 0 0,1 0 1,0 2-1,3 3-728,8 1 846</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1:35.617"/>
    </inkml:context>
    <inkml:brush xml:id="br0">
      <inkml:brushProperty name="width" value="0.035" units="cm"/>
      <inkml:brushProperty name="height" value="0.035" units="cm"/>
    </inkml:brush>
  </inkml:definitions>
  <inkml:trace contextRef="#ctx0" brushRef="#br0">1 298 548,'3'1'2189,"0"0"-1,1 0 1,-1 0-1,0 1 1,0 0-1,-1-1 1,1 1-1,0 0 1,3 4 0,14 8 5420,-12-11-7525,-1-1-1,1 0 1,0 0-1,0 0 1,0-1-1,0 0 0,0-1 1,0 0-1,0 0 1,0 0-1,0-1 1,0-1-1,0 1 1,0-1-1,0-1 0,-1 1 1,1-1-1,-1 0 1,0-1-1,0 0 1,0 0-1,0-1 0,-1 0 1,0 0-1,8-7 1,-6 4-54,0 0 1,0 0-1,-1-1 1,0 0 0,-1 0-1,0 0 1,0-1-1,-1 0 1,0 0-1,-1-1 1,0 1 0,-1-1-1,0 0 1,0 0-1,-1 0 1,-1 0-1,1-20 1,-3 26-31,1-1 0,-1 1 0,1-1 0,-1 1 0,-1-1 0,1 1 0,-1 0 0,0 0 0,0 0 0,-1 0 0,-3-5 0,5 8 0,-1 0 0,0 0 0,0 0 0,0 0 0,0 1 0,0-1 0,-1 1 0,1 0 0,0-1 0,-1 1 0,1 0 0,-1 0 0,0 1 0,1-1 0,-1 0 0,1 1 0,-1 0 0,0-1 0,1 1 0,-1 0 0,0 0 0,1 1 0,-1-1 0,-5 2 0,1 0 18,-1 0 0,0 0 0,1 1 0,0 0 0,0 1 0,0-1 0,0 1 0,-6 5 0,-52 46-31,47-39-510,-30 22 0,31-25-4509,-7 6-12720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1.520"/>
    </inkml:context>
    <inkml:brush xml:id="br0">
      <inkml:brushProperty name="width" value="0.035" units="cm"/>
      <inkml:brushProperty name="height" value="0.035" units="cm"/>
    </inkml:brush>
  </inkml:definitions>
  <inkml:trace contextRef="#ctx0" brushRef="#br0">198 17 84,'8'0'54,"0"1"0,0 0-1,0 0 1,-1 0 0,1 1 0,0 0-1,8 4 1,-14-5 166,0 0 0,0-1 0,0 1-1,-1-1 1,1 0 0,0 0 0,0 1 0,0-1 0,0 0 0,0-1-1,0 1 1,0 0 0,0 0 0,-1-1 0,1 1 0,0-1-1,0 0 1,0 1 0,-1-1 0,1 0 0,0 0 0,-1 0 0,1 0-1,-1 0 1,1-1 0,-1 1 0,0 0 0,1-1 0,-1 1 0,0-1-1,0 1 1,0-1 0,0 0 0,1-1 0,-2 2-76,1 0 0,-1 1 0,0-1 0,1 1 0,-1 0 0,1-1 0,-1 1-1,1-1 1,0 1 0,-1 0 0,1-1 0,-1 1 0,1 0 0,0 0 0,-1-1 0,1 1 0,0 0 0,-1 0 0,1 0 0,0 0 0,-1 0 0,1 0 0,0 0 0,-1 0 0,1 0 0,0 0 0,17 3 20317,-29-1-20435,0 2 1,0 0-1,1 0 1,0 1-1,0 0 1,0 0-1,-12 10 0,13-9-31,-5 3 5,0 0 0,0 2 0,0 0 0,2 0 0,-1 1 0,2 1 0,-1 0 0,2 0 0,-14 23 0,22-33 0,1 1 0,-1-1 0,1 0 0,0 1 0,0-1 0,0 0 0,1 1 0,-1-1 0,1 1 0,0-1 0,0 1 0,0-1 0,0 1 0,1-1 0,0 1 0,-1-1 0,1 0 0,2 4 0,2 5 0,0 1 0,2-2 0,11 18 0,7 14 0,-20-32 0,0 1 0,0 0 0,-1 0 0,-1 1 0,0-1 0,3 26 0,-6-31 0,0 0 0,-1 0 0,0-1 0,0 1 0,0 0 0,0 0 0,-1-1 0,-1 1 0,1-1 0,-1 0 0,0 0 0,0 0 0,-1 0 0,1 0 0,-6 5 0,2-2 0,-1 0 0,1-1 0,-2 0 0,-16 13 0,22-19 0,0 0 0,-1 0 0,1 0 0,-1-1 0,1 1 0,-1-1 0,0 0 0,0 0 0,1 0 0,-1 0 0,0 0 0,0-1 0,0 0 0,0 0 0,0 0 0,0 0 0,-7-2 0,-10-7-2304,20 8 1921,-1 1-1,1-1 0,0 1 1,0-1-1,0 0 0,0 0 0,0 0 1,1 0-1,-1 0 0,0 0 1,0 0-1,0 0 0,1 0 1,-1 0-1,1 0 0,-1 0 0,1 0 1,-1 0-1,1-1 0,0 1 1,-1-2-1,3-7-10111,5 1 4979,19-15 1838,-22 21 2678,18-13-165</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1.878"/>
    </inkml:context>
    <inkml:brush xml:id="br0">
      <inkml:brushProperty name="width" value="0.035" units="cm"/>
      <inkml:brushProperty name="height" value="0.035" units="cm"/>
    </inkml:brush>
  </inkml:definitions>
  <inkml:trace contextRef="#ctx0" brushRef="#br0">170 55 124,'7'-9'1192,"7"-8"-377,-5 6 2741,-2-6 14687,-37 36-9410,14-1-8833,0 1 0,1 0 0,1 1 0,1 1 0,1 0 0,-14 33 0,13-21 0,1 1 0,1 0 0,-10 64 0,17-77 0,2 1 0,0 27 0,2-44 0,0 0 0,1 1 0,-1-1 0,1 0 0,0 1 0,1-1 0,-1 0 0,1 0 0,0 0 0,0 0 0,1 0 0,-1 0 0,1-1 0,6 8 0,-7-11 0,0 1 0,0-1 0,0 1 0,0-1 0,0 0 0,0 1 0,1-1 0,-1-1 0,0 1 0,1 0 0,-1 0 0,1-1 0,-1 0 0,1 1 0,-1-1 0,6 0 0,46-8 0,-12 2 0,-37 5 0,0 1 0,0 1 0,0-1 0,0 1 0,0 0 0,0 0 0,0 0 0,-1 0 0,1 1 0,0 0 0,6 4 0,-8-4 0,0 1 0,0-1 0,0 1 0,-1 0 0,1 0 0,-1 0 0,0 0 0,0 1 0,0-1 0,0 0 0,0 1 0,-1 0 0,1-1 0,1 8 0,-1 0-111,1-1 0,-2 1 0,2 15 0,-3-23-18,0-1 0,0 1 0,0 0 0,0-1 0,0 1 0,0-1 0,-1 1-1,1 0 1,-1-1 0,0 1 0,0-1 0,0 0 0,0 1 0,0-1-1,-1 0 1,1 1 0,0-1 0,-1 0 0,-3 3 0,-13-27-26535,15 13 25946,-2-10-909</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2.065"/>
    </inkml:context>
    <inkml:brush xml:id="br0">
      <inkml:brushProperty name="width" value="0.035" units="cm"/>
      <inkml:brushProperty name="height" value="0.035" units="cm"/>
    </inkml:brush>
  </inkml:definitions>
  <inkml:trace contextRef="#ctx0" brushRef="#br0">38 39 612,'-9'-18'2875,"0"6"3159,-10 3 16721,77 22-22268,8-2-487,-51-7 0,0-1 0,0 0 0,0-2 0,0 1 0,0-2 0,1 0 0,20-3 0,-11-3-2980,43-9-19147,-37 7 17066,-11 3 3206</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2.393"/>
    </inkml:context>
    <inkml:brush xml:id="br0">
      <inkml:brushProperty name="width" value="0.035" units="cm"/>
      <inkml:brushProperty name="height" value="0.035" units="cm"/>
    </inkml:brush>
  </inkml:definitions>
  <inkml:trace contextRef="#ctx0" brushRef="#br0">165 0 372,'-1'0'537,"0"0"0,1 0 0,-1 0-1,1 0 1,-1 0 0,1 0 0,-1 0 0,1 0-1,-1 0 1,-6 5 8589,7-5-8589,-1 1 0,1-1 0,0 1 0,0-1-1,-1 1 1,1-1 0,0 1 0,0-1 0,0 1 0,0-1-1,0 1 1,0 0 0,-12 32 9059,8-24-8787,-12 39-490,-20 91 1,-6 21-446,33-131 126,0-1 0,2 1 0,2 1 0,0 0 0,0 35 0,5-61-2620,2 9-11981,11-17 3503,-6 1 9811,18-7-1054</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2.676"/>
    </inkml:context>
    <inkml:brush xml:id="br0">
      <inkml:brushProperty name="width" value="0.035" units="cm"/>
      <inkml:brushProperty name="height" value="0.035" units="cm"/>
    </inkml:brush>
  </inkml:definitions>
  <inkml:trace contextRef="#ctx0" brushRef="#br0">43 232 332,'4'25'4706,"-4"14"6375,-1-3-1061,4-12-6148,-1-12-3598,1-1-1,0 0 1,0 0-1,1-1 1,1 1-1,0-1 0,8 13 1,-12-21-260,1 0-1,-1 0 1,1 0 0,-1 0 0,1 0-1,0 0 1,-1-1 0,1 1 0,0 0-1,0-1 1,0 0 0,1 1 0,-1-1-1,0 0 1,0 0 0,0 0 0,1-1-1,-1 1 1,1 0 0,-1-1 0,0 0 0,1 0-1,-1 1 1,1-1 0,-1 0 0,1-1-1,-1 1 1,1 0 0,-1-1 0,0 0-1,1 1 1,-1-1 0,0 0 0,1 0-1,-1 0 1,0 0 0,0-1 0,0 1-1,0-1 1,3-2 0,2-2-14,0-1 0,0 0 0,0-1 0,-1 0 0,0 0 0,0 0 0,-1-1 0,0 0 0,-1 0 0,7-18 0,-4 6 0,-1 0 0,-1-1 0,4-42 0,-7 47 0,-2 0 0,0 0 0,-1 0 0,0 0 0,-5-19 0,4 29 0,0-1 0,-1 0 0,1 1 0,-1 0 0,-1 0 0,1 0 0,-1 0 0,-1 0 0,1 1 0,-1-1 0,0 1 0,0 0 0,-8-6 0,11 11 0,0 0 0,1 0 0,-1 0 0,0 0 0,0 0 0,1 0 0,-1 0 0,0 1 0,0-1 0,0 1 0,0-1 0,0 1 0,0 0 0,0 0 0,0 0 0,0 0 0,0 0 0,0 0 0,-2 1 0,0 0 0,-1 1 0,1-1 0,-1 1 0,1 0 0,-1 0 0,1 1 0,-6 4 0,-4 4 0,2 0 0,0 1 0,-16 20 0,22-25-481,-11 13-3606,-7 15-6412,22-30 8808,0-1 1,-1 1 0,1-1-1,1 1 1,-3 10 0,5 9-1764,6-12 874,3-4 1248</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3.045"/>
    </inkml:context>
    <inkml:brush xml:id="br0">
      <inkml:brushProperty name="width" value="0.035" units="cm"/>
      <inkml:brushProperty name="height" value="0.035" units="cm"/>
    </inkml:brush>
  </inkml:definitions>
  <inkml:trace contextRef="#ctx0" brushRef="#br0">33 1 44,'-13'13'1449,"-1"5"7374,9-1 3060,5-17-11546,0 1 0,0-1 0,1 1 0,-1-1 0,0 0 0,1 1 0,-1-1 0,1 1 0,-1-1 0,0 0 0,1 1 0,-1-1 0,1 0 0,-1 1 0,1-1 0,-1 0 0,1 0 0,-1 0 0,1 1 0,-1-1 0,1 0 0,-1 0 0,1 0 0,0 0 0,-1 0 0,1 0 0,-1 0 0,1 0 0,-1 0 0,1 0 0,64 3-196,-39-1-153,50-2 0,-34-1-4283,13-1-5521,-32-4 170,16-11 2804,-11 2 5170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3.370"/>
    </inkml:context>
    <inkml:brush xml:id="br0">
      <inkml:brushProperty name="width" value="0.035" units="cm"/>
      <inkml:brushProperty name="height" value="0.035" units="cm"/>
    </inkml:brush>
  </inkml:definitions>
  <inkml:trace contextRef="#ctx0" brushRef="#br0">91 0 112,'-23'2'3752,"20"-2"-2325,0 1 1,0 0-1,0 0 1,1-1-1,-1 2 1,0-1-1,0 0 1,-3 3-1,5-4-925,0 1 1,1 0-1,-1-1 0,0 1 0,1 0 0,-1-1 0,1 1 0,-1 0 0,1 0 0,-1-1 1,1 1-1,-1 0 0,1 0 0,0 0 0,0-1 0,-1 1 0,1 0 0,0 0 0,0 0 1,0 0-1,0 1 0,0 0-145,0 0 1,1 0-1,0 0 1,-1 0-1,1-1 1,0 1-1,0 0 1,0 0-1,0 0 1,0-1-1,0 1 1,0-1-1,3 3 1,1 2-358,1 0 0,1-1 0,-1 0 0,1 0 0,0 0 0,0-1 0,0 0 0,1 0 0,-1-1 0,1 0 0,0 0 0,8 1 0,-12-3 0,0 0 0,0 0 0,0-1 0,-1 0 0,1 1 0,0-1 0,0-1 0,0 1 0,0-1 0,0 1 0,0-1 0,-1 0 0,1 0 0,0-1 0,-1 1 0,1-1 0,-1 0 0,1 0 0,-1 0 0,0 0 0,0-1 0,0 1 0,0-1 0,0 0 0,-1 0 0,1 0 0,2-4 0,0 0 0,4-5 0,-9 12 0,0 0 0,0 0 0,0 0 0,0 0 0,0 0 0,0 0 0,-1 0 0,1 0 0,0 0 0,0 0 0,0 0 0,0 0 0,0 0 0,0 0 0,0-1 0,0 1 0,0 0 0,-1 0 0,1 0 0,0 0 0,0 0 0,0 0 0,0 0 0,0 0 0,0 0 0,0 0 0,0-1 0,0 1 0,0 0 0,0 0 0,0 0 0,0 0 0,0 0 0,0 0 0,0 0 0,0 0 0,0-1 0,0 1 0,0 0 0,0 0 0,0 0 0,0 0 0,0 0 0,0 0 0,0 0 0,0 0 0,0-1 0,0 1 0,0 0 0,0 0 0,0 0 0,0 0 0,0 0 0,1 0 0,-1 0 0,0 0 0,0 0 0,0 0 0,0 0 0,0 0 0,0 0 0,0-1 0,0 1 0,1 0 0,-5 3 0,0 0 0,1 0 0,0 1 0,0-1 0,0 1 0,0 0 0,0-1 0,1 1 0,0 0 0,-2 5 0,-1-1 0,-42 82 0,3 3 0,-58 185 0,86-219-2200,7 0-4536,37-50-14055,-8-8 18563</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3.635"/>
    </inkml:context>
    <inkml:brush xml:id="br0">
      <inkml:brushProperty name="width" value="0.035" units="cm"/>
      <inkml:brushProperty name="height" value="0.035" units="cm"/>
    </inkml:brush>
  </inkml:definitions>
  <inkml:trace contextRef="#ctx0" brushRef="#br0">11 172 856,'1'2'412,"2"12"4055,3 14 7977,-8-3-838,-7-15-8628,9-11-2978,-1 1 0,0 0 0,1-1 0,-1 1 0,1-1 0,-1 1 0,1 0 0,-1-1 0,1 1 0,-1-1 0,1 0 0,0 1 0,-1-1 0,1 1 0,0-1 0,-1 0 0,1 1 0,0-1 0,0 0 0,-1 1 0,1-1 0,0 0 0,0 1 0,0-1 0,0 0 0,0 1 0,0-1 0,0 0 0,0 1 0,1-2 0,-3-27 0,2 29 0,1-14 0,0 0 0,0 0 0,1 0 0,1 0 0,7-20 0,-8 27 0,0 1 0,1-1 0,0 1 0,0 0 0,0 0 0,1 0 0,0 1 0,0-1 0,1 1 0,0 0 0,-1 0 0,2 0 0,6-4 0,-6 6 0,0 1 0,0 0 0,1 0 0,-1 0 0,1 1 0,-1 0 0,1 0 0,0 1 0,-1 0 0,1 0 0,-1 0 0,1 1 0,0 0 0,-1 0 0,1 1 0,-1 0 0,0 0 0,0 1 0,7 3 0,2 6-1169,-11-1-2353,15 18-24274</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4.304"/>
    </inkml:context>
    <inkml:brush xml:id="br0">
      <inkml:brushProperty name="width" value="0.035" units="cm"/>
      <inkml:brushProperty name="height" value="0.035" units="cm"/>
    </inkml:brush>
  </inkml:definitions>
  <inkml:trace contextRef="#ctx0" brushRef="#br0">14 0 288,'-1'0'249,"1"0"-1,-1 0 1,1 0 0,-1 0 0,1 0-1,-1 0 1,1 0 0,-1 1 0,1-1-1,-1 0 1,1 0 0,-1 0-1,1 1 1,-1-1 0,1 0 0,-1 0-1,1 1 1,-1-1 0,1 0-1,0 1 1,-1-1 0,1 1 0,0-1-1,-1 0 1,1 1 0,0-1-1,-1 1 1,1-1 0,0 1 0,0 0-1,1 20 7501,17 23 4565,-16-38-10728,10 19-965,0 0 0,1-1-1,33 44 1,-41-61-560,1-1 1,0 0 0,1 0-1,-1 0 1,1-1 0,0 0-1,11 6 1,-13-9-52,0 0 0,0 0 0,0 0 0,0-1 0,0 0 0,0 0 0,1 0 0,-1 0 0,0-1 0,0 0 0,1 0 0,-1-1 0,7 0 0,-6-1-10,-1 0 0,1-1 0,0 0 0,-1 1 0,0-2 0,0 1 0,0-1 0,0 1 0,0-1 0,-1-1 0,0 1 0,0 0 0,0-1 0,0 0 0,-1 0 0,0 0 0,0-1 0,0 1 0,0-1 0,-1 1 0,0-1 0,0 0 0,-1 0 0,0 0 0,0 0 0,1-12 0,-2 18 0,0-1 0,0 1 0,0-1 0,0 1 0,0-1 0,0 1 0,0-1 0,0 1 0,0-1 0,0 0 0,0 1 0,-1-1 0,1 1 0,0-1 0,0 1 0,0 0 0,-1-1 0,1 1 0,0-1 0,-1 1 0,1-1 0,0 1 0,-1 0 0,1-1 0,0 1 0,-1 0 0,1-1 0,-1 1 0,1 0 0,-1-1 0,0 1 0,-15 5 0,-14 21 0,20-10 0,1 0 0,1 0 0,0 1 0,1 0 0,-9 33 0,-12 95 0,20-101 0,-7 103 0,-1 0 0,13-130-39,1 0 0,1 0 0,0 1 0,1-1 0,1 0 0,0 0 0,1 0 0,6 22 0,-4-31-3982,22-7-21522,-8-5 23503</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4.461"/>
    </inkml:context>
    <inkml:brush xml:id="br0">
      <inkml:brushProperty name="width" value="0.035" units="cm"/>
      <inkml:brushProperty name="height" value="0.035" units="cm"/>
    </inkml:brush>
  </inkml:definitions>
  <inkml:trace contextRef="#ctx0" brushRef="#br0">3 130 620,'3'7'2308,"3"11"7895,-4-6-913,-2-11-9203,0-1 1,0 0-1,0 0 1,0 0 0,0 0-1,0 0 1,0 1-1,0-1 1,0 0 0,0 0-1,-1 0 1,1 0 0,0 0-1,0 1 1,0-1-1,0 0 1,0 0 0,0 0-1,0 0 1,0 0-1,0 0 1,0 0 0,0 0-1,-1 1 1,1-1-1,0 0 1,0 0 0,0 0-1,0 0 1,0 0-1,0 0 1,-1 0 0,1 0-1,0 0 1,0 0-1,0 0 1,0 0 0,0 0-1,0 0 1,-1 0 0,1 0-1,0 0 1,0 0-1,0 0 1,0 0 0,0 0-1,-1 0 1,1 0-1,0 0 1,0 0 0,0 0-1,0 0 1,-2-3-1186,1 0 1,0 0 0,0 0 0,0 0-1,0 0 1,1 0 0,-1 0-1,1 0 1,-1 0 0,1 0-1,0 0 1,1-5 0,-1-1-1947,0-23-2641,6-16 2623,4 11 2106</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4.603"/>
    </inkml:context>
    <inkml:brush xml:id="br0">
      <inkml:brushProperty name="width" value="0.035" units="cm"/>
      <inkml:brushProperty name="height" value="0.035" units="cm"/>
    </inkml:brush>
  </inkml:definitions>
  <inkml:trace contextRef="#ctx0" brushRef="#br0">16 26 64,'-16'0'32228,"32"-8"-33371,-6 4-4853,3-3-9281,-12 6 14749,0 1 0,1-1 0,-1 0 0,0 1 0,0-1 0,1 1 0,-1-1 0,0 1-1,1-1 1,-1 1 0,0 0 0,1 0 0,-1 0 0,1 0 0,2 0 0,16 4-619</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4.921"/>
    </inkml:context>
    <inkml:brush xml:id="br0">
      <inkml:brushProperty name="width" value="0.035" units="cm"/>
      <inkml:brushProperty name="height" value="0.035" units="cm"/>
    </inkml:brush>
  </inkml:definitions>
  <inkml:trace contextRef="#ctx0" brushRef="#br0">0 292 216,'33'31'2949,"-26"-24"-1180,0-2-1,1 1 0,0-1 0,16 9 1,-20-12-1097,0-1 1,1 1-1,-1-1 1,1 0 0,-1 0-1,1 0 1,-1-1-1,1 1 1,0-1 0,-1 0-1,1-1 1,0 1-1,-1-1 1,1 0 0,-1 0-1,1 0 1,-1-1-1,0 1 1,1-1 0,-1 0-1,7-5 1,1-1-276,0-1 0,0-1 1,-1 0-1,-1-1 0,1 0 0,-2 0 1,0-1-1,0 0 0,-1-1 1,0 0-1,-1 0 0,-1-1 0,0 0 1,7-26-1,-12 33-397,0-1 0,0 1 0,-1 0 0,0-1 0,-1 1 0,1-1 0,-1 1 0,-1 0 0,-4-14 0,5 17 0,0 0 0,-1 0 0,0 0 0,0 1 0,0-1 0,-1 1 0,1-1 0,-1 1 0,1 0 0,-1 0 0,0 0 0,-1 0 0,1 1 0,0-1 0,-1 1 0,1 0 0,-1 0 0,0 0 0,-3-1 0,4 2 0,1 1 0,-1 0 0,1 0 0,-1 0 0,0 0 0,1 0 0,-1 0 0,1 1 0,0-1 0,-1 1 0,1 0 0,-1-1 0,1 1 0,0 0 0,-1 1 0,1-1 0,0 0 0,0 1 0,0-1 0,0 1 0,0-1 0,-2 4 0,-2 0 0,1 1 0,-1 1 0,1-1 0,0 1 0,-5 10 0,3-2 0,1 1 0,1 0 0,1 0 0,0 0 0,1 1 0,1-1 0,0 29 0,-7 41 0,7-75-5,0 0 1,1 1-1,0-1 0,1 0 1,1 1-1,-1-1 0,2 1 0,0-1 1,0 0-1,8 22 0,-8-29-100,0 1-1,0 0 0,1-1 1,0 0-1,0 1 0,0-1 0,0-1 1,1 1-1,-1 0 0,1-1 1,0 1-1,0-1 0,1 0 1,-1-1-1,0 1 0,1-1 0,0 0 1,-1 0-1,1 0 0,0 0 1,0-1-1,0 0 0,0 0 0,0-1 1,0 1-1,9-1 0,-5-1-3142,-1 0-1,0 0 1,0 0-1,0-1 1,15-5-1,38-20-4877,-21 4 6338</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5.246"/>
    </inkml:context>
    <inkml:brush xml:id="br0">
      <inkml:brushProperty name="width" value="0.035" units="cm"/>
      <inkml:brushProperty name="height" value="0.035" units="cm"/>
    </inkml:brush>
  </inkml:definitions>
  <inkml:trace contextRef="#ctx0" brushRef="#br0">287 17 408,'-17'-17'16311,"17"18"-16082,-4 19 12309,3-4-9261,-15 555-3277,16-570 0,0-1 0,0 0 0,0 1 0,0-1 0,-1 0 0,1 1 0,0-1 0,0 0 0,0 1 0,-1-1 0,1 0 0,0 1 0,-1-1 0,1 0 0,0 0 0,0 1 0,-1-1 0,1 0 0,-1 0 0,1 1 0,0-1 0,-1 0 0,1 0 0,0 0 0,-1 0 0,1 0 0,-1 0 0,1 0 0,0 0 0,-1 0 0,1 0 0,-1 0 0,1 0 0,0 0 0,-1 0 0,1 0 0,0 0 0,-1 0 0,1 0 0,-1 0 0,1-1 0,0 1 0,-1 0 0,1 0 0,0 0 0,-1-1 0,1 1 0,0 0 0,-1-1 0,-29-15 0,18 8 0,7 6 0,1 1 0,0 0 0,-1-1 0,1 1 0,-1 1 0,0-1 0,1 1 0,-1-1 0,1 1 0,-1 1 0,1-1 0,-1 1 0,0-1 0,1 1 0,-1 1 0,-7 2 0,5-1 0,0 1 0,1-1 0,0 1 0,-1 1 0,1-1 0,1 1 0,-1 0 0,1 0 0,0 1 0,-6 6 0,7-6 0,0 0 0,0 1 0,0-1 0,1 0 0,0 1 0,1 0 0,-1 0 0,1 0 0,0 0 0,-1 10 0,3-12 0,0-1 0,-1 1 0,2-1 0,-1 1 0,0-1 0,1 1 0,0-1 0,0 0 0,0 1 0,1-1 0,0 0 0,-1 0 0,2 0 0,-1 0 0,0 0 0,1 0 0,3 4 0,-3-6-143,-1 1-1,1-1 1,0 1 0,0-1-1,0 0 1,0 0 0,0-1 0,0 1-1,0-1 1,1 1 0,-1-1-1,1 0 1,-1 0 0,1-1-1,-1 1 1,1-1 0,0 1 0,-1-1-1,1 0 1,-1-1 0,1 1-1,4-1 1,6-3-1773,0 0-1,1 0 1,26-14-1,-40 18 1694,43-23-12597,0-4 6570,-12 6 4330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5.567"/>
    </inkml:context>
    <inkml:brush xml:id="br0">
      <inkml:brushProperty name="width" value="0.035" units="cm"/>
      <inkml:brushProperty name="height" value="0.035" units="cm"/>
    </inkml:brush>
  </inkml:definitions>
  <inkml:trace contextRef="#ctx0" brushRef="#br0">129 1 888,'-15'12'5608,"-10"24"17969,17-24-20887,-23 30-2458,23-33-545,0 2 0,0-1 0,-11 22 1,18-28-1494,-1 1 1,1-1 0,0 1 0,0 0 0,1 0 0,0-1 0,-1 1-1,2 0 1,-1-1 0,0 1 0,2 6 0,8 30-5293,0-6 4750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5.723"/>
    </inkml:context>
    <inkml:brush xml:id="br0">
      <inkml:brushProperty name="width" value="0.035" units="cm"/>
      <inkml:brushProperty name="height" value="0.035" units="cm"/>
    </inkml:brush>
  </inkml:definitions>
  <inkml:trace contextRef="#ctx0" brushRef="#br0">51 0 192,'-8'29'2884,"-6"14"7094,-5 16 5407,10-20-11061,8-39-4324,1 0 0,0 1 0,0-1 0,0 0 0,0 0 0,0 0 0,0 1 0,1-1 0,-1 0 0,0 0 0,0 0 0,0 1 0,0-1 0,0 0 0,0 0 0,0 0 0,0 1 0,0-1 0,1 0 0,-1 0 0,0 0 0,0 0 0,0 1 0,0-1 0,0 0 0,1 0 0,-1 0 0,0 0 0,0 0 0,0 0 0,1 0 0,-1 0 0,0 1 0,0-1 0,0 0 0,1 0 0,-1 0 0,0 0 0,0 0 0,0 0 0,1 0 0,-1 0 0,0 0 0,0 0 0,0 0 0,1 0 0,-1-1 0,0 1 0,0 0 0,0 0 0,1 0 0,-1 0 0,0 0 0,0 0 0,1-1 0,9-3 0,-10 4-108,0 0-1,1-1 1,-1 1 0,0 0-1,0 0 1,1 0 0,-1-1-1,0 1 1,0 0 0,0 0 0,1-1-1,-1 1 1,0 0 0,0-1-1,0 1 1,0 0 0,0 0-1,1-1 1,-1 1 0,0 0-1,0-1 1,0 1 0,0 0-1,0-1 1,0 1 0,0 0-1,0-1 1,0 1 0,0 0-1,0-1 1,-1 1 0,1 0 0,0-1-1,0 1 1,0 0 0,0 0-1,0-1 1,-1 1 0,1 0-1,0-1 1,0 1 0,0 0-1,-1 0 1,1 0 0,0-1-1,0 1 1,-1 0 0,-5-10-7287</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9.359"/>
    </inkml:context>
    <inkml:brush xml:id="br0">
      <inkml:brushProperty name="width" value="0.035" units="cm"/>
      <inkml:brushProperty name="height" value="0.035" units="cm"/>
    </inkml:brush>
  </inkml:definitions>
  <inkml:trace contextRef="#ctx0" brushRef="#br0">0 0 372,'30'27'3760,"-21"-21"-572,0 0 0,0-1-1,18 7 1,32 7 9400,-20-10-9296,-25-7-3292,1 1 0,-1 1 0,0 0 0,0 1 0,0 1 0,0 0 0,-1 1 0,0 0 0,-1 1 0,0 1 0,12 10 0,-22-16 0,1 0 0,-1 0 0,-1 0 0,1 0 0,0 1 0,-1-1 0,1 1 0,-1 0 0,0-1 0,0 1 0,-1 0 0,1-1 0,-1 1 0,0 0 0,0 0 0,0-1 0,0 1 0,0 0 0,-1 0 0,0-1 0,0 1 0,0 0 0,-2 4 0,-2 6 0,-1 0 0,-1 1 0,0-2 0,-12 18 0,-24 24 0,42-54 0,1 1 0,-1 0 0,0 0 0,1 0 0,-1 0 0,1 0 0,-1 0 0,1 0 0,0 0 0,0 0 0,0 0 0,0 0 0,0 0 0,0 0 0,1 2 0,10 35 0,-7-24 0,0-1 0,2 8 0,-1-1 0,-1 1 0,0 0 0,0 28 0,-5-30 0,-1 0 0,0 0 0,-2 0 0,0 0 0,-1-1 0,-1 1 0,-1-1 0,-13 26 0,14-34 0,0 0 0,-1-1 0,0 0 0,0 0 0,-1-1 0,-16 15 0,19-19 0,-2-1 0,1 1 0,0-1 0,-1 0 0,0-1 0,0 1 0,0-2 0,0 1 0,0-1 0,-1 0 0,-10 2 0,9-3-390,1-1 0,0 1 0,0-2 1,-1 1-1,1-1 0,-9-2 0,52-3-29280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9.702"/>
    </inkml:context>
    <inkml:brush xml:id="br0">
      <inkml:brushProperty name="width" value="0.035" units="cm"/>
      <inkml:brushProperty name="height" value="0.035" units="cm"/>
    </inkml:brush>
  </inkml:definitions>
  <inkml:trace contextRef="#ctx0" brushRef="#br0">134 115 940,'-24'3'3868,"21"-2"-2304,0 0 1,0 0 0,1 0-1,-1 1 1,0-1 0,0 1-1,-4 3 1,-14 19 10680,8-5-9052,10-16-3193,1 1 0,0 0 0,0 0 0,1 0 0,-1 0 0,1 0 0,0 0 0,0 0 0,0 1 0,1-1 0,-1 0 0,1 0 0,0 1 0,1 5 0,-1-9 0,0 1 0,1-1 0,-1 1 0,1-1 0,-1 0 0,1 1 0,0-1 0,-1 0 0,1 0 0,0 1 0,0-1 0,0 0 0,0 0 0,0 0 0,0 0 0,0 0 0,2 1 0,-1-1 0,0 0 0,1 0 0,-1-1 0,0 1 0,0-1 0,0 1 0,0-1 0,1 0 0,-1 0 0,0 0 0,0 0 0,1 0 0,-1 0 0,0-1 0,3 0 0,-2 0 0,1 0 0,-1 0 0,0-1 0,0 1 0,1-1 0,-1 1 0,0-1 0,0 0 0,-1-1 0,1 1 0,0 0 0,-1-1 0,4-3 0,24-43 0,-10 15 0,-16 28 0,-1-1 0,0 1 0,0-1 0,-1 1 0,1-1 0,-2 0 0,1 0 0,-1 0 0,0 0 0,0 0 0,-1 0 0,0 0 0,0-1 0,-1 1 0,-1-10 0,1 15 0,1 0 0,-1 0 0,1 1 0,-1-1 0,0 0 0,1 0 0,-1 1 0,0-1 0,0 1 0,0-1 0,-1 1 0,1-1 0,0 1 0,0 0 0,-1-1 0,1 1 0,-1 0 0,1 0 0,-1 0 0,1 0 0,-1 1 0,0-1 0,1 0 0,-1 0 0,0 1 0,0 0 0,0-1 0,1 1 0,-1 0 0,0 0 0,0-1 0,0 1 0,0 1 0,1-1 0,-1 0 0,0 0 0,0 1 0,0-1 0,1 1 0,-1 0 0,-2 0 0,-3 2 0,0 0 0,0 1 0,0 0 0,0 0 0,0 1 0,1-1 0,0 1 0,-8 8 0,6-4 0,1 0 0,-1 0 0,2 0 0,-1 1 0,1 0 0,1 1 0,0 0 0,0-1 0,1 1 0,0 1 0,-2 13 0,7-15-6106,0-2-2005,18-6-5456,3-3 10506,6-3 1531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29.940"/>
    </inkml:context>
    <inkml:brush xml:id="br0">
      <inkml:brushProperty name="width" value="0.035" units="cm"/>
      <inkml:brushProperty name="height" value="0.035" units="cm"/>
    </inkml:brush>
  </inkml:definitions>
  <inkml:trace contextRef="#ctx0" brushRef="#br0">621 0 108,'16'1'3684,"4"4"9182,-19-4-12404,-1-1 0,0 0-1,1 0 1,-1 1 0,1-1 0,-1 0-1,1 1 463,-1-1-463,1 1 1,-1-1 0,0 0 0,0 1-1,1-1 1,-1 1 0,0-1-1,0 1 1,1-1 0,-1 1-1,0-1 1,0 1 0,0-1 0,0 1-1,0 1-126,0-1 0,-1 0 0,1 0 0,0 1 0,-1-1 0,1 0 0,-1 0 0,1 0 0,-1 0-1,0 0 1,1 0 0,-1 0 0,0 0 0,-1 1 0,-167 181-335,-56 64 0,224-246 0,-47 54 0,2 2 0,3 1 0,-42 78 0,59-72-1443,23-55 396,0 1 0,1 0 0,0 0 0,0 16-1,7-14-13560,6-5 8571,14-3 2260,1-7 2383</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2:30.218"/>
    </inkml:context>
    <inkml:brush xml:id="br0">
      <inkml:brushProperty name="width" value="0.035" units="cm"/>
      <inkml:brushProperty name="height" value="0.035" units="cm"/>
    </inkml:brush>
  </inkml:definitions>
  <inkml:trace contextRef="#ctx0" brushRef="#br0">1 163 88,'3'26'4080,"-5"14"6746,1 12 817,1-47-11320,1 1 0,0-1 1,0 1-1,0-1 0,1 0 0,0 1 0,0-1 0,0 0 1,1 0-1,0 0 0,5 7 0,-6-10-233,0-1 0,0 1 0,0 0 0,1-1 0,-1 1 0,0-1 0,1 0-1,0 0 1,-1 0 0,1 0 0,0 0 0,-1 0 0,1-1 0,0 0 0,0 1 0,-1-1 0,1 0 0,0 0 0,0 0-1,0-1 1,-1 1 0,1-1 0,0 1 0,5-3 0,1-1-220,-1 1 0,1-1 1,-1-1-1,0 0 0,0 0 0,0 0 0,-1-1 1,1 0-1,-1-1 0,-1 1 0,1-1 0,-1-1 0,8-13 1,1-2-315,-1-1 1,-1-1-1,13-36 0,-25 58 438,3-6 329,0 0 1,-1 0-1,0 0 1,-1 0-1,1 0 0,-2-1 1,1 1-1,-2-1 1,1 1-1,-2-18 0,1 26-321,-1 0-1,0 0 1,1 0-1,-1 0 1,0 0-1,0 0 0,0 0 1,1 0-1,-1 1 1,0-1-1,0 0 1,0 0-1,0 1 1,0-1-1,-1 0 1,1 1-1,0 0 0,0-1 1,0 1-1,0-1 1,-1 1-1,1 0 1,0 0-1,0 0 1,-1 0-1,1 0 1,0 0-1,0 0 0,-1 0 1,1 0-1,0 1 1,0-1-1,0 0 1,-2 1-1,-44 15-11,45-16 10,-65 35-183,46-24-775,0 0-1,-22 7 1,37-15-1140,2-1 2460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16.374"/>
    </inkml:context>
    <inkml:brush xml:id="br0">
      <inkml:brushProperty name="width" value="0.035" units="cm"/>
      <inkml:brushProperty name="height" value="0.035" units="cm"/>
    </inkml:brush>
  </inkml:definitions>
  <inkml:trace contextRef="#ctx0" brushRef="#br0">56 322 16,'-12'-55'3476,"-21"-70"17503,29 102-19072,1-1 0,1 1-1,1-34 1,1 42-1242,17 207-665,11 101 0,-15-201 0,28 103 0,-37-178 0,-2-7 0,0-1 0,0 0 0,1 0 0,1 0 0,-1 0 0,1-1 0,1 1 0,6 8 0,-11-17 0,0 1 0,1-1 0,-1 1 0,1-1 0,-1 1 0,1-1 0,-1 0 0,1 1 0,-1-1 0,1 0 0,-1 1 0,1-1 0,-1 0 0,1 0 0,0 0 0,-1 1 0,1-1 0,0 0 0,-1 0 0,1 0 0,-1 0 0,1 0 0,0 0 0,-1 0 0,1-1 0,-1 1 0,1 0 0,0 0 0,-1 0 0,1 0 0,-1-1 0,2 0 0,16-19 0,5-30 0,-14 25 0,-4 9 0,1 0 0,0 0 0,1 0 0,1 1 0,14-20 0,-20 32 0,0 0 0,1 0 0,-1 1 0,1-1 0,-1 1 0,1-1 0,0 1 0,0 0 0,0 0 0,0 1 0,0-1 0,1 1 0,-1-1 0,0 1 0,1 0 0,-1 0 0,1 1 0,-1-1 0,1 1 0,0-1 0,-1 1 0,1 0 0,-1 1 0,1-1 0,-1 1 0,1-1 0,-1 1 0,1 0 0,-1 0 0,1 1 0,5 2 0,13 8 0,-1 1 0,0 1 0,-1 1 0,0 1 0,-1 0 0,-1 2 0,24 29 0,39 36 0,-78-80 0,0 0 0,0-1 0,0 1 0,0-1 0,1 0 0,-1 0 0,1 0 0,0 0 0,0 0 0,-1-1 0,1 0 0,0 1 0,7 0 0,-8-3 0,0 1 0,-1 0 0,1-1 0,0 1 0,0-1 0,-1 0 0,1 0 0,-1 0 0,1 0 0,-1-1 0,1 1 0,-1-1 0,1 1 0,-1-1 0,0 0 0,0 0 0,0 0 0,0 0 0,-1 0 0,1 0 0,1-3 0,3-4 0,-1 1 0,-1 0 0,0-1 0,0 0 0,-1 0 0,0 0 0,0 0 0,-1-1 0,0 1 0,-1-1 0,0 1 0,-1-14 0,-1-15 0,-13-69 0,8 64 0,2 11 0,-49-275 0,51 300 0,1 1 0,0 0 0,-1 1 0,1-1 0,-1 0 0,-1 1 0,1-1 0,-4-5 0,5 17-658,0 1-1,1-1 1,-1 0-1,2 1 1,0 9 0,2 14-7998,2 18-2937,4 1 5915,1-9 3648</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16.702"/>
    </inkml:context>
    <inkml:brush xml:id="br0">
      <inkml:brushProperty name="width" value="0.035" units="cm"/>
      <inkml:brushProperty name="height" value="0.035" units="cm"/>
    </inkml:brush>
  </inkml:definitions>
  <inkml:trace contextRef="#ctx0" brushRef="#br0">1 233 476,'8'21'4164,"-8"-19"-2948,0 0-1,1-1 1,-1 1 0,1 0-1,-1-1 1,1 1 0,0-1-1,0 1 1,0-1-1,0 1 1,0-1 0,0 1-1,0-1 1,0 0 0,0 0-1,1 1 1,-1-1 0,0 0-1,1 0 1,-1 0-1,3 0 1,21 3 92,-16-5-1303,-1 0 0,0-1 0,0 0-1,0 0 1,0 0 0,0-1 0,-1 0 0,1-1 0,-1 0 0,1 0 0,-1 0 0,-1-1 0,1 0 0,-1 0 0,0-1 0,0 0 0,10-12 0,-9 9-6,-1 1-1,1-2 1,-2 1 0,1-1-1,-1 1 1,-1-1 0,1-1 0,-2 1-1,0-1 1,0 1 0,-1-1 0,0 0-1,1-13 1,-3 20 1,0 1 0,-1-1 0,1 1 0,0-1 0,-1 1 0,0 0 0,0-1 0,0 1 0,0 0 0,0-1 0,-1 1 0,-3-6 0,4 9 0,1-1 0,-1 0 0,0 1 0,1-1 0,-1 0 0,0 1 0,0-1 0,0 1 0,1-1 0,-1 1 0,0-1 0,0 1 0,0 0 0,0 0 0,0-1 0,0 1 0,0 0 0,0 0 0,-1 0 0,0 0 0,0 1 0,0-1 0,0 0 0,0 1 0,0 0 0,1 0 0,-1-1 0,0 1 0,0 0 0,1 0 0,-1 0 0,-2 3 0,-4 3 0,1 0 0,1 1 0,-1-1 0,1 2 0,1-1 0,-1 0 0,1 1 0,1 0 0,0 0 0,0 1 0,1-1 0,-4 17 0,4-15 0,1-1 0,1 1 0,0 0 0,0 0 0,1-1 0,0 1 0,1 0 0,0 0 0,1 0 0,0-1 0,6 19 0,-5-24-176,-1-1 0,1 1 0,-1 0-1,1-1 1,1 1 0,-1-1 0,0 0 0,1 0 0,0-1 0,0 1 0,0-1-1,1 0 1,-1 0 0,1 0 0,-1 0 0,1-1 0,0 0 0,0 0 0,0 0-1,0-1 1,0 1 0,1-1 0,6 0 0,-2 0-453,-1-1 0,1 0 0,-1 0 0,1-1 1,-1 0-1,1-1 0,-1 0 0,0-1 0,0 0 0,0 0 0,0-1 0,11-6 1,57-38-15477,-61 37 14624,18-10-462</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17.199"/>
    </inkml:context>
    <inkml:brush xml:id="br0">
      <inkml:brushProperty name="width" value="0.035" units="cm"/>
      <inkml:brushProperty name="height" value="0.035" units="cm"/>
    </inkml:brush>
  </inkml:definitions>
  <inkml:trace contextRef="#ctx0" brushRef="#br0">140 0 856,'1'4'21510,"1"6"-13031,1 19-6693,-2 18-1737,-3 1 0,-11 76 0,-30 91-35,-9 56-43,52-267 29,-1 0 0,1-1 0,0 1 0,0 0 0,0 0 0,0 0 0,0-1 0,3 8 0,-3-11 0,1 1 0,-1 0 0,1 0 0,0 0 0,-1-1 0,1 1 0,0 0 0,0-1 0,-1 1 0,1 0 0,0-1 0,0 1 0,0-1 0,0 1 0,0-1 0,0 0 0,0 1 0,0-1 0,0 0 0,0 0 0,0 0 0,0 0 0,0 0 0,0 0 0,0 0 0,0 0 0,0 0 0,0 0 0,0 0 0,0-1 0,0 1 0,0 0 0,-1-1 0,1 1 0,1-1 0,8-2 0,-1 2 0,0-1 0,0 1 0,0 0 0,1 1 0,-1 0 0,0 1 0,1 0 0,-1 0 0,0 1 0,0 0 0,0 0 0,14 7 0,-17-7 0,-1 1 0,1-1 0,-1 1 0,0 1 0,0-1 0,0 1 0,0 0 0,-1 0 0,1 0 0,-1 1 0,0 0 0,0-1 0,-1 1 0,0 1 0,1-1 0,-2 0 0,1 1 0,-1-1 0,0 1 0,0 0 0,2 10 0,-3-11 0,0-1 0,-1 1 0,1 0 0,-1-1 0,0 1 0,-1 0 0,1-1 0,-1 1 0,0-1 0,0 1 0,0-1 0,0 1 0,-1-1 0,0 0 0,0 0 0,0 0 0,0 0 0,-1 0 0,0 0 0,0-1 0,0 1 0,0-1 0,0 1 0,0-1 0,-1 0 0,0-1 0,0 1 0,0-1 0,0 1 0,0-1 0,0-1 0,0 1 0,-1 0 0,1-1 0,0 0 0,-1 0 0,0 0 0,1-1 0,-1 1 0,1-1 0,-1 0 0,0-1 0,-8 0 0,-4-3-727,1 0 0,-1-1-1,-27-12 1,31 12-792,1-2 1,-1 0-1,1 0 0,-20-17 0,35 6-18252,11 1 17854</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17.496"/>
    </inkml:context>
    <inkml:brush xml:id="br0">
      <inkml:brushProperty name="width" value="0.035" units="cm"/>
      <inkml:brushProperty name="height" value="0.035" units="cm"/>
    </inkml:brush>
  </inkml:definitions>
  <inkml:trace contextRef="#ctx0" brushRef="#br0">0 1 712,'24'47'5355,"-13"-15"6634,12 57 0,-14-51-9271,-7-28-2718,1 1 0,0-1 0,1 1 0,0-1 0,9 15 0,-12-23 0,0 0 0,0 0 0,0 0 0,1-1 0,-1 1 0,0-1 0,1 1 0,0-1 0,-1 0 0,1 1 0,0-1 0,-1 0 0,1 0 0,0 0 0,0 0 0,0-1 0,0 1 0,0 0 0,0-1 0,0 1 0,0-1 0,1 0 0,-1 0 0,0 0 0,0 0 0,0 0 0,0 0 0,0 0 0,0-1 0,0 1 0,0-1 0,0 0 0,0 1 0,0-1 0,0 0 0,3-2 0,3-2 0,0-1 0,-1 0 0,1-1 0,-1 0 0,11-13 0,-14 15 0,0-1 0,0 1 0,1 0 0,0 0 0,0 1 0,0 0 0,0-1 0,1 2 0,0-1 0,-1 1 0,1 0 0,1 0 0,-1 0 0,9-2 0,-13 5 0,1 0 0,-1 1 0,0-1 0,1 0 0,-1 1 0,1 0 0,-1-1 0,0 1 0,1 0 0,-1 0 0,0 0 0,0 1 0,0-1 0,0 0 0,0 1 0,0-1 0,0 1 0,0 0 0,-1 0 0,1-1 0,-1 1 0,1 0 0,-1 0 0,3 5 0,3 6 0,-1 0 0,0 1 0,4 15 0,-4-12 0,0 5 0,-5-17 0,0-1 0,1 1 0,-1 0 0,1 0 0,0-1 0,0 1 0,0-1 0,1 1 0,0-1 0,-1 0 0,2 0 0,5 6 0,-9-10-292,1 0 0,0 1 1,0-1-1,0 0 0,-1 0 0,1 0 0,0 0 1,0 0-1,0 0 0,-1-1 0,1 1 1,0 0-1,0 0 0,-1 0 0,1-1 0,0 1 1,0 0-1,-1-1 0,1 1 0,0-1 0,-1 1 1,1-1-1,0 1 0,-1-1 0,1 1 1,0-2-1,18-19-12519,-15 17 10695,12-13-3268,11-6 2237,4-1 1800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17.683"/>
    </inkml:context>
    <inkml:brush xml:id="br0">
      <inkml:brushProperty name="width" value="0.035" units="cm"/>
      <inkml:brushProperty name="height" value="0.035" units="cm"/>
    </inkml:brush>
  </inkml:definitions>
  <inkml:trace contextRef="#ctx0" brushRef="#br0">580 1 1176,'-1'5'2569,"1"0"0,-1 0-1,1 0 1,-1 0 0,-1 0-1,1-1 1,-1 1 0,0 0-1,-3 6 1,-8 11 2274,-165 230-3786,122-174-1057,-109 137 0,155-203-458,0-2-1,-1 1 1,-1-2 0,-19 15-1,28-23 249,1 1 0,-1-1-1,1 0 1,-1 0 0,0 0-1,1 0 1,-1 0 0,0 0-1,0-1 1,0 1 0,0-1-1,1 0 1,-6 0 0,6-1 41,0 1 1,1-1-1,-1 0 0,1 1 1,-1-1-1,1 0 0,-1 0 1,1 0-1,-1 0 1,1-1-1,0 1 0,0 0 1,0 0-1,-1-1 1,1 1-1,0-1 0,1 1 1,-1-1-1,0 1 1,0-1-1,1 0 0,-1 1 1,1-1-1,-1-3 0,-5-37-12659,6 28 10087,1-1 0,4-21 0,5-11 889</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17.840"/>
    </inkml:context>
    <inkml:brush xml:id="br0">
      <inkml:brushProperty name="width" value="0.035" units="cm"/>
      <inkml:brushProperty name="height" value="0.035" units="cm"/>
    </inkml:brush>
  </inkml:definitions>
  <inkml:trace contextRef="#ctx0" brushRef="#br0">1 0 236,'1'4'2232,"0"-1"0,1 0 0,-2 0 0,1 1 0,0-1 0,-1 1 1,1-1-1,-1 5 0,1 4 4410,0-8-5814,5 32 3435,6 16-3070,-9-44-1254,0 0 1,0 0-1,0-1 1,1 1-1,0-1 1,1 0-1,0 0 1,10 10-1,-10-11 744,1 1-6945,17 8-20451,-16-14 27980,11-1-2688</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18.073"/>
    </inkml:context>
    <inkml:brush xml:id="br0">
      <inkml:brushProperty name="width" value="0.035" units="cm"/>
      <inkml:brushProperty name="height" value="0.035" units="cm"/>
    </inkml:brush>
  </inkml:definitions>
  <inkml:trace contextRef="#ctx0" brushRef="#br0">0 0 1156,'24'11'24309,"-23"-10"-23463,-1-1-1,0 1 0,0 0 0,1 1 0,0 9 2227,-2-9-3072,-1 2-1538,2-3 1193,0-1 1,0 1 0,0-1 0,0 0-1,0 1 1,-1-1 0,1 1-1,0-1 1,0 0 0,0 1-1,0-1 1,-1 1 0,1-1-1,0 0 1,0 1 0,0-1-1,-1 0 1,1 1 0,0-1-1,-1 0 1,1 0 0,0 1-1,-1-1 1,1 0 0,0 0 0,-1 1-1,1-1 1,-1 0 0,1 0-1,0 0 1,-1 0 0,1 0-1,-1 0 1,1 0 0,0 0-1,-1 0 1,1 14-12986,0-8 11732,0 13-1127</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18.243"/>
    </inkml:context>
    <inkml:brush xml:id="br0">
      <inkml:brushProperty name="width" value="0.035" units="cm"/>
      <inkml:brushProperty name="height" value="0.035" units="cm"/>
    </inkml:brush>
  </inkml:definitions>
  <inkml:trace contextRef="#ctx0" brushRef="#br0">38 1 68,'-8'26'1836,"-2"4"7103,-6 39-1,14-59-6338,1 1 0,0-1-1,2 19 1,7 8-17,-8-36-2583,0 0 0,0 0 0,0-1 0,1 1 0,-1 0 0,0-1 0,0 1 0,1 0 0,-1-1 0,0 1 0,1-1 0,-1 1 0,1-1 0,-1 1 0,1 0 0,-1-1 0,1 0 0,-1 1 0,1-1 0,0 1 0,-1-1 0,1 0 0,-1 1 0,1-1 0,0 0 0,-1 1 0,2-1 0,-2-1 0,1 1 0,-1-1 0,0 1 0,0-1 0,1 1 0,-1-1 0,0 0 0,0 1 0,0-1 0,0 1 0,0-1 0,0 0 0,0 1 0,0-1 0,0 1 0,0-1 0,0 0 0,0 1 0,0-1 0,0 1 0,-1-1 0,1 1 0,0-1 0,0 0 0,-1 1 0,1-1 0,0 1 0,-1-1 0,1 1 0,0-1 0,-1 0 0,-4-14-4252,6 10 1086,-1 0-1,1 1 1,0-1-1,0 0 1,0 1-1,3-7 1,0 1 90,1-5 546</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18.913"/>
    </inkml:context>
    <inkml:brush xml:id="br0">
      <inkml:brushProperty name="width" value="0.035" units="cm"/>
      <inkml:brushProperty name="height" value="0.035" units="cm"/>
    </inkml:brush>
  </inkml:definitions>
  <inkml:trace contextRef="#ctx0" brushRef="#br0">5 506 1300,'-4'1'17939,"4"15"-9543,3 21-3708,3 46-4415,-6 116 1,0 30-381,1-205 107,2 23 0,-3-45 0,0 1 0,1 0 0,0-1 0,0 1 0,-1 0 0,1-1 0,1 1 0,-1-1 0,0 0 0,1 1 0,-1-1 0,1 0 0,2 3 0,-4-5 0,0 0 0,1 1 0,-1-1 0,0 0 0,0 0 0,0 0 0,0 1 0,1-1 0,-1 0 0,0 0 0,0 0 0,1 0 0,-1 0 0,0 1 0,0-1 0,0 0 0,1 0 0,-1 0 0,0 0 0,1 0 0,-1 0 0,0 0 0,0 0 0,1 0 0,-1 0 0,0 0 0,0 0 0,1 0 0,-1 0 0,0 0 0,0 0 0,1 0 0,-1-1 0,0 1 0,0 0 0,1 0 0,-1 0 0,0-1 0,4-10 0,-4-18 0,-13-313 0,9 144 0,1 122 0,10-102 0,-4 153 0,0-1 0,2 1 0,1 0 0,1 0 0,1 1 0,1 0 0,23-42 0,-27 58 0,1 0 0,1 0 0,-1 1 0,1-1 0,1 2 0,-1-1 0,1 1 0,0 0 0,1 1 0,-1 0 0,1 0 0,0 1 0,0 0 0,1 1 0,-1-1 0,15-1 0,-16 3 0,0 0 0,1 1 0,-1 0 0,1 1 0,0 0 0,-1 0 0,1 1 0,-1 0 0,1 0 0,-1 1 0,0 0 0,0 1 0,1-1 0,-2 2 0,1-1 0,0 1 0,-1 0 0,1 1 0,9 7 0,-14-8 0,0 0 0,0 0 0,0 0 0,-1 0 0,1 0 0,-1 1 0,0-1 0,0 1 0,-1-1 0,1 1 0,-1 0 0,0 0 0,0-1 0,-1 1 0,1 0 0,-1 0 0,0 0 0,0 0 0,-1 0 0,0 0 0,-2 9 0,-3 9 0,-1 1 0,-1-1 0,-10 22 0,13-36 0,-20 48 0,-21 49 0,42-92 0,-1 0 0,2 0 0,0 0 0,0 1 0,0 23 0,4-18 0,2 0 0,0 0 0,1-1 0,1 1 0,11 29 0,-6-21 0,7 36 0,-15-53 0,-1 0 0,1 0 0,-2 0 0,0 0 0,0 0 0,-1 0 0,-2 11 0,-1-7 29,0-1 0,-1 1 0,-1-1-1,0 0 1,-1 0 0,0 0 0,-1-1 0,-1 0 0,0-1-1,-16 17 1,18-21-122,0-1 0,0 0-1,-1-1 1,0 1 0,-1-1-1,1-1 1,-1 0 0,0 0 0,-1-1-1,1 0 1,-1 0 0,1-1-1,-1-1 1,0 1 0,0-2 0,-16 2-1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19.100"/>
    </inkml:context>
    <inkml:brush xml:id="br0">
      <inkml:brushProperty name="width" value="0.035" units="cm"/>
      <inkml:brushProperty name="height" value="0.035" units="cm"/>
    </inkml:brush>
  </inkml:definitions>
  <inkml:trace contextRef="#ctx0" brushRef="#br0">14 1 1024,'15'33'6212,"-13"-26"-3067,-1 1-1,0 0 1,-1-1-1,0 1 1,-1 10-1,-1 7 2376,1-9-4380,-26 165-1140,26-168 4,4-17 0,5-21-44,4-41-14736,0 0 763,-7 20 11324,-5 8 1548</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19.241"/>
    </inkml:context>
    <inkml:brush xml:id="br0">
      <inkml:brushProperty name="width" value="0.035" units="cm"/>
      <inkml:brushProperty name="height" value="0.035" units="cm"/>
    </inkml:brush>
  </inkml:definitions>
  <inkml:trace contextRef="#ctx0" brushRef="#br0">6 182 600,'1'-18'1403,"0"-12"6438,-2 16 871,-2 3 4478,0-1-12029,5-3-1305,-2 15 144,1-16-3181,-1 13 1250,0 0-1,0 1 1,0-1 0,1 1 0,-1-1-1,1 0 1,0 1 0,0-1-1,0 1 1,0 0 0,2-4-1,9-10-3097,1 0 3708</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19.601"/>
    </inkml:context>
    <inkml:brush xml:id="br0">
      <inkml:brushProperty name="width" value="0.035" units="cm"/>
      <inkml:brushProperty name="height" value="0.035" units="cm"/>
    </inkml:brush>
  </inkml:definitions>
  <inkml:trace contextRef="#ctx0" brushRef="#br0">303 3 648,'0'0'86,"0"0"0,0 1 0,0-1 0,0 0 0,0 0 0,0 0 0,0 0 0,0 0 0,-1 0 0,1 0 0,0 0 0,0 0 0,0 0 0,0 0 0,0 0 0,0 0 0,0 0 0,-1 0 0,1 0 0,0 0 0,0 0 0,0 0 1,0 0-1,0 0 0,0 0 0,-1 0 0,1 0 0,0 0 0,0 0 0,0 0 0,0 0 0,0 0 0,0 0 0,0 0 0,0-1 0,-1 1 0,1 0 0,0 0 0,0 0 0,0 0 0,0 0 0,0 0 0,0 0 0,0 0 0,0 0 0,0-1 0,0 1 0,0 0 0,0 0 0,0 0 0,0 0 0,0 0 0,0 0 0,0-1 0,0 1 0,0 0 0,0 0 0,0 0 0,0 0 0,0 0 0,0 0 0,0 0 0,0-1 0,0 1 0,0 0 0,-4 15 10810,0 10 1431,3-12-9112,-17 441-3215,13-217 0,5-151 0,3 0 0,19 105 0,-20-168 0,-5-16 0,-5-14 0,4 2 0,-1 0 0,0 0 0,0 0 0,-1 0 0,1 1 0,-1 0 0,0 0 0,0 1 0,-1-1 0,1 1 0,-1 1 0,1-1 0,-1 1 0,0 0 0,0 1 0,0-1 0,0 1 0,-8 1 0,9-1 0,0 1 0,1 0 0,-1 0 0,0 0 0,1 1 0,-1 0 0,0 0 0,1 1 0,-1-1 0,1 1 0,0 1 0,0-1 0,-1 1 0,2-1 0,-1 1 0,0 1 0,0-1 0,1 1 0,0 0 0,0 0 0,0 0 0,0 0 0,-3 6 0,2 0 0,-1 0 0,2 1 0,0 0 0,0 0 0,1 0 0,0 0 0,1 1 0,-1 17 0,2-22 0,1-1 0,0 1 0,0-1 0,1 0 0,0 1 0,0-1 0,0 0 0,1 0 0,0 0 0,0 0 0,1 0 0,0 0 0,0 0 0,0-1 0,0 1 0,9 9 0,-11-14-10,0 0 1,0 0-1,0 0 1,0 0-1,0-1 0,0 1 1,1 0-1,-1 0 1,0-1-1,0 1 0,1-1 1,-1 1-1,0-1 0,1 1 1,-1-1-1,1 0 1,-1 0-1,1 0 0,-1 0 1,0 0-1,1 0 1,-1 0-1,3-1 0,-1 0-69,0 0-1,-1 0 0,1 0 1,0-1-1,-1 0 0,1 1 1,-1-1-1,0 0 0,1 0 1,2-4-1,3-4-879,0-1 0,-1 0 1,0 0-1,6-14 0,17-34-17875,-7 21 12292,-10 20 5192</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20.443"/>
    </inkml:context>
    <inkml:brush xml:id="br0">
      <inkml:brushProperty name="width" value="0.035" units="cm"/>
      <inkml:brushProperty name="height" value="0.035" units="cm"/>
    </inkml:brush>
  </inkml:definitions>
  <inkml:trace contextRef="#ctx0" brushRef="#br0">71 251 2124,'-34'-18'1116,"14"11"4129,3 4 3398,23 12-2793,8 26-2242,2 16-2716,-2-1 0,9 69 1,2 107 1938,-11-89-2162,-13-127-669,6 38 0,-7-46 0,1 0 0,-1 0 0,0-1 0,1 1 0,0 0 0,-1-1 0,1 1 0,0 0 0,0-1 0,0 1 0,0-1 0,0 1 0,0-1 0,0 0 0,0 1 0,1-1 0,-1 0 0,1 0 0,-1 0 0,4 2 0,-2-3 0,0-1 0,0 1 0,0-1 0,0 0 0,0 0 0,0 0 0,0 0 0,-1-1 0,1 1 0,0-1 0,-1 0 0,1 1 0,-1-1 0,1 0 0,-1-1 0,2-1 0,5-3 0,10-8 0,1 0 0,0 2 0,33-16 0,-41 24 0,1 0 0,0 1 0,0 0 0,0 1 0,0 0 0,0 1 0,1 1 0,13 0 0,0 3 0,0 1 0,0 2 0,0 0 0,-1 2 0,51 19 0,52 14 0,-125-39 0,0 0 0,0 0 0,0-1 0,0 1 0,0-1 0,0 0 0,0 0 0,0 0 0,0-1 0,0 1 0,0-1 0,0 0 0,0 0 0,0 0 0,0-1 0,-1 1 0,1-1 0,0 0 0,-1 0 0,1 0 0,-1-1 0,0 1 0,0-1 0,0 0 0,0 0 0,0 0 0,-1 0 0,1 0 0,-1-1 0,0 1 0,0-1 0,0 1 0,2-7 0,4-12 0,-1 1 0,-1-2 0,-1 1 0,3-23 0,2-95 0,-6 76 0,-1 22 0,-3 0 0,-1 0 0,-2 0 0,-2 0 0,-1 1 0,-3 0 0,-1 0 0,-31-76 0,39 111 0,-2 0 0,1 0 0,-1 1 0,1-1 0,-10-8 0,13 13 0,-1 0 0,0 1 0,1-1 0,-1 1 0,0-1 0,1 1 0,-1-1 0,0 1 0,0-1 0,0 1 0,1 0 0,-1-1 0,0 1 0,0 0 0,0 0 0,0 0 0,0 0 0,1 0 0,-1 0 0,-2 0 0,2 0 0,0 1 0,0 0 0,0-1 0,0 1 0,1 0 0,-1 0 0,0-1 0,0 1 0,0 0 0,1 0 0,-1 0 0,0 0 0,1 0 0,-1 0 0,1 0 0,0 0 0,-1 1 0,1-1 0,0 0 0,-1 2 0,-6 51-3149,7-37-880,0 1 1,6 32 0,16 35-8349,-4-34 8708,4 2 2406</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20.774"/>
    </inkml:context>
    <inkml:brush xml:id="br0">
      <inkml:brushProperty name="width" value="0.035" units="cm"/>
      <inkml:brushProperty name="height" value="0.035" units="cm"/>
    </inkml:brush>
  </inkml:definitions>
  <inkml:trace contextRef="#ctx0" brushRef="#br0">0 281 368,'13'35'3103,"-9"-23"423,1 1-1,0-1 1,0-1-1,13 21 1,-15-29-2673,-1 0-1,1 0 1,0 0 0,-1 0 0,1-1 0,1 1 0,-1-1-1,0 0 1,0 0 0,7 3 0,-6-4-527,0 0 0,0 1 0,0-2 1,0 1-1,0 0 0,9-1 0,-4 0-326,0-2 0,0 1 0,-1-1 0,1 0 0,0-1 0,-1 0 0,0 0 0,0-1 0,0 0 0,0-1 0,0 0 0,-1 0 0,0 0 0,0-1 0,0 0 0,-1 0 0,7-9 0,0 0 0,-1-1 0,0-1 0,-1 1 0,-1-2 0,-1 0 0,12-32 0,-16 37 0,-2 0 0,0-1 0,0 1 0,-1-1 0,0-23 0,-2 32 0,0 0 0,0 0 0,-1 0 0,1 0 0,-1 0 0,0 1 0,0-1 0,-1 0 0,1 1 0,-1-1 0,0 1 0,0-1 0,-1 1 0,1 0 0,-1 0 0,0 0 0,0 0 0,0 1 0,-6-6 0,8 8 0,-1 0 0,1 0 0,-1 1 0,1-1 0,-1 0 0,0 1 0,1-1 0,-1 1 0,0-1 0,1 1 0,-1 0 0,0 0 0,1-1 0,-1 1 0,0 0 0,1 1 0,-1-1 0,0 0 0,-3 1 0,2 1 0,0-1 0,-1 1 0,1-1 0,0 1 0,0 0 0,0 1 0,0-1 0,-5 5 0,0 2 0,0 1 0,1 0 0,0 0 0,-8 16 0,1 4 0,1-1 0,2 2 0,0-1 0,2 1 0,-5 35 0,11-43 0,0 1 0,1-1 0,2 1 0,0-1 0,1 1 0,2-1 0,8 38 0,-9-55 0,-1 0 0,1 0 0,0 0 0,1 0 0,0-1 0,0 1 0,0-1 0,0 1 0,1-1 0,0-1 0,0 1 0,0 0 0,0-1 0,1 0 0,0 0 0,0 0 0,0-1 0,0 1 0,0-1 0,1 0 0,0-1 0,8 3 0,-3-2 0,0-1 0,0-1 0,0 0 0,0 0 0,0-1 0,0 0 0,0-1 0,0 0 0,0-1 0,0-1 0,18-5 0,21-11-3211,-12 1-8541,57-37-1,-42 20 6797,-19 13 3913</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20.960"/>
    </inkml:context>
    <inkml:brush xml:id="br0">
      <inkml:brushProperty name="width" value="0.035" units="cm"/>
      <inkml:brushProperty name="height" value="0.035" units="cm"/>
    </inkml:brush>
  </inkml:definitions>
  <inkml:trace contextRef="#ctx0" brushRef="#br0">8 30 528,'6'-8'1268,"-6"6"1128,2-3 1677,4-2 4668,-1 5-5597,-5-1-1008,0 1-464,-5 7-4732,5-1-760,-8 6-6477,0 2 6636,2 2 1757,6 6 860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21.425"/>
    </inkml:context>
    <inkml:brush xml:id="br0">
      <inkml:brushProperty name="width" value="0.035" units="cm"/>
      <inkml:brushProperty name="height" value="0.035" units="cm"/>
    </inkml:brush>
  </inkml:definitions>
  <inkml:trace contextRef="#ctx0" brushRef="#br0">664 45 1228,'-1'-1'492,"-6"-12"3771,-7-5 8006,-5 6-728,3 11-8571,-1 4-2970,0 1 0,0 0 0,0 1 0,1 1 0,0 1 0,-24 13 0,6-1 0,-57 45 0,61-39 0,-49 50 0,69-64 0,0 1 0,0 1 0,1-1 0,1 2 0,0-1 0,1 1 0,-8 20 0,14-30 0,-1 0 0,1 1 0,0-1 0,1 1 0,-1 0 0,1-1 0,0 1 0,0 0 0,0-1 0,1 1 0,-1-1 0,1 1 0,0-1 0,1 1 0,-1-1 0,1 1 0,3 5 0,2 1 0,1 0 0,0 0 0,0-1 0,16 14 0,-6-5 0,-13-14 0,-1 0 0,0 0 0,-1 1 0,1-1 0,-1 1 0,0 0 0,0 0 0,-1 0 0,0 1 0,0-1 0,0 1 0,-1-1 0,0 1 0,0-1 0,-1 1 0,0-1 0,0 1 0,-1 0 0,1-1 0,-1 1 0,-4 11 0,1-3 0,-1 0 0,-1 0 0,-1-1 0,0 0 0,0 0 0,-1-1 0,-1 0 0,-13 14 0,18-22 0,0 0 0,-1-1 0,0 0 0,0 0 0,0 0 0,0-1 0,0 0 0,-1 0 0,0 0 0,1 0 0,-1-1 0,0 0 0,-7 1 0,9-2 0,1-1 0,-1 1 0,1-1 0,-1 0 0,1 0 0,-1 0 0,0-1 0,1 1 0,-1-1 0,1 0 0,-1 0 0,1 0 0,0 0 0,-1 0 0,1-1 0,0 0 0,0 1 0,0-1 0,0-1 0,0 1 0,1 0 0,-1-1 0,0 1 0,-2-5 0,-1 0-1638,4 6 472,0-1-1,0 0 1,0 0-1,0 0 1,1 0-1,-1-1 1,1 1-1,-1 0 0,1-1 1,0 1-1,0-1 1,0 1-1,0-1 1,1 1-1,-1-1 1,1 0-1,-1-4 1,1 6 553,1-1 0,0 0 0,0 0 0,-1 0 0,1 1 0,0-1 1,0 1-1,0-1 0,1 1 0,-1-1 0,0 1 0,1-1 0,1 0 0,12-8-762</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21.754"/>
    </inkml:context>
    <inkml:brush xml:id="br0">
      <inkml:brushProperty name="width" value="0.035" units="cm"/>
      <inkml:brushProperty name="height" value="0.035" units="cm"/>
    </inkml:brush>
  </inkml:definitions>
  <inkml:trace contextRef="#ctx0" brushRef="#br0">0 287 516,'17'5'2502,"7"5"6284,13 3 7464,-8-9-11541,-20-4-4709,-1-1 0,1 0 0,-1 0 0,0 0 0,1-1 0,-1 0 0,0-1 0,0 0 0,0 0 0,-1 0 0,1-1 0,-1 0 0,0-1 0,0 0 0,0 0 0,-1 0 0,7-7 0,-7 5 0,0-1 0,-1 1 0,0-1 0,0 0 0,0 0 0,-1-1 0,-1 1 0,1-1 0,-1 0 0,-1 0 0,0 0 0,0 0 0,-1-1 0,0 1 0,0-13 0,-1 17 0,-1-1 0,1 0 0,-1 1 0,0 0 0,-1-1 0,1 1 0,-1-1 0,0 1 0,0 0 0,-1 0 0,0 0 0,0 1 0,0-1 0,0 1 0,-1-1 0,1 1 0,-5-4 0,6 6 0,-1 1 0,1-1 0,0 1 0,0-1 0,-1 1 0,1 0 0,-1 0 0,1 0 0,-1 0 0,0 0 0,1 1 0,-1-1 0,0 1 0,1 0 0,-1 0 0,0 0 0,0 0 0,1 0 0,-1 0 0,0 1 0,1-1 0,-1 1 0,1 0 0,-1 0 0,0 0 0,1 0 0,0 0 0,-1 0 0,1 1 0,0 0 0,0-1 0,-1 1 0,1 0 0,1 0 0,-1 0 0,-2 3 0,-4 4 0,1 0 0,0 1 0,0 0 0,1 0 0,1 1 0,0 0 0,0 0 0,1 0 0,0 0 0,1 1 0,1 0 0,0-1 0,0 1 0,0 14 0,2-11 0,0 0 0,1 0 0,0 0 0,1 0 0,1-1 0,0 1 0,1-1 0,1 1 0,0-1 0,14 25 0,-18-35-99,1-1-1,0 0 1,0 0-1,0 0 1,0 0-1,0 0 1,1 0-1,-1-1 1,1 1 0,0-1-1,-1 1 1,1-1-1,0 0 1,1 0-1,-1-1 1,0 1 0,0-1-1,1 1 1,-1-1-1,1 0 1,-1 0-1,1 0 1,-1-1-1,1 0 1,0 1 0,-1-1-1,1 0 1,0-1-1,-1 1 1,1-1-1,-1 1 1,1-1 0,-1 0-1,1 0 1,3-2-1,10-6-1171,0-1 0,-1 0 0,0-1 0,-1 0 0,21-21 0,-5 5-1350,7-3-9066,-1 1 6250,-13 9 3941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21.974"/>
    </inkml:context>
    <inkml:brush xml:id="br0">
      <inkml:brushProperty name="width" value="0.035" units="cm"/>
      <inkml:brushProperty name="height" value="0.035" units="cm"/>
    </inkml:brush>
  </inkml:definitions>
  <inkml:trace contextRef="#ctx0" brushRef="#br0">64 99 872,'-7'-22'1542,"-6"-17"9246,11 34-7580,0 0-1,0 1 1,-1-1-1,1 1 0,-7-7 1,9 10-3200,0 1 0,0 0 0,0 0 0,-1-1-1,1 1 1,0 0 0,0 0 0,0 0 0,-1-1 0,1 1 0,0 0 0,0 0 0,-1 0 0,1 0-1,0 0 1,0-1 0,-1 1 0,1 0 0,0 0 0,0 0 0,-1 0 0,1 0 0,0 0 0,-1 0-1,1 0 1,0 0 0,0 0 0,-1 0 0,1 0 0,0 0 0,-1 0 0,1 0 0,0 1 0,0-1-1,-1 0 1,1 0 0,0 0 0,0 0 0,-1 1 0,-6 12 71,1 20-158,12 177 79,1-78 0,-5-72 0,-2 119 0,-2-115-1642,2 0-3425,0-43 2444</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22.162"/>
    </inkml:context>
    <inkml:brush xml:id="br0">
      <inkml:brushProperty name="width" value="0.035" units="cm"/>
      <inkml:brushProperty name="height" value="0.035" units="cm"/>
    </inkml:brush>
  </inkml:definitions>
  <inkml:trace contextRef="#ctx0" brushRef="#br0">1 98 76,'5'-11'-38,"6"-17"2189,5-1 3689,4 7 4015,-19 21-8909,1 1 1,-1-1 0,1 0-1,-1 0 1,1 1-1,-1-1 1,1 1-1,-1-1 1,1 1-1,-1-1 1,1 1 0,-1 0-1,1 0 1,2 0-1,-2 1-912,0-1 0,0 1 0,0 0 0,0 0 0,0 0 0,0 0 1,-1 0-1,1 0 0,0 1 0,-1-1 0,1 1 0,-1-1 0,0 1 0,1-1 0,-1 1 0,0 0 0,0-1 0,0 1 0,0 0 0,0 0 0,0 0 0,-1 0 0,1 0 0,0 4 0,2 5-76,-1 1-1,0 0 1,1 12-1,-2 56 43,-3-1 0,-13 84 0,7-91 0,-37 174-3376,3-32-4633</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22.410"/>
    </inkml:context>
    <inkml:brush xml:id="br0">
      <inkml:brushProperty name="width" value="0.035" units="cm"/>
      <inkml:brushProperty name="height" value="0.035" units="cm"/>
    </inkml:brush>
  </inkml:definitions>
  <inkml:trace contextRef="#ctx0" brushRef="#br0">104 46 968,'-2'-10'5703,"1"8"-3787,0 0 0,-8-12 15327,4 11-15327,-3-2 1185,4 0-3101,4 5 0,0 0 0,-1-1 0,1 1 0,0 0 0,0-1 0,-1 1 0,1 0 0,0-1 0,0 1 0,-1 0 0,1 0 0,0 0 0,-1-1 0,1 1 0,0 0 0,-1 0 0,1 0 0,0-1 0,-1 1 0,1 0 0,0 0 0,-1 0 0,1 0 0,-1 0 0,1 0 0,0 0 0,-1 0 0,1 0 0,-1 0 0,1 0 0,-1 0 0,-2 1-297,1-1-1,-1 0 1,1 1-1,-1 0 1,1-1-1,-1 1 1,1 0-1,-1 0 1,1 0 0,-3 2-1,2-1-783,0 0-1,0 0 1,0 1 0,0-1 0,0 1-1,1 0 1,-1-1 0,1 1 0,0 0-1,-4 6 1,11 8-12094,-4-14 11665,11 17-886</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22.580"/>
    </inkml:context>
    <inkml:brush xml:id="br0">
      <inkml:brushProperty name="width" value="0.035" units="cm"/>
      <inkml:brushProperty name="height" value="0.035" units="cm"/>
    </inkml:brush>
  </inkml:definitions>
  <inkml:trace contextRef="#ctx0" brushRef="#br0">95 0 160,'-25'47'5282,"-26"64"18747,36-70-20737,12-25-3292,3-16 0,0 0 0,0 0 0,0 0 0,0 1 0,-1-1 0,1 0 0,0 0 0,0 1 0,0-1 0,0 0 0,0 0 0,0 1 0,0-1 0,0 0 0,0 0 0,0 1 0,0-1 0,0 0 0,0 0 0,0 1 0,0-1 0,1 0 0,-1 0 0,0 1 0,0-1 0,0 0 0,0 0 0,0 0 0,1 1 0,-1-1 0,0 0 0,0 0 0,0 0 0,0 0 0,1 1 0,-1-1 0,0 0 0,0 0 0,0 0 0,1 0 0,-1 0 0,0 0 0,0 0 0,1 0 0,-1 0 0,0 0 0,0 1 0,1-1 0,-1 0 0,0 0 0,0 0 0,1-1 0,-1 1 0,0 0 0,0 0 0,1 0 0,-1 0 0,0 0 0,4-14-7544,-1 2-3904,5-4 3956,3 1 3345,2 0 2303</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23.716"/>
    </inkml:context>
    <inkml:brush xml:id="br0">
      <inkml:brushProperty name="width" value="0.035" units="cm"/>
      <inkml:brushProperty name="height" value="0.035" units="cm"/>
    </inkml:brush>
  </inkml:definitions>
  <inkml:trace contextRef="#ctx0" brushRef="#br0">79 220 332,'6'-17'2062,"2"-4"3372,-6 18-3358,-1 0-1,1 0 1,0 0-1,0 0 1,0 0-1,0 0 1,0 1-1,0-1 1,4-2-1,-6 5-2011,1 0-1,-1 0 1,0 0-1,1 0 1,-1 0-1,0 0 1,1 1-1,-1-1 1,0 0-1,1 0 1,-1 0-1,0 0 1,1 0-1,-1 1 1,0-1-1,1 0 1,-1 0 0,0 0-1,0 1 1,1-1-1,-1 0 1,0 0-1,0 1 1,0-1-1,1 0 1,-1 1-1,0-1 1,0 0-1,0 1 1,0-1-1,0 0 1,1 1-1,-1-1 1,0 0-1,0 1 1,0-1-1,0 0 1,0 1-1,0-1 1,0 0-1,0 1 1,-1-1-1,1 0 1,0 1-1,0 0 1,1 23 1144,-1-21-1158,-5 70-50,-2 0 0,-29 119 0,14-85 0,5-23 0,-18 119 0,34-193 0,0 1 0,0-1 0,1 1 0,2 14 0,12-59 0,64-271 0,33-112 0,-97 371 0,1 0 0,28-52 0,-42 95 0,0 0 0,1 0 0,0 0 0,0 0 0,0 1 0,0-1 0,0 1 0,1-1 0,-1 1 0,1 0 0,-1 0 0,1 0 0,0 0 0,0 0 0,0 1 0,5-3 0,-6 4 0,1 0 0,0-1 0,-1 1 0,1 0 0,-1 0 0,1 1 0,-1-1 0,1 0 0,-1 1 0,1 0 0,-1-1 0,1 1 0,-1 0 0,0 0 0,0 1 0,1-1 0,-1 0 0,0 1 0,0-1 0,0 1 0,0 0 0,0 0 0,1 2 0,5 5 0,0 1 0,-1 0 0,0 0 0,-1 1 0,0 0 0,0 0 0,4 13 0,23 87 0,-29-96 0,19 87 0,-5 2 0,-4 0 0,-5 0 0,-6 161 0,-4-244-723,0 0-1,-5 22 1,4-35-100,0 1 0,-1-1 0,0 0 0,0 0 0,-1 0 0,0 0 0,-7 11 0,-13 4-15147,3-33 7999</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23.871"/>
    </inkml:context>
    <inkml:brush xml:id="br0">
      <inkml:brushProperty name="width" value="0.035" units="cm"/>
      <inkml:brushProperty name="height" value="0.035" units="cm"/>
    </inkml:brush>
  </inkml:definitions>
  <inkml:trace contextRef="#ctx0" brushRef="#br0">107 187 388,'-25'-21'1501,"-1"3"3321,-1 1 4229,-1 1 4969,46 18-13026,1-1-1,31-2 1,-32 0-1959,-1-1 0,32-8 0,68-31-8798,-81 26 7002,-15 7-2607,15-6-1383,2 0 3302,1 2 1997</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24.181"/>
    </inkml:context>
    <inkml:brush xml:id="br0">
      <inkml:brushProperty name="width" value="0.035" units="cm"/>
      <inkml:brushProperty name="height" value="0.035" units="cm"/>
    </inkml:brush>
  </inkml:definitions>
  <inkml:trace contextRef="#ctx0" brushRef="#br0">376 2 760,'19'-2'31924,"-20"5"-31916,0-1-1,0 1 0,1-1 1,-2 1-1,1-1 1,0 0-1,0 1 0,-1-1 1,1 0-1,-3 3 0,3-4-9,-35 56 2,2 2 0,3 1 0,-41 113 0,69-167 0,1 1 0,1 0 0,-1 0 0,1-1 0,0 1 0,1 0 0,0 0 0,0 0 0,0 0 0,1 0 0,0 0 0,0 0 0,1 0 0,-1-1 0,2 1 0,-1 0 0,1-1 0,0 0 0,0 0 0,1 0 0,-1 0 0,1 0 0,6 5 0,-9-9 0,1 0 0,-1 0 0,0 0 0,0 0 0,0 1 0,0-1 0,0 0 0,0 0 0,-1 1 0,1-1 0,-1 0 0,0 1 0,1-1 0,-1 0 0,0 1 0,0-1 0,-1 0 0,1 1 0,0-1 0,-1 0 0,0 1 0,1-1 0,-1 0 0,0 0 0,0 1 0,0-1 0,0 0 0,-1 0 0,1 0 0,-1 0 0,-2 3 0,1-2 0,0 0 0,0 0 0,0 0 0,0 0 0,-1 0 0,0-1 0,1 0 0,-1 1 0,0-1 0,0 0 0,0-1 0,0 1 0,0-1 0,0 0 0,0 0 0,-7 1 0,4-2-14,1-1 0,0 1 0,0-1 0,0-1 0,0 1-1,0-1 1,0 0 0,0 0 0,0 0 0,-5-4 0,-4-3-738,2-1-1,-18-15 1,14 11-630,9 6-2672,5 3-1967,2 4 4817,1 0 0,-1 0 0,1 0 0,-1 0-1,1 0 1,0 0 0,0-1 0,-1 1 0,1 0 0,0-2 0,4-11-2900,6-3 2663</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24.413"/>
    </inkml:context>
    <inkml:brush xml:id="br0">
      <inkml:brushProperty name="width" value="0.035" units="cm"/>
      <inkml:brushProperty name="height" value="0.035" units="cm"/>
    </inkml:brush>
  </inkml:definitions>
  <inkml:trace contextRef="#ctx0" brushRef="#br0">93 27 1044,'19'-16'4025,"-17"15"-2894,1-1 0,-1 1 0,1 0 0,-1 0 0,1 0 0,-1 0 0,1 1 0,-1-1 0,1 1 0,3-1 0,-4 1-581,-1 0 0,0 0 0,1 0 0,-1 0 0,0 1 0,0-1 1,1 0-1,-1 1 0,0-1 0,0 1 0,0-1 0,1 1 0,-1 0 1,0-1-1,0 1 0,0 0 0,0 0 0,0 0 0,0 0 0,-1 0 1,2 1-1,-1 0-235,1 0 0,-1 0 0,0 1 0,0-1 0,-1 0 0,1 0 0,0 1 0,-1-1 0,1 4 0,1 35-315,-3 1 0,-1 0 0,-1-1 0,-12 51 0,10-65 0,-84 454 0,51-282 0,25-145-6601,0 3-5900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3:24.709"/>
    </inkml:context>
    <inkml:brush xml:id="br0">
      <inkml:brushProperty name="width" value="0.035" units="cm"/>
      <inkml:brushProperty name="height" value="0.035" units="cm"/>
    </inkml:brush>
  </inkml:definitions>
  <inkml:trace contextRef="#ctx0" brushRef="#br0">214 137 88,'10'-30'5297,"-4"14"2729,2 0 0,10-18 0,-3 11-4726,-15 22-3300,0 1 0,1-1 0,-1 1 0,1-1 0,-1 1 0,0-1 0,0 1 0,1-1 0,-1 0 0,0 1 0,0-1 0,1 1 0,-1-1 0,0 0 0,0 1 0,0-1 0,0 0 0,0 1 0,0-1 0,0 1 0,0-1 0,0 0 0,-11-2 0,-18 12 0,-9 13 0,16-10 0,0 0 0,1 2 0,1 0 0,0 2 0,1 0 0,-18 20 0,33-31 0,0 0 0,1 0 0,-1 1 0,1-1 0,0 1 0,0 0 0,1 0 0,0 0 0,0 1 0,0-1 0,1 0 0,0 1 0,0-1 0,0 8 0,1-5 0,1 0 0,0 0 0,1 1 0,0-1 0,0 0 0,1-1 0,0 1 0,0 0 0,6 8 0,0-1 0,0-2 0,1 1 0,1-1 0,0-1 0,1 0 0,0 0 0,1-1 0,0-1 0,29 19 0,13 9-99,-42-28-835,1-2 1,0 1-1,26 12 1,-6-5-11543,-2-1 738,-9-7 8758,-2-3 3360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07.804"/>
    </inkml:context>
    <inkml:brush xml:id="br0">
      <inkml:brushProperty name="width" value="0.035" units="cm"/>
      <inkml:brushProperty name="height" value="0.035" units="cm"/>
    </inkml:brush>
  </inkml:definitions>
  <inkml:trace contextRef="#ctx0" brushRef="#br0">19 48 808,'-18'-15'16383,"24"4"-4034,4 3-9126,-6 6-3223,0 0 0,0 0 0,0 1 0,0-1 0,0 1 0,0 0 0,0 0 0,1 0 0,-1 1 0,0 0 0,7 0 0,51 5 0,-55-4 0,5 1 0,0 0 0,0 1 0,0 0 0,0 1 0,0 1 0,-1 0 0,0 0 0,0 1 0,0 1 0,17 13 0,-28-20 0,0 0 0,1 1 0,-1-1 0,0 1 0,1-1 0,-1 0 0,0 1 0,1-1 0,-1 1 0,0-1 0,0 1 0,0-1 0,1 1 0,-1-1 0,0 1 0,0-1 0,0 1 0,0-1 0,0 1 0,0-1 0,0 1 0,0-1 0,0 1 0,0-1 0,0 1 0,0-1 0,-1 1 0,1-1 0,0 1 0,0-1 0,0 1 0,-1-1 0,1 1 0,0-1 0,-1 1 0,1-1 0,0 0 0,-1 1 0,1-1 0,0 1 0,-1-1 0,1 0 0,-1 0 0,1 1 0,-1-1 0,1 0 0,-1 0 0,0 1 0,-12 14 0,-7 11 0,16-22 0,-1 1 0,2 1 0,-1-1 0,1 0 0,-1 1 0,-2 9 0,5-13 0,0 1 0,1-1 0,0 1 0,-1 0 0,1-1 0,0 1 0,0 0 0,1-1 0,-1 1 0,0 0 0,1-1 0,0 1 0,0-1 0,0 1 0,0-1 0,0 1 0,0-1 0,0 0 0,1 1 0,1 1 0,2 3 0,5 7 0,0 1 0,-1 0 0,0 0 0,9 26 0,-17-38 0,1 1 0,-1 0 0,0 0 0,0 0 0,-1-1 0,1 1 0,-1 0 0,0 0 0,0 0 0,0 0 0,-1 0 0,1 0 0,-1 0 0,0 0 0,0-1 0,0 1 0,-1 0 0,1-1 0,-1 1 0,0-1 0,0 1 0,0-1 0,-1 0 0,1 0 0,-1 0 0,-4 4 0,1-1 0,-1 0 0,-1-1 0,1 0 0,-1 0 0,0-1 0,0 1 0,0-2 0,0 1 0,-12 2 0,3-3 0,0 0 0,0-1 0,-33 0 0,37-1-15559,35-10 1289,-6 1 12822,10 1 126</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08.161"/>
    </inkml:context>
    <inkml:brush xml:id="br0">
      <inkml:brushProperty name="width" value="0.035" units="cm"/>
      <inkml:brushProperty name="height" value="0.035" units="cm"/>
    </inkml:brush>
  </inkml:definitions>
  <inkml:trace contextRef="#ctx0" brushRef="#br0">25 152 312,'-21'18'25444,"21"-16"-23593,-2 1 0,1 6 1454,1-1-3305,1 0 0,0 0 0,0 0 0,1 0 0,0 0 0,0 0 0,1 0 0,0-1 0,0 1 0,1-1 0,0 0 0,1 0 0,-1 0 0,1-1 0,0 1 0,1-1 0,6 6 0,-8-9 0,0 0 0,-1 0 0,1-1 0,0 0 0,0 1 0,0-1 0,1-1 0,-1 1 0,0 0 0,1-1 0,-1 0 0,1 0 0,-1-1 0,1 1 0,0-1 0,-1 0 0,1 0 0,-1 0 0,1-1 0,0 0 0,-1 0 0,1 0 0,-1 0 0,0-1 0,1 1 0,-1-1 0,0 0 0,0 0 0,0-1 0,0 0 0,6-4 0,2-3 0,0-1 0,0 0 0,-1 0 0,-1-1 0,0-1 0,15-23 0,-21 29 0,0-2 0,0 1 0,0 0 0,-1-1 0,0 0 0,-1 1 0,0-1 0,0 0 0,-1 0 0,0 0 0,-1-1 0,0 1 0,-1-12 0,0 17 0,0-1 0,0 0 0,0 1 0,-1-1 0,0 1 0,0 0 0,0 0 0,0-1 0,-1 1 0,0 1 0,1-1 0,-2 0 0,1 1 0,0-1 0,-1 1 0,-4-4 0,6 6 0,0-1 0,-1 1 0,1 0 0,0 0 0,0 0 0,-1 0 0,1 0 0,-1 0 0,1 1 0,-1-1 0,1 1 0,-1 0 0,0-1 0,1 1 0,-1 0 0,1 1 0,-1-1 0,1 0 0,-1 1 0,0 0 0,1-1 0,0 1 0,-1 0 0,1 0 0,0 0 0,-1 1 0,1-1 0,0 0 0,0 1 0,-4 3 0,-1 3 0,0 0 0,1 0 0,-1 1 0,2 0 0,-1 0 0,1 0 0,-6 17 0,6-14 0,0-1 0,-1 1 0,-1-1 0,-12 17 0,18-28-219,1 1 1,-1 0-1,0 0 1,1 0-1,-1 0 1,0-1-1,1 1 1,-1 0-1,0-1 1,0 1-1,0-1 1,0 1-1,0-1 1,0 1-1,0-1 0,1 1 1,-1-1-1,0 0 1,-2 1-1,3-2-157,-1 1 0,1 0 0,0-1 0,-1 1 1,1 0-1,0-1 0,-1 1 0,1-1 0,0 1 0,-1 0 0,1-1 0,0 1 0,0-1 0,0 1 0,-1-1 0,1 1 0,0-1 0,0 1 0,0-1 0,0 1 0,0-1 0,0 1 0,0-1 0,0 1 0,0-2 0,4-26-11441,0 13 7891,9-13 1656</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10.616"/>
    </inkml:context>
    <inkml:brush xml:id="br0">
      <inkml:brushProperty name="width" value="0.035" units="cm"/>
      <inkml:brushProperty name="height" value="0.035" units="cm"/>
    </inkml:brush>
  </inkml:definitions>
  <inkml:trace contextRef="#ctx0" brushRef="#br0">534 53 292,'-17'-9'2910,"-1"-1"6145,16 9-7162,-1-1 1,1 1-1,0-1 0,0 1 1,0-1-1,1 0 0,-1 0 1,0 0-1,-1-4 0,1 5-1834,1 0 0,0 0-1,0 0 1,-1 0 0,1 0 0,0 0-1,-1 0 1,1 0 0,-1 1 0,1-1-1,-1 0 1,1 1 0,-1 0 0,1-1-1,-1 1 1,0 0 0,1 0 0,-1-1-1,0 1 1,1 1 0,-1-1 0,0 0-1,-2 1 1,-38 10 104,25-3-163,2 0 0,-1 1 0,1 1 0,1 0 0,-1 1 0,2 0 0,0 1 0,0 1 0,1 0 0,0 1 0,2 0 0,-1 1 0,2 0 0,0 0 0,1 1 0,0 0 0,1 1 0,1 0 0,1 0 0,0 0 0,1 0 0,1 1 0,1 0 0,0-1 0,2 21 0,0-32 0,2 1 0,-1 0 0,1-1 0,0 1 0,0-1 0,0 0 0,1 0 0,0 0 0,0 0 0,9 10 0,4 5 0,29 28 0,6 6 0,-43-42 0,1 0 0,-2 1 0,0 0 0,0 0 0,-2 0 0,1 1 0,-2 0 0,0 0 0,-1 0 0,0 0 0,-2 1 0,1-1 0,-2 1 0,0-1 0,-1 1 0,-1-1 0,0 0 0,-1 1 0,0-1 0,-10 25 0,5-22 0,0-1 0,-1 0 0,-1 0 0,0-1 0,-2-1 0,0 0 0,-15 15 0,22-25 0,-1 0 0,0 0 0,0 0 0,0-1 0,-1 0 0,0-1 0,0 1 0,0-1 0,0 0 0,0-1 0,0 0 0,-1 0 0,1-1 0,-1 0 0,0 0 0,1 0 0,-1-1 0,1 0 0,-1-1 0,-13-2 0,-7-3-3516,-26-5-11497</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11.022"/>
    </inkml:context>
    <inkml:brush xml:id="br0">
      <inkml:brushProperty name="width" value="0.035" units="cm"/>
      <inkml:brushProperty name="height" value="0.035" units="cm"/>
    </inkml:brush>
  </inkml:definitions>
  <inkml:trace contextRef="#ctx0" brushRef="#br0">7 12 184,'-7'1'16629,"17"-2"-3986,1 6-9336,-2 1-3307,1 0 0,0-1 0,1 0 0,-1 0 0,1-1 0,0-1 0,0 1 0,0-2 0,1 0 0,-1 0 0,23 0 0,26-3 0,-39 1 0,1-1 0,24-3 0,-41 4 0,0-1 0,0-1 0,0 1 0,0-1 0,0 1 0,0-1 0,-1-1 0,1 1 0,0-1 0,-1 0 0,0 0 0,0 0 0,7-6 0,-11 8 0,0 1 0,1 0 0,-1-1 0,1 1 0,-1 0 0,0-1 0,0 1 0,1-1 0,-1 1 0,0-1 0,0 1 0,1-1 0,-1 1 0,0 0 0,0-1 0,0 1 0,0-1 0,0 1 0,0-1 0,0 1 0,0-1 0,0 0 0,0 1 0,0-1 0,0 1 0,0-1 0,0 1 0,0 0 0,0-1 0,-1 1 0,1-1 0,0 1 0,0-1 0,0 1 0,-1-1 0,1 1 0,0 0 0,-1-1 0,1 1 0,0-1 0,-1 1 0,1 0 0,-1 0 0,1-1 0,-1 1 0,1 0 0,0 0 0,-1-1 0,1 1 0,-1 0 0,1 0 0,-1 0 0,1 0 0,-1 0 0,1 0 0,-1 0 0,1 0 0,-1 0 0,1 0 0,-2 0 0,-31-1 0,24 4 0,0 0 0,0 1 0,1 0 0,-1 1 0,1 0 0,0 0 0,0 0 0,0 1 0,1 1 0,0-1 0,0 1 0,1 0 0,-1 1 0,2-1 0,-1 1 0,1 0 0,-8 17 0,-1 5 0,2 1 0,1 1 0,-13 58 0,-8 76-1994,-1 85-6129,22-154 4279,27-105-9607,-12 6 11794,21-9-1181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11.460"/>
    </inkml:context>
    <inkml:brush xml:id="br0">
      <inkml:brushProperty name="width" value="0.035" units="cm"/>
      <inkml:brushProperty name="height" value="0.035" units="cm"/>
    </inkml:brush>
  </inkml:definitions>
  <inkml:trace contextRef="#ctx0" brushRef="#br0">206 45 352,'-43'-16'5882,"29"8"1940,1-2 6751,13 10-14517,0 0 0,0 0 0,0 0 0,0 0 0,0-1 0,0 1 0,-1 0-1,1 0 1,0 0 0,0 0 0,0 0 0,0-1 0,0 1 0,0 0 0,0 0 0,0 0-1,0 0 1,0-1 0,0 1 0,0 0 0,0 0 0,0 0 0,0-1 0,0 1 0,0 0-1,0 0 1,0 0 0,0 0 0,0-1 0,0 1 0,0 0 0,0 0 0,0 0 0,0 0-1,0-1 1,0 1 0,1 0 0,-1 0 0,0 0 0,0 0 0,0 0 0,0-1 0,0 1-1,0 0 1,1 0 0,-1 0 0,0 0 0,0 0 0,0 0 0,0 0 0,1 0 0,-1 0-1,0 0 1,0 0 0,0-1 0,1 1 0,-1 0 0,0 0 0,0 0 0,0 0 0,0 1-1,1-1 1,9-2 557,30 1-613,0 1 0,52 7 0,32 1 0,-87-9 0,-27 0 0,-36 5 0,11-1 0,0 1 0,0 0 0,0 1 0,1 1 0,0 0 0,0 1 0,1 0 0,-14 10 0,1 1 0,2 1 0,-45 45 0,57-52 0,1 2 0,1-1 0,0 2 0,0-1 0,1 1 0,1 1 0,-11 30 0,11-21 0,1 0 0,2 0 0,0 0 0,-1 43 0,5-55-535,0 1 0,-1-1 0,-4 14 0,2-14-890,-1-1 1,0 1-1,0-1 1,-1-1-1,-13 19 0,14-22-2791,-16 26-10605,15-18 12703</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11.660"/>
    </inkml:context>
    <inkml:brush xml:id="br0">
      <inkml:brushProperty name="width" value="0.035" units="cm"/>
      <inkml:brushProperty name="height" value="0.035" units="cm"/>
    </inkml:brush>
  </inkml:definitions>
  <inkml:trace contextRef="#ctx0" brushRef="#br0">51 154 380,'-6'1'797,"-38"-6"30701,45 3-31492,1 0 0,0 0 1,0 0-1,0 1 0,0-1 0,0 1 1,0 0-1,0-1 0,0 1 0,0 0 1,1 0-1,-1 1 0,0-1 0,4 0 0,0-1-11,42-18 5,1 2 0,0 2 0,2 3 0,-1 1 0,68-5 0,-51 14-833,70 6 1,-94-7-16084,-1-8 6730,-22 6 8266,17-3 132</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11.940"/>
    </inkml:context>
    <inkml:brush xml:id="br0">
      <inkml:brushProperty name="width" value="0.035" units="cm"/>
      <inkml:brushProperty name="height" value="0.035" units="cm"/>
    </inkml:brush>
  </inkml:definitions>
  <inkml:trace contextRef="#ctx0" brushRef="#br0">128 0 344,'-3'0'277,"1"1"0,0-1-1,0 0 1,-1 1 0,1-1 0,0 1 0,0-1-1,0 1 1,-4 2 0,3-1 700,0 0 0,1 0 0,-1 0-1,1 0 1,-1 0 0,1 1 0,0 0 0,0-1 0,-3 7 0,-2 3 3401,2 0 0,0 1-1,-5 19 1,2-7-2007,-24 78-2371,29-90 0,1 0 0,0 1 0,1-1 0,1 1 0,2 24 0,-2-38-59,0 0-1,0 0 1,0 0-1,0 0 1,0 0-1,0 0 1,1 0-1,-1 0 1,0 0-1,0 0 1,0 0-1,0 0 1,0 0 0,0 0-1,0 0 1,0 0-1,0 0 1,1 0-1,-1 0 1,0 0-1,0 0 1,0 0-1,0 0 1,0 0 0,0 0-1,0 0 1,0 0-1,0 0 1,1 0-1,-1 0 1,0 0-1,0 0 1,0 0-1,0 0 1,0 0-1,0 0 1,0 0 0,0 0-1,0 0 1,0 0-1,0 0 1,0 1-1,1-1 1,-1 0-1,0 0 1,0 0-1,0 0 1,0 0 0,0 0-1,0 0 1,0 0-1,0 0 1,0 0-1,0 1 1,0-1-1,0 0 1,0 0-1,0 0 1,0 0-1,0 0 1,0 0 0,0 0-1,0 0 1,0 1-1,6-14-8659,2-9-2081,-5 10 6846,3-16 801,-1-2 1517</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12.067"/>
    </inkml:context>
    <inkml:brush xml:id="br0">
      <inkml:brushProperty name="width" value="0.035" units="cm"/>
      <inkml:brushProperty name="height" value="0.035" units="cm"/>
    </inkml:brush>
  </inkml:definitions>
  <inkml:trace contextRef="#ctx0" brushRef="#br0">51 158 28,'-12'-61'4473,"-4"18"5854,-7 4 3712,23 39-14265,1 0 0,-1 0-1,0 0 1,1 0 0,-1 0 0,0 0-1,1 0 1,-1 0 0,0 0-1,1 0 1,-1 0 0,0 0-1,1 0 1,-1 0 0,0 0 0,1 0-1,-1 0 1,0 0 0,1 0-1,-1-1 1,0 1 0,0 0-1,1 0 1,-1 0 0,0-1 0,0 1-1,1 0 1,-1 0 0,0 0-1,0-1 1,0 1 0,1 0-1,-1-1 1,0 1 0,0 0 0,0 0-1,0-1 1,0 1 0,1 0-1,-1-1 1,0 1 0,0 0 0,0-1-1,0 1 1,0 0 0,0-1-1,0 1 1,0 0 0,0-1-1,0 1 1,0 0 0,-1-1 0,1 1-1,0 0 1,0-1 0,0 1-1,0 0 1,0 0 0,-1-1-1,1 1 1,0 0 0,0 0 0,0-1-1,-1 1 1,1 0 0,0 0-1,0-1 1,-1 1 0,1 0 0,38 7-11341,-17-3 11234,9 1-698</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12.367"/>
    </inkml:context>
    <inkml:brush xml:id="br0">
      <inkml:brushProperty name="width" value="0.035" units="cm"/>
      <inkml:brushProperty name="height" value="0.035" units="cm"/>
    </inkml:brush>
  </inkml:definitions>
  <inkml:trace contextRef="#ctx0" brushRef="#br0">320 1 884,'12'13'3757,"-5"5"8808,-7-17-11742,-1 0-1,1 0 0,0 1 1,0-1-1,-1 0 1,1 0-1,-1 0 1,1 0-1,-1 0 0,1 0 1,-1 0-1,0 0 1,1 0-1,-2 1 0,-11 9 2399,1-2-3221,1 1 0,-18 20 0,6-6 0,18-19 0,0-1 0,1 1 0,-1 0 0,1 0 0,0 0 0,1 1 0,-1-1 0,1 1 0,0 0 0,1 0 0,-1 0 0,1 1 0,0-1 0,1 0 0,0 1 0,0-1 0,0 1 0,0 0 0,1-1 0,0 1 0,1-1 0,1 11 0,-1 13 0,0 3 0,0-29 0,-1 1 0,1 0 0,-1-1 0,0 1 0,-1 0 0,1 0 0,-1-1 0,0 1 0,0 0 0,-1-1 0,1 1 0,-1-1 0,0 0 0,0 1 0,0-1 0,-1 0 0,-3 5 0,-1 1 0,0-1 0,-1 0 0,0-1 0,-1 1 0,-17 13 0,23-20-300,0-1-1,0 1 1,0-1 0,0 0 0,0 1-1,-1-1 1,-4 1 0,5-2-319,0 1 0,0-1 0,-1 1 0,1-1 0,0 0 1,-1 0-1,1-1 0,0 1 0,0 0 0,-1-1 0,1 0 1,0 0-1,0 0 0,0 0 0,0-1 0,0 1 0,0-1 1,0 1-1,1-1 0,-1 0 0,-2-3 0,-1-10-12880,7 6 11684,5-3 523</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12.987"/>
    </inkml:context>
    <inkml:brush xml:id="br0">
      <inkml:brushProperty name="width" value="0.035" units="cm"/>
      <inkml:brushProperty name="height" value="0.035" units="cm"/>
    </inkml:brush>
  </inkml:definitions>
  <inkml:trace contextRef="#ctx0" brushRef="#br0">202 156 564,'0'-4'1597,"-1"1"1,1 0-1,0-1 0,0 1 0,0-1 1,0 1-1,1-1 0,-1 1 0,1 0 1,0-1-1,0 1 0,0 0 0,1 0 1,2-6-1,5-17 5926,-3 9-6911,-5 13-579,0 1 1,0 0-1,0-1 0,0 0 1,0 1-1,-1-1 0,0-5 1,0 7-39,0 1-1,-1 0 1,1 0 0,0 0 0,-1 0-1,1 0 1,-1 0 0,0 0 0,1 0 0,-1 1-1,0-1 1,1 0 0,-1 0 0,0 0-1,0 1 1,0-1 0,0 0 0,0 1 0,0-1-1,0 1 1,0-1 0,0 1 0,0-1 0,0 1-1,0 0 1,0 0 0,0-1 0,0 1-1,0 0 1,-2 0 0,-6-1 5,-1 0 0,1 1 0,-1 0 0,1 1 0,-1 0 0,1 0 0,0 1 0,-1 0 0,1 1 0,0 0 0,0 0 0,1 1 0,-17 9 0,21-10 0,-1-1 0,1 1 0,0 0 0,0 1 0,0-1 0,1 1 0,-1 0 0,1-1 0,0 2 0,0-1 0,0 0 0,0 1 0,1-1 0,0 1 0,0 0 0,0-1 0,1 1 0,-1 0 0,1 0 0,0 0 0,0 0 0,1 1 0,0-1 0,0 0 0,0 0 0,2 10 0,-2-11 0,1 0 0,0 1 0,0-1 0,0 1 0,1-1 0,0 0 0,0 0 0,0 0 0,0 0 0,5 6 0,-5-8 0,-1-1 0,1 0 0,0 0 0,0 0 0,-1 0 0,1 0 0,0-1 0,0 1 0,0 0 0,0-1 0,0 0 0,0 1 0,0-1 0,0 0 0,0 0 0,0 0 0,1 0 0,-1-1 0,0 1 0,0 0 0,0-1 0,0 1 0,0-1 0,-1 0 0,4-1 0,3-2 0,0 0 0,-1-1 0,1 1 0,-1-1 0,0-1 0,0 0 0,-1 0 0,0 0 0,0 0 0,7-11 0,-5 7 0,0 1 0,1 0 0,19-16 0,-26 24 0,0-1 0,0 1 0,0 0 0,0 0 0,1 1 0,-1-1 0,0 0 0,0 1 0,0-1 0,1 1 0,-1 0 0,0 0 0,0 0 0,1 0 0,-1 0 0,0 0 0,1 1 0,-1-1 0,0 1 0,0-1 0,0 1 0,0 0 0,0 0 0,0 0 0,0 0 0,0 0 0,0 1 0,0-1 0,2 2 0,5 6 0,1 0 0,-1 0 0,-1 1 0,8 10 0,-6-7 0,23 32 0,-2 2 0,36 75 0,-65-119-242,-1 0 1,1 0-1,0-1 1,0 1-1,1 0 0,-1-1 1,0 1-1,1-1 1,-1 1-1,1-1 0,0 0 1,0 0-1,0-1 1,6 4-1,-8-5-7,1 1 1,0-1-1,0 0 0,-1 1 0,1-1 1,0 0-1,0 0 0,-1 0 0,1 0 1,0 0-1,0-1 0,-1 1 0,1 0 1,0-1-1,0 0 0,-1 1 0,1-1 1,-1 0-1,1 0 0,0 1 0,-1-1 1,0-1-1,1 1 0,-1 0 0,0 0 1,1 0-1,-1-1 0,0 1 0,1-2 1,22-34-14410,-4-3 9115,-18 37 5486,11-25-1102</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13.143"/>
    </inkml:context>
    <inkml:brush xml:id="br0">
      <inkml:brushProperty name="width" value="0.035" units="cm"/>
      <inkml:brushProperty name="height" value="0.035" units="cm"/>
    </inkml:brush>
  </inkml:definitions>
  <inkml:trace contextRef="#ctx0" brushRef="#br0">1 212 604,'10'-96'5142,"-5"41"3171,4 0 7341,-7 50-14772,-1 6-183,3 14 226,-1 23-381,-14 211-544,4-166 0,4 86 0,3-166-6,0 2-466,0 0-1,0 0 0,0 0 0,1 0 1,0 0-1,0-1 0,0 1 0,1 0 1,-1 0-1,4 6 0,16-21-22435,2-4 19934,4-4 1535</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13.439"/>
    </inkml:context>
    <inkml:brush xml:id="br0">
      <inkml:brushProperty name="width" value="0.035" units="cm"/>
      <inkml:brushProperty name="height" value="0.035" units="cm"/>
    </inkml:brush>
  </inkml:definitions>
  <inkml:trace contextRef="#ctx0" brushRef="#br0">306 15 348,'7'-15'22843,"-15"17"-13819,4-1-8476,-14 6-548,1 0 0,1 1 0,-1 0 0,1 1 0,1 1 0,0 1 0,0 0 0,1 1 0,1 1 0,0 0 0,0 1 0,1 0 0,1 1 0,-13 22 0,21-32 0,1-1 0,0 1 0,1 0 0,-1 0 0,1-1 0,0 1 0,0 0 0,0 0 0,0 0 0,1 0 0,0 0 0,0 0 0,1 0 0,-1 0 0,3 8 0,0-4 0,0 0 0,0 0 0,1 0 0,0-1 0,1 1 0,0-1 0,7 9 0,-11-16 3,0 1 0,0 0 0,0 0 0,0 0 0,0 0 0,-1 0 0,1 0 0,0 0 0,-1 0 0,0 0 0,1 0 0,-1 0 0,0 0 0,0 1-1,0-1 1,0 0 0,-1 0 0,1 0 0,-1 0 0,1 0 0,-1 0 0,0 0 0,1 0 0,-1 0 0,0 0 0,0 0 0,-1 0 0,1-1 0,0 1 0,-1 0 0,1-1 0,-1 1 0,1-1 0,-1 0 0,-2 2 0,1 0-31,0-1 0,0 1-1,-1-1 1,1 0 0,0 0 0,-1-1 0,0 1 0,1-1 0,-1 0 0,0 0 0,0 0 0,1 0 0,-1 0 0,0-1 0,0 0 0,0 0-1,0 0 1,-7-1 0,7 0-1743,-1-1 1701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13.734"/>
    </inkml:context>
    <inkml:brush xml:id="br0">
      <inkml:brushProperty name="width" value="0.035" units="cm"/>
      <inkml:brushProperty name="height" value="0.035" units="cm"/>
    </inkml:brush>
  </inkml:definitions>
  <inkml:trace contextRef="#ctx0" brushRef="#br0">1 310 708,'3'20'5107,"-1"-16"-2473,0 0 0,0 0-1,0 0 1,0-1 0,1 1 0,0-1 0,0 1 0,5 4 0,4 4 609,-8-9-3243,0 1 0,1-1 0,-1 0 0,1 0 0,-1-1 0,1 1 0,0-1 0,0 0 0,0 0 0,0 0 0,0-1 0,0 0 0,1 0 0,-1 0 0,0-1 0,1 0 0,-1 0 0,0 0 0,1-1 0,-1 1 0,0-1 0,1 0 0,-1-1 0,0 1 0,0-1 0,0 0 0,0-1 0,-1 1 0,1-1 0,8-6 0,3-5 0,0 0 0,-1-1 0,-1-1 0,-1 0 0,0-1 0,-1 0 0,-1-1 0,10-20 0,-14 25 0,-1 0 0,-1-1 0,0 0 0,0 0 0,-1 0 0,3-27 0,-7 36 0,1 0 0,-1 0 0,0 0 0,-1 0 0,1 0 0,-1 0 0,0 0 0,0 0 0,-1 0 0,-2-6 0,3 8 0,-1 1 0,1-1 0,-1 1 0,0 0 0,0 0 0,0-1 0,0 1 0,0 1 0,0-1 0,-1 0 0,1 0 0,0 1 0,-1-1 0,1 1 0,-1 0 0,0 0 0,1 0 0,-1 0 0,-4 0 0,1 0 0,1 1 0,0 0 0,0 0 0,0 1 0,0-1 0,0 1 0,0 0 0,0 1 0,0-1 0,0 1 0,0 0 0,1 0 0,-1 1 0,1-1 0,-6 4 0,-3 3 0,0 1 0,1 0 0,-18 19 0,-1 7 0,-47 69 0,74-101-1712,28-15-25536,-14 6 25527,21-11-77</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14.327"/>
    </inkml:context>
    <inkml:brush xml:id="br0">
      <inkml:brushProperty name="width" value="0.035" units="cm"/>
      <inkml:brushProperty name="height" value="0.035" units="cm"/>
    </inkml:brush>
  </inkml:definitions>
  <inkml:trace contextRef="#ctx0" brushRef="#br0">89 0 764,'0'0'263,"-1"0"1,1 0-1,0 1 1,-1-1-1,1 0 1,0 0-1,-1 0 0,1 0 1,0 1-1,0-1 1,-1 0-1,1 0 0,0 1 1,0-1-1,-1 0 1,1 0-1,0 1 1,0-1-1,0 0 0,-1 1 1,1-1-1,0 0 1,0 1-1,0-1 0,0 0 1,0 1-1,0-1 1,0 0-1,0 1 1,0-1-1,0 1 0,0-1 1,0 1-1,11 7 6845,22 3 1698,-30-11-8228,33 8 514,-1 2-1,0 2 1,-1 0 0,0 3 0,46 26 0,-77-39-1092,0 0 0,-1-1 0,0 1 0,1 0 0,-1 1 0,0-1 0,0 0 0,0 1 0,0-1 0,-1 1 0,1-1 0,-1 1 0,1 0 0,-1 0 0,0 0 0,0 0 0,0 0 0,0 0 0,-1 0 0,1 0 0,-1 0 0,0 0 0,0 0 0,0 0 0,0 0 0,-1 0 0,1 0 0,-1 0 0,-1 4 0,-3 8 0,0-1 0,-2 0 0,0-1 0,-15 24 0,9-15 0,0-2 0,-1-1 0,-23 25 0,-6 8 0,41-49 0,0 0 0,0 0 0,0 1 0,1-1 0,-1 0 0,1 1 0,0-1 0,0 0 0,0 1 0,0 0 0,1-1 0,-1 1 0,1-1 0,0 1 0,0 0 0,1-1 0,-1 1 0,1-1 0,-1 1 0,3 4 0,2 6 0,0-1 0,2 0 0,-1-1 0,9 13 0,7 11 0,-14-21 0,-1 0 0,10 28 0,-15-36 0,-1 0 0,1 1 0,-2-1 0,1 0 0,-1 1 0,0-1 0,0 0 0,-1 1 0,-1 6 0,-3 7 0,-1-1 0,0-1 0,-1 1 0,-1-1 0,-16 26 0,17-32 0,-1-1 0,0 0 0,-1 0 0,0-1 0,-1 0 0,0-1 0,-1 0 0,-19 13 0,26-20-114,0-1 1,0 0-1,0 0 0,0 0 0,-1-1 1,1 1-1,0-1 0,-1 0 1,1-1-1,-1 1 0,0-1 0,1 1 1,-1-1-1,-8-2 0,0 0-1163,0-2-1,0 1 1,-20-10 0,5 2-1766,53-12-19458</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14.667"/>
    </inkml:context>
    <inkml:brush xml:id="br0">
      <inkml:brushProperty name="width" value="0.035" units="cm"/>
      <inkml:brushProperty name="height" value="0.035" units="cm"/>
    </inkml:brush>
  </inkml:definitions>
  <inkml:trace contextRef="#ctx0" brushRef="#br0">50 262 580,'0'2'27542,"-6"6"-22901,-1 6-4641,2-1 0,-1 1 0,1 0 0,1 1 0,1-1 0,0 1 0,-1 20 0,2-12 0,2 0 0,0 0 0,2 0 0,5 26 0,-5-39 0,0-1 0,1 1 0,0-1 0,1 0 0,0 0 0,0 0 0,1 0 0,0-1 0,1 1 0,0-2 0,0 1 0,1 0 0,0-1 0,8 7 0,-10-10 0,1-1 0,-1 1 0,0-1 0,1 0 0,0 0 0,0 0 0,0-1 0,0 0 0,0 0 0,0-1 0,1 0 0,-1 0 0,1 0 0,-1-1 0,0 0 0,1 0 0,-1-1 0,1 1 0,-1-1 0,0-1 0,1 1 0,8-5 0,0-1 0,0 0 0,0-1 0,-1-1 0,0-1 0,-1 0 0,0 0 0,-1-2 0,0 1 0,0-2 0,-2 1 0,12-18 0,2-5 0,-2-2 0,-2-1 0,19-47 0,-31 67 0,-2-1 0,0-1 0,-1 1 0,-1-1 0,-1 0 0,-1 0 0,0 0 0,-1 0 0,-3-25 0,1 37 0,-1 0 0,1-1 0,-1 2 0,-1-1 0,1 0 0,-1 0 0,-1 1 0,1 0 0,-1-1 0,-1 1 0,-5-6 0,6 8 0,0 0 0,-1 1 0,0 0 0,0 0 0,0 0 0,-1 1 0,1 0 0,-1 0 0,0 0 0,0 0 0,0 1 0,0 0 0,0 1 0,0-1 0,-12 0 0,7 1 0,0 1 0,0 1 0,0 0 0,0 0 0,1 1 0,-1 0 0,1 1 0,-1 1 0,1-1 0,0 1 0,0 1 0,0 0 0,1 0 0,0 1 0,0 1 0,0-1 0,-12 13 0,-11 13 0,1 1 0,-49 69 0,69-86 0,10-16-1,-18 27-5174,-10 19-12009,19-26 12636,8-8 606,6-4 2193</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35.567"/>
    </inkml:context>
    <inkml:brush xml:id="br0">
      <inkml:brushProperty name="width" value="0.035" units="cm"/>
      <inkml:brushProperty name="height" value="0.035" units="cm"/>
    </inkml:brush>
  </inkml:definitions>
  <inkml:trace contextRef="#ctx0" brushRef="#br0">204 137 296,'-2'-14'3145,"1"12"-2569,1 1 0,-1-1-1,1 0 1,0 0 0,0 1-1,0-1 1,0 0 0,0 1-1,0-1 1,0 0 0,0 0-1,1 1 1,-1-1 0,1 1-1,1-4 1,29-72 18144,-25 61-17329,-28 100-1391,-108 266 0,127-342 0,-63 210 0,64-210 0,4-9 0,7-18 0,11-35 0,145-380 0,-159 420 0,-1 1 0,0 1 0,0-1 0,1 2 0,1-1 0,0 1 0,14-19 0,-21 30 0,1 0 0,-1-1 0,0 1 0,0 0 0,1-1 0,-1 1 0,1 0 0,-1-1 0,0 1 0,1 0 0,-1 0 0,0-1 0,1 1 0,-1 0 0,1 0 0,-1 0 0,1 0 0,-1 0 0,0-1 0,1 1 0,-1 0 0,1 0 0,-1 0 0,1 0 0,-1 0 0,1 1 0,-1-1 0,1 0 0,-1 0 0,0 0 0,1 0 0,-1 0 0,1 0 0,-1 1 0,1-1 0,-1 0 0,0 0 0,1 1 0,7 20 0,-6 36 0,-2-52 0,0 56 0,-3-1 0,-20 113 0,21-164-655,-1 0 0,1 0 0,-1 0 0,-1-1-1,0 1 1,-6 10 0,8-16 365,1-1 1,-1 0-1,0 0 0,1 0 0,-1 0 0,-1 0 0,1 0 1,0 0-1,0 0 0,0-1 0,-1 1 0,1-1 0,-1 0 0,0 0 1,1 0-1,-1 0 0,0 0 0,1 0 0,-1-1 0,0 1 1,0-1-1,0 0 0,1 0 0,-5 0 0,-27-7-11608,1-7 5200,2-5 4272,3-5 3342,22 19 245,1-1 0,0 0 0,0-1-1,0 1 1,1-1 0,-1 0 0,2 0-1,-1 0 1,1-1 0,0 1 0,1-1 0,0 0-1,0 0 1,0 0 0,0-15 0,2 21-976,0 1 0,0-1 1,0 0-1,1 0 0,-1 1 1,1-1-1,-1 0 0,1 1 1,-1-1-1,1 0 0,0 1 0,0-1 1,0 1-1,0-1 0,0 1 1,0-1-1,0 1 0,0 0 1,1 0-1,-1 0 0,0-1 1,1 1-1,-1 0 0,1 1 0,-1-1 1,3-1-1,5-1 1117,-1 0 1,1 1-1,-1 0 1,13-1-1,13-3 548,14-5-4642,26 0-8184,10-2-2344,-31-1 9397,-49 12 2950,7-2 274</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35.862"/>
    </inkml:context>
    <inkml:brush xml:id="br0">
      <inkml:brushProperty name="width" value="0.035" units="cm"/>
      <inkml:brushProperty name="height" value="0.035" units="cm"/>
    </inkml:brush>
  </inkml:definitions>
  <inkml:trace contextRef="#ctx0" brushRef="#br0">38 204 108,'25'9'22233,"-19"-8"-21285,0 0-1,0 0 1,0-1-1,0 0 0,0 0 1,0-1-1,0 1 1,0-1-1,0 0 1,9-4-1,-6 0-947,-1-1 0,0 0 0,0 0 0,-1-1 0,0 0 0,0 0 0,0-1 0,-1 0 0,7-10 0,-11 14 0,1-1 0,0 0 0,-1 0 0,0 1 0,0-1 0,0-1 0,0 1 0,-1 0 0,0 0 0,0 0 0,-1-1 0,1 1 0,-1 0 0,0-1 0,-1 1 0,1-1 0,-1 1 0,-2-9 0,2 13 0,1 0 0,-1-1 0,1 1 0,-1 0 0,0 0 0,1 0 0,-1-1 0,0 1 0,0 0 0,1 0 0,-1 0 0,0 0 0,0 0 0,0 1 0,-1-1 0,1 0 0,0 0 0,0 1 0,0-1 0,0 0 0,-1 1 0,1-1 0,0 1 0,-1 0 0,1-1 0,0 1 0,-1 0 0,1 0 0,0 0 0,-1 0 0,1 0 0,0 0 0,-1 0 0,1 1 0,0-1 0,-1 0 0,1 1 0,0-1 0,0 1 0,-1-1 0,1 1 0,0 0 0,-2 1 0,-4 2 0,1 0 0,-1 1 0,1 0 0,0 0 0,0 0 0,-6 8 0,-1 4 0,0 0 0,1 1 0,1 1 0,0 0 0,2 0 0,-9 24 0,7-9 0,1 1 0,-11 69 0,18-82-1100,1 1 0,1-1-1,1 1 1,3 25 0,1-39-6170,13-12-12654</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36.238"/>
    </inkml:context>
    <inkml:brush xml:id="br0">
      <inkml:brushProperty name="width" value="0.035" units="cm"/>
      <inkml:brushProperty name="height" value="0.035" units="cm"/>
    </inkml:brush>
  </inkml:definitions>
  <inkml:trace contextRef="#ctx0" brushRef="#br0">126 314 820,'4'-7'21347,"7"6"-14686,-9 1-6432,-1 0 0,1 0 1,-1 0-1,0 0 0,1 0 0,-1 0 1,1 0-1,-1 0 0,0-1 0,1 1 0,-1-1 1,0 1-1,3-2 0,8-7-110,-1 0 1,0-1-1,0 0 1,10-13-1,-16 16-106,-1 1 0,0-1 0,0 1 0,-1-1 0,1 0 0,-1-1-1,-1 1 1,0 0 0,3-14 0,1-10-13,-4 23 0,0 0 0,0-1 0,-1 1 0,-1 0 0,1-15 0,-2 20 0,0 0 0,0-1 0,0 1 0,0 0 0,0-1 0,-1 1 0,1 0 0,-1 0 0,0 0 0,0 0 0,0 0 0,0 1 0,0-1 0,-1 1 0,1-1 0,-1 1 0,-4-3 0,6 4 0,0 0 0,-1 0 0,1 0 0,0 1 0,0-1 0,-1 1 0,1-1 0,-1 1 0,1-1 0,0 1 0,-1 0 0,1 0 0,-1 0 0,1 0 0,-1 0 0,1 0 0,0 0 0,-1 0 0,1 0 0,-1 1 0,-1 0 0,-1 0 0,1 1 0,-1 0 0,1 0 0,0 0 0,0 0 0,0 1 0,0-1 0,-3 4 0,-3 4 0,0 1 0,0 1 0,-10 18 0,3 0 0,1 2 0,1 0 0,-16 61 0,-14 106 0,41-184 0,-1 15-64,0 1-1,1 32 1,5-51-6089,24-38-18543,-8 5 23275</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36.489"/>
    </inkml:context>
    <inkml:brush xml:id="br0">
      <inkml:brushProperty name="width" value="0.035" units="cm"/>
      <inkml:brushProperty name="height" value="0.035" units="cm"/>
    </inkml:brush>
  </inkml:definitions>
  <inkml:trace contextRef="#ctx0" brushRef="#br0">121 0 416,'-10'7'17660,"10"-7"-17239,-4 23 11587,1-8-10200,-30 113-1583,-19 138 0,47-234-3213,-7 14-6899,11-39 8686</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36.815"/>
    </inkml:context>
    <inkml:brush xml:id="br0">
      <inkml:brushProperty name="width" value="0.035" units="cm"/>
      <inkml:brushProperty name="height" value="0.035" units="cm"/>
    </inkml:brush>
  </inkml:definitions>
  <inkml:trace contextRef="#ctx0" brushRef="#br0">1 279 672,'17'9'25755,"-14"-9"-24038,8 0 2378,-10 0-4115,9 0 69,1-1-1,0 0 1,-1-1-1,1 0 1,-1-1-1,0 0 1,0-1 0,0 0-1,0 0 1,0-1-1,-1 0 1,0-1-1,14-11 1,-9 4-68,0 0-1,-1 0 1,0-2-1,-1 0 1,-1 0-1,18-31 1,-26 40 19,0-1 0,0 0 0,-1 0 0,0 0 0,1-9 0,-2 14 0,-1 0 0,1 0 0,-1 0 0,0 0 0,0 0 0,1 0 0,-2-1 0,1 1 0,0 0 0,0 0 0,-1 0 0,1 0 0,-1 0 0,1 0 0,-1 0 0,0 0 0,0 0 0,0 0 0,0 0 0,0 0 0,-3-2 0,2 3 0,1 0 0,-1 1 0,0-1 0,1 1 0,-1 0 0,1 0 0,-1-1 0,0 1 0,1 0 0,-1 0 0,0 1 0,1-1 0,-1 0 0,0 0 0,1 1 0,-1-1 0,1 1 0,-1 0 0,1-1 0,-1 1 0,1 0 0,-1 0 0,1 0 0,0 0 0,-1 0 0,1 0 0,0 0 0,-1 2 0,-34 35 0,35-37 0,-8 12 0,0 0 0,0 1 0,1 0 0,1 1 0,1 0 0,0 0 0,1 0 0,0 1 0,2-1 0,-3 22 0,5-30 0,0 1 0,1-1 0,0 1 0,1 0 0,0-1 0,0 1 0,0-1 0,1 1 0,0-1 0,5 11 0,-4-13 0,-1-1 0,1 1 0,0-1 0,1 0 0,-1 1 0,1-2 0,-1 1 0,1 0 0,0-1 0,1 0 0,-1 0 0,1 0 0,-1 0 0,1-1 0,0 0 0,7 3 0,18 0-3791,-21-6 238,0-1-1,0 1 1,0-2 0,0 1 0,14-7 0,8-1-1524,-5 2 3249</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39.189"/>
    </inkml:context>
    <inkml:brush xml:id="br0">
      <inkml:brushProperty name="width" value="0.035" units="cm"/>
      <inkml:brushProperty name="height" value="0.035" units="cm"/>
    </inkml:brush>
  </inkml:definitions>
  <inkml:trace contextRef="#ctx0" brushRef="#br0">14 159 308,'-7'-2'21206,"9"7"-20300,-1 0 0,1-1 0,-1 1 0,-1 1 1,1-1-1,-1 0 0,1 0 0,-1 0 0,-1 0 0,0 8 0,-1 9 376,-8 293-1282,23-357 0,-1-62 0,-6 38 0,25-109 0,-28 164 0,1-1 0,1 1 0,0 0 0,0 0 0,1 0 0,1 1 0,0 0 0,0 0 0,14-13 0,-17 18 0,1 0 0,-1 1 0,1 0 0,0 0 0,1 1 0,-1-1 0,1 1 0,-1 0 0,1 0 0,0 1 0,0 0 0,0 0 0,1 0 0,-1 1 0,0 0 0,1 0 0,-1 0 0,0 1 0,1 0 0,6 1 0,-10 0 0,0-1 0,0 1 0,0 0 0,0 0 0,0 0 0,0 0 0,0 1 0,0-1 0,-1 1 0,1 0 0,-1 0 0,1 0 0,-1 0 0,0 0 0,1 0 0,-1 0 0,3 5 0,-2-2 0,-1 1 0,1-1 0,-1 0 0,0 1 0,0-1 0,-1 1 0,0 0 0,2 11 0,-3 5 0,0 0 0,-1 1 0,-8 40 0,1-23 0,-2 0 0,-2 0 0,-19 41 0,31-79 0,-1-1 0,1 0 0,-1 0 0,1 1 0,-1-1 0,1 0 0,-1 0 0,0 1 0,0-1 0,0 0 0,1 0 0,-1 0 0,0 0 0,0 0 0,-1 0 0,1 0 0,0-1 0,0 1 0,-2 0 0,3-1 0,-1-1 0,0 1 0,1-1 0,-1 1 0,0-1 0,1 0 0,-1 1 0,1-1 0,-1 0 0,1 0 0,-1 1 0,1-1 0,-1 0 0,1 0 0,0 0 0,-1 1 0,1-1 0,0 0 0,0 0 0,0 0 0,0 0 0,0 0 0,0 0 0,0 0 0,0 0 0,0 1 0,0-1 0,0 0 0,1-1 0,-1 2 0,0 0 0,0-1 0,0 1 0,0 0 0,0 0 0,0 0 0,0 0 0,0 0 0,0-1 0,0 1 0,0 0 0,0 0 0,0 0 0,0 0 0,0 0 0,0 0 0,0-1 0,0 1 0,0 0 0,0 0 0,0 0 0,0 0 0,0 0 0,0 0 0,1 0 0,-1 0 0,0-1 0,0 1 0,0 0 0,0 0 0,0 0 0,0 0 0,0 0 0,1 0 0,-1 0 0,0 0 0,0 0 0,0 0 0,0 0 0,0 0 0,0 0 0,1 0 0,-1 0 0,0 0 0,0 0 0,0 0 0,0 0 0,0 0 0,0 0 0,1 0 0,-1 0 0,0 0 0,10 7 0,11 14 0,-18-19 0,5 8 0,0 0 0,-1 0 0,1 1 0,-2 0 0,0 0 0,8 20 0,-14-30 0,0-1 0,1 1 0,-1 0 0,0 0 0,0 0 0,0 0 0,0 0 0,0 0 0,0-1 0,0 1 0,0 0 0,0 0 0,0 0 0,-1 0 0,1 0 0,0-1 0,0 1 0,-1 0 0,1 0 0,-1 0 0,1-1 0,-1 1 0,1 0 0,-1 0 0,-23 15 0,-32 1 0,53-16 0,-69 9 0,-9 3 0,80-12-142,0-1 1,0 0-1,0 0 0,0 1 0,0-1 1,0 0-1,0 0 0,0 0 0,0 0 1,0 0-1,-1 0 0,1-1 0,0 1 1,0 0-1,0-1 0,0 1 0,-1-1 1,1 0-275,0 0 1,1 1-1,-1-1 1,0 0 0,1 0-1,-1 0 1,1 0-1,-1 0 1,1 0 0,0 0-1,-1 0 1,1 0-1,0 0 1,0 0-1,0 0 1,0 0 0,0 0-1,0 0 1,0 0-1,0 0 1,0 0 0,0 0-1,1-2 1,11-29-10353,-3 16 6799,7 0 754,6 1 1549</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39.535"/>
    </inkml:context>
    <inkml:brush xml:id="br0">
      <inkml:brushProperty name="width" value="0.035" units="cm"/>
      <inkml:brushProperty name="height" value="0.035" units="cm"/>
    </inkml:brush>
  </inkml:definitions>
  <inkml:trace contextRef="#ctx0" brushRef="#br0">46 227 48,'-24'1'6480,"3"8"14996,21-9-21367,0 1 0,0-1 0,0 1 0,0-1 0,0 1 0,0-1 0,0 1 0,1-1 0,-1 1 0,0-1 0,0 1 0,1-1 0,-1 1 0,0-1 0,0 1 0,1-1 0,-1 0 0,0 1 0,1-1 0,-1 0 0,1 1 0,-1-1 0,1 0 0,-1 1 0,0-1 0,1 0 0,-1 0 0,1 0 0,-1 1 1,2-1-1,14 9 1270,-11-9-1379,-1 1 0,1-1 0,0 0 0,-1 0 0,1 0 0,0-1 0,-1 1 0,1-1 0,-1 0 0,1-1 0,-1 1 0,0-1 0,1 0 0,-1 0 0,5-3 0,3-2 0,-1-1 0,0 0 0,19-18 0,-19 16 0,-1-1 0,0-1 0,-1 0 0,14-22 0,-21 31 0,0 0 0,0-1 0,0 1 0,-1-1 0,0 1 0,1-1 0,-1 1 0,0-1 0,-1 0 0,1 1 0,-1-1 0,0 0 0,1 1 0,-2-1 0,1 0 0,0 0 0,-1 1 0,0-1 0,1 0 0,-2 1 0,1-1 0,0 1 0,-1-1 0,-1-3 0,1 5 0,0 0 0,-1 0 0,1 1 0,0-1 0,0 0 0,-1 1 0,1 0 0,-1-1 0,1 1 0,-1 0 0,0 0 0,0 1 0,1-1 0,-1 0 0,0 1 0,0 0 0,-4 0 0,-50 3 0,47-2 0,3-1 0,1 1 0,-1 0 0,0 0 0,1 0 0,-1 1 0,1 0 0,0 0 0,0 1 0,-1 0 0,1 0 0,1 0 0,-1 1 0,1-1 0,-7 7 0,6-5-988,5-5 405,0 1 1,0 0 0,0-1 0,1 1 0,-1 0 0,0-1 0,0 1 0,1 0-1,-1 0 1,0 0 0,1 0 0,-1 0 0,1-1 0,-1 1 0,1 0-1,0 0 1,-1 0 0,1 0 0,0 0 0,0 1 0,-1 1 0,21-3-15636,0-4 14304</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39.848"/>
    </inkml:context>
    <inkml:brush xml:id="br0">
      <inkml:brushProperty name="width" value="0.035" units="cm"/>
      <inkml:brushProperty name="height" value="0.035" units="cm"/>
    </inkml:brush>
  </inkml:definitions>
  <inkml:trace contextRef="#ctx0" brushRef="#br0">2 235 1052,'-1'15'3297,"1"-12"-1386,-1 1 1,1-1-1,0 1 1,0 0-1,0-1 1,1 1-1,-1-1 1,2 4 0,-2-6-1584,0-1 1,0 1 0,1-1 0,-1 1 0,0-1 0,1 0 0,-1 1 0,0-1 0,1 1 0,-1-1 0,0 0 0,1 1 0,-1-1 0,1 0 0,-1 1 0,1-1-1,-1 0 1,1 0 0,-1 0 0,1 1 0,-1-1 0,1 0 0,0 0 0,21-6 2987,-11 0-3316,0 0 0,-1-1 0,1-1 0,-1 0 0,-1 0 0,0-1 0,0 0 0,-1 0 0,0-1 0,11-17 0,-14 19 0,-1 0 0,0 0 0,0-1 0,0 1 0,-1-1 0,-1 0 0,1 0 0,-1 0 0,-1 0 0,0 0 0,0 0 0,-1-1 0,0 1 0,-1 0 0,-1-10 0,2 18 0,0-1 0,0 1 0,0 0 0,-1 0 0,1-1 0,0 1 0,-1 0 0,1 0 0,-1 0 0,1 0 0,-1 0 0,0-1 0,0 1 0,1 0 0,-1 1 0,0-1 0,0 0 0,0 0 0,0 0 0,0 0 0,0 1 0,0-1 0,0 0 0,0 1 0,0-1 0,0 1 0,0-1 0,-1 1 0,1 0 0,0-1 0,0 1 0,-1 0 0,1 0 0,0 0 0,0 0 0,-1 0 0,1 0 0,0 0 0,0 0 0,-1 1 0,1-1 0,0 0 0,0 1 0,-2 0 0,0 1 0,-1-1 0,0 1 0,0 0 0,1 1 0,-1-1 0,1 1 0,0-1 0,0 1 0,0 0 0,0 0 0,0 1 0,-3 4 0,-1 5 0,1 2 0,0-1 0,1 1 0,1 0 0,0 0 0,1 0 0,0 1 0,2-1 0,-1 1 0,2-1 0,0 1 0,5 30 0,-5-43-100,1 0 1,0 1-1,0-1 0,-1 0 0,2 1 1,-1-1-1,0 0 0,1 0 0,-1 0 1,1 0-1,0 0 0,0-1 0,0 1 1,0 0-1,1-1 0,-1 0 0,1 1 1,0-1-1,-1 0 0,1 0 1,0 0-1,0-1 0,0 1 0,0-1 1,0 0-1,1 0 0,-1 0 0,0 0 1,7 1-1,-3-2-261,-1 0 0,0-1 0,1 1 0,-1-1-1,0 0 1,0-1 0,0 0 0,0 0 0,0 0 0,0 0 0,0-1 0,-1 0 0,1 0 0,-1-1 0,7-5 0,48-37-18334,-32 28 14929,-8 6 2613</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40.001"/>
    </inkml:context>
    <inkml:brush xml:id="br0">
      <inkml:brushProperty name="width" value="0.035" units="cm"/>
      <inkml:brushProperty name="height" value="0.035" units="cm"/>
    </inkml:brush>
  </inkml:definitions>
  <inkml:trace contextRef="#ctx0" brushRef="#br0">65 1 812,'7'7'3196,"-6"9"7540,-7 3 1192,1-8-6797,3-6-4171,-5 13-960,-5 15 0,11-32 0,1 1 0,-1-1 0,0 0 0,1 1 0,-1-1 0,0 0 0,0 1 0,0-1 0,0 0 0,0 0 0,-1 0 0,1 0 0,0 0 0,0 0 0,-3 1 0,3-2-153,0 1 0,1-1 0,-1 0 1,0 0-1,1 0 0,-1 0 0,0 1 0,0-1 0,1 0 0,-1-1 0,0 1 1,0 0-1,1 0 0,-1 0 0,0 0 0,1 0 0,-1-1 0,0 1 0,0-1 1,0 0-437,0 1 1,1-1 0,-1 0-1,0 0 1,1 0 0,-1 0-1,1 0 1,0 1 0,-1-1 0,1 0-1,0 0 1,-1 0 0,1 0-1,0 0 1,0 0 0,0 0-1,0 0 1,0 0 0,0-2-1,5-24-11565,-1 15 8406,6-9 2135</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40.142"/>
    </inkml:context>
    <inkml:brush xml:id="br0">
      <inkml:brushProperty name="width" value="0.035" units="cm"/>
      <inkml:brushProperty name="height" value="0.035" units="cm"/>
    </inkml:brush>
  </inkml:definitions>
  <inkml:trace contextRef="#ctx0" brushRef="#br0">46 30 348,'-6'-9'3771,"-8"-7"8986,13 16-12094,0-1 0,1 1-1,-1-1 1,0 1 0,1 0 0,-1-1 0,0 1-1,0-1 1,1 1 0,-1 0 0,0 0 0,0-1-1,0 1 1,1 0 0,-1 0 0,0 0 0,0 0 0,-1 0-1,-7 8 2632,11-3-4062,-1 0 0,1-1 0,1 1-1,-1-1 1,1 0 0,3 5 0,-1-4-2961,0-1 1,0 0-1,0 0 1,0 0 0,9 4-1,5 4 118,-6-2 2463</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40.361"/>
    </inkml:context>
    <inkml:brush xml:id="br0">
      <inkml:brushProperty name="width" value="0.035" units="cm"/>
      <inkml:brushProperty name="height" value="0.035" units="cm"/>
    </inkml:brush>
  </inkml:definitions>
  <inkml:trace contextRef="#ctx0" brushRef="#br0">0 129 160,'11'25'6064,"-8"-7"11803,22-72-9767,-18 41-7528,-2 3-572,0 0 0,1 0 0,0 1 0,0 0 0,1 0 0,0 1 0,1 0 0,0 0 0,12-9 0,-18 16 0,0 0 0,0 0 0,0 1 0,0-1 0,0 0 0,1 1 0,-1-1 0,0 1 0,1 0 0,-1 0 0,0 0 0,1 0 0,-1 0 0,0 0 0,1 1 0,-1-1 0,0 1 0,0 0 0,1-1 0,-1 1 0,0 0 0,0 0 0,0 0 0,0 1 0,0-1 0,0 0 0,-1 1 0,1-1 0,0 1 0,-1 0 0,1 0 0,1 2 0,2 2 0,0 0 0,-1 1 0,1 0 0,-1 0 0,-1 0 0,1 0 0,-1 1 0,2 8 0,0 14-1259,-5-24 404,1 0 0,0 0 0,0 0 0,1 0 0,0 0 0,0 0 0,0 0 0,4 6 0,28-23-22450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40.734"/>
    </inkml:context>
    <inkml:brush xml:id="br0">
      <inkml:brushProperty name="width" value="0.035" units="cm"/>
      <inkml:brushProperty name="height" value="0.035" units="cm"/>
    </inkml:brush>
  </inkml:definitions>
  <inkml:trace contextRef="#ctx0" brushRef="#br0">480 1 520,'-5'4'28992,"2"-3"-28534,-8 1-110,0 1-1,0 0 1,1 0-1,-1 1 1,1 1-1,0 0 1,-11 6-1,12-6-334,6-4-13,0 0 0,1 0 0,-1 1 0,0-1 0,0 1 0,1 0 0,-1 0 0,1 0 0,-1 0 0,1 0 0,0 0 0,0 1 0,0-1 0,0 1 0,0-1 0,0 1 0,1 0 0,-1 0 0,1 0 0,0-1 0,0 2 0,0-1 0,0 0 0,1 0 0,-1 6 0,1-9 0,0 1 0,0-1 0,1 1 0,-1-1 0,0 0 0,1 1 0,-1-1 0,0 0 0,1 1 0,-1-1 0,1 0 0,-1 0 0,0 1 0,1-1 0,-1 0 0,1 0 0,-1 0 0,1 0 0,-1 0 0,0 1 0,1-1 0,-1 0 0,1 0 0,-1 0 0,1 0 0,-1 0 0,1 0 0,-1 0 0,1-1 0,-1 1 0,1 0 0,-1 0 0,0 0 0,1 0 0,-1-1 0,1 1 0,-1 0 0,1 0 0,-1-1 0,1 1 0,20-9 0,-6 1 0,-5 2 0,0 1 0,1 0 0,0 1 0,0 0 0,15-3 0,-24 6 0,1 1 0,-1 0 0,1 0 0,0 0 0,-1 0 0,1 0 0,0 0 0,-1 1 0,1-1 0,0 1 0,-1 0 0,1-1 0,-1 1 0,1 1 0,-1-1 0,0 0 0,1 0 0,-1 1 0,0 0 0,0-1 0,0 1 0,0 0 0,0 0 0,0 0 0,-1 0 0,1 0 0,-1 0 0,3 5 0,0 2 0,0 0 0,0 1 0,-1 0 0,0 0 0,-1 0 0,0 0 0,-1 0 0,0 0 0,0 0 0,-2 17 0,0-9 0,-1 0 0,-1 0 0,-1-1 0,-1 1 0,-7 20 0,9-32 0,0 1 0,0 0 0,0-1 0,-1 0 0,0 0 0,0 0 0,0 0 0,-1-1 0,0 0 0,0 0 0,0 0 0,-1 0 0,0-1 0,0 0 0,0 0 0,0 0 0,0-1 0,-1 0 0,-10 3 0,3-2 0,-1-1 0,0-1 0,0-1 0,0 0 0,1 0 0,-1-2 0,0 0 0,-21-4 0,-51-12-928,46 8-2044,-43-4 0,79 12 516,-18-2-4505,10-2-6033</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42.685"/>
    </inkml:context>
    <inkml:brush xml:id="br0">
      <inkml:brushProperty name="width" value="0.035" units="cm"/>
      <inkml:brushProperty name="height" value="0.035" units="cm"/>
    </inkml:brush>
  </inkml:definitions>
  <inkml:trace contextRef="#ctx0" brushRef="#br0">323 61 20,'8'-19'3586,"-8"17"-2412,1 0 1,-1 0 0,1-1 0,-1 1 0,0 0-1,0 0 1,0 0 0,0 0 0,0-1-1,-1-1 1,1 3-639,0 0 0,-1 0 0,1 0 0,0 1 0,-1-1 0,1 0 0,-1 0 0,1 0-1,-1 1 1,1-1 0,-1 0 0,1 1 0,-1-1 0,0 1 0,1-1 0,-1 0 0,0 1 0,0 0 0,1-1 0,-1 1-1,0-1 1,0 1 0,-1-1 0,-20 2 2837,12 2-3373,0 1 0,0 0 0,0 0 0,1 1 0,-1 1 0,1 0 0,0 0 0,-12 11 0,-2 4 0,-35 40 0,44-44 0,2 0 0,0 1 0,0 0 0,2 1 0,0 0 0,2 0 0,0 1 0,1 0 0,1 1 0,-7 40 0,11-50 0,1-1 0,0 0 0,1 1 0,0-1 0,1 1 0,0-1 0,1 0 0,0 0 0,0 1 0,1-1 0,0-1 0,1 1 0,0 0 0,1-1 0,0 0 0,0 0 0,1 0 0,0-1 0,1 0 0,-1 0 0,2 0 0,-1-1 0,1 0 0,11 8 0,14 2-2698,-15-11-2002,0 0 0,28 4 0,-38-8 3778,23 7-8165,-6-1 5283,-6-4 2356</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43.027"/>
    </inkml:context>
    <inkml:brush xml:id="br0">
      <inkml:brushProperty name="width" value="0.035" units="cm"/>
      <inkml:brushProperty name="height" value="0.035" units="cm"/>
    </inkml:brush>
  </inkml:definitions>
  <inkml:trace contextRef="#ctx0" brushRef="#br0">158 171 344,'-14'-19'1688,"-6"2"4089,18 15-4939,1 1-1,-1 0 1,0-1-1,0 1 1,0 0-1,0 0 1,0 1 0,0-1-1,-1 0 1,1 1-1,0-1 1,0 1-1,0-1 1,-1 1-1,1 0 1,0 0 0,0 0-1,-1 1 1,-3 0-1,6-1-755,-1 0 0,1 0 0,0 0-1,0 0 1,-1 0 0,1 0 0,0 0 0,-1 0 0,1 1-1,0-1 1,0 0 0,-1 0 0,1 0 0,0 0-1,0 1 1,-1-1 0,1 0 0,0 0 0,0 1-1,0-1 1,-1 0 0,1 0 0,0 1 0,0-1 0,0 0-1,0 0 1,0 1 0,0-1 0,0 0 0,-1 1-1,1-1 1,0 0 0,0 0 0,0 1 0,0-1-1,0 0 1,0 1 0,0-1 0,1 1 0,9 10 949,21 4-580,-26-15-425,0 0 0,0-1-1,0 1 1,0-1 0,-1 0 0,1 0 0,0-1 0,0 1 0,-1-1 0,1 0 0,-1 0 0,0 0-1,1-1 1,-1 0 0,6-5 0,-8 6 18,1 0 0,-1 0-1,0 0 1,0 0 0,0 0-1,0 0 1,0-1 0,-1 1-1,1-1 1,-1 0 0,0 1-1,1-1 1,-1 0 0,0 0-1,-1 0 1,1 1 0,0-1-1,-1 0 1,0 0 0,1 0-1,-1 0 1,0 0 0,-1 0-1,1 0 1,-1 0 0,-1-5-1,1 5 15,-1 0 1,1 0-1,-1 0 0,0 1 0,0-1 1,0 1-1,-1 0 0,1-1 1,-1 1-1,1 0 0,-1 0 0,0 0 1,1 1-1,-1-1 0,0 1 0,-7-3 1,1 1 113,0 0 1,0 1 0,-1 0 0,-13-1 0,16 3-162,0 0 0,1 0 0,-1 1 0,0 0 0,1 0 0,-1 1 0,1-1 0,-11 6 1,14-6-32,1 0 0,-1 0 0,1 0 0,0 0 0,0 0 0,-1 1 0,1-1 0,0 1 0,0 0 1,0-1-1,1 1 0,-1 0 0,0 0 0,1 0 0,-1 1 0,1-1 0,0 0 0,0 0 0,0 1 0,0-1 1,0 1-1,0-1 0,0 1 0,0 4 0,2-6-407,-1-1 0,0 1 1,0-1-1,1 1 0,-1-1 0,0 1 0,1-1 0,-1 0 1,0 1-1,1-1 0,-1 1 0,1-1 0,-1 0 1,1 0-1,-1 1 0,1-1 0,-1 0 0,1 0 0,-1 1 1,1-1-1,-1 0 0,1 0 0,-1 0 0,1 0 1,-1 0-1,1 0 0,0 0 0,-1 0 0,1 0 0,-1 0 1,1 0-1,23-2-10380,-19 2 10849,57-1-6411,-24-1 5120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43.229"/>
    </inkml:context>
    <inkml:brush xml:id="br0">
      <inkml:brushProperty name="width" value="0.035" units="cm"/>
      <inkml:brushProperty name="height" value="0.035" units="cm"/>
    </inkml:brush>
  </inkml:definitions>
  <inkml:trace contextRef="#ctx0" brushRef="#br0">196 10 908,'17'1'28459,"-22"-4"-25063,0 1-3396,-1 0 0,1 1 0,-1 0 0,0 0 0,1 1 0,-1 0 0,1-1 0,-1 2 0,0-1 0,1 1 0,-1 0 0,0 0 0,-8 3 0,6-1 0,0-1 0,0 2 0,1-1 0,-1 1 0,1 0 0,0 0 0,0 1 0,-10 9 0,12-9-358,1 0-1,-1 0 1,1 0-1,0 1 1,1-1-1,-1 1 1,1 0-1,0 0 1,-3 10-1,6-14 163,-1 0 1,1 0-1,-1 0 0,1 0 0,0 0 1,0 0-1,0 0 0,0 0 1,0 0-1,1 0 0,-1 0 1,1 0-1,-1 0 0,1 0 0,0 0 1,-1 0-1,1-1 0,0 1 1,0 0-1,0 0 0,1-1 1,-1 1-1,0 0 0,1-1 0,-1 0 1,1 1-1,-1-1 0,1 0 1,0 0-1,-1 1 0,1-1 1,0-1-1,0 1 0,0 0 0,2 0 1,34 8-14125,1-10 8292,-12-4 4699</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43.572"/>
    </inkml:context>
    <inkml:brush xml:id="br0">
      <inkml:brushProperty name="width" value="0.035" units="cm"/>
      <inkml:brushProperty name="height" value="0.035" units="cm"/>
    </inkml:brush>
  </inkml:definitions>
  <inkml:trace contextRef="#ctx0" brushRef="#br0">140 51 624,'8'-16'28871,"-16"13"-25603,1 1-3268,-1 1 0,1 0 0,0 0 0,0 1 0,-1 0 0,1 0 0,0 1 0,0 0 0,0 0 0,-1 1 0,1 0 0,0 0 0,1 1 0,-1-1 0,-11 8 0,17-10 0,0 0 0,1 0 0,-1 1 0,0-1 0,0 0 0,1 1 0,-1-1 0,0 1 0,1-1 0,-1 1 0,0-1 0,1 1 0,-1-1 0,1 1 0,-1 0 0,1-1 0,-1 1 0,1 0 0,0-1 0,-1 1 0,1 0 0,0 0 0,-1-1 0,1 1 0,0 0 0,0 0 0,0 0 0,0-1 0,0 1 0,0 0 0,0 0 0,0 0 0,0-1 0,0 1 0,0 0 0,0 0 0,1 0 0,-1-1 0,0 1 0,1 0 0,-1 0 0,0-1 0,1 1 0,-1 0 0,1-1 0,-1 1 0,1-1 0,-1 1 0,1 0 0,1 0 0,0 1 0,0-1 0,0 1 0,1-1 0,-1 0 0,0 1 0,1-1 0,0 0 0,-1 0 0,1-1 0,-1 1 0,1-1 0,0 1 0,0-1 0,3 0 0,14-3 0,0 0 0,33-12 0,-39 10 0,1 1 0,-1 0 0,1 1 0,0 1 0,0 0 0,25 1 0,-25 3-734,0 1 0,29 10 0,-27-7-825,0-1 1,25 4-1,-37-8 1216,0-1 1,1 0-1,-1 0 0,0 0 1,0 0-1,0-1 1,0 0-1,0 0 1,0-1-1,0 1 0,0-1 1,8-4-1,33-27-14834,-20 4 10647,-13 10 3410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45.287"/>
    </inkml:context>
    <inkml:brush xml:id="br0">
      <inkml:brushProperty name="width" value="0.035" units="cm"/>
      <inkml:brushProperty name="height" value="0.035" units="cm"/>
    </inkml:brush>
  </inkml:definitions>
  <inkml:trace contextRef="#ctx0" brushRef="#br0">47 56 476,'-47'-2'31714,"163"-8"-31002,-19 1-851,-65 8 139,-7 1 0,-1-2 0,1 0 0,-1-1 0,42-11 0,-66 14-88,0 0 1,0 0-1,0 0 1,1 0-1,-1 0 1,0 0-1,0 0 0,0 0 1,1 0-1,-1 0 1,0 0-1,0 0 1,0 0-1,1 0 0,-1 0 1,0 0-1,0 0 1,0 0-1,1 0 1,-1 0-1,0-1 0,0 1 1,0 0-1,0 0 1,1 0-1,-1 0 1,0 0-1,0-1 0,0 1 1,0 0-1,0 0 1,0 0-1,1 0 1,-1-1-1,0 1 0,0 0 1,0 0-1,0 0 1,0-1-1,0 1 1,0 0-1,0 0 0,0 0 1,0-1-1,0 1 1,0 0-1,0 0 1,0 0-1,0-1 0,0 1 1,0 0-1,0 0 1,0 0-1,0-1 1,0 1-1,-1 0 0,1 0 1,0 0-1,0 0 1,0-1-1,0 1 1,0 0-1,0 0 0,-1 0 1,1 0-1,-14-4-10433</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45.744"/>
    </inkml:context>
    <inkml:brush xml:id="br0">
      <inkml:brushProperty name="width" value="0.035" units="cm"/>
      <inkml:brushProperty name="height" value="0.035" units="cm"/>
    </inkml:brush>
  </inkml:definitions>
  <inkml:trace contextRef="#ctx0" brushRef="#br0">264 107 384,'1'-4'385,"5"-18"5447,-4 13-54,0 1-1,0-1 0,0-18 0,-4 9-2724,2 17-3053,0 0 0,-1 1 0,1-1 0,0 1 0,-1-1 0,1 1 0,0-1 0,-1 1 0,1-1 0,-1 1 0,1 0 0,-1-1 0,1 1 0,-1-1 0,1 1 0,-1 0 0,1 0 0,-1-1 0,0 1 0,1 0 0,-1 0 0,1 0 0,-1-1 0,0 1 0,1 0 0,-1 0 0,0 0 0,1 0 0,-1 0 0,1 0 0,-1 1 0,0-1 0,1 0 0,-1 0 0,1 0 0,-1 0 0,-1 1 0,-22 9 0,6-1 0,0 2 0,1 0 0,0 1 0,1 1 0,0 0 0,-26 30 0,32-32 0,0 1 0,1 1 0,0-1 0,1 1 0,1 1 0,0 0 0,1 0 0,0 0 0,-7 30 0,12-40 0,1 0 0,-1 1 0,1-1 0,-1 1 0,1-1 0,1 1 0,-1-1 0,1 1 0,-1-1 0,1 0 0,0 1 0,1-1 0,-1 0 0,1 0 0,0 0 0,0 0 0,0 0 0,5 6 0,-3-6 0,0 0 0,0-1 0,0 1 0,1-1 0,-1 0 0,1 0 0,0-1 0,0 1 0,0-1 0,0 0 0,0 0 0,0-1 0,0 0 0,1 1 0,5-1 0,15 2-3212,33 1-12212,-44-4 6971,11 0 4522,-5 0 2660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46.023"/>
    </inkml:context>
    <inkml:brush xml:id="br0">
      <inkml:brushProperty name="width" value="0.035" units="cm"/>
      <inkml:brushProperty name="height" value="0.035" units="cm"/>
    </inkml:brush>
  </inkml:definitions>
  <inkml:trace contextRef="#ctx0" brushRef="#br0">19 128 324,'-17'11'29138,"16"-7"-25837,1-3-3301,0-1 0,0 1 0,0 0 0,1 0 0,-1 0 0,1 0 0,-1 0 0,1 0 0,-1 0 0,1 0 0,-1-1 0,1 1 0,-1 0 0,1 0 0,0-1 0,0 1 0,-1-1 0,1 1 0,0 0 0,0-1 0,0 1 0,0-1 0,-1 0 0,1 1 0,0-1 0,2 1 0,0-1 0,-1 0 0,1 0 0,0 0 0,-1 0 0,1 0 0,0-1 0,-1 1 0,1-1 0,4-2 0,1 0 0,0 0 0,0-1 0,-1 0 0,1-1 0,9-8 0,-8 6 0,-2-1 0,1 0 0,-1 0 0,0-1 0,-1 1 0,0-2 0,0 1 0,7-19 0,-12 27 0,-1 1 0,0-1 0,1 0 0,-1 0 0,0 1 0,0-1 0,0 0 0,0 0 0,0 0 0,0 0 0,0 1 0,0-1 0,0 0 0,0 0 0,0 0 0,0 1 0,0-1 0,-1 0 0,1 0 0,0 0 0,-1 1 0,1-1 0,0 0 0,-1 1 0,1-1 0,-1 0 0,1 1 0,-1-1 0,-1 0 0,1 0 0,-1 0 0,1 1 0,-1 0 0,0-1 0,1 1 0,-1 0 0,0-1 0,1 1 0,-1 0 0,0 0 0,1 1 0,-1-1 0,-2 1 0,-6 1 0,-1 1 0,1 0 0,-13 7 0,1 1 0,-22 8 0,38-21-3978,9-7-4961,5-2-2008,-5 7 7111,10-8 1063,0-2 1239</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46.211"/>
    </inkml:context>
    <inkml:brush xml:id="br0">
      <inkml:brushProperty name="width" value="0.035" units="cm"/>
      <inkml:brushProperty name="height" value="0.035" units="cm"/>
    </inkml:brush>
  </inkml:definitions>
  <inkml:trace contextRef="#ctx0" brushRef="#br0">0 41 152,'7'-7'432,"7"-8"1600,1 2 3346,-14 12-4356,1 1 0,-1-1-1,1 0 1,-1 1-1,1-1 1,-1 1-1,1-1 1,0 1 0,-1 0-1,1 0 1,-1 0-1,1 0 1,0 0 0,1 0-1,-2 0-773,0 1 0,0-1 1,0 1-1,-1 0 0,1-1 0,0 1 0,0 0 0,-1-1 0,1 1 1,0 0-1,-1 0 0,1 0 0,-1 0 0,1-1 0,-1 1 0,1 0 1,-1 0-1,1 0 0,-1 0 0,0 0 0,0 0 0,0 0 0,1 0 1,-1 2-1,2 26 2993,-5 28-3241,-19 103 0,8-74 0,5-36 65,4-29-1095,2 0 1,-2 31-1</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9T16:45:46.568"/>
    </inkml:context>
    <inkml:brush xml:id="br0">
      <inkml:brushProperty name="width" value="0.035" units="cm"/>
      <inkml:brushProperty name="height" value="0.035" units="cm"/>
    </inkml:brush>
  </inkml:definitions>
  <inkml:trace contextRef="#ctx0" brushRef="#br0">82 32 92,'10'-1'3690,"8"-3"9180,-17 4-12414,-1 0 0,0-1 0,1 1 0,-1 0 0,1 0 0,2-3 3192,-3 3-3193,0 0 1,1-1 0,-1 1 0,0-1 0,0 1 0,0-1 0,1 1 0,-1 0 0,0-1 0,0 1 0,0-1 0,0 1 0,0-1 0,-7-10 2888,5 10-3344,1 0 0,-1 0 0,0 1 0,1-1 0,-1 1 0,0 0 0,0-1 0,0 1 0,0 0 0,1 0 0,-1 0 0,0 0 0,0 0 0,0 0 0,0 1 0,1-1 0,-1 1 0,0-1 0,0 1 0,1 0 0,-1 0 0,0-1 0,1 1 0,-3 2 0,-1 0 0,-1 0 0,1 0 0,0 1 0,0 0 0,-8 8 0,10-8 0,0 0 0,0 1 0,1-1 0,-1 1 0,1-1 0,0 1 0,0 0 0,1-1 0,0 1 0,-1 0 0,2 0 0,-2 10 0,2-14 0,0 1 0,0-1 0,1 1 0,-1-1 0,0 1 0,0-1 0,1 1 0,-1-1 0,1 0 0,-1 1 0,1-1 0,0 0 0,0 1 0,-1-1 0,1 0 0,0 0 0,0 0 0,2 2 0,-1-2 0,-1 0 0,1 0 0,0 0 0,0-1 0,0 1 0,0-1 0,-1 1 0,1-1 0,0 0 0,0 0 0,0 1 0,0-1 0,0-1 0,0 1 0,0 0 0,0 0 0,0-1 0,2 0 0,9-3 0,0-1 0,0 0 0,20-11 0,-25 11 0,0 0 0,0 1 0,0 1 0,1-1 0,0 1 0,-1 0 0,1 1 0,0 0 0,0 1 0,15-1 0,-20 2 0,-1 1 0,0 0 0,1 0 0,-1 0 0,0 1 0,0-1 0,0 1 0,0-1 0,0 1 0,0 0 0,0 0 0,-1 1 0,5 3 0,30 39 0,-22-25 0,-3 3 33,-11-21-41,-1-1 0,1 1-1,-1 0 1,1-1 0,0 1 0,-1-1 0,1 1 0,0-1-1,0 1 1,0-1 0,1 0 0,-1 1 0,0-1-1,0 0 1,1 0 0,-1 0 0,0 0 0,1 0 0,-1 0-1,1-1 1,0 1 0,-1 0 0,3 0 0,27-16-27601,-15 2 24238,0-2 1831</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1.930"/>
    </inkml:context>
    <inkml:brush xml:id="br0">
      <inkml:brushProperty name="width" value="0.035" units="cm"/>
      <inkml:brushProperty name="height" value="0.035" units="cm"/>
    </inkml:brush>
  </inkml:definitions>
  <inkml:trace contextRef="#ctx0" brushRef="#br0">43 136 432,'-24'-2'3926,"6"6"17541,19-3-21044,1-1 1,-1 1-1,1-1 0,0 1 0,-1-1 1,1 0-1,0 0 0,-1 0 0,1 0 1,0 0-1,-1 0 0,1 0 1,-1 0-1,1-1 0,3 0 0,-1 0-257,221-44-166,17-3 0,-175 38 0,114-2 0,-169 9 0,-26-3 0,-29-4 0,31 8 0,0 1 0,-1 1 0,1 0 0,0 1 0,0 0 0,0 0 0,0 2 0,-13 3 0,19-4 0,0 0 0,0 0 0,1 1 0,-1-1 0,1 1 0,-1 1 0,1-1 0,0 1 0,0 0 0,1 0 0,-1 1 0,1-1 0,0 1 0,0 0 0,0 0 0,1 0 0,-5 8 0,0 11 0,0 1 0,2 0 0,1 0 0,0 0 0,-1 51 0,-5 29 0,3-67 0,-1-1 0,-16 42 0,14-68-2660,8-9 1046,0 0 1,0-1-1,0 1 0,-1-1 1,1 0-1,0 0 0,-1 0 1,-6 0-1</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2.089"/>
    </inkml:context>
    <inkml:brush xml:id="br0">
      <inkml:brushProperty name="width" value="0.035" units="cm"/>
      <inkml:brushProperty name="height" value="0.035" units="cm"/>
    </inkml:brush>
  </inkml:definitions>
  <inkml:trace contextRef="#ctx0" brushRef="#br0">24 109 764,'-24'-2'20668,"35"1"-10788,305 13-8429,-276-11-1782,-11-1-1695,52-4 0,-71 2 1213,0 0 0,0-1 0,0 1 0,0-2 0,0 0 0,-1 0 0,0 0 0,17-12 0,2-4-10863,16-12 4064,-12 11 6009</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2.261"/>
    </inkml:context>
    <inkml:brush xml:id="br0">
      <inkml:brushProperty name="width" value="0.035" units="cm"/>
      <inkml:brushProperty name="height" value="0.035" units="cm"/>
    </inkml:brush>
  </inkml:definitions>
  <inkml:trace contextRef="#ctx0" brushRef="#br0">535 0 32,'-52'2'5179,"34"-1"-334,1 1 0,-1 1-1,0 1 1,-24 8 0,1 5-1517,22-7-3328,1 1 0,0 0 0,1 2 0,0 0 0,1 1 0,0 0 0,1 1 0,1 1 0,0 0 0,1 1 0,1 1 0,1 0 0,0 0 0,1 1 0,-12 36 0,18-42 0,0 0 0,1 1 0,1-1 0,0 1 0,1 0 0,1 0 0,0-1 0,0 1 0,2 0 0,0 0 0,0-1 0,1 1 0,6 14 0,-9-26-202,1-1-1,-1 0 1,1 1-1,-1-1 1,1 0-1,-1 1 1,1-1-1,0 0 1,0 0 0,0 0-1,0 0 1,0 0-1,0 0 1,0 0-1,2 2 1,-2-4-35,-1 1 0,0 0-1,1 0 1,-1 0 0,1 0 0,-1 0 0,1 0 0,-1-1-1,0 1 1,1 0 0,-1 0 0,0-1 0,1 1 0,-1 0-1,0 0 1,1-1 0,-1 1 0,0 0 0,1-1 0,-1 1-1,0-1 1,0 1 0,1 0 0,-1-1 0,0 1 0,0-1 0,0 1-1,0 0 1,0-1 0,0 0 0,2-5-1599,-1 1 0,0-1 1,0 1-1,-1-1 0,0 0 0,0-8 1,-3-6-868,-1 1 1,-9-32 0,-10-4 2511,-3 11 5943,-5 3 7354,28 37-12130,-10-15 6473,13 19-7360,0 0 0,0-1 0,0 1 0,0 0 0,0-1 0,0 1 1,0-1-1,0 1 0,1 0 0,-1-1 0,0 1 0,0 0 0,0-1 0,0 1 1,1 0-1,-1-1 0,0 1 0,0 0 0,0-1 0,1 1 0,-1 0 0,0-1 1,1 1-1,-1 0 0,0 0 0,1 0 0,-1-1 0,0 1 0,1 0 0,-1 0 1,0 0-1,1 0 0,-1 0 0,1 0 0,-1-1 0,0 1 0,1 0 0,-1 0 1,0 0-1,1 0 0,-1 0 0,1 1 0,-1-1 0,0 0 0,1 0 1,-1 0-1,0 0 0,1 0 0,0 1 0,158 8-89,-61-10-2606,-62-1-676,-1-1 1,41-10-1,-38 4-6765,0-1 3732,-10 2 4237,15-3 470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2.527"/>
    </inkml:context>
    <inkml:brush xml:id="br0">
      <inkml:brushProperty name="width" value="0.035" units="cm"/>
      <inkml:brushProperty name="height" value="0.035" units="cm"/>
    </inkml:brush>
  </inkml:definitions>
  <inkml:trace contextRef="#ctx0" brushRef="#br0">430 137 1080,'-32'10'3881,"-19"12"8582,45-19-10725,1 1 1,-1 0-1,1 0 0,0 0 1,0 1-1,-5 5 0,8-7-1285,-1 1 0,1-1 0,0 0 0,0 1 0,0 0 0,-2 5 0,4-8-453,-1 1 0,1-1 0,-1 0 0,1 0 0,0 1 0,-1-1 0,1 0 0,0 1 0,0-1 0,0 0 0,0 1 0,0-1 0,0 0 0,1 1 0,-1-1 0,0 0 0,1 0 0,0 3 0,0-3 0,0-1 0,-1 1 0,1 0 0,0-1 0,0 1 0,-1 0 0,1-1 0,0 1 0,0-1 0,0 0 0,0 1 0,0-1 0,0 1 0,0-1 0,0 0 0,0 0 0,-1 0 0,1 0 0,2 0 0,1 0 0,1 0 0,0-1 0,-1 1 0,1-1 0,-1-1 0,0 1 0,1 0 0,-1-1 0,7-4 0,-2 0 0,0-1 0,0 0 0,0 0 0,-1-1 0,0 0 0,-1-1 0,0 0 0,0 0 0,9-17 0,-12 20 0,-1 0 0,0 0 0,0 0 0,-1 0 0,0 0 0,0-1 0,0 1 0,-1-1 0,0 1 0,0-1 0,0 1 0,-1-1 0,0 0 0,-1 1 0,1-1 0,-1 1 0,-3-12 0,3 17 0,1-1 0,-1 0 0,0 0 0,0 0 0,0 1 0,0-1 0,0 0 0,0 1 0,-1-1 0,1 1 0,-1-1 0,1 1 0,-1 0 0,1-1 0,-1 1 0,1 0 0,-1 0 0,0 0 0,0 0 0,0 1 0,0-1 0,-3 0 0,2 0 0,-1 1 0,0 0 0,1 0 0,-1 1 0,0-1 0,1 1 0,-1 0 0,1 0 0,-1 0 0,1 0 0,-6 3 0,-3 3 0,-1 0 0,1 1 0,1 0 0,-1 1 0,-12 14 0,-11 15 0,2 2 0,1 1 0,3 1 0,1 2 0,-43 94 0,53-94 0,2 2 0,-11 54 0,19-50 185,7-48-215,1-1 0,0 1 0,0-1 1,0 0-1,0 1 0,0-1 0,0 1 0,0-1 1,0 1-1,0-1 0,1 0 0,-1 1 0,1-1 0,-1 0 1,1 1-1,-1-1 0,1 0 0,0 0 0,0 1 1,0-1-1,-1 0 0,1 0 0,0 0 0,0 0 1,0 0-1,1 0 0,-1 0 0,0-1 0,0 1 0,2 1 1,7-3-7163,4-7 3343,-9 5 1198,30-18-7754,-3-2 5738,-3 2 2706,11-5 674</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2.747"/>
    </inkml:context>
    <inkml:brush xml:id="br0">
      <inkml:brushProperty name="width" value="0.035" units="cm"/>
      <inkml:brushProperty name="height" value="0.035" units="cm"/>
    </inkml:brush>
  </inkml:definitions>
  <inkml:trace contextRef="#ctx0" brushRef="#br0">144 206 1096,'-12'11'2855,"-4"5"6222,-9 7 6286,8-8-10991,-27 14-4372,42-28 0,1 0 0,0-1 0,0 1 0,0-1 0,-1 1 0,1-1 0,0 0 0,-1 1 0,1-1 0,0 0 0,-1 0 0,1 0 0,0 0 0,-1 0 0,-1 0 0,3-1 0,-1 1 0,1-1 0,-1 0 0,1 1 0,-1-1 0,1 1 0,-1-1 0,1 0 0,0 1 0,-1-1 0,1 0 0,0 1 0,0-1 0,-1 0 0,1 0 0,0 1 0,0-1 0,0 0 0,0 0 0,0 1 0,0-1 0,0 0 0,0 0 0,0 1 0,0-1 0,1 0 0,-1 0 0,0 1 0,0-1 0,1-1 0,2-7 0,0 0 0,1 0 0,0 0 0,0 0 0,1 1 0,0 0 0,0 0 0,11-12 0,58-56 0,-60 62 0,12-12 0,-15 15 0,0-1 0,1 1 0,1 1 0,-1 0 0,15-8 0,-8 14-4352,-14 4 1474,0 1-1,1 0 1,-1 1-1,0-1 1,0 1 0,-1 0-1,6 3 1,5 1-819,8 2 2334</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2.936"/>
    </inkml:context>
    <inkml:brush xml:id="br0">
      <inkml:brushProperty name="width" value="0.035" units="cm"/>
      <inkml:brushProperty name="height" value="0.035" units="cm"/>
    </inkml:brush>
  </inkml:definitions>
  <inkml:trace contextRef="#ctx0" brushRef="#br0">92 116 500,'-4'36'5144,"1"-25"-1168,-1 0-1,0 0 0,0-1 1,-1 1-1,-10 14 0,-2 0-708,-14 23-3267,27-47 0,4-10 0,4-11 0,21-51-6069,21-33-12698,-14 35 12027,-18 37 5713</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3.049"/>
    </inkml:context>
    <inkml:brush xml:id="br0">
      <inkml:brushProperty name="width" value="0.035" units="cm"/>
      <inkml:brushProperty name="height" value="0.035" units="cm"/>
    </inkml:brush>
  </inkml:definitions>
  <inkml:trace contextRef="#ctx0" brushRef="#br0">23 25 56,'1'-5'-1571,"-3"-15"21471,-8 30-11343,0 4-5555,8-6-3313,3-7 30,-1-1 0,1 1-1,-1-1 1,0 1 0,1-1 0,-1 1 0,1-1 0,-1 0 0,1 1 0,-1-1 0,1 0-1,-1 1 1,1-1 0,-1 0 0,1 0 0,-1 1 0,1-1 0,0 0 0,-1 0 0,1 0-1,0 0 1,-1 0 0,1 0 0,-1 0 0,2 0 0,32-4-12530,-11-1 7026,-10 2 5614,18-2-1857,4 1 859</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3.199"/>
    </inkml:context>
    <inkml:brush xml:id="br0">
      <inkml:brushProperty name="width" value="0.035" units="cm"/>
      <inkml:brushProperty name="height" value="0.035" units="cm"/>
    </inkml:brush>
  </inkml:definitions>
  <inkml:trace contextRef="#ctx0" brushRef="#br0">183 0 148,'1'2'253,"1"-1"0,-1 0 0,1 0 0,-1 1 0,1-1 0,-1 1 0,0-1 0,0 1 0,0 0 0,0-1 0,0 1 0,0 0 1,-1 0-1,1 0 0,0-1 0,-1 1 0,1 0 0,-1 0 0,0 0 0,0 2 0,0 1 850,0-1 0,-1 0 0,0 0 1,0 0-1,0 0 0,0 0 0,-1-1 0,1 1 0,-4 4 1,-2 4 3144,0-1 0,-15 17 0,-1-2-728,22-25-3515,-23 25-5,-30 43 0,47-58 0,0 0 0,1 0 0,0 0 0,0 1 0,2 0 0,-1 0 0,-3 18 0,8-29-14,0 0 0,-1 0 1,1 0-1,0 0 0,0 0 0,0 0 0,0 0 1,0 0-1,0 0 0,0-1 0,0 1 0,0 0 1,0 0-1,1 0 0,-1 0 0,0 0 0,0 0 1,1 0-1,-1 0 0,1-1 0,-1 1 0,1 0 1,-1 0-1,1-1 0,-1 1 0,2 1 0,0-2-59,-1 1 0,0-1 0,1 1-1,-1-1 1,1 0 0,-1 0 0,0 0 0,1 0-1,-1 0 1,1 0 0,-1 0 0,1 0 0,-1 0-1,0-1 1,3 0 0,5-2-938,-1-1-1,1 1 1,0-2-1,7-5 1,34-27-15787,-3-4 8992,-39 34 7385,12-10-548</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3.483"/>
    </inkml:context>
    <inkml:brush xml:id="br0">
      <inkml:brushProperty name="width" value="0.035" units="cm"/>
      <inkml:brushProperty name="height" value="0.035" units="cm"/>
    </inkml:brush>
  </inkml:definitions>
  <inkml:trace contextRef="#ctx0" brushRef="#br0">39 154 548,'0'3'1038,"0"-1"0,0 0-1,-1 0 1,1 0 0,-1 0 0,1 1-1,-1-1 1,0 0 0,0 0 0,0 0 0,0 0-1,0-1 1,0 1 0,-1 0 0,1 0-1,0-1 1,-4 4 0,-11 19 9459,16-22-10338,-1 0 1,1 0-1,-1 0 1,1 1-1,0-1 0,0 0 1,0 0-1,0 1 1,0-1-1,0 0 1,1 0-1,-1 1 1,1-1-1,1 3 0,-2-4-133,1 0 0,0 1 0,0-1 0,0 0 0,0 0 0,0 0-1,0 0 1,0 0 0,0 0 0,0-1 0,1 1 0,-1 0 0,0 0 0,1-1-1,-1 1 1,0-1 0,1 1 0,-1-1 0,1 0 0,-1 1 0,1-1-1,-1 0 1,0 0 0,4 0 0,2-1-26,0 0 0,0 0 0,-1-1 0,1 0 0,0 0 0,0 0 0,-1-1 0,1 0 0,-1 0 0,0-1 0,0 0 0,0 0 0,-1 0 0,1-1 0,-1 0 0,0 0 0,0 0 0,-1 0 0,0-1 0,4-6 0,-2 3 0,0 0 0,-1 0 0,0-1 0,-1 1 0,0-1 0,-1 0 0,1 0 0,-2-1 0,0 1 0,0 0 0,-1-1 0,0 0 0,-1-10 0,0 19 0,0 1 0,0-1 0,-1 0 0,1 0 0,0 1 0,-1-1 0,1 0 0,-1 1 0,0-1 0,1 0 0,-1 1 0,0-1 0,0 1 0,0-1 0,0 1 0,0 0 0,-1-1 0,1 1 0,0 0 0,-1 0 0,1 0 0,0 0 0,-1 0 0,1 0 0,-1 0 0,0 1 0,1-1 0,-1 0 0,0 1 0,1-1 0,-1 1 0,0 0 0,0-1 0,1 1 0,-1 0 0,0 0 0,0 0 0,-2 1 0,-2 0 0,1 0 0,-1 0 0,1 0 0,0 1 0,0 0 0,0 0 0,0 0 0,0 1 0,0-1 0,0 1 0,-7 7 0,3-1 0,1 0 0,1 0 0,-1 1 0,2 0 0,-1 0 0,1 1 0,1 0 0,0 0 0,-4 14 0,3-7 0,1 0 0,1 0 0,0 0 0,2 1 0,-1 25 0,3-34 0,0 0 0,1 0 0,1 0 0,0 0 0,0 0 0,0-1 0,2 1 0,-1-1 0,1 1 0,7 11 0,-9-19-216,-1 0 0,1-1 1,-1 0-1,1 1 0,0-1 0,0 0 0,-1 0 1,1 0-1,0 0 0,0 0 0,0 0 0,0-1 1,1 1-1,-1-1 0,0 1 0,0-1 0,0 0 1,0 0-1,0 0 0,1 0 0,-1 0 1,0 0-1,0-1 0,0 1 0,0-1 0,0 1 1,3-2-1,6-2-2449,0-1 1,0-1-1,17-10 1,-17 8 630,47-29-9225,-23 18 9173</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3.713"/>
    </inkml:context>
    <inkml:brush xml:id="br0">
      <inkml:brushProperty name="width" value="0.035" units="cm"/>
      <inkml:brushProperty name="height" value="0.035" units="cm"/>
    </inkml:brush>
  </inkml:definitions>
  <inkml:trace contextRef="#ctx0" brushRef="#br0">448 14 720,'-57'-10'5251,"33"8"-536,1 1 0,-1 1 1,0 1-1,-28 5 0,6 5-1499,29-4-3216,1-1 0,-1 2 0,2 0 0,-1 1 0,-19 15 0,28-19 0,-1 1 0,1 0 0,0 0 0,1 1 0,0 0 0,0 0 0,0 1 0,1 0 0,0-1 0,0 2 0,-6 15 0,11-23-61,-1 0-1,1 0 1,0 0-1,0 0 1,-1 0 0,1 0-1,0 0 1,0 0-1,0-1 1,0 1-1,0 0 1,0 0 0,0 0-1,0 0 1,0 0-1,1 0 1,-1 0 0,0 0-1,1 0 1,-1 0-1,0-1 1,1 1-1,-1 0 1,1 0 0,0 0-1,0 1 1,1-2-232,-1 1 0,1 0 0,-1 0 0,1-1 0,-1 1 0,1-1 0,0 1 0,-1-1 0,1 0 0,0 0 0,-1 0 0,1 0 0,3 0 0,3-1-1424,0 0 0,0 0 0,-1-1 0,1-1 0,9-3 0,47-25-11441,-25 12 10591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4.809"/>
    </inkml:context>
    <inkml:brush xml:id="br0">
      <inkml:brushProperty name="width" value="0.035" units="cm"/>
      <inkml:brushProperty name="height" value="0.035" units="cm"/>
    </inkml:brush>
  </inkml:definitions>
  <inkml:trace contextRef="#ctx0" brushRef="#br0">188 29 272,'6'-12'-1213,"0"-4"20221,-13 29-9903,-58 134-4402,21-44-3815,35-83-888,-4 7 0,0 1 0,2 0 0,1 1 0,1 0 0,-8 49 0,17-77 0,0 0 0,-1 1 0,1-1 0,0 0 0,0 0 0,0 1 0,0-1 0,0 0 0,0 0 0,1 0 0,-1 1 0,0-1 0,0 0 0,1 0 0,-1 0 0,1 1 0,-1-1 0,1 0 0,0 0 0,-1 0 0,1 0 0,0 0 0,1 1 0,-1-2 0,0 0 0,0 0 0,0 0 0,0 0 0,0 0 0,0-1 0,-1 1 0,1 0 0,0-1 0,0 1 0,0 0 0,0-1 0,-1 1 0,1-1 0,0 1 0,0-1 0,-1 0 0,1 1 0,0-1 0,-1 0 0,1 1 0,-1-1 0,1 0 0,-1 0 0,1 0 0,-1 1 0,1-1 0,-1 0 0,1-1 0,10-18 0,1 0 0,28-32 0,-35 45 0,0 1 0,1 0 0,0 1 0,0-1 0,1 1 0,0 1 0,0-1 0,0 1 0,0 0 0,0 1 0,14-5 0,-18 7 0,1 1 0,-1 0 0,0 0 0,1 0 0,-1 0 0,0 0 0,0 0 0,1 1 0,-1 0 0,0 0 0,0 0 0,0 0 0,0 0 0,0 0 0,0 1 0,0 0 0,0-1 0,0 1 0,-1 0 0,1 0 0,-1 1 0,0-1 0,3 3 0,6 9 0,0-1 0,-1 1 0,10 21 0,-2-6 0,-6-10 0,21 42 0,-32-60 0,-1 0 0,1 0 0,-1-1 0,0 1 0,1 0 0,-1 0 0,1-1 0,0 1 0,-1 0 0,1-1 0,-1 1 0,1-1 0,0 1 0,0-1 0,-1 1 0,1-1 0,0 0 0,0 1 0,-1-1 0,1 0 0,0 0 0,0 1 0,0-1 0,0 0 0,-1 0 0,1 0 0,0 0 0,0 0 0,0 0 0,0 0 0,0 0 0,-1 0 0,1-1 0,0 1 0,0 0 0,1-1 0,33-18 0,-23 11 0,223-118 0,-193 102 0,-62 37 0,1 2 0,-23 22 0,23-20 0,0 0 0,-32 20 0,45-34 0,4-2 0,7 1 0,-2-1 0,14 2 0,0-1 0,0 0 0,0-1 0,0-1 0,0-1 0,29-4 0,-3 0 0,79 5 0,-112-1 0,0 0 0,0 0 0,0-1 0,15-6 0,17-2 0,-39 10 0,-1 0 0,1 0 0,0 0 0,0 0 0,-1 0 0,1 1 0,0-1 0,0 1 0,-1 0 0,1 0 0,0 0 0,-1 0 0,1 0 0,-1 1 0,0-1 0,1 1 0,-1-1 0,0 1 0,0 0 0,0 0 0,2 3 0,4 4 0,-1 1 0,0-1 0,8 19 0,-5-10 0,41 73 0,-51-91-12,0-1 1,0 1-1,0 0 0,0-1 1,0 1-1,0 0 0,0 0 1,0-1-1,0 1 0,0 0 1,0-1-1,0 1 0,0 0 1,1-1-1,-1 1 0,0 0 1,0 0-1,0-1 0,0 1 1,0 0-1,1 0 0,-1-1 1,0 1-1,0 0 0,1 0 1,-1 0-1,0-1 0,0 1 1,1 0-1,-1 0 0,0 0 1,0 0-1,1 0 0,-1-1 0,0 1 1,1 0-1,-1 0 0,0 0 1,0 0-1,1 0 0,-1 0 1,0 0-1,1 0 0,-1 0 1,0 0-1,1 0 0,-1 0 1,0 0-1,0 0 0,1 1 1,-1-1-1,0 0 0,1 0 1,-1 0-1,0 0 0,0 0 1,1 1-1,-1-1 0,0 0 1,0 0-1,0 1 0,1-1 1,-1 0-1,0 0 0,0 1 1,0-1-1,1 0 0,2-33-2435,-3 23 567,1 6 559,1 0-1,-1 1 1,1-1 0,0 0-1,0 0 1,0 1-1,1 0 1,-1-1 0,1 1-1,3-4 1,37-30-3895,-14 12 4737,21-19 4444,-32 31 1544,-1 3 5364,-37 22-9328,0 1 1,-29 24-1,21-15-1177,14-13-368,8-5 0,0 0 0,0 0 0,0 1 0,1 0 0,-1 0 0,1 0 0,0 0 0,0 1 0,1 0 0,0 0 0,-6 11 0,10-17 0,0 0 0,0 1 0,0-1 0,0 0 0,0 0 0,0 0 0,0 0 0,0 1 0,0-1 0,0 0 0,0 0 0,0 0 0,1 0 0,-1 0 0,0 0 0,0 1 0,0-1 0,0 0 0,0 0 0,0 0 0,0 0 0,1 0 0,-1 0 0,0 0 0,0 0 0,0 0 0,0 1 0,0-1 0,1 0 0,-1 0 0,0 0 0,0 0 0,0 0 0,0 0 0,1 0 0,-1 0 0,0 0 0,0 0 0,0 0 0,0 0 0,1 0 0,-1-1 0,0 1 0,0 0 0,0 0 0,0 0 0,0 0 0,1 0 0,-1 0 0,0 0 0,0 0 0,17-6 0,15-10 0,-31 15 0,0 0 0,0 0 0,0 0 0,0 0 0,0 1 0,1-1 0,-1 0 0,0 0 0,0 1 0,1-1 0,-1 1 0,0-1 0,1 1 0,-1 0 0,1-1 0,-1 1 0,0 0 0,1 0 0,-1 0 0,1 0 0,-1 0 0,1 0 0,-1 1 0,0-1 0,1 0 0,-1 1 0,1-1 0,-1 1 0,0-1 0,1 1 0,-1 0 0,0-1 0,0 1 0,0 0 0,0 0 0,1 0 0,0 2 0,0-1 0,0 1 0,0-1 0,-1 1 0,1-1 0,-1 1 0,1 0 0,-1 0 0,0 0 0,0-1 0,0 1 0,-1 0 0,1 0 0,-1 1 0,1-1 0,-1 6 0,-5 50 0,4-48 0,-1 0 0,-1 0 0,0-1 0,0 1 0,-1-1 0,0 0 0,-1 0 0,0 0 0,-1-1 0,0 1 0,0-1 0,-1-1 0,-14 15 0,17-19 0,0 0 0,0 0 0,0-1 0,-1 1 0,0-1 0,1 0 0,-1 0 0,0-1 0,0 1 0,-1-1 0,1 0 0,0-1 0,-1 1 0,1-1 0,-1 0 0,1 0 0,-1-1 0,1 0 0,-1 0 0,0 0 0,1-1 0,-1 1 0,1-1 0,-1-1 0,1 1 0,-11-5 0,6 0-57,0-1 0,1 0-1,-1-1 1,-10-11 0,5 5-1149,14 13 453,0 0 1,0-1-1,0 1 0,0 0 0,0-1 1,0 1-1,0-1 0,1 1 1,-1-1-1,0 1 0,1-1 1,0 1-1,-1-1 0,1 0 1,0 1-1,0-1 0,0 0 1,0 1-1,0-1 0,0 0 1,0 1-1,0-1 0,1 1 1,-1-1-1,1 0 0,0-1 1,10-19-5435,2 4 3730,7-2 856</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5.102"/>
    </inkml:context>
    <inkml:brush xml:id="br0">
      <inkml:brushProperty name="width" value="0.035" units="cm"/>
      <inkml:brushProperty name="height" value="0.035" units="cm"/>
    </inkml:brush>
  </inkml:definitions>
  <inkml:trace contextRef="#ctx0" brushRef="#br0">0 319 676,'14'-3'1113,"1"2"4052,-1 1 4806,-1 4 5452,-9-2-15376,0 0 0,1 0 0,-1-1 0,1 1 1,-1-1-1,1 0 0,-1 0 0,1-1 0,0 1 1,8-1-1,-7-2-59,0 1 1,-1-1-1,1 0 1,-1 0-1,1-1 1,-1 1-1,0-1 1,8-6-1,5-4 12,0 0 0,-1-1 0,0-1 0,-1-1 0,0 0 0,-2-1 0,0-1 0,-1 0 0,-1-1 0,0 0 0,-2-1 0,15-35 0,-24 52 0,-1 1 0,1 0 0,0-1 0,-1 1 0,0 0 0,1-1 0,-1 1 0,0-1 0,0 1 0,-1 0 0,1-1 0,0 1 0,-2-4 0,2 5 0,-1 0 0,1 0 0,-1 0 0,1 1 0,-1-1 0,0 0 0,1 0 0,-1 0 0,0 0 0,0 1 0,1-1 0,-1 0 0,0 1 0,0-1 0,0 1 0,0-1 0,0 1 0,0-1 0,0 1 0,0 0 0,-1-1 0,-2 1 0,1 0 0,0 0 0,0 0 0,0 0 0,-1 1 0,1-1 0,0 1 0,0 0 0,0 0 0,0 0 0,0 0 0,0 1 0,0-1 0,0 1 0,1 0 0,-1 0 0,1 0 0,-4 2 0,-5 8 0,0-1 0,1 2 0,0 0 0,1 0 0,1 0 0,0 1 0,1 1 0,0-1 0,-5 19 0,5-15 0,2 1 0,0-1 0,2 1 0,0 1 0,1-1 0,1 0 0,1 25 0,1-30 40,0-1 0,1 1 0,1-1 0,0 0-1,5 14 1,-7-24-117,0 0-1,0-1 1,1 1-1,-1 0 0,0-1 1,1 0-1,0 1 1,-1-1-1,1 0 1,0 0-1,0 0 0,0 0 1,1 0-1,-1 0 1,0-1-1,1 1 1,-1-1-1,1 0 0,-1 0 1,1 1-1,0-2 1,-1 1-1,1 0 1,0 0-1,0-1 0,0 0 1,-1 1-1,1-1 1,0 0-1,4-1 0,36-8-15621,-2-4 5635,-20 6 7563,10-2 664</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5.322"/>
    </inkml:context>
    <inkml:brush xml:id="br0">
      <inkml:brushProperty name="width" value="0.035" units="cm"/>
      <inkml:brushProperty name="height" value="0.035" units="cm"/>
    </inkml:brush>
  </inkml:definitions>
  <inkml:trace contextRef="#ctx0" brushRef="#br0">165 0 380,'-26'28'6205,"-6"23"13281,20-28-13858,5-10-4564,-60 124-1064,67-136 0,-1 0 0,0 1 0,1-1 0,-1 0 0,0 1 0,0-1 0,1 0 0,-1 0 0,0 0 0,0 0 0,0 0 0,-1 0 0,1 0 0,0 0 0,-3 1 0,0-6 0,7-11 0,15-38-5585,14-25-12094,-9 22 10444,-12 25 5579</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5.463"/>
    </inkml:context>
    <inkml:brush xml:id="br0">
      <inkml:brushProperty name="width" value="0.035" units="cm"/>
      <inkml:brushProperty name="height" value="0.035" units="cm"/>
    </inkml:brush>
  </inkml:definitions>
  <inkml:trace contextRef="#ctx0" brushRef="#br0">36 158 228,'1'-46'2330,"-4"15"2152,0 5 2265,-1 0 3584,3 14-3676,1 11-6592,0 0-1,-1 1 0,1-1 0,0 0 0,0 0 0,0 1 0,-1-1 0,1 0 0,0 1 0,-1-1 1,1 0-1,0 1 0,-1-1 0,1 0 0,-1 1 0,1-1 0,-1 1 0,0-1 0,1 1 0,-1-1 0,1 1 1,-1 0-1,0-1 0,1 1 0,-1 0 0,0-1 0,0 1 0,1 0 0,-2-1 0,1 2-59,1-1 0,-1 0 0,1 0 0,-1 0 0,1 0 0,-1 1 0,1-1 0,-1 0 0,1 1 0,-1-1 1,1 0-1,-1 1 0,1-1 0,0 1 0,-1-1 0,1 0 0,-1 1 0,1-1 0,0 1 0,0-1 0,-1 1 0,1-1 0,0 1 0,0 0 0,0-1 0,-1 1 0,1-1 0,0 1 0,0-1 0,0 1 0,0 0 0,0-1 0,0 1 0,0-1 0,0 1 0,0-1 0,1 1 0,-1 0 0,0-1 0,0 1 0,1 0 0,6 19-2305,8-3-3453,24 13-9220,-4-4 6913,-14-5 6729</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5.682"/>
    </inkml:context>
    <inkml:brush xml:id="br0">
      <inkml:brushProperty name="width" value="0.035" units="cm"/>
      <inkml:brushProperty name="height" value="0.035" units="cm"/>
    </inkml:brush>
  </inkml:definitions>
  <inkml:trace contextRef="#ctx0" brushRef="#br0">34 25 932,'0'49'5140,"-1"-26"731,-1 0 1,-1-1-1,-6 28 1,-5-11-2667,10-25-3205,9-15 0,13-22 0,3-14 0,1 2 0,2 1 0,49-56 0,-70 88 0,-1 0 0,0-1 0,0 1 0,1 1 0,-1-1 0,1 0 0,-1 0 0,1 1 0,0-1 0,0 1 0,-1 0 0,1 0 0,0 0 0,5 0 0,-6 1 0,0 0 0,-1 0 0,1 0 0,0 1 0,-1-1 0,1 1 0,-1-1 0,1 1 0,-1 0 0,1-1 0,-1 1 0,1 0 0,-1 0 0,0 0 0,1 0 0,-1 0 0,0 0 0,0 1 0,0-1 0,0 0 0,0 1 0,0-1 0,0 0 0,0 1 0,0-1 0,-1 1 0,1 0 0,0 2 0,2 6 0,0 1 0,0-1 0,-1 1 0,0-1 0,-1 1 0,-1 0 0,0 18 0,-14 80 0,1-19 0,13-83 23,-1-6-171,1 1-1,-1 0 0,1 0 0,0 0 0,0 0 0,-1 0 0,2 0 0,-1-1 0,0 1 0,0 0 0,0 0 1,1 0-1,-1 0 0,1 0 0,0-1 0,0 1 0,-1 0 0,1 0 0,0-1 0,2 3 0,26-23-22266,-28 18 21281,16-19-2617,6-7 1916</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6.445"/>
    </inkml:context>
    <inkml:brush xml:id="br0">
      <inkml:brushProperty name="width" value="0.035" units="cm"/>
      <inkml:brushProperty name="height" value="0.035" units="cm"/>
    </inkml:brush>
  </inkml:definitions>
  <inkml:trace contextRef="#ctx0" brushRef="#br0">384 5 388,'1'-5'9524,"-8"24"1172,-106 257-406,54-144-8425,33-73-1865,11-27 0,1 0 0,1 1 0,-15 67 0,33-125-1939,6-18-6107,6-30-6380,-9 26 9796,-7 33 4405,2-14 207,-1 0 1,-3-45 0,0 64 1095,-1 0 0,0 0 0,0 0-1,-7-16 1,7 20 306,0 0 0,-1 0 0,0 0-1,0 0 1,-1 1 0,1-1-1,-1 1 1,-8-7 0,8 7-488,-1 2-1,0-1 1,0 0 0,0 1 0,0 0 0,0 0-1,-10-1 1,13 2-657,-1 0 1,1 1-1,-1-1 1,1 1-1,-1 0 0,1-1 1,-1 1-1,0 1 1,1-1-1,-1 0 0,1 1 1,-1-1-1,1 1 0,-1 0 1,1-1-1,-1 1 1,-3 3-1,5-4-239,1 1 0,-1-1 0,1 1 0,0-1 0,-1 0 0,1 1 0,0-1 0,-1 1 0,1-1 0,0 1 0,0-1 0,-1 1 0,1-1 0,0 1 0,0-1 0,0 1 0,0 0 0,0-1 0,0 1 0,0-1 0,0 1 0,0-1 0,0 1 0,0-1 0,0 1 0,0-1 0,0 1 0,0 0 0,1-1 0,-1 1 0,1 0 0,16 16 0,25 7 0,-30-19-565,1-1 1,1 1-1,-1-2 1,1 0-1,-1-1 0,1 0 1,0-1-1,0 0 1,0-1-1,20-3 0,3-3-2702,-1-2-1,60-20 1,-82 23-1047,36-9-5958,-31 13 8768</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6.600"/>
    </inkml:context>
    <inkml:brush xml:id="br0">
      <inkml:brushProperty name="width" value="0.035" units="cm"/>
      <inkml:brushProperty name="height" value="0.035" units="cm"/>
    </inkml:brush>
  </inkml:definitions>
  <inkml:trace contextRef="#ctx0" brushRef="#br0">90 10 112,'-4'33'4466,"-1"-11"7012,-15 36-1,6-22-6247,-3 10-5230,8-23 0,-12 44 0,32-108-4027,40-107-18080,-31 89 17574,-4 13 2985</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6.721"/>
    </inkml:context>
    <inkml:brush xml:id="br0">
      <inkml:brushProperty name="width" value="0.035" units="cm"/>
      <inkml:brushProperty name="height" value="0.035" units="cm"/>
    </inkml:brush>
  </inkml:definitions>
  <inkml:trace contextRef="#ctx0" brushRef="#br0">35 122 408,'1'-11'300,"0"-1"1351,0 1 1,-1-1 0,-1-18 0,0 27-471,1 0 0,-1 0 0,0 0 0,0 0 0,0 0 0,0 0 1,-3-5-1,3 7-143,0-1 1,-1 1-1,1 0 1,0-1 0,0 1-1,-1 0 1,1 0-1,-1 0 1,1 0-1,-1 0 1,1 0 0,-1 0-1,0 0 1,-2 0-1,4 1-1050,0 0 0,0 1 0,-1-1 0,1 0 0,0 0 0,0 1-1,-1-1 1,1 0 0,0 1 0,0-1 0,0 0 0,0 0 0,0 1 0,-1-1-1,1 0 1,0 1 0,0-1 0,0 0 0,0 1 0,0-1 0,0 0 0,0 1-1,0-1 1,0 0 0,0 1 0,0-1 0,1 0 0,-1 1 0,0-1 0,0 1-1,5 13-8157,13-3-3598,2-2 5165,2 0 3390,3 2 1577</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7.563"/>
    </inkml:context>
    <inkml:brush xml:id="br0">
      <inkml:brushProperty name="width" value="0.035" units="cm"/>
      <inkml:brushProperty name="height" value="0.035" units="cm"/>
    </inkml:brush>
  </inkml:definitions>
  <inkml:trace contextRef="#ctx0" brushRef="#br0">120 81 404,'-19'49'5062,"7"-24"2939,-1 0-1,-20 29 1,7-19-4706,26-34-3295,0-1 0,0 0 0,0 1 0,-1-1 0,1 0 0,0 0 0,0 1 0,0-1 0,0 0 0,-1 1 0,1-1 0,0 0 0,0 0 0,0 0 0,-1 1 0,1-1 0,0 0 0,0 0 0,-1 0 0,1 1 0,0-1 0,-1 0 0,1 0 0,0 0 0,0 0 0,-1 0 0,1 0 0,0 0 0,-1 0 0,1 0 0,0 0 0,-1 0 0,1 0 0,0 0 0,-1 0 0,1 0 0,0 0 0,-1 0 0,1 0 0,0 0 0,0 0 0,-1-1 0,1 1 0,0 0 0,-1 0 0,1 0 0,0 0 0,0-1 0,-1 1 0,1 0 0,0 0 0,0-1 0,0 1 0,-1 0 0,1 0 0,0-1 0,0 1 0,0 0 0,0-1 0,0 1 0,0 0 0,0-1 0,-1 1 0,1-1 0,-1-21 0,6 1 0,1-1 0,1 1 0,1 0 0,1 1 0,1 0 0,0 1 0,2 0 0,0 0 0,20-23 0,-30 40 0,0 0 0,-1 0 0,1 1 0,0-1 0,0 1 0,0-1 0,0 1 0,0 0 0,0 0 0,0 0 0,0 0 0,1 0 0,-1 0 0,0 0 0,1 1 0,4-1 0,-6 1 0,1 1 0,-1-1 0,1 0 0,-1 1 0,1 0 0,-1-1 0,1 1 0,-1 0 0,0 0 0,0 0 0,1 0 0,-1 0 0,0 0 0,0 0 0,0 0 0,0 0 0,0 1 0,0-1 0,0 0 0,-1 1 0,1-1 0,0 0 0,-1 1 0,1-1 0,-1 1 0,1-1 0,-1 4 0,6 20 0,-1 1 0,-2 0 0,-1 1 0,-1 26 0,-1-25 0,1-1 0,2 0 0,9 48 0,-11-74 0,-1 1 0,0 0 0,1 0 0,-1-1 0,1 1 0,0 0 0,0-1 0,0 1 0,-1-1 0,2 1 0,-1-1 0,0 1 0,0-1 0,0 0 0,1 1 0,-1-1 0,0 0 0,1 0 0,-1 0 0,3 1 0,-2-1 0,-1-1 0,1 0 0,-1 0 0,1 0 0,0 0 0,-1 0 0,1 0 0,-1 0 0,1 0 0,0-1 0,-1 1 0,1-1 0,-1 1 0,1-1 0,-1 1 0,1-1 0,-1 0 0,2-1 0,2-2 0,0 1 0,0-1 0,-1-1 0,1 1 0,-1-1 0,0 0 0,-1 0 0,1 0 0,-1 0 0,4-8 0,-1 3 0,0 0 0,0 0 0,0 1 0,2 0 0,-1 0 0,1 1 0,0 0 0,0 1 0,1-1 0,13-7 0,-22 15 0,1-1 0,-1 1 0,0 0 0,1 0 0,-1 0 0,0-1 0,1 1 0,-1 0 0,0 0 0,1 0 0,-1 0 0,0 0 0,1-1 0,-1 1 0,0 0 0,1 0 0,-1 0 0,1 0 0,-1 0 0,0 0 0,1 0 0,-1 0 0,0 1 0,1-1 0,-1 0 0,1 0 0,-1 0 0,0 0 0,1 0 0,-1 1 0,0-1 0,0 0 0,1 0 0,-1 0 0,0 1 0,1-1 0,-1 0 0,0 1 0,0-1 0,1 0 0,-1 1 0,7 20 0,-7-19 0,0-1 0,1 1 0,-1-1 0,0 1 0,0-1 0,1 0 0,-1 1 0,1-1 0,-1 0 0,1 1 0,-1-1 0,1 0 0,0 1 0,0-1 0,0 0 0,-1 0 0,1 0 0,0 0 0,1 0 0,-1 0 0,0 0 0,0 0 0,0 0 0,3 1 0,1-3 0,0 1 0,0-1 0,0-1 0,0 1 0,10-4 0,-12 3 0,-1 0 0,1 1 0,1 0 0,-1 0 0,0 0 0,0 0 0,0 0 0,1 1 0,-1-1 0,0 1 0,0 0 0,1 0 0,-1 0 0,0 1 0,1-1 0,-1 1 0,0-1 0,0 1 0,5 2 0,16 12 0,-1 1 0,-1 0 0,-1 2 0,31 32 0,-51-49 0,0 0 0,0-1 0,1 1 0,-1 0 0,0-1 0,1 1 0,-1-1 0,0 0 0,1 1 0,-1-1 0,0 0 0,1 0 0,-1 0 0,1 0 0,-1 0 0,0 0 0,1 0 0,-1-1 0,0 1 0,1 0 0,-1-1 0,0 1 0,1-1 0,-1 0 0,0 1 0,0-1 0,1 0 0,-1 0 0,0 1 0,0-1 0,1-2 0,37-30 0,-39 33 0,7-8 0,-1 3 0,-1 1 0,0-2 0,0 1 0,0 0 0,-1-1 0,0 0 0,0 0 0,0 0 0,-1 0 0,0-1 0,0 1 0,-1-1 0,3-13 0,-3 13 0,0 0 0,-1-1 0,0 1 0,0 0 0,-1-1 0,0 1 0,-1 0 0,1-1 0,-1 1 0,-1 0 0,1-1 0,-1 1 0,0 0 0,-6-11 0,7 16 0,0 0 0,-1 0 0,1 0 0,0 1 0,-1-1 0,0 0 0,1 1 0,-1-1 0,-4-2 0,6 4 0,-1 0 0,0 0 0,0 0 0,1 0 0,-1 0 0,0 0 0,0 0 0,1 0 0,-1 0 0,0 1 0,0-1 0,1 0 0,-1 1 0,0-1 0,1 0 0,-1 1 0,1-1 0,-1 1 0,0-1 0,1 1 0,-1-1 0,1 1 0,-1-1 0,1 1 0,-1-1 0,1 1 0,0 0 0,-1-1 0,1 1 0,0 0 0,-1 0 0,1-1 0,0 1 0,0 0 0,0-1 0,0 2 0,-9 19 0,1 0 0,1 0 0,1 1 0,1 0 0,1 0 0,1 0 0,1 0 0,1 1 0,0-1 0,6 41 0,-3-49 0,1 0 0,0-1 0,1 1 0,0-1 0,1 0 0,1 0 0,0-1 0,0 1 0,2-1 0,-1-1 0,1 1 0,1-1 0,0-1 0,1 0 0,0 0 0,0-1 0,1 0 0,18 11 0,-24-17 13,-3-1-29,0-1 0,0 0 1,0 1-1,0-1 0,1 0 1,-1-1-1,0 1 0,0 0 0,1-1 1,-1 1-1,0-1 0,5 1 1,20-32-31813</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7.970"/>
    </inkml:context>
    <inkml:brush xml:id="br0">
      <inkml:brushProperty name="width" value="0.035" units="cm"/>
      <inkml:brushProperty name="height" value="0.035" units="cm"/>
    </inkml:brush>
  </inkml:definitions>
  <inkml:trace contextRef="#ctx0" brushRef="#br0">343 94 64,'-18'-20'1964,"4"-2"3318,4-3 3867,7-2 4277,-8 71-10548,6-20-2878,0 1 0,-2-1 0,0-1 0,-2 1 0,-20 38 0,22-48 0,-107 190 0,24-48 0,87-153 0,1 1 0,1 0 0,-1 1 0,0-1 0,1 0 0,-2 8 0,3-12 0,0 1 0,0-1 0,0 1 0,0-1 0,0 1 0,0-1 0,0 1 0,1-1 0,-1 0 0,0 1 0,0-1 0,0 1 0,0-1 0,0 1 0,1-1 0,-1 0 0,0 1 0,0-1 0,1 0 0,-1 1 0,0-1 0,1 0 0,-1 1 0,0-1 0,1 0 0,0 1 0,0-1 0,1 0 0,-1 1 0,0-1 0,1 0 0,-1 0 0,0 0 0,1 0 0,-1 0 0,0-1 0,1 1 0,-1 0 0,0-1 0,3 0 0,28-12 0,0-1 0,56-35 0,-34 18 0,72-39 0,-124 69-7,0 0 0,0 0 0,-1-1 0,1 1 1,-1-1-1,1 1 0,-1-1 0,0 0 0,0 1 0,1-1 0,-1 0 0,0 0 0,-1 0 0,1 0 0,0 0 1,-1 0-1,1 0 0,-1 0 0,1 0 0,-1 0 0,0 0 0,0 0 0,0-1 0,0-2 0,-1 1-166,1 0 0,-1 0 0,0 1-1,0-1 1,0 0 0,0 1 0,-1-1-1,1 1 1,-1-1 0,0 1 0,0 0-1,0 0 1,-3-3 0,-12-12-12065,-6-6 892,-2 3 6796,4 6 3123</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8.145"/>
    </inkml:context>
    <inkml:brush xml:id="br0">
      <inkml:brushProperty name="width" value="0.035" units="cm"/>
      <inkml:brushProperty name="height" value="0.035" units="cm"/>
    </inkml:brush>
  </inkml:definitions>
  <inkml:trace contextRef="#ctx0" brushRef="#br0">202 38 180,'-43'-17'1724,"-8"3"4952,44 12-4669,0 0-1,0 1 1,0 0-1,0 1 1,0-1-1,0 1 0,0 1 1,0-1-1,0 1 1,1 0-1,-15 5 1,21-6-2004,-1 0 0,1 0 0,-1 0 1,1 0-1,-1 1 0,1-1 0,-1 0 1,1 0-1,-1 1 0,1-1 1,-1 0-1,1 1 0,-1-1 0,1 0 1,0 1-1,-1-1 0,1 1 0,0-1 1,-1 1-1,1-1 0,0 0 0,-1 1 1,1-1-1,0 1 0,0-1 0,0 1 1,0 0-1,-1-1 0,1 1 1,0-1-1,0 2 0,13 10 24,27 3-53,-39-14 26,35 10 0,-2 0 0,0-2 0,64 10 0,1-15-2521,-69-4 165,0-2 0,0-1 1,0-2-1,-1 0 0,49-17 0,-69 19-738,22-8-4876,0 3 4156,-7 3 2625</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8.348"/>
    </inkml:context>
    <inkml:brush xml:id="br0">
      <inkml:brushProperty name="width" value="0.035" units="cm"/>
      <inkml:brushProperty name="height" value="0.035" units="cm"/>
    </inkml:brush>
  </inkml:definitions>
  <inkml:trace contextRef="#ctx0" brushRef="#br0">106 0 12,'-15'2'2384,"-37"6"15537,25 3-7932,16 2-7532,11-12-2457,0-1 0,0 1 0,0 0 0,0 0 0,0 0 0,0 0 0,0-1 0,1 1 0,-1 0 0,0 0 0,1-1 0,-1 1 0,0 0 0,1 0 0,-1-1 0,1 1 0,-1 0 0,1-1 0,0 1 0,-1-1 0,1 1 0,0-1 0,-1 1 0,1-1 0,0 1 0,-1-1 0,1 0 0,0 1 0,1-1 0,23 12 0,-4-5 0,40 7 0,16 6 0,-84-24 443,5 4-644,0-1-1,0 1 1,0-1-1,-1 1 1,1 0-1,0 0 1,0 0-1,0 0 1,0 0-1,-3 1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8.521"/>
    </inkml:context>
    <inkml:brush xml:id="br0">
      <inkml:brushProperty name="width" value="0.035" units="cm"/>
      <inkml:brushProperty name="height" value="0.035" units="cm"/>
    </inkml:brush>
  </inkml:definitions>
  <inkml:trace contextRef="#ctx0" brushRef="#br0">90 1 640,'-29'30'7004,"18"-20"-679,2 0 1,-16 20-1,22-26-5643,1-1 1,0 1 0,1-1-1,-1 1 1,1 0-1,-1 0 1,1 0-1,-1 5 1,2-8-683,0 0 0,0-1 0,0 1 0,0 0 0,1 0 0,-1 0 0,0 0 0,0 0 0,1 0 0,-1-1 0,0 1 0,1 0 0,-1 0 0,1-1 0,-1 1 0,1 0 0,-1 0 0,1-1 0,0 1 0,-1-1 0,1 1 0,0 0 0,-1-1 0,1 1 0,0-1 0,0 0 0,0 1 0,-1-1 0,1 0 0,0 1 0,0-1 0,0 0 0,0 0 0,0 0 0,0 0 0,-1 0 0,1 0 0,0 0 0,0 0 0,0 0 0,0 0 0,1-1 0,45-5 0,-41 5 0,36-13-2825,-35 11 1610,0-1 0,-1 0 0,0 0 0,0 0-1,0-1 1,0 0 0,5-6 0,2-4-10028,2-1 4833,-7 5 4562</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8.879"/>
    </inkml:context>
    <inkml:brush xml:id="br0">
      <inkml:brushProperty name="width" value="0.035" units="cm"/>
      <inkml:brushProperty name="height" value="0.035" units="cm"/>
    </inkml:brush>
  </inkml:definitions>
  <inkml:trace contextRef="#ctx0" brushRef="#br0">27 36 392,'-26'-35'31548,"28"34"-31484,-1 1-1,1 0 1,-1 0-1,1 0 0,0 0 1,-1 0-1,1 1 1,-1-1-1,1 0 1,-1 1-1,1-1 0,-1 1 1,1 0-1,-1-1 1,3 2-1,26 16-215,-24-13 112,0-2 40,-1 1 0,0 0 0,0 0 0,0 1 0,0-1 0,0 1 0,-1 0 0,0 1 0,0-1 0,-1 1 0,1-1 0,-1 1 0,4 11 0,-4-8 0,-1 1 0,0 0 0,0-1 0,-1 1 0,-1 0 0,1 0 0,-1 0 0,-2 13 0,-5 11 0,-1 1 0,-1-1 0,-2-1 0,-16 34 0,23-57 0,2-4 0,0-1 0,0 1 0,1 0 0,0 0 0,0 0 0,0 0 0,1 0 0,-1 0 0,2 0 0,-1 0 0,1 0 0,-1 0 0,2 0 0,-1 0 0,1-1 0,0 1 0,0 0 0,0-1 0,1 1 0,0-1 0,0 0 0,0 0 0,1 0 0,-1 0 0,1-1 0,1 1 0,-1-1 0,0 0 0,1-1 0,0 1 0,0-1 0,0 1 0,0-2 0,1 1 0,-1 0 0,9 1 0,13-4-2378,-2-6-4091</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6:59.083"/>
    </inkml:context>
    <inkml:brush xml:id="br0">
      <inkml:brushProperty name="width" value="0.035" units="cm"/>
      <inkml:brushProperty name="height" value="0.035" units="cm"/>
    </inkml:brush>
  </inkml:definitions>
  <inkml:trace contextRef="#ctx0" brushRef="#br0">608 1 508,'1'10'5268,"0"0"1,0 0-1,5 15 0,0-1 2795,-3 0-5199,-2-3-2850,-2 1 0,0-1 0,-2 0 0,0 1 1,-1-1-1,-1-1 0,-1 1 0,-1-1 0,-1 0 1,-1 0-1,0-1 0,-1 0 0,-2-1 0,0 0 0,0 0 1,-2-2-1,-28 28 0,18-21-1345,0-1 0,-42 26 0,41-32-768,0-2-1,-1 0 0,-1-2 1,0-1-1,-44 11 0,-32 2-11132,52-14 10924</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0.565"/>
    </inkml:context>
    <inkml:brush xml:id="br0">
      <inkml:brushProperty name="width" value="0.035" units="cm"/>
      <inkml:brushProperty name="height" value="0.035" units="cm"/>
    </inkml:brush>
  </inkml:definitions>
  <inkml:trace contextRef="#ctx0" brushRef="#br0">51 104 444,'-14'-18'5027,"4"6"3685,2-1 5480,-3 79-9804,4 115-4388,8-151 0,1 0 0,1-1 0,2 1 0,8 29 0,-11-54 0,-1 0 0,1 0 0,0 0 0,0-1 0,1 1 0,-1-1 0,1 0 0,0 0 0,0 0 0,0 0 0,1 0 0,0 0 0,-1-1 0,1 0 0,7 5 0,-8-7 0,0 1 0,1-1 0,-1 0 0,0 0 0,1 0 0,-1 0 0,1 0 0,-1-1 0,1 0 0,0 1 0,-1-1 0,1-1 0,-1 1 0,1 0 0,-1-1 0,1 0 0,-1 0 0,1 0 0,-1 0 0,0 0 0,0-1 0,5-2 0,6-6 0,0 0 0,-1 0 0,0-1 0,-1-1 0,0 0 0,-1-1 0,11-14 0,62-102 0,-8-19 0,1 0 0,-76 145 0,1 1 0,-1 0 0,1-1 0,-1 1 0,1 0 0,0 0 0,-1 0 0,5-3 0,0 9 0,-4 15 0,-23 550 0,18-538 0,-5 75 0,15-130-4966,24-56-11855,-16 50 12386,5-7 438,3-3 2045</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0.880"/>
    </inkml:context>
    <inkml:brush xml:id="br0">
      <inkml:brushProperty name="width" value="0.035" units="cm"/>
      <inkml:brushProperty name="height" value="0.035" units="cm"/>
    </inkml:brush>
  </inkml:definitions>
  <inkml:trace contextRef="#ctx0" brushRef="#br0">421 109 528,'8'-24'5171,"-8"22"-3918,1-1 0,-1 1 0,1-1-1,-1 0 1,0 1 0,0-1 0,0 1 0,-1-1 0,1 0 0,-1 1 0,1-1 0,-1 1 0,0-1 0,0 1 0,0-1 0,0 1 0,0 0 0,-2-3 0,-12-9 2005,12 11-3258,-1 1 0,1 0 0,0 0 0,-1 0 0,1 1 0,0-1 0,-1 1 0,0-1 0,1 1 0,-1 1 0,0-1 0,0 0 0,1 1 0,-1 0 0,0 0 0,0 0 0,0 0 0,0 1 0,1-1 0,-1 1 0,0 0 0,-4 2 0,3 0 0,-1 0 0,0 1 0,1-1 0,-1 1 0,1 1 0,0-1 0,1 1 0,-1 0 0,1 0 0,0 0 0,0 0 0,-4 8 0,3-5 0,0 1 0,0-1 0,0 1 0,1 1 0,1-1 0,0 1 0,0-1 0,1 1 0,0 0 0,0 0 0,1 0 0,1 0 0,0 0 0,0 0 0,3 18 0,0-3 0,-2-17 0,0 0 0,0 0 0,1 0 0,0-1 0,0 1 0,4 8 0,-5-14 0,-1 0 0,1 1 0,-1-1 0,0 0 0,0 0 0,0 0 0,0 0 0,0 0 0,0 0 0,-1 1 0,1-1 0,-1 0 0,1 0 0,-1 0 0,0 0 0,0 0 0,0 0 0,0-1 0,0 1 0,0 0 0,0 0 0,-1-1 0,1 1 0,-1-1 0,1 1 0,-1-1 0,-2 2 0,-5 5 0,0-1 0,0-1 0,-18 10 0,19-12 0,0-1 0,0 1 0,0-2 0,0 1 0,-1-1 0,1-1 0,-14 2 0,18-3 0,0 0 0,0 0 0,1 0 0,-1 0 0,0-1 0,0 1 0,0-1 0,1 0 0,-1 0 0,0 0 0,1-1 0,-1 1 0,1-1 0,-1 0 0,1 0 0,0 0 0,0-1 0,0 1 0,-3-4 0,3 0-2751,40-17-25878,-14 16 27350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1.206"/>
    </inkml:context>
    <inkml:brush xml:id="br0">
      <inkml:brushProperty name="width" value="0.035" units="cm"/>
      <inkml:brushProperty name="height" value="0.035" units="cm"/>
    </inkml:brush>
  </inkml:definitions>
  <inkml:trace contextRef="#ctx0" brushRef="#br0">0 207 784,'30'-6'3464,"-3"9"3712,-18 0-3056,0 0-1,0 1 1,13 8 0,13 5 740,-14-8-4860,1 0 0,0-2 0,0 0 0,1-2 0,-1 0 0,32 2 0,-45-7 0,-1 0 0,0 0 0,1-1 0,-1 0 0,0 0 0,0-1 0,0 0 0,0-1 0,0 0 0,0 0 0,0-1 0,-1 0 0,0 0 0,0 0 0,0-1 0,0 0 0,-1-1 0,1 1 0,-2-1 0,11-13 0,-12 14 0,-1 0 0,1 0 0,-1-1 0,0 1 0,-1-1 0,1 0 0,-1 0 0,0 0 0,-1 0 0,1 0 0,-1 0 0,-1-1 0,1 1 0,-1 0 0,0-1 0,-2-11 0,1 12 0,0 1 0,-1 0 0,1 0 0,-1 0 0,0 0 0,-1 1 0,1-1 0,-1 0 0,0 1 0,0 0 0,-1 0 0,1 0 0,-1 0 0,0 0 0,0 1 0,0-1 0,-1 1 0,1 0 0,-1 1 0,-8-5 0,9 5 0,-1 0 0,1 1 0,0 0 0,-1-1 0,0 1 0,1 1 0,-1-1 0,0 1 0,1 0 0,-1 0 0,0 0 0,1 0 0,-1 1 0,0 0 0,-4 1 0,3 1 0,-1-1 0,1 1 0,0 1 0,0-1 0,0 1 0,0 0 0,1 0 0,0 1 0,-7 6 0,1 1 0,1 1 0,1 0 0,0 0 0,1 1 0,0 0 0,1 0 0,0 1 0,-4 17 0,3-7 0,2 1 0,1 0 0,1 1 0,1-1 0,0 43 0,3-59 0,1 1 0,0-1 0,0 0 0,1 1 0,0-1 0,1 0 0,0 0 0,1 0 0,0 0 0,0-1 0,1 0 0,0 0 0,1 0 0,0 0 0,0-1 0,1 0 0,8 7 0,-10-11-265,0 0-1,0-1 1,1 0 0,-1-1-1,1 1 1,0-1 0,0 0-1,0 0 1,0-1 0,0 0-1,0 0 1,0 0 0,1-1-1,-1 0 1,0 0 0,0 0-1,0-1 1,1 0 0,-1 0-1,0-1 1,10-3 0,11-6-2327,-1 0 0,0-1 0,33-22 0,-47 27 1653,58-31-11470,-31 21 10055</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1.530"/>
    </inkml:context>
    <inkml:brush xml:id="br0">
      <inkml:brushProperty name="width" value="0.035" units="cm"/>
      <inkml:brushProperty name="height" value="0.035" units="cm"/>
    </inkml:brush>
  </inkml:definitions>
  <inkml:trace contextRef="#ctx0" brushRef="#br0">180 276 76,'-39'12'5123,"34"-9"-3392,0-1 0,0 1 0,0 0 0,0 0 0,1 1-1,-1-1 1,1 1 0,0 0 0,0 0 0,0 1 0,1-1-1,-1 1 1,-4 8 0,-3 19 1601,10-28-3332,1 1 0,-1 0 0,1-1 0,-1 1 0,1 0 0,1 0 0,-1-1 0,1 1 0,0 0 0,0-1 0,0 1 0,0-1 0,1 1 0,0-1 0,0 0 0,0 0 0,1 0 0,-1 0 0,1 0 0,0 0 0,0 0 0,0-1 0,0 0 0,1 1 0,-1-1 0,1-1 0,0 1 0,0 0 0,0-1 0,0 0 0,1 0 0,-1 0 0,1-1 0,-1 1 0,1-1 0,-1 0 0,1 0 0,0-1 0,-1 1 0,1-1 0,0 0 0,-1 0 0,1-1 0,0 1 0,8-4 0,3-2 0,-1-1 0,-1 0 0,0-2 0,0 1 0,0-2 0,-1 0 0,0 0 0,-1-2 0,-1 1 0,1-1 0,16-25 0,-14 16 0,0 0 0,-2 0 0,-1-2 0,0 1 0,-2-1 0,0-1 0,6-28 0,-14 47 0,0 0 0,0 0 0,-1 0 0,1 0 0,-1-1 0,0 1 0,0 0 0,-1 0 0,1 0 0,-1 0 0,-1 0 0,1 0 0,0 0 0,-1 0 0,0 1 0,0-1 0,-1 1 0,1-1 0,-1 1 0,0 0 0,0 0 0,-1 0 0,1 0 0,-1 0 0,0 1 0,1 0 0,-2 0 0,1 0 0,0 0 0,-1 0 0,-4-1 0,0 0 0,-1 0 0,1 1 0,-1 0 0,0 1 0,1 0 0,-1 1 0,0 0 0,0 0 0,0 1 0,0 0 0,0 1 0,0 0 0,0 1 0,0 0 0,-11 4 0,2 1 0,0 1 0,1 1 0,0 1 0,0 0 0,1 2 0,-19 15 0,27-20 0,1 0 0,0 1 0,1 0 0,0 0 0,0 0 0,1 1 0,0 0 0,0 0 0,1 0 0,0 1 0,1 0 0,0 0 0,-4 17 0,7-26-155,1 0 1,0 0-1,0 0 1,0 1-1,0-1 1,0 0-1,0 0 1,0 0-1,0 0 1,0 0-1,0 0 1,1 0-1,-1 0 1,0 0-1,1 0 1,-1 0-1,1 0 1,-1 0-1,1 0 1,-1 0-1,1 0 1,0-1-1,-1 1 1,1 0-1,0 0 1,0-1-1,1 2 1,0-1-663,0 0 1,1 0-1,-1 0 1,1 0 0,-1-1-1,1 1 1,0-1 0,-1 0-1,1 0 1,-1 0 0,4 0-1,43-8-11437,-23 0 7603,-22 7 4269,36-11-923</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1.752"/>
    </inkml:context>
    <inkml:brush xml:id="br0">
      <inkml:brushProperty name="width" value="0.035" units="cm"/>
      <inkml:brushProperty name="height" value="0.035" units="cm"/>
    </inkml:brush>
  </inkml:definitions>
  <inkml:trace contextRef="#ctx0" brushRef="#br0">77 136 492,'20'-23'3555,"4"-17"8682,0-1 794,-2 19-9583,-21 21-3448,0 0 0,0 0 0,0 0 0,0 0 0,0 1 0,0-1 0,0 0 0,0 1 0,0-1 0,0 1 0,0 0 0,1-1 0,-1 1 0,0 0 0,0-1 0,1 1 0,-1 0 0,0 0 0,2 0 0,-2 1 0,-1-1 0,1 0 0,0 1 0,0-1 0,-1 1 0,1-1 0,0 1 0,-1 0 0,1-1 0,0 1 0,-1 0 0,1-1 0,-1 1 0,1 0 0,-1-1 0,0 1 0,1 0 0,-1 0 0,0 0 0,1 1 0,0 4 0,0 1 0,0-1 0,0 1 0,-1-1 0,-1 12 0,-8 54 0,-4-1 0,-43 136 0,19-79 0,-36 114 0,65-225-2087,8-17 1886,0 1 0,0-1 0,0 0 0,0 1 1,-1-1-1,1 1 0,0-1 0,0 0 0,0 1 0,0-1 0,-1 0 0,1 1 0,0-1 0,0 0 0,-1 1 0,1-1 1,0 0-1,0 1 0,-1-1 0,1 0 0,0 0 0,-1 0 0,1 1 0,-1-1 0,1 0 0,0 0 0,-1 0 0,1 0 0,0 0 1,-1 1-1,1-1 0,-1 0 0,1 0 0,4-12-13531,15-12 7151,-14 18 5360,16-18-694</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2.081"/>
    </inkml:context>
    <inkml:brush xml:id="br0">
      <inkml:brushProperty name="width" value="0.035" units="cm"/>
      <inkml:brushProperty name="height" value="0.035" units="cm"/>
    </inkml:brush>
  </inkml:definitions>
  <inkml:trace contextRef="#ctx0" brushRef="#br0">383 6 1160,'8'-6'8273,"-9"16"2092,-5 9-350,2-9-7915,-136 422-1250,129-396-850,6-20 0,0 1 0,1 0 0,1 1 0,-1 25 0,3-47 0,1 0 0,0 0 0,-1 0 0,0 0 0,0 0 0,0 0 0,0 0 0,-1 1 0,1-1 0,-1 0 0,0 1 0,0-1 0,-1 1 0,1 0 0,-1 0 0,1 0 0,-5-4 0,4 5 0,1 1 0,0-1 0,0 1 0,-1 0 0,1-1 0,0 1 0,-1 0 0,1 1 0,-1-1 0,0 0 0,1 1 0,-1-1 0,0 1 0,1 0 0,-1 0 0,1 0 0,-1 0 0,0 1 0,1-1 0,-1 1 0,0-1 0,1 1 0,-1 0 0,1 0 0,0 0 0,-1 0 0,1 1 0,0-1 0,-4 3 0,-3 3 0,0 0 0,1 0 0,0 1 0,0 0 0,1 0 0,0 1 0,-11 18 0,14-21 0,1 0 0,0 0 0,0 0 0,1 0 0,0 0 0,0 1 0,1-1 0,-1 1 0,1-1 0,1 1 0,-1 0 0,1-1 0,0 1 0,2 9 0,-2-14 0,0-1 0,1 0 0,-1 0 0,0 0 0,0 0 0,1 0 0,-1 0 0,1 0 0,-1 0 0,1 0 0,-1 0 0,1 0 0,-1 0 0,1 0 0,0-1 0,0 1 0,-1 0 0,1 0 0,0-1 0,0 1 0,0 0 0,0-1 0,0 1 0,1 0 0,0-1 0,0 0 0,0 0 0,-1 0 0,1 0 0,0 0 0,-1 0 0,1 0 0,0-1 0,0 1 0,-1-1 0,1 1 0,-1-1 0,1 0 0,1-1 0,8-4 0,-1-1 0,0 0 0,13-14 0,-18 16 0,62-64-5534,-43 42 551,31-26 1,-46 45 1995,25-20-5709,4 6 4428,-12 12 3211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2.395"/>
    </inkml:context>
    <inkml:brush xml:id="br0">
      <inkml:brushProperty name="width" value="0.035" units="cm"/>
      <inkml:brushProperty name="height" value="0.035" units="cm"/>
    </inkml:brush>
  </inkml:definitions>
  <inkml:trace contextRef="#ctx0" brushRef="#br0">333 269 700,'1'0'224,"0"-1"-1,0 1 1,0 0 0,0-1 0,0 1-1,0 0 1,0 0 0,0-1-1,0 1 1,1 0 0,-1 0-1,0 0 1,0 1 0,0-1-1,0 0 1,2 1 0,-3-1 54,0 1 0,0-1 0,0 0 0,0 1-1,1-1 1,-1 1 0,0-1 0,0 1 0,0-1 0,0 0 0,0 1 0,0-1 0,0 1 0,-1-1 0,1 0 0,0 1-1,0-1 1,0 1 0,0-1 0,0 1 0,-1-1 0,1 0 0,0 1 0,0-1 0,-1 0 0,1 1 0,0-1 0,-1 1 0,-33 36 16885,21-24-14126,7-6-3037,-23 28 0,28-34 0,0 1 0,1-1 0,-1 0 0,0 0 0,0 1 0,1-1 0,-1 0 0,0 1 0,1-1 0,-1 0 0,1 1 0,0-1 0,0 1 0,-1-1 0,1 1 0,0-1 0,0 1 0,0-1 0,0 1 0,1-1 0,-1 1 0,0-1 0,1 2 0,0-2 0,0-1 0,-1 1 0,1-1 0,0 0 0,0 1 0,0-1 0,-1 0 0,1 0 0,0 0 0,0 1 0,0-1 0,0 0 0,0 0 0,-1 0 0,1 0 0,0 0 0,0-1 0,0 1 0,0 0 0,-1 0 0,1-1 0,0 1 0,0 0 0,0-1 0,-1 1 0,1 0 0,0-1 0,0 1 0,0-2 0,26-15 0,-25 15 0,20-17 0,-1-1 0,0-1 0,-1-1 0,-2 0 0,0-2 0,-1 0 0,-2-1 0,0-1 0,-2 0 0,11-29 0,-22 49 0,0 0 0,0-1 0,0 1 0,0-1 0,-1 1 0,0-1 0,0-10 0,-2 16 0,1-1 0,0 0 0,-1 0 0,1 1 0,-1-1 0,1 0 0,-1 1 0,0-1 0,1 0 0,-1 1 0,0-1 0,0 1 0,0-1 0,-1 1 0,1 0 0,0 0 0,0-1 0,-1 1 0,1 0 0,-1 0 0,1 0 0,-1 0 0,1 1 0,-1-1 0,0 0 0,1 1 0,-1-1 0,0 1 0,1-1 0,-1 1 0,-3 0 0,0-1 0,-1 0 0,1 1 0,-1 0 0,1 0 0,-1 0 0,1 1 0,-1 0 0,1 0 0,-1 0 0,1 1 0,0 0 0,-6 2 0,1 1 0,1 0 0,0 1 0,0 0 0,1 0 0,-15 15 0,3 1 0,1 1 0,0 1 0,-23 41 0,10-6 0,2 0 0,-36 105 0,-22 132 0,87-291 2,-24 108 360,23-101-622,0 1-1,1-1 1,1 1 0,0 0-1,0-1 1,5 25-1,20-34-24406,10-22 22102,-28 14 797,34-20-148</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2.694"/>
    </inkml:context>
    <inkml:brush xml:id="br0">
      <inkml:brushProperty name="width" value="0.035" units="cm"/>
      <inkml:brushProperty name="height" value="0.035" units="cm"/>
    </inkml:brush>
  </inkml:definitions>
  <inkml:trace contextRef="#ctx0" brushRef="#br0">124 359 484,'-4'13'3512,"-10"5"8220,-5-2 628,8-8-7953,8-6-4139,-3 3-268,0-1 0,-1 0 0,1 0 0,-1 0 0,0-1 0,-13 4 0,20-7 0,-1 0 0,0 0 0,1-1 0,-1 1 0,0 0 0,1-1 0,-1 1 0,0 0 0,1-1 0,-1 1 0,0-1 0,1 1 0,-1-1 0,1 1 0,-1-1 0,1 1 0,-1-1 0,1 0 0,0 1 0,-1-1 0,1 0 0,0 1 0,-1-1 0,1 0 0,0 1 0,0-1 0,0 0 0,0 0 0,0 1 0,0-1 0,0 0 0,0 0 0,0 1 0,0-2 0,2-32 0,-1 27 0,2-16 0,1-1 0,1 0 0,1 1 0,2 0 0,0 0 0,1 1 0,1 0 0,1 1 0,1 0 0,1 0 0,1 2 0,0-1 0,2 2 0,24-24 0,-33 38 0,0-1 0,0 0 0,1 1 0,-1 1 0,1-1 1,0 1-1,0 1 0,0-1 0,0 1 0,1 1 0,-1-1 0,0 2 0,11-1 0,-12 1 0,1 0-1,0 0 1,-1 1 0,1 0-1,-1 1 1,1-1-1,-1 2 1,1-1-1,-1 1 1,0 0-1,0 0 1,0 1 0,-1 0-1,11 8 1,-2 1-5520,18 7-16739,-19-12 19117,-6-3 1917</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2.839"/>
    </inkml:context>
    <inkml:brush xml:id="br0">
      <inkml:brushProperty name="width" value="0.035" units="cm"/>
      <inkml:brushProperty name="height" value="0.035" units="cm"/>
    </inkml:brush>
  </inkml:definitions>
  <inkml:trace contextRef="#ctx0" brushRef="#br0">46 0 548,'6'12'3647,"-5"12"9068,-7 2-149,2-13-9279,-7 23-3287,1 0 0,1 1 0,-3 38 0,12-75-4,0 1 0,0-1 1,0 1-1,-1-1 0,1 1 0,0 0 0,0-1 0,0 1 1,0-1-1,0 1 0,1-1 0,-1 1 0,0 0 1,0-1-1,0 1 0,0-1 0,1 1 0,-1-1 0,0 1 1,0-1-1,1 1 0,-1-1 0,0 1 0,1-1 1,-1 0-1,0 1 0,1-1 0,0 1 0,-1-1-69,1 0 0,-1 0 0,1 0 0,-1-1 0,1 1 0,-1 0 0,1 0 0,-1 0 0,1 0 0,-1-1 0,0 1 0,1 0 0,-1-1 0,1 1 0,-1 0 0,0-1 0,1 1 0,-1 0 0,0-1 0,0 1 0,1-1 0,-1 1 0,0 0 0,0-1 0,1 1 0,-1-1 0,0 1 0,0-1-1,0 0 1,11-30-11994,0 0 4177,0-6 2448,5-19 1703,-8 24 2756</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2.962"/>
    </inkml:context>
    <inkml:brush xml:id="br0">
      <inkml:brushProperty name="width" value="0.035" units="cm"/>
      <inkml:brushProperty name="height" value="0.035" units="cm"/>
    </inkml:brush>
  </inkml:definitions>
  <inkml:trace contextRef="#ctx0" brushRef="#br0">15 190 564,'4'-36'1264,"2"-28"7633,-8 33 98,-6 2 3851,0 15-12791,2 3 637,9 8-3654,5 2-4139,18 0-14924,-14 2 20872</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3.150"/>
    </inkml:context>
    <inkml:brush xml:id="br0">
      <inkml:brushProperty name="width" value="0.035" units="cm"/>
      <inkml:brushProperty name="height" value="0.035" units="cm"/>
    </inkml:brush>
  </inkml:definitions>
  <inkml:trace contextRef="#ctx0" brushRef="#br0">126 1 760,'-2'11'1364,"0"-1"-1,-1 1 1,-8 17-1,-3 1 7012,-18 28-1,8-15-1423,3 0-4102,17-35-2849,1 1 0,1 1 0,0-1 0,0 0 0,0 0 0,1 1 0,0 14 0,1-20 0,0 1 0,1-1 0,-1 1 0,1-1 0,-1 1 0,1-1 0,0 0 0,1 1 0,-1-1 0,0 0 0,1 0 0,0 0 0,0 0 0,0 0 0,0 0 0,0 0 0,0-1 0,1 1 0,-1-1 0,6 4 0,-6-5-403,1 0 0,-1 0-1,0 0 1,1-1 0,-1 0 0,0 1 0,1-1-1,-1 0 1,0 0 0,1 0 0,-1 0 0,0-1-1,4 0 1,38-10-10035,-24 6 6040,7 2-3126,16 4 3895,-10 3 2588</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3.508"/>
    </inkml:context>
    <inkml:brush xml:id="br0">
      <inkml:brushProperty name="width" value="0.035" units="cm"/>
      <inkml:brushProperty name="height" value="0.035" units="cm"/>
    </inkml:brush>
  </inkml:definitions>
  <inkml:trace contextRef="#ctx0" brushRef="#br0">195 313 624,'-18'11'4745,"12"-8"-881,0-1 0,-1-1 0,1 1 0,0-1 0,-11 0 1,-4 2 344,-4 3-4209,26-4 0,14-4 0,-6 0 0,0 0 0,0-1 0,0 0 0,0 0 0,-1-1 0,1-1 0,-1 1 0,0-1 0,0 0 0,10-10 0,-6 5 0,0-2 0,-1 1 0,-1-1 0,1-1 0,10-16 0,-14 17 0,0-1 0,-1 0 0,0 0 0,-1 0 0,4-18 0,-8 27 0,0 0 0,0 0 0,0 0 0,-1 0 0,1 0 0,-1 0 0,0 0 0,-1 0 0,1-1 0,0 1 0,-1 0 0,0 0 0,0 1 0,-1-1 0,1 0 0,-1 0 0,1 0 0,-1 1 0,0-1 0,-1 1 0,1 0 0,-6-7 0,6 9 0,-1-1 0,0 0 0,0 1 0,0-1 0,0 1 0,0 0 0,0 0 0,-1 0 0,1 0 0,0 0 0,-1 1 0,1 0 0,0 0 0,0 0 0,-1 0 0,1 0 0,0 0 0,-1 1 0,1 0 0,0 0 0,0-1 0,-1 2 0,1-1 0,-5 3 0,-6 3 0,1 1 0,0-1 0,0 2 0,-12 10 0,14-9 0,1 1 0,0-1 0,0 2 0,1-1 0,1 1 0,0 1 0,0-1 0,2 1 0,-1 0 0,-6 23 0,4-6 0,1 0 0,1 1 0,-4 60 0,10-84 0,1 0 0,0 0 0,0 0 0,1 0 0,0 0 0,0 0 0,1 0 0,0-1 0,0 1 0,0 0 0,1-1 0,0 0 0,0 1 0,1-1 0,-1 0 0,8 8 0,-7-10 0,0 0 0,1 0 0,-1-1 0,1 1 0,0-1 0,0 0 0,0 0 0,1 0 0,-1-1 0,1 0 0,-1 0 0,1 0 0,0-1 0,-1 0 0,1 0 0,0 0 0,0-1 0,0 0 0,10-1 0,43-10-3718,26-19-9912,-16 5 3267,-22 13 7297,-8 4 1548</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3.881"/>
    </inkml:context>
    <inkml:brush xml:id="br0">
      <inkml:brushProperty name="width" value="0.035" units="cm"/>
      <inkml:brushProperty name="height" value="0.035" units="cm"/>
    </inkml:brush>
  </inkml:definitions>
  <inkml:trace contextRef="#ctx0" brushRef="#br0">296 50 248,'5'-4'2072,"16"-21"15754,-21 24-17264,1 1 0,-1-1 0,1 0 1,-1 1-1,0-1 0,1 0 0,-1 1 0,0-1 0,0 0 0,1 0 0,-1 1 0,0-1 0,0 0 0,0 0 0,0 0 1,0 1-1,0-2 0,-8-5 1937,3 7-2499,1 1 0,-1-1 0,1 0 0,0 1 0,-1 0 0,1 0 0,0 0 0,-8 4 0,4-3 0,-6 4 0,1-1 0,-1 2 0,1 0 0,0 0 0,1 1 0,0 1 0,0 0 0,1 0 0,0 1 0,1 1 0,-11 13 0,5-3 0,1 0 0,1 1 0,1 1 0,1 0 0,-13 38 0,22-54-120,1-1-1,0 0 1,1 1-1,0-1 1,0 1-1,0 0 1,1-1-1,0 1 1,0 0-1,2 11 1,-1-16-31,-1 0 1,1 1 0,0-1 0,0 0 0,0 0 0,0 0 0,0 0 0,0 0 0,1 0 0,-1 0 0,1 0 0,-1 0 0,1-1 0,-1 1 0,1 0 0,0-1 0,0 0 0,0 1 0,0-1-1,0 0 1,0 0 0,0 0 0,1 0 0,-1 0 0,0-1 0,0 1 0,1-1 0,-1 0 0,0 1 0,1-1 0,-1 0 0,1 0 0,2-1 0,59-7-17925,-1-9 11342,-23-1 5377</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4.366"/>
    </inkml:context>
    <inkml:brush xml:id="br0">
      <inkml:brushProperty name="width" value="0.035" units="cm"/>
      <inkml:brushProperty name="height" value="0.035" units="cm"/>
    </inkml:brush>
  </inkml:definitions>
  <inkml:trace contextRef="#ctx0" brushRef="#br0">293 545 308,'-47'26'5118,"-59"36"18920,70-37-20739,27-19-3299,-7 5 0,-29 26 0,42-34 0,0 0 0,0 0 0,0 0 0,1 0 0,-1 1 0,1-1 0,0 1 0,0-1 0,0 1 0,0 0 0,1 0 0,-1 0 0,1 0 0,0 0 0,0 7 0,0-10 0,1 0 0,0 0 0,0 0 0,0 0 0,0 0 0,1 0 0,-1 0 0,0 0 0,0 0 0,0 0 0,1 0 0,-1 0 0,1 0 0,-1 0 0,1-1 0,-1 1 0,1 0 0,-1 0 0,1 0 0,0-1 0,-1 1 0,1 0 0,0 0 0,0-1 0,0 1 0,1 0 0,0 0 0,0-1 0,0 1 0,0-1 0,0 0 0,0 0 0,0 0 0,0 0 0,0 0 0,0 0 0,0-1 0,0 1 0,4-2 0,2-1 0,0 0 0,0 0 0,-1-1 0,1 0 0,8-7 0,65-63 0,-62 54 0,1 2 0,1 0 0,36-24 0,-55 40 0,1 0 0,-1 1 0,1-1 0,0 1 0,0 0 0,0 0 0,0 0 0,0 0 0,0 0 0,0 1 0,0-1 0,0 1 0,0 0 0,0 0 0,1 0 0,-1 0 0,0 1 0,0-1 0,0 1 0,0 0 0,0 0 0,0 0 0,0 0 0,3 2 0,2 3 0,0 0 0,-1 0 0,1 1 0,-1 0 0,0 1 0,6 8 0,-8-9 0,0 0 0,1-1 0,0 0 0,0 0 0,0 0 0,1-1 0,0 0 0,13 8 0,-18-13-201,0 1-1,0-1 1,0 1-1,1-1 1,-1 0-1,0 0 1,0 0 0,0 0-1,1 0 1,-1-1-1,0 1 1,0 0 0,0-1-1,0 0 1,0 0-1,0 1 1,0-1-1,0-1 1,0 1 0,0 0-1,0 0 1,0-1-1,-1 1 1,1-1-1,-1 1 1,1-1 0,-1 0-1,0 1 1,1-1-1,0-2 1,7-10-2339,-1 0 1,0-1-1,7-18 1,-3 7 185,30-73-5107,-8-4 5537,-6 19 2158,0-2 1174,13-35 4198,-7 43 5901,-34 77-11336,0 0 1,0 1 0,1-1-1,-1 0 1,0 1-1,1-1 1,-1 1-1,1-1 1,-1 0 0,1 1-1,-1-1 1,1 1-1,-1-1 1,1 1 0,-1-1-1,1 1 1,0-1-1,-1 1 1,1 0-1,0-1 1,-1 1 0,1 0-1,0 0 1,-1 0-1,1-1 1,0 1-1,0 0 1,-1 0 0,1 0-1,0 0 1,-1 0-1,2 0 1,-1 1-34,-1-1 0,1 1 0,0-1 0,0 1 0,-1 0 0,1-1-1,-1 1 1,1 0 0,-1 0 0,1-1 0,-1 1 0,1 0 0,-1 0 0,0 0 0,1-1 0,-1 1 0,0 0 0,0 0 0,1 0 0,-1 0-1,0 0 1,0 0 0,0 0 0,0-1 0,0 1 0,-1 2 0,-38 242-138,8-73 0,21-108-575,3-27-2792,-2 67-1,32-105-22025</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4.603"/>
    </inkml:context>
    <inkml:brush xml:id="br0">
      <inkml:brushProperty name="width" value="0.035" units="cm"/>
      <inkml:brushProperty name="height" value="0.035" units="cm"/>
    </inkml:brush>
  </inkml:definitions>
  <inkml:trace contextRef="#ctx0" brushRef="#br0">424 10 780,'-28'-7'6145,"17"6"-1618,-1 0 0,1 1-1,0 0 1,-12 1 0,2 2-910,1 0-4063,-3 2 455,1 1-1,0 0 0,0 2 0,-40 19 0,50-21-9,0 1 1,1 0-1,0 1 0,1 0 0,-1 1 1,1 0-1,1 0 0,0 1 1,0 0-1,-7 12 0,14-19 1,0 0 0,0 0 0,1 1 0,-1-1 0,1 1 0,0-1 0,-1 1 0,1-1 0,1 1 0,-1 0 0,1-1 0,-1 1 0,1 0 0,0 0 0,0-1 0,1 1 0,1 7 0,-1-9 0,0 1 0,0-1 0,1 1 0,-1-1 0,1 0 0,0 1 0,-1-1 0,1 0 0,0 0 0,0 0 0,1 0 0,-1-1 0,0 1 0,1-1 0,-1 1 0,1-1 0,-1 0 0,1 0 0,-1 0 0,1 0 0,0 0 0,0-1 0,4 1 0,37 1-3187,-32-3 136,0-1 0,0 0 0,21-8-1,31-18-9374,-25 5 8846,-17 9 2567</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5.064"/>
    </inkml:context>
    <inkml:brush xml:id="br0">
      <inkml:brushProperty name="width" value="0.035" units="cm"/>
      <inkml:brushProperty name="height" value="0.035" units="cm"/>
    </inkml:brush>
  </inkml:definitions>
  <inkml:trace contextRef="#ctx0" brushRef="#br0">20 494 664,'2'24'7094,"-11"17"7857,2-6-5391,5-21-9166,-2 29-181,4-42-217,0 0 0,0 1 0,0-1 0,0 0-1,1 0 1,-1 0 0,0 1 0,0-1 0,1 0-1,-1 0 1,1 0 0,-1 1 0,1-1 0,-1 0-1,1 0 1,0 0 0,-1 0 0,1 0 0,0 0-1,0 0 1,0-1 0,0 1 0,0 0 0,0 0-1,0-1 1,2 2 0,-1-2 4,0 0 0,0 0 0,0 0 0,0 0 0,0 0 0,-1 0 0,1-1 0,0 1 0,0-1 0,0 0 0,0 1 0,0-1 0,-1 0 0,1 0 0,0 0 0,-1 0 0,1 0 0,1-2 0,31-29 0,-27 24 0,3-1 0,-1-1 0,0 1 0,1 0 0,0 1 0,0 0 0,18-10 0,-27 18 0,0-1 0,0 1 0,0 0 0,0-1 0,0 1 0,0 0 0,0 0 0,0-1 0,0 1 0,0 0 0,1 0 0,-1 0 0,0 1 0,0-1 0,0 0 0,0 0 0,0 1 0,0-1 0,0 0 0,0 1 0,0-1 0,0 1 0,1 0 0,1 1 0,-1 0 0,0 0 0,-1 0 0,1 0 0,0 0 0,0 0 0,-1 1 0,1-1 0,0 4 0,3 6 0,0 0 0,-2 0 0,4 15 0,-6-22 0,1 4 0,1 1 0,0 0 0,1-1 0,0 0 0,1 1 0,7 9 0,-12-18-12,0-1 1,0 0-1,0 1 0,0-1 1,0 0-1,0 1 0,0-1 1,1 0-1,-1 0 0,0 1 1,0-1-1,0 0 0,0 1 1,1-1-1,-1 0 0,0 0 1,0 0-1,1 1 0,-1-1 1,0 0-1,0 0 0,1 0 1,-1 0-1,0 1 0,1-1 0,-1 0 1,0 0-1,1 0 0,-1 0 1,0 0-1,1 0 0,-1 0 1,0 0-1,0 0 0,1 0 1,-1 0-1,0 0 0,1 0 1,-1 0-1,0 0 0,1 0 1,-1-1-1,0 1 0,1 0 1,-1 0-1,0 0 0,0 0 1,1-1-1,-1 1 0,0 0 1,0 0-1,1 0 0,-1-1 1,0 1-1,0 0 0,1-1 1,6-20-2205,-4 13 375,15-28-9239,1 1 3657,7-11 1889,-17 29 4634,-2 0-1,9-24 1,47-237 4314,-41 170 4126,2 1 6796,-16 90-12185,-2 25-162,-1 31 41,-9 29-2030,-2 0 0,-23 97 0,13-85 0,-7 93 0,21-145-1604,0 10-5945,22-21-14782,-3-18 21160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5.720"/>
    </inkml:context>
    <inkml:brush xml:id="br0">
      <inkml:brushProperty name="width" value="0.035" units="cm"/>
      <inkml:brushProperty name="height" value="0.035" units="cm"/>
    </inkml:brush>
  </inkml:definitions>
  <inkml:trace contextRef="#ctx0" brushRef="#br0">171 225 864,'-4'-2'13715,"4"2"-13478,-19 4 9813,-4 3-4005,5 1-4231,5 0-1802,-1 1 0,2 1 0,-23 20-1,32-27-11,1-1 0,-1 1-1,0 0 1,1 0-1,-1 0 1,1 0-1,0 1 1,0-1 0,0 1-1,1-1 1,-1 1-1,1 0 1,0-1-1,0 1 1,0 0 0,0 0-1,1 0 1,0 0-1,0 0 1,0 0-1,0 5 1,1-8 0,-1 0 0,0 0 0,1 0 0,-1 0 0,1 0 0,0 0 0,-1 0 0,1 0 0,0 0 0,-1 0 0,1 0 0,0 0 0,0 0 0,0-1 0,0 1 0,0 0 0,0-1 0,0 1 0,0 0 0,0-1 0,0 1 0,0-1 0,0 0 0,0 1 0,0-1 0,0 0 0,1 0 0,-1 0 0,0 0 0,0 0 0,0 0 0,1 0 0,-1 0 0,0 0 0,0 0 0,0-1 0,0 1 0,0-1 0,0 1 0,0 0 0,2-2 0,7-2 0,0-1 0,1 0 0,13-11 0,-6 5 0,-7 7 0,-1 0 0,1 0 0,0 1 0,0 0 0,0 1 0,0 0 0,22 0 0,-11 0 0,-18 1-472,0 1 0,-1-2 0,1 1 0,0 0-1,-1-1 1,1 1 0,-1-1 0,1 0 0,-1 0 0,0 0 0,1-1 0,-1 1-1,3-5 1,36-43-9153,-33 37 8470,11-13-2034,26-49 1,-32 47 3864,19-54 1,-26 67-476,2 5 4075,-9 9-4113,0 1 1,0 0 0,0 0-1,1 0 1,-1 0 0,0 0 0,0-1-1,0 1 1,0 0 0,1 0-1,-1 0 1,0 0 0,0 0-1,0 0 1,1 0 0,-1 0-1,0 0 1,0 0 0,1 0-1,-1 0 1,0 0 0,0 0-1,0 0 1,1 0 0,-1 0-1,0 0 1,0 0 0,0 0-1,1 0 1,-1 0 0,0 0-1,0 0 1,0 0 0,1 1-1,-1-1 1,0 0 0,0 0-1,3 17 5870,-4 8-4706,-2 0 0,-10 46-1,-3 18 379,9 46-1705,8-131-578,-3 7-8707,1-11 8931,1 0 0,-1 0 0,0 0-1,1 1 1,-1-1 0,1 0 0,-1 0-1,0 0 1,1 0 0,-1 0 0,0-1-1,1 1 1,-1 0 0,1 0 0,-1 0 0,0 0-1,1-1 1,-1 1 0,1 0 0,-1-1-1,1 1 1,-1 0 0,0-1 0,-44-26-6985,5-6 10805,35 27-1886,0 1 1,1 0 0,0-1-1,0 0 1,0 0 0,0 0-1,1 0 1,0-1 0,0 1-1,1-1 1,0 1 0,0-1-1,0-8 1,2 14-1577,0 0 1,0-1-1,0 1 0,0 0 0,1-1 1,-1 1-1,0 0 0,1-1 0,-1 1 1,1 0-1,0 0 0,-1-1 0,1 1 1,0 0-1,0 0 0,0 0 0,-1 0 1,1 0-1,0 0 0,0 0 1,1 0-1,-1 1 0,0-1 0,0 0 1,0 1-1,1-1 0,-1 1 0,0-1 1,0 1-1,3-1 0,51-11-20,-38 9 8,41-8-6110,68-4 0,-50 7-2832,-47 4 5522,0 1 0,48 2 0,-48 3 2503</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6.037"/>
    </inkml:context>
    <inkml:brush xml:id="br0">
      <inkml:brushProperty name="width" value="0.035" units="cm"/>
      <inkml:brushProperty name="height" value="0.035" units="cm"/>
    </inkml:brush>
  </inkml:definitions>
  <inkml:trace contextRef="#ctx0" brushRef="#br0">229 217 568,'-22'32'3058,"17"-28"-1470,1 1 0,-2-1 1,1-1-1,0 1 1,-1-1-1,-8 5 1,-40 10 10677,17-9-7235,19-6-4310,26-5-721,1-1 0,-1-1 0,0 1 0,0-1 0,0-1 0,-1 0 0,0 0 0,0 0 0,0-1 0,0 0 0,-1 0 0,0 0 0,9-13 0,-5 5 0,-1 1 0,-1-2 0,0 1 0,-1-1 0,0 0 0,8-30 0,-14 40 0,0 0 0,-1 0 0,1 0 0,-1 0 0,0 0 0,0 0 0,-1 0 0,0 1 0,0-1 0,0 0 0,0 0 0,-1 0 0,-2-6 0,3 10 0,0-1 0,1 1 0,-1-1 0,0 1 0,0-1 0,0 1 0,0 0 0,0-1 0,-1 1 0,1 0 0,0 0 0,-1 0 0,1 0 0,-1 0 0,1 0 0,-1 0 0,1 1 0,-1-1 0,1 1 0,-1-1 0,0 1 0,1-1 0,-1 1 0,0 0 0,1 0 0,-1 0 0,0 0 0,0 0 0,1 0 0,-1 0 0,0 0 0,1 1 0,-1-1 0,0 1 0,1-1 0,-1 1 0,1 0 0,-1-1 0,1 1 0,-3 2 0,-6 4 0,1 0 0,-1 1 0,1 0 0,1 1 0,0 0 0,0 0 0,1 0 0,0 1 0,0 1 0,1-1 0,1 1 0,0 0 0,0 0 0,-5 20 0,-1 10 0,1-1 0,-7 79 0,13-72 0,2 72 0,2-106 0,1 1 0,1-1 0,0 1 0,1-1 0,1 0 0,-1 0 0,2 0 0,0-1 0,1 1 0,7 12 0,-11-22-278,1 0 0,-1 0-1,1 0 1,-1-1 0,1 1 0,0 0-1,0-1 1,0 0 0,1 0 0,-1 0-1,0 0 1,1 0 0,-1-1 0,1 0 0,0 1-1,-1-1 1,1-1 0,6 2 0,-3-2-727,0 0 0,-1 0 0,1 0 1,0-1-1,-1 0 0,1-1 0,0 1 0,-1-1 1,13-6-1,31-14-12818,-24 11 11153</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7.091"/>
    </inkml:context>
    <inkml:brush xml:id="br0">
      <inkml:brushProperty name="width" value="0.035" units="cm"/>
      <inkml:brushProperty name="height" value="0.035" units="cm"/>
    </inkml:brush>
  </inkml:definitions>
  <inkml:trace contextRef="#ctx0" brushRef="#br0">436 119 2124,'0'-22'-745,"0"-25"4408,0 42-1443,0 0 0,-1-1 0,0 1 0,0 0 0,-4-10 0,5 14-2092,0 1-1,0 0 0,0-1 0,0 1 1,-1-1-1,1 1 0,0 0 0,0-1 1,0 1-1,-1 0 0,1-1 0,0 1 1,0 0-1,-1-1 0,1 1 0,0 0 0,0 0 1,-1-1-1,1 1 0,0 0 0,-1 0 1,1 0-1,-1 0 0,1-1 0,0 1 1,-1 0-1,1 0 0,0 0 0,-1 0 1,1 0-1,-1 0 0,1 0 0,0 0 1,-1 0-1,1 0 0,-1 0 0,1 0 1,0 0-1,-1 0 0,1 0 0,-1 1 1,1-1-1,0 0 0,-1 0 0,1 0 1,0 1-1,-1-1 0,1 0 0,0 0 1,0 1-1,-1-1 0,1 0 0,0 0 1,0 1-1,-1-1 0,1 0 0,0 1 1,0-1-1,0 1 0,-1-1 0,1 0 0,0 1 1,0-1-1,0 1 0,-11 26 6003,-53 312-6130,17-151 0,-16 92 0,63-312 0,-1 1 0,-1 0 0,-13-62 0,12 81 0,1 0 0,-2 0 0,-8-20 0,11 29 0,-1-1 0,1 1 0,-1 0 0,0 0 0,0 0 0,0 0 0,0 0 0,-1 1 0,1-1 0,-1 1 0,1 0 0,-1-1 0,0 1 0,0 0 0,0 0 0,0 1 0,-7-3 0,8 4 0,0-1 0,0 1 0,-1 0 0,1 1 0,0-1 0,0 0 0,0 1 0,-1-1 0,1 1 0,0-1 0,0 1 0,0 0 0,0 0 0,0 0 0,0 0 0,0 0 0,0 1 0,1-1 0,-1 1 0,0-1 0,1 1 0,-1-1 0,1 1 0,0 0 0,-2 2 0,-4 6 0,0 0 0,-10 23 0,17-33 0,-11 22 0,2 0 0,1 1 0,0-1 0,2 2 0,-5 30 0,11-52 0,-1 1 0,1 0 0,0-1 0,0 1 0,0 0 0,0 0 0,1-1 0,-1 1 0,1 0 0,-1-1 0,1 1 0,0-1 0,0 1 0,0-1 0,0 1 0,1-1 0,-1 0 0,0 1 0,1-1 0,0 0 0,0 0 0,2 2 0,-2-3 0,0 0 0,0 1 0,0-2 0,0 1 0,1 0 0,-1 0 0,0-1 0,1 1 0,-1-1 0,0 0 0,1 1 0,-1-1 0,1 0 0,-1-1 0,0 1 0,1 0 0,-1-1 0,0 1 0,1-1 0,-1 0 0,0 0 0,0 0 0,0 0 0,4-2 0,44-29-1706,21-26-5059,-14 10 363,-37 32 499,43-30-4475,-34 30 8997</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8.075"/>
    </inkml:context>
    <inkml:brush xml:id="br0">
      <inkml:brushProperty name="width" value="0.035" units="cm"/>
      <inkml:brushProperty name="height" value="0.035" units="cm"/>
    </inkml:brush>
  </inkml:definitions>
  <inkml:trace contextRef="#ctx0" brushRef="#br0">449 197 180,'13'-26'3149,"16"-44"14559,-21 28-8277,-10 15-7136,1 25-2295,1 1 0,-1-1 0,1 1 0,-1-1 0,0 1 0,1-1 0,-1 1 0,0 0 0,0-1 0,0 1 0,0 0 0,0 0 0,0 0 0,-1-1 0,1 1 0,0 0 0,0 1 0,-1-1 0,1 0 0,-3-1 0,1 1 0,0 0 0,0 1 0,-1-1 0,1 0 0,0 1 0,-1 0 0,1 0 0,0 0 0,-6 1 0,-4 2 0,0 0 0,-1 1 0,-22 9 0,18-5 0,0 1 0,1 1 0,1 0 0,-1 1 0,1 0 0,1 2 0,0 0 0,1 1 0,1 0 0,0 1 0,0 0 0,2 1 0,0 0 0,1 1 0,-11 26 0,7-9 0,1 1 0,2 0 0,2 1 0,1 0 0,2 1 0,1 0 0,0 49 0,11 191 0,-6-276 0,-2 32 234,2-32-287,0 1 0,0-1-1,0 0 1,0 1 0,0-1 0,-1 0-1,1 0 1,0 1 0,-1-1 0,1 0-1,-1 0 1,1 1 0,-1-1 0,0 0-1,0 0 1,1 0 0,-1 0 0,0 0-1,0 0 1,0 0 0,-1 1 0,1-3-405,0 1 0,1 0 1,-1 0-1,1 0 0,-1 0 1,0 0-1,1-1 1,-1 1-1,0 0 0,1-1 1,-1 1-1,1 0 0,-1-1 1,1 1-1,-1-1 1,1 1-1,-1 0 0,1-1 1,0 0-1,-1 1 0,1-1 1,0 1-1,-1-1 1,1 1-1,0-1 0,-1 0 1,1 1-1,0-1 0,0 0 1,-8-26-8285,7 21 6638,-12-37-3709,7 22 4695</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8.264"/>
    </inkml:context>
    <inkml:brush xml:id="br0">
      <inkml:brushProperty name="width" value="0.035" units="cm"/>
      <inkml:brushProperty name="height" value="0.035" units="cm"/>
    </inkml:brush>
  </inkml:definitions>
  <inkml:trace contextRef="#ctx0" brushRef="#br0">48 210 404,'-7'-29'1313,"0"-1"4281,-3 1 4029,0 2 3662,10 26-13151,-1 0 0,1 0-1,0 0 1,-1 0 0,0 1 0,1-1 0,-1 0 0,1 0 0,-1 0 0,0 1 0,0-1 0,1 0 0,-1 1-1,0-1 1,0 0 0,0 1 0,0-1 0,-1 0 0,40-9-134,44 11 0,-12 1 0,116-13 0,-119 5-1268,-48 6-414,0-2 1,0 0-1,23-6 0,47-16-17482,-49 14 15285,-7 1 2498</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8.423"/>
    </inkml:context>
    <inkml:brush xml:id="br0">
      <inkml:brushProperty name="width" value="0.035" units="cm"/>
      <inkml:brushProperty name="height" value="0.035" units="cm"/>
    </inkml:brush>
  </inkml:definitions>
  <inkml:trace contextRef="#ctx0" brushRef="#br0">69 1 992,'16'13'17460,"-17"1"-4874,-1-4-10727,2-8-2540,-11 34 1022,-17 42-1,16-48-385,1 0 1,-9 44-1,27-102-3994,8-20-10023,0 0 4138,-4 14 7118,-1-2 1366</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8.561"/>
    </inkml:context>
    <inkml:brush xml:id="br0">
      <inkml:brushProperty name="width" value="0.035" units="cm"/>
      <inkml:brushProperty name="height" value="0.035" units="cm"/>
    </inkml:brush>
  </inkml:definitions>
  <inkml:trace contextRef="#ctx0" brushRef="#br0">44 84 368,'-1'-20'924,"-3"-4"3522,-4 2 5196,-5 7 6744,13 15-16354,-1 0 0,1-1 0,-1 1 1,1 0-1,0 0 0,-1-1 0,1 1 0,-1 0 1,1 0-1,-1 0 0,1 0 0,-1 0 1,1-1-1,-1 1 0,1 0 0,-1 0 1,1 0-1,-1 1 0,1-1 0,-1 0 1,1 0-1,-1 0 0,1 0 0,-1 0 1,1 0-1,0 1 0,-1-1 0,1 0 0,-1 0 1,1 1-1,-1-1 0,1 0 0,0 1 1,-1-1-1,1 0 0,-1 1 0,1 0-37,0-1 1,0 1-1,0-1 0,0 1 0,0-1 0,0 1 0,0-1 0,0 1 0,0-1 1,0 1-1,0-1 0,1 1 0,-1-1 0,0 0 0,0 1 0,0-1 0,1 1 0,-1-1 1,0 1-1,0-1 0,1 0 0,-1 1 0,0-1 0,1 0 0,-1 1 0,0-1 1,1 0-1,-1 1 0,1-1 0,-1 0 0,1 0 0,-1 0 0,0 1 0,1-1 0,-1 0 1,1 0-1,-1 0 0,1 0 0,0 0 0,36 7-4831,18-5-11571,-27-3 9477,0 3 3741,0 0 1980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8.784"/>
    </inkml:context>
    <inkml:brush xml:id="br0">
      <inkml:brushProperty name="width" value="0.035" units="cm"/>
      <inkml:brushProperty name="height" value="0.035" units="cm"/>
    </inkml:brush>
  </inkml:definitions>
  <inkml:trace contextRef="#ctx0" brushRef="#br0">73 217 468,'5'49'5059,"-5"-32"-1067,-2 1-1,0 0 1,0 0 0,-2 0-1,-6 16 1,-5 5-706,15-39-3286,0 0 0,0 1 0,0-1 0,0 0 0,0 1 0,0-1 0,0 0 0,-1 1 0,1-1 0,0 0 0,0 1 0,0-1 0,-1 0 0,1 1 0,0-1 0,-1 0 0,1 0 0,0 1 0,0-1 0,-1 0 0,1 0 0,0 0 0,-1 1 0,1-1 0,0 0 0,-1 0 0,1 0 0,-1 0 0,1 0 0,0 0 0,-1 0 0,0 0 0,-7-11 0,-4-28 0,10 31 0,-1-6 0,0-1 0,0 1 0,2-1 0,-1 1 0,2-1 0,0 0 0,4-22 0,2-4 0,17-56 0,-21 92 0,-1-1 0,1 1 0,0 0 0,0-1 0,1 1 0,0 0 0,0 1 0,0-1 0,0 0 0,1 1 0,0 0 0,-1 0 0,2 0 0,-1 0 0,0 1 0,1-1 0,0 1 0,-1 0 0,1 1 0,7-4 0,-5 4 0,-1 1 0,0-1 0,1 1 0,0 1 0,-1-1 0,1 1 0,-1 0 0,1 0 0,-1 1 0,1 0 0,-1 0 0,1 0 0,-1 1 0,0 0 0,1 1 0,10 5 0,15 9-5271,31 15-16245,-35-21 17181,-1-4 2970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9.078"/>
    </inkml:context>
    <inkml:brush xml:id="br0">
      <inkml:brushProperty name="width" value="0.035" units="cm"/>
      <inkml:brushProperty name="height" value="0.035" units="cm"/>
    </inkml:brush>
  </inkml:definitions>
  <inkml:trace contextRef="#ctx0" brushRef="#br0">307 2 116,'8'-1'1146,"10"1"939,6 8 25644,-25-7-27633,1 0 1,-1 0-1,0 0 1,1 0 0,-1 0-1,0 0 1,0-1-1,1 1 1,-1 0 0,0 0-1,0-1 1,0 1 0,0 0-1,0-1 1,0 1-1,0-1 1,-2 1 0,1 0-149,-14 9 52,1 0 0,1 0 0,0 2 0,0 0 0,1 0 0,1 2 0,0-1 0,1 1 0,-14 22 0,8-10 0,-13 26 0,28-48 0,1 1 0,-1-1 0,1 0 0,0 0 0,0 1 0,1-1 0,-1 0 0,1 1 0,0-1 0,0 0 0,2 8 0,17 77 0,-19-82 0,-1-1 0,1 1 0,-1 0 0,0-1 0,-1 1 0,1-1 0,-1 0 0,-1 1 0,1-1 0,-1 0 0,-5 7 0,4-5 0,-1 0 0,0-1 0,0 1 0,-1-1 0,0 0 0,-1-1 0,-10 10 0,15-15 3,0 1-1,0-1 1,0 0 0,-1 0-1,1 1 1,0-2-1,0 1 1,-1 0 0,1 0-1,-1-1 1,1 1 0,0-1-1,-1 0 1,1 0-1,-1 1 1,1-2 0,-1 1-1,1 0 1,-1 0 0,-2-2-1,3 1-12,0 0 0,1 0 0,-1 0-1,0 0 1,1 0 0,-1-1 0,1 1-1,0 0 1,-1-1 0,1 0 0,0 1 0,0-1-1,0 0 1,0 1 0,0-1 0,1 0-1,-1 0 1,0 0 0,1 1 0,-1-1 0,1 0-1,0 0 1,0 0 0,-1 0 0,1 0 0,1-3-1,-1 2-1587,0 0 0,0 1 0,1-1-1,0 0 1,-1 1 0,1-1 0,0 1-1,0-1 1,0 1 0,0-1-1,3-3 1,22-23-7542,-15 18 7295,12-15-9</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9.435"/>
    </inkml:context>
    <inkml:brush xml:id="br0">
      <inkml:brushProperty name="width" value="0.035" units="cm"/>
      <inkml:brushProperty name="height" value="0.035" units="cm"/>
    </inkml:brush>
  </inkml:definitions>
  <inkml:trace contextRef="#ctx0" brushRef="#br0">252 1 612,'12'0'5404,"-11"0"-4350,0 0 0,0 1 1,8 6 9488,-8-6-9488,-1 0-1,1-1 0,0 1 1,-1 0-1,0 0 1,1 0-1,-1 0 0,1 0 1,-1 2-1,2 8 462,-3 24-1307,-1-1 1,-1 0-1,-2 0 1,-10 33-1,6-27-275,-2 16 66,-54 234 0,63-284 45,0 1-1,0-2 1,0 1-1,-1 0 1,-3 7-1,5-13-56,1 1 0,0 0 0,-1-1 0,1 1 0,-1-1-1,1 1 1,-1-1 0,1 1 0,-1-1 0,0 0 0,1 1 0,-1-1-1,1 0 1,-1 1 0,0-1 0,1 0 0,-1 0 0,0 1-1,1-1 1,-1 0 0,-1 0 0,1 0-47,0-1-1,-1 1 1,1-1-1,0 1 1,0-1 0,0 1-1,0-1 1,0 0-1,0 1 1,0-1-1,0 0 1,0 0 0,0 0-1,1 0 1,-1 0-1,0 0 1,0-1 0,-22-35-13834,5-7 4520,3-3 3944,2 1 3367,0 0 2909,-4 4 2666,4 10 5452,11 26-6328,0 1-1,0-1 1,1 0-1,0 0 1,0 0-1,0-6 1,1 10-2635,0 1-1,0 0 1,1 0 0,-1-1 0,1 1 0,-1 0 0,0 0 0,1 0-1,0 0 1,-1 0 0,1 0 0,0 0 0,-1 0 0,1 0 0,0 0-1,0 0 1,0 0 0,0 1 0,0-1 0,0 0 0,0 0 0,0 1-1,0-1 1,0 1 0,1-1 0,-1 1 0,0 0 0,0-1 0,2 1-1,43-6-8,-34 6 4,308-22 3,-307 21-214,1 1 1,-1 0-1,16 3 1,-21 14-11566,-7-14 9471,6 18-5168,5 11 956,3 1 3702</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09.660"/>
    </inkml:context>
    <inkml:brush xml:id="br0">
      <inkml:brushProperty name="width" value="0.035" units="cm"/>
      <inkml:brushProperty name="height" value="0.035" units="cm"/>
    </inkml:brush>
  </inkml:definitions>
  <inkml:trace contextRef="#ctx0" brushRef="#br0">286 1 676,'-1'7'1170,"0"1"0,1 0 1,1 0-1,1 14 0,3-1 7483,13 36 0,-6-22-2293,-3 0-3790,-7-24-2570,-1 0 0,0 1 0,0-1 0,-1 0 0,-1 0 0,0 1 0,0-1 0,-1 0 0,0 0 0,-1 0 0,-7 15 0,8-19 0,-1-1 0,0 0 0,0-1 0,-1 1 0,0 0 0,0-1 0,0 0 0,-1 0 0,1 0 0,-1-1 0,-1 0 0,1 1 0,0-2 0,-1 1 0,0-1 0,0 0 0,0 0 0,0 0 0,0-1 0,-12 3 0,-25 2-2483,-22-1-6750,25-3 3247,35-3 4429,1 1 1,-1 0-1,1 0 0,0 0 0,-1 0 0,1 1 0,-8 3 0,-2 6-521</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2.325"/>
    </inkml:context>
    <inkml:brush xml:id="br0">
      <inkml:brushProperty name="width" value="0.035" units="cm"/>
      <inkml:brushProperty name="height" value="0.035" units="cm"/>
    </inkml:brush>
  </inkml:definitions>
  <inkml:trace contextRef="#ctx0" brushRef="#br0">313 60 652,'-9'-13'3824,"-3"5"8809,11 8-12116,1 0 0,-1 1 0,1-1 1,-1 0-1,1 0 0,-1 0 0,1 0 0,-1 0 1,-3 4 5171,3-4-5172,1 1 0,0-1 0,-1 2 1,-5 12 2723,-3 36-3241,2 0 0,0 56 0,3-47 0,-1 7 0,-1 13 0,4 109 0,2-186 9,1-1-100,-1 1 1,0-1 0,0 0-1,0 0 1,0 1 0,1-1-1,-2 0 1,1 0 0,0 1-1,0-1 1,0 0 0,0 0-1,-1 0 1,1 1 0,-1-1-1,1 0 1,-1 0 0,1 0-1,-1 0 1,0 0 0,1 0-1,-1 0 1,-1 1-1,-8-28-17506,9 23 15675,-7-22-2721,-16-37 1,14 41 3798,-24-38 1,21 41 3831,0 1-1,-19-19 0,-2 5 6441,-3 3 3805,26 18-12441,12 4-472,22 1-376,-14 4 28,87-16 28,-1-4 0,142-51 0,-226 69-717,-1-1 1,1 0-1,-1-1 1,0 0-1,0 0 0,0-1 1,-1-1-1,0 0 1,0 0-1,0 0 0,-1-1 1,0-1-1,-1 1 1,11-17-1,-11 15 374,0 0 0,1 1 0,14-14 0,7-8 2516,-23 16 207,2-6 2520,-1 19-2996,1 12-1140,-4-1-764,0 0 0,-1 0 0,0 0 0,-1 1 0,0-1 0,0 1 0,0 18 0,-4 72 0,-1-33 0,0 1 0,-22 134 0,17-169 0,4-17 0,0 0 0,1 0 0,-2 25 0,30-97 0,-15 31 0,2 2 0,18-29 0,-27 47 0,1-1 0,-1 1 0,1 0 0,0 0 0,1 1 0,-1-1 0,1 1 0,0 0 0,0 0 0,0 0 0,1 1 0,-1 0 0,1 0 0,0 0 0,7-1 0,-11 3 0,1 1 0,-1 0 0,0 0 0,1 0 0,-1 0 0,1 0 0,-1 1 0,1-1 0,-1 1 0,0 0 0,1-1 0,-1 1 0,0 0 0,0 0 0,0 1 0,1-1 0,-1 0 0,2 3 0,34 35 0,-33-33 0,0 0 0,1 0 0,-1-1 0,1 1 0,8 5 0,-2-6 0,-1 0 0,1-1 0,0 0 0,0-1 0,0 0 0,20 2 0,75 0 0,-101-5 0,-1-1 0,1 1 0,-1-1 0,0 0 0,1-1 0,-1 1 0,0-1 0,0 0 0,0 0 0,0-1 0,0 1 0,6-6 0,-3 2 0,-1 0 0,1-1 0,-2 0 0,1 0 0,-1-1 0,8-11 0,-1-3 0,-1-1 0,-1-1 0,-1 0 0,10-33 0,-16 42 0,0-1 0,3-27 0,-6 39 0,-1 0 0,0 0 0,0-1 0,0 1 0,0 0 0,-1 0 0,1 0 0,-1-1 0,0 1 0,-1 0 0,1 0 0,-1 0 0,1 0 0,-1 1 0,-3-5 0,4 6 0,-1 1 0,1 0 0,0 1 0,-1-1 0,1 0 0,0 0 0,-1 0 0,1 1 0,-1-1 0,1 1 0,-1-1 0,0 1 0,1 0 0,-1 0 0,1-1 0,-1 1 0,0 0 0,1 0 0,-1 1 0,1-1 0,-1 0 0,0 0 0,1 1 0,-1-1 0,1 1 0,-1-1 0,1 1 0,-1 0 0,1 0 0,0 0 0,-1-1 0,1 1 0,0 0 0,-2 2 0,-6 4 0,0 1 0,0 0 0,-9 12 0,17-19 0,-15 19 0,1 2 0,1 0 0,1 0 0,1 1 0,2 1 0,0 0 0,1 0 0,1 1 0,2 0 0,0 1 0,-2 35 0,6-46 0,2-1 0,0 1 0,0-1 0,1 1 0,1-1 0,1 1 0,0-1 0,7 20 0,-9-30 0,1 0 0,0 0 0,0 0 0,0 0 0,0 0 0,0-1 0,1 1 0,-1-1 0,1 0 0,0 0 0,0 0 0,0 0 0,1 0 0,-1-1 0,1 1 0,-1-1 0,1 0 0,0 0 0,0 0 0,0-1 0,0 0 0,0 1 0,0-1 0,0 0 0,0-1 0,1 1 0,-1-1 0,0 0 0,0 0 0,1 0 0,-1-1 0,0 1 0,5-2 0,5-2-681,-1 1 1,1-2-1,13-6 1,68-40-7956,-68 35 6552,14-4-8615,11 6 4989,-48 13 5919,1 1-1,-1-1 1,1 1 0,-1 0 0,1 0 0,-1 1-1,1 0 1,7 1 0,-9-1 426,-1 0 0,0 0 0,0 0 0,0 0 1,0 0-1,0 1 0,-1-1 0,1 1 0,0-1 0,0 1 0,-1-1 0,1 1 1,-1 0-1,0 0 0,1 0 0,-1 0 0,0 0 0,1 2 0,1 29 8561,-3-32-8964,0 0-1,0 0 0,0 0 1,0 0-1,0 0 0,0-1 1,0 1-1,0 0 0,0 0 1,-1 0-1,1 0 0,0 0 1,-1 0-1,1 0 0,-1 0 1,1 0-1,-1-1 0,1 1 1,-1 0-1,1 0 0,-1-1 1,0 1-1,1 0 0,-1-1 1,0 1-1,0-1 0,0 1 1,-1 0-1,2-1-231,-1 0 0,1-1 0,-1 1 0,1 0 0,0-1 0,-1 1 0,1 0 0,0-1 0,-1 1 0,1-1 0,0 1 0,-1 0 0,1-1 0,0 1 0,0-1 0,0 1 0,-1-1 0,1 1 0,0-1 0,0 1 0,0-1 0,0 1 0,0-1 0,0 1 0,0-1 0,0 1 0,0-1 0,0 0 0,1-18 0,6-19 0,2 0 0,1 1 0,1 0 0,3 0 0,1 2 0,28-50 0,-40 80 0,-1 0 0,2 1 0,-1-1 0,1 1 0,-1 0 0,1-1 0,1 2 0,-1-1 0,0 0 0,1 1 0,9-5 0,-12 7 0,1 0 0,-1 0 0,1 1 0,0-1 0,-1 1 0,1 0 0,0 0 0,-1 0 0,1 0 0,0 0 0,-1 0 0,1 1 0,-1-1 0,1 1 0,0 0 0,-1 0 0,1 0 0,-1 0 0,0 0 0,1 0 0,-1 1 0,0-1 0,0 1 0,0 0 0,0-1 0,4 5 0,2 3 0,0 1 0,0 0 0,-1 0 0,0 1 0,-1 0 0,0 0 0,-1 0 0,7 23 0,1 10 0,7 49 0,-13-58 0,-3-14 0,8 34 0,-11-51 0,0 0 0,0 0 0,1 0 0,0 0 0,0 0 0,0-1 0,0 1 0,0-1 0,6 7 0,1-7-2675,-1-6-3789,8-12-8461,-11 9 11273,11-9 543,3-1 1563</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2.657"/>
    </inkml:context>
    <inkml:brush xml:id="br0">
      <inkml:brushProperty name="width" value="0.035" units="cm"/>
      <inkml:brushProperty name="height" value="0.035" units="cm"/>
    </inkml:brush>
  </inkml:definitions>
  <inkml:trace contextRef="#ctx0" brushRef="#br0">0 1 748,'3'2'20330,"0"5"-13053,-1-1-3998,12 40-2902,1-1 1,38 75-1,-50-114-380,-1 0 3,1-1 0,0 0 0,0 0 0,0 0 0,0 0 0,1-1 0,0 1 0,0-1 0,0 0 0,10 7 0,-12-10 0,1 1 0,-1-1 0,1 0 0,0 0 0,-1 0 0,1 0 0,0-1 0,0 1 0,-1-1 0,1 0 0,0 0 0,0 0 0,0 0 0,-1 0 0,1 0 0,0-1 0,0 1 0,0-1 0,-1 0 0,1 0 0,0 0 0,-1 0 0,1 0 0,3-3 0,4-2 0,0-1 0,0-1 0,-1 0 0,0 0 0,0-1 0,14-17 0,36-66 0,-41 61 0,25-31 0,-42 60 0,1 0 0,-1 0 0,1 0 0,0 0 0,-1 1 0,1-1 0,0 0 0,0 1 0,0-1 0,0 1 0,0 0 0,0 0 0,1 0 0,3-2 0,-5 4 0,1-1 0,-1 0 0,0 0 0,0 1 0,0-1 0,0 1 0,0-1 0,0 1 0,0-1 0,0 1 0,0 0 0,0-1 0,0 1 0,0 0 0,0 0 0,0 0 0,-1 0 0,1 0 0,0 0 0,-1 0 0,1 0 0,-1 0 0,1 0 0,-1 0 0,1 0 0,-1 0 0,0 0 0,1 1 0,-1-1 0,0 2 0,4 15 0,-1 0 0,-1 1 0,0 0 0,-2 21 0,2 18 0,0-24-288,-2-23-481,0 0 0,1 0 0,0 0 1,1 0-1,0 0 0,0 0 0,7 14 0,30-33-24223,-11 0 23740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2.957"/>
    </inkml:context>
    <inkml:brush xml:id="br0">
      <inkml:brushProperty name="width" value="0.035" units="cm"/>
      <inkml:brushProperty name="height" value="0.035" units="cm"/>
    </inkml:brush>
  </inkml:definitions>
  <inkml:trace contextRef="#ctx0" brushRef="#br0">242 77 4,'16'-9'953,"25"-12"-59,-14 5 2664,-7 1 3548,-4 0 5459,-28 18-7136,-9 8-3175,-12 11-2254,-81 62 0,104-76 0,1 1 0,0 0 0,0 0 0,1 1 0,0 0 0,1 1 0,0 0 0,-9 18 0,16-27 0,-1-1 0,0 1 0,1 0 0,0-1 0,-1 1 0,1 0 0,0-1 0,0 1 0,0 0 0,0-1 0,0 1 0,0 0 0,1-1 0,-1 1 0,0 0 0,1-1 0,-1 1 0,1 0 0,1 1 0,22 26 0,-21-27 0,-1 0 0,0 0 0,1 0 0,-1 0 0,0 1 0,0-1 0,0 1 0,0-1 0,0 1 0,-1 0 0,1 0 0,-1 0 0,0 0 0,0 0 0,0 0 0,0 0 0,-1 0 0,1 0 0,0 7 0,-3-4 0,1 0 0,-1 0 0,0 0 0,0 0 0,0 0 0,-1 0 0,0-1 0,0 1 0,-1-1 0,0 0 0,0 0 0,0 0 0,0-1 0,-9 8 0,10-9 0,0-1 0,0 0 0,0 0 0,0 0 0,0 0 0,0 0 0,0-1 0,-1 1 0,1-1 0,-1 0 0,1 0 0,-1 0 0,0-1 0,1 1 0,-1-1 0,0 0 0,1 0 0,-1 0 0,1 0 0,-1-1 0,0 0 0,1 1 0,-1-1 0,1-1 0,-1 1 0,-3-2 0,-1-3-3740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3.257"/>
    </inkml:context>
    <inkml:brush xml:id="br0">
      <inkml:brushProperty name="width" value="0.035" units="cm"/>
      <inkml:brushProperty name="height" value="0.035" units="cm"/>
    </inkml:brush>
  </inkml:definitions>
  <inkml:trace contextRef="#ctx0" brushRef="#br0">1 458 640,'12'2'1568,"-1"2"5117,14 1 12238,-16-4-15556,1-1-3432,1-1 206,1 0 1,-1-1-1,0-1 0,0 0 1,0 0-1,0-1 0,-1-1 0,1 1 1,-1-2-1,10-6 0,1-3-118,-1-1 0,0-1-1,23-26 1,-31 30-23,-1 0 0,-1-1 0,0 0 0,-1 0 0,-1-1 0,8-18 0,-12 23 0,0 0 0,-1 0 0,0-1 0,0 1 0,-1-1 0,0 0 0,-1 0 0,-1 0 0,1 1 0,-3-18 0,1 24 0,1 0 0,-1 0 0,0 0 0,0 0 0,0 0 0,-1 1 0,1-1 0,-1 0 0,0 1 0,0-1 0,0 1 0,-1 0 0,1-1 0,-1 1 0,0 0 0,0 1 0,0-1 0,0 0 0,0 1 0,0 0 0,-1 0 0,1 0 0,-1 0 0,0 0 0,1 1 0,-1-1 0,0 1 0,0 0 0,0 0 0,0 1 0,-4-1 0,1 1 0,0 0 0,0 0 0,0 1 0,1 0 0,-1 1 0,0-1 0,1 1 0,-1 0 0,1 1 0,0-1 0,0 1 0,0 1 0,0-1 0,0 1 0,1 0 0,-1 0 0,-8 10 0,2 1 0,0 0 0,1 1 0,0 1 0,2 0 0,0 0 0,1 1 0,0 0 0,-8 33 0,9-21 0,1 0 0,1 1 0,1 0 0,2 55 0,2-74 0,1 0 0,0 0 0,1 0 0,1-1 0,0 1 0,0 0 0,9 19 0,-11-28 0,1 0 0,0 0 0,0 1 0,0-1 0,0 0 0,1-1 0,-1 1 0,1 0 0,-1-1 0,1 1 0,0-1 0,0 0 0,0 0 0,0 0 0,1 0 0,-1-1 0,0 1 0,1-1 0,-1 0 0,1 0 0,-1 0 0,1-1 0,0 1 0,-1-1 0,1 0 0,0 0 0,-1 0 0,7-1 0,33-11-2887,-3-10-4086,36-36-9095,-40 28 11979,-4 6 2003</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3.660"/>
    </inkml:context>
    <inkml:brush xml:id="br0">
      <inkml:brushProperty name="width" value="0.035" units="cm"/>
      <inkml:brushProperty name="height" value="0.035" units="cm"/>
    </inkml:brush>
  </inkml:definitions>
  <inkml:trace contextRef="#ctx0" brushRef="#br0">212 18 860,'0'-1'222,"0"0"0,0 1 1,0-1-1,0 0 0,0 0 0,0 1 0,0-1 0,0 0 1,0 0-1,0 1 0,0-1 0,-1 0 0,1 0 0,0 1 1,0-1-1,-1 0 0,1 0 0,0 1 0,-1-1 0,1 0 1,-1 1-1,0-2 0,-10 11 9550,-4 16 839,8-11-8479,-16 48-763,2 1 1,-16 85-1,15-56-1199,11-18-170,10-59 0,-1 0 0,0 0 0,-2 0 0,1 0 0,-7 14 0,10-29-116,0 1 1,0-1-1,0 0 1,0 1-1,0-1 0,-1 0 1,1 1-1,0-1 1,0 0-1,0 1 1,-1-1-1,1 0 0,0 0 1,0 1-1,-1-1 1,1 0-1,0 0 0,-1 0 1,1 1-1,0-1 1,-1 0-1,1 0 1,0 0-1,-1 0 0,1 0 1,0 0-1,-1 1 1,1-1-1,0 0 0,-1 0 1,1 0-1,0 0 1,-1 0-1,1 0 0,0-1 1,-1 1-1,1 0 1,0 0-1,-1 0 1,1 0-1,0 0 0,-1 0 1,1-1-1,0 1 1,-1 0-1,1 0 0,0 0 1,0-1-1,-1 1 1,1 0-1,0 0 1,0-1-1,-1 1 0,1 0 1,0-1-1,0 1 1,0 0-1,0-1 0,0 1 1,-1 0-1,1-1 1,0 1-1,0-1 0,-10-22-11068,6 1 3496,1-2 3517,2 11 3063,-2-9-6</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3.803"/>
    </inkml:context>
    <inkml:brush xml:id="br0">
      <inkml:brushProperty name="width" value="0.035" units="cm"/>
      <inkml:brushProperty name="height" value="0.035" units="cm"/>
    </inkml:brush>
  </inkml:definitions>
  <inkml:trace contextRef="#ctx0" brushRef="#br0">56 313 576,'-8'-19'789,"-2"-1"3446,-8-10 7249,-1 7 3962,72 33-15213,-29-5-591,0-1 1,0-2-1,1 0 0,24-2 1,-29-2-339,-1 0 0,0-1 0,0-1 0,0-1 1,0 0-1,-1-1 0,0-2 0,0 0 0,21-13 0,41-34-11945,-4-5 4573,-31 23 5968,-8 10 1157</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4.273"/>
    </inkml:context>
    <inkml:brush xml:id="br0">
      <inkml:brushProperty name="width" value="0.035" units="cm"/>
      <inkml:brushProperty name="height" value="0.035" units="cm"/>
    </inkml:brush>
  </inkml:definitions>
  <inkml:trace contextRef="#ctx0" brushRef="#br0">181 86 592,'17'-25'1337,"4"-7"3115,-11 11 3144,-8 13-280,-9 28 1232,1-5-5626,-166 520-2922,127-331 0,46-184 0,-1-20 0,0 0 0,0 1 0,1-1 0,-1 0 0,0 0 0,0 1 0,0-1 0,1 0 0,-1 0 0,0 1 0,0-1 0,1 0 0,-1 0 0,0 0 0,0 0 0,1 1 0,-1-1 0,0 0 0,1 0 0,-1 0 0,0 0 0,1 0 0,-1 0 0,0 0 0,1 0 0,-1 0 0,0 0 0,1 0 0,-1 0 0,1 0 0,0 0 0,1-1 0,-1 0 0,0 0 0,1 0 0,-1 1 0,0-1 0,1 0 0,-1-1 0,0 1 0,0 0 0,0 0 0,0 0 0,0-1 0,0 1 0,-1 0 0,1-1 0,0 1 0,0-3 0,6-23 0,-6 23 0,-1-1 0,2 1 0,-1-1 0,0 1 0,1 0 0,0 0 0,4-8 0,-5 10 0,0 1 0,0 0 0,1 0 0,-1 0 0,0 1 0,1-1 0,-1 0 0,0 0 0,1 1 0,-1-1 0,1 1 0,-1-1 0,1 1 0,-1-1 0,1 1 0,0 0 0,-1 0 0,1 0 0,-1 0 0,1 0 0,-1 0 0,1 0 0,0 1 0,-1-1 0,1 1 0,-1-1 0,1 1 0,1 1 0,14 3 0,7 3 0,39 9 0,-54-15 0,0-1 0,0-1 0,1 1 0,-1-1 0,0-1 0,1 0 0,16-3 0,-2-3 0,-1-1 0,0 0 0,0-2 0,-1 0 0,0-2 0,-1 0 0,32-26 0,-41 29 0,0-1 0,-1 0 0,0-1 0,-1-1 0,0 0 0,-1 0 0,0 0 0,-1-1 0,-1-1 0,0 1 0,-1-1 0,0 0 0,6-23 0,-10 27 0,-1-1 0,0 1 0,0-1 0,-2-15 0,1 22 0,-1 0 0,1 0 0,-1 1 0,0-1 0,0 0 0,0 1 0,-3-6 0,3 8 0,0 0 0,1 0 0,-1 0 0,0 0 0,0 0 0,0 0 0,0 0 0,0 0 0,0 0 0,0 0 0,0 1 0,0-1 0,0 0 0,0 1 0,-1-1 0,1 1 0,0-1 0,0 1 0,-1-1 0,1 1 0,-2 0 0,0 0 0,0 0 0,-1 1 0,1 0 0,0-1 0,0 1 0,-1 1 0,1-1 0,0 0 0,0 1 0,0-1 0,1 1 0,-1 0 0,0 0 0,1 0 0,-1 0 0,1 1 0,-3 2 0,-38 48 0,41-50 0,-10 15 0,1 0 0,0 1 0,2 0 0,0 1 0,1 0 0,1 1 0,1-1 0,1 1 0,0 0 0,2 0 0,1 1 0,0-1 0,2 1 0,0-1 0,5 32 0,-2-38 0,1 0 0,1-1 0,1 1 0,0-1 0,0 0 0,2 0 0,-1-1 0,2 0 0,0 0 0,0-1 0,1 0 0,22 19 0,-10-18-2915,-17-11 1037,-1-1-1,1 1 1,0-1-1,0 0 1,8 0-1,27-4-9928,-15-3 7940,8-4 1696</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4.645"/>
    </inkml:context>
    <inkml:brush xml:id="br0">
      <inkml:brushProperty name="width" value="0.035" units="cm"/>
      <inkml:brushProperty name="height" value="0.035" units="cm"/>
    </inkml:brush>
  </inkml:definitions>
  <inkml:trace contextRef="#ctx0" brushRef="#br0">654 14 312,'0'-1'256,"0"0"0,0 0 0,0 1 0,0-1 0,-1 0 0,1 0 0,0 1 0,0-1 0,-1 0 0,1 1 0,-1-1 0,1 0 0,-1 1 0,1-1 0,-1 0 0,1 1 0,-1-1 0,0 0 0,-10 4 12443,-2 12 669,7-3-12708,-23 55-425,4 1 0,3 1 0,-17 89 0,15-62-315,15-56 80,1 0 0,1 0 0,-1 73 0,9-98 0,-2-7 0,-4-11 0,-12-9 0,11 10 0,0-1 0,0 1 0,0 0 0,0 0 0,-1 1 0,1 0 0,-1 0 0,1 0 0,-1 1 0,1 0 0,-1 0 0,1 1 0,-1 0 0,1 0 0,-1 0 0,1 1 0,0 0 0,-9 4 0,-3 2 0,1 0 0,1 1 0,0 1 0,0 1 0,-17 14 0,13-8 0,0 1 0,2 1 0,0 0 0,-23 33 0,33-39 0,0 0 0,1 0 0,0 1 0,1 0 0,0 1 0,1-1 0,1 1 0,1 0 0,-3 18 0,6-29 0,-1-1 0,1 0 0,0 0 0,0 1 0,0-1 0,1 0 0,-1 0 0,1 0 0,0 1 0,0-1 0,0 0 0,0 0 0,0 0 0,1 0 0,3 5 0,-4-7 0,0 0 0,0 0 0,1 0 0,-1 0 0,0 0 0,1 0 0,-1 0 0,1-1 0,-1 1 0,1 0 0,0-1 0,-1 1 0,1-1 0,-1 0 0,1 1 0,0-1 0,0 0 0,-1 0 0,1 0 0,0 0 0,-1 0 0,1-1 0,0 1 0,-1 0 0,1-1 0,-1 0 0,1 1 0,0-1 0,-1 0 0,1 1 0,1-3 0,12-6-111,0 0 0,-1-1 0,0-1 0,-1 0 0,16-18 0,55-69-3802,-82 96 3792,3-4-1818,44-52-16489,-13 25 12483,-14 15 4426</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5.255"/>
    </inkml:context>
    <inkml:brush xml:id="br0">
      <inkml:brushProperty name="width" value="0.035" units="cm"/>
      <inkml:brushProperty name="height" value="0.035" units="cm"/>
    </inkml:brush>
  </inkml:definitions>
  <inkml:trace contextRef="#ctx0" brushRef="#br0">129 109 664,'5'-21'1210,"5"-17"4305,-2 1 8895,-7 24-10395,-4 18-502,-7 22-77,-57 281-3436,42-177 0,-10 78 0,30-163 0,2-1 0,4 76 0,0-114 0,-1-3 0,0-1 0,0 1 0,0-1 0,1 1 0,-1-1 0,1 1 0,0-1 0,0 1 0,0-1 0,1 0 0,1 4 0,1-14-2178,0-17-6027,-4 22 7132,1-14-3912,0-1 1,-3-24-1,-11-32-134,2 32 4113</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5.676"/>
    </inkml:context>
    <inkml:brush xml:id="br0">
      <inkml:brushProperty name="width" value="0.035" units="cm"/>
      <inkml:brushProperty name="height" value="0.035" units="cm"/>
    </inkml:brush>
  </inkml:definitions>
  <inkml:trace contextRef="#ctx0" brushRef="#br0">157 115 348,'-21'-35'3609,"15"27"-1050,0 1 1,-1-1-1,1 1 1,-11-8-1,12 11-746,-1 0-1,1 0 0,-1 0 1,0 1-1,-1 0 0,-11-4 1,-23 1 1509,79 22-3322,-6-9 0,80 16 0,1-5 0,160 4 0,-271-22-40,7 0-1255,0 0-1,0 0 0,0 0 1,0 1-1,0 1 0,0 0 1,0 0-1,15 6 1,-24-8 1384,1 1 0,0-1 0,-1 1 0,1 0 0,-1-1 0,1 1 0,-1 0 0,1-1 0,-1 1 1,1 0-1,-1 0 0,0 0 0,1-1 0,-1 1 0,0 0 0,0 0 0,0 0 0,0 0 0,1-1 0,-1 1 1,0 0-1,0 0 0,-1 0 0,1 0 0,0-1 0,0 2 0,-11 25 5145,3-5-1978,5-4-3109,1 1 0,1-1 0,1 1-1,2 21 1,-1-31-140,0-1-1,1 1 0,-1 0 1,2-1-1,-1 0 1,1 1-1,1-1 1,-1 0-1,1-1 1,10 15-1,-12-19-6,0-1 0,0 0 0,0 0 0,0 0 0,0 0 0,1 0 0,-1 0 0,1-1 0,-1 1 0,1-1 0,0 0 0,-1 1 0,1-1 0,0-1 0,0 1 0,0 0 0,0-1 0,0 1 0,0-1 0,0 0 0,-1 0 0,1 0 0,0 0 0,0-1 0,0 1 0,0-1 0,0 0 0,0 1 0,0-1 0,-1-1 0,1 1 0,0 0 0,-1-1 0,1 1 0,-1-1 0,4-3 0,2-1 0,0-1 0,-1 0 0,0 0 0,0-1 0,-1 0 0,0 0 0,0 0 0,-1-1 0,7-14 0,-8 13 0,0-1 0,-1 0 0,-1 0 0,1 0 0,-2-1 0,0 1 0,0 0 0,-1-1 0,0 1 0,-1 0 0,-3-15 0,4 21 0,-1 0 0,-1 0 0,1 0 0,-1 1 0,0-1 0,0 0 0,0 1 0,0 0 0,-1-1 0,0 1 0,0 0 0,0 1 0,0-1 0,-1 0 0,1 1 0,-1 0 0,0-1 0,0 2 0,0-1 0,0 0 0,-1 1 0,1 0 0,-1 0 0,1 0 0,-1 1 0,0-1 0,0 1 0,-6-1 0,6 2 0,-1 1 0,1-1 0,-1 1 0,1 0 0,0 0 0,-1 1 0,1 0 0,0 0 0,0 0 0,0 0 0,0 1 0,1 0 0,-1 0 0,1 0 0,-1 0 0,1 1 0,-4 5 0,0-2 0,1 0 0,0 1 0,1 0 0,-1 1 0,2-1 0,-1 1 0,1 0 0,-5 13 0,4 9-2172,6-29 1664,1 0 0,-1 0 0,0 0 0,0 0-1,1 0 1,-1 0 0,1 0 0,-1-1 0,1 1-1,0 0 1,0 0 0,0-1 0,0 1 0,0-1-1,0 1 1,2 2 0,0-2-427,1 0 0,-1 0 0,1 0 0,-1 0 1,1 0-1,0 0 0,0-1 0,0 0 0,0 0 0,0 0 0,0 0 0,0-1 0,0 1 1,6-1-1,27-1-3877,5-3 2447</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5.895"/>
    </inkml:context>
    <inkml:brush xml:id="br0">
      <inkml:brushProperty name="width" value="0.035" units="cm"/>
      <inkml:brushProperty name="height" value="0.035" units="cm"/>
    </inkml:brush>
  </inkml:definitions>
  <inkml:trace contextRef="#ctx0" brushRef="#br0">485 63 904,'-3'-4'878,"-1"-1"0,1 1 0,-1 0 0,1 0 1,-7-5-1,4 5 1072,0 0 0,0 1 1,0-1-1,0 1 0,0 0 1,-1 1-1,0-1 0,1 2 1,-1-1-1,0 0 0,-9 0 1,-18 2 1235,20 2-3186,-1 1 0,1 0 0,0 1 0,1 1 0,-1 0 0,1 1 0,0 0 0,0 1 0,0 0 0,1 1 0,1 1 0,-1 0 0,1 0 0,1 1 0,0 0 0,-13 18 0,9-11 0,1 2 0,1-1 0,0 1 0,2 1 0,0 0 0,2 0 0,0 1 0,1 0 0,1 1 0,-4 22 0,9-32 0,0 0 0,0-1 0,1 1 0,1 0 0,0-1 0,0 1 0,1-1 0,1 1 0,5 15 0,-6-21 0,0 0 0,1-1 0,0 0 0,0 1 0,0-1 0,0-1 0,1 1 0,0 0 0,0-1 0,0 0 0,1 0 0,-1 0 0,1 0 0,0-1 0,0 0 0,0 0 0,1 0 0,-1 0 0,1-1 0,7 2 0,34 3-2967,-35-6 104,1-2-1,0 1 0,19-5 0,37-15-9088,-24 2 8101,8-7 1861</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6.220"/>
    </inkml:context>
    <inkml:brush xml:id="br0">
      <inkml:brushProperty name="width" value="0.035" units="cm"/>
      <inkml:brushProperty name="height" value="0.035" units="cm"/>
    </inkml:brush>
  </inkml:definitions>
  <inkml:trace contextRef="#ctx0" brushRef="#br0">409 1 776,'-37'13'5218,"17"-4"2634,1 1-1,-22 14 1,14-5-4638,-21 18-3214,2 3 0,-72 78 0,110-109 0,0 1 0,0 0 0,1 0 0,-7 13 0,13-20 0,0 0 0,-1-1 0,1 1 0,1 0 0,-1 0 0,0 0 0,1 0 0,-1-1 0,1 1 0,0 5 0,0-7 0,1 1 0,-1-1 0,0 0 0,1 1 0,-1-1 0,1 0 0,-1 1 0,1-1 0,0 0 0,0 1 0,0-1 0,-1 0 0,1 0 0,0 0 0,0 0 0,0 0 0,1 0 0,-1 0 0,0 0 0,0-1 0,0 1 0,2 0 0,0 0 0,0 0 0,0-1 0,0 1 0,-1-1 0,1 0 0,0 1 0,0-2 0,0 1 0,0 0 0,0 0 0,0-1 0,-1 0 0,1 1 0,0-1 0,0 0 0,-1-1 0,1 1 0,-1 0 0,1-1 0,2-2 0,10-5 0,-1-1 0,14-14 0,-20 17 0,74-73 0,14-10 0,-94 89 0,-1-1 0,1 1 0,0-1 0,0 1 0,0 0 0,1 0 0,-1 0 0,0 0 0,0 0 0,0 0 0,1 1 0,-1-1 0,0 1 0,1 0 0,-1-1 0,1 1 0,-1 0 0,0 0 0,1 1 0,-1-1 0,0 0 0,1 1 0,-1 0 0,0-1 0,0 1 0,1 0 0,2 2 0,4 3 0,0 0 0,-1 1 0,0 0 0,0 0 0,8 10 0,26 23 0,-35-35-735,1 0 1,-1 0-1,1-1 0,0-1 0,8 4 1,-14-6 460,0-1 1,0 1 0,-1-1-1,1 0 1,0 0-1,0 1 1,0-1 0,-1 0-1,1 0 1,0-1 0,0 1-1,0 0 1,-1-1-1,1 1 1,0-1 0,-1 1-1,1-1 1,0 0-1,-1 0 1,1 0 0,-1 0-1,1 0 1,-1 0-1,1 0 1,-1 0 0,0 0-1,1-1 1,-1 1 0,1-3-1,20-30-12515,14-18 6472,-11 21 5286</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6.420"/>
    </inkml:context>
    <inkml:brush xml:id="br0">
      <inkml:brushProperty name="width" value="0.035" units="cm"/>
      <inkml:brushProperty name="height" value="0.035" units="cm"/>
    </inkml:brush>
  </inkml:definitions>
  <inkml:trace contextRef="#ctx0" brushRef="#br0">68 310 464,'10'-79'6384,"1"-53"13622,-7 76-14731,-2 32-4641,2 6-634,-4 18 0,0 0 0,0-1 0,0 1 0,1 0 0,-1 0 0,0 0 0,0 0 0,0 1 0,1-1 0,-1 0 0,0 0 0,0 0 0,0 0 0,1 0 0,-1 0 0,0 0 0,0 0 0,0 0 0,0 0 0,1 0 0,-1 1 0,0-1 0,0 0 0,0 0 0,0 0 0,0 0 0,1 1 0,-1-1 0,0 0 0,0 0 0,0 0 0,0 0 0,0 1 0,0-1 0,0 0 0,0 0 0,0 0 0,0 1 0,0-1 0,0 0 0,0 0 0,9 36 0,-4 18 0,-2 1 0,-6 57 0,-17 110 0,9-122 0,-56 317 0,47-347-1414,46-91-29307</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6.673"/>
    </inkml:context>
    <inkml:brush xml:id="br0">
      <inkml:brushProperty name="width" value="0.035" units="cm"/>
      <inkml:brushProperty name="height" value="0.035" units="cm"/>
    </inkml:brush>
  </inkml:definitions>
  <inkml:trace contextRef="#ctx0" brushRef="#br0">76 8 268,'-12'-4'3760,"-4"1"9029,15 3-12338,1 0 1,-1 0-1,-6 4 8577,7-3-8577,0-1 1,-1 1-1,1-1 1,0 1-1,0 12 2856,3-1-3307,-1 0 0,-1 0 0,0 0 0,-1 0 0,0 0 0,-3 15 0,-16 75 0,12-76 0,2 1 0,0 1 0,0 29 0,5-47 4,3 42 25,-3-51-34,0 1-1,0-1 1,1 0 0,-1 1-1,0-1 1,1 0 0,-1 1-1,1-1 1,-1 0 0,1 0-1,0 1 1,-1-1 0,1 0-1,0 0 1,0 0 0,0 0 0,0 0-1,0 0 1,0 0 0,0-1-1,0 1 1,0 0 0,1 0-1,-1-1 1,0 1 0,0-1-1,1 1 1,-1-1 0,0 0-1,0 1 1,3-1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7.018"/>
    </inkml:context>
    <inkml:brush xml:id="br0">
      <inkml:brushProperty name="width" value="0.035" units="cm"/>
      <inkml:brushProperty name="height" value="0.035" units="cm"/>
    </inkml:brush>
  </inkml:definitions>
  <inkml:trace contextRef="#ctx0" brushRef="#br0">393 159 108,'-9'-42'3776,"4"-19"9394,5 59-12921,0 0 0,0-1 0,0 1 1,0 0-1,0 0 0,-1 0 1,1 0-1,-1 0 0,1 0 1,-1-1-1,0 1 0,0 0 1,0 1-1,0-1 0,0 0 1,0 0-1,-1 0 0,1 1 0,0-1 1,-1 0-1,0 1 0,1 0 1,-1-1-1,0 1 0,0 0 1,1 0-1,-1 0 0,0 0 1,0 0-1,0 0 0,0 1 0,-1-1 1,1 0-1,-3 1 0,-1-1 333,0 1 0,0 0 0,0 1 0,0-1 0,0 1 0,1 0 0,-1 1 0,0-1 0,1 1 0,-1 0 0,-10 6 0,0 2-582,0 1 0,1 1 0,0 0 0,1 1 0,0 1 0,1 0 0,-18 25 0,10-9 0,2 0 0,1 1 0,-15 40 0,27-57 0,1 1 0,0 0 0,1 0 0,1 0 0,1 0 0,0 0 0,1 1 0,1 30 0,1-37 0,0 0 0,0 0 0,1 0 0,0 0 0,1 0 0,0-1 0,0 1 0,1-1 0,0 1 0,0-1 0,1 0 0,0-1 0,0 1 0,1-1 0,0 0 0,9 7 0,-11-11-206,-1 0 1,1-1-1,1 1 1,-1-1-1,0 0 0,0 0 1,1-1-1,-1 1 0,1-1 1,0 0-1,-1 0 1,1 0-1,0-1 0,-1 1 1,1-1-1,0-1 0,0 1 1,-1-1-1,1 1 1,0-1-1,6-3 0,8-2-1989,-2-2 0,1 0 1,31-20-1,-26 14 93,10-5-6515,18-10 1464,-23 14 5797</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7.351"/>
    </inkml:context>
    <inkml:brush xml:id="br0">
      <inkml:brushProperty name="width" value="0.035" units="cm"/>
      <inkml:brushProperty name="height" value="0.035" units="cm"/>
    </inkml:brush>
  </inkml:definitions>
  <inkml:trace contextRef="#ctx0" brushRef="#br0">121 9 604,'-27'-6'3840,"20"5"-1311,0 0 0,0 1 1,0 0-1,-11 1 0,16-1-1752,-1 0 0,1 1 0,0-1-1,-1 1 1,1 0 0,0 0-1,0 0 1,0 0 0,0 0-1,-1 0 1,1 0 0,1 1 0,-1-1-1,0 1 1,-2 1 0,3-1-507,0 0 1,-1 0-1,1 0 0,0 0 1,1 0-1,-1 0 1,0 0-1,0 0 1,1 0-1,-1 0 1,1 5-1,-1-1-270,1 0 0,0 1 0,0-1 0,1 1 0,0-1 0,0 0 0,1 0 0,-1 1 0,1-1 0,1 0 0,-1 0 0,1-1 0,0 1 0,0 0 0,8 8 0,-9-11 0,0-1 0,1 0 0,-1 0 0,0 0 0,1 0 0,-1 0 0,1-1 0,0 1 0,-1-1 0,1 0 0,0 0 0,0 0 0,0 0 0,0 0 0,0 0 0,0-1 0,0 0 0,0 1 0,0-1 0,0 0 0,0-1 0,1 1 0,-1-1 0,0 1 0,0-1 0,0 0 0,-1 0 0,1 0 0,0 0 0,0 0 0,0-1 0,-1 0 0,1 1 0,2-4 0,12-7 0,-1-2 0,29-31 0,1 0 0,-45 43 0,1 0 0,0 0 0,0 0 0,0 1 0,0-1 0,0 1 0,1 0 0,-1-1 0,0 1 0,1 0 0,-1 0 0,1 1 0,-1-1 0,1 0 0,-1 1 0,1 0 0,-1-1 0,1 1 0,-1 0 0,1 0 0,4 1 0,-4 0 0,0 1 0,0-1 0,0 1 0,0 0 0,0 0 0,0 0 0,-1 0 0,1 0 0,-1 0 0,1 1 0,-1-1 0,0 1 0,0 0 0,2 3 0,6 11 0,-2 0 0,0 0 0,-1 0 0,7 28 0,-14-45 0,11 30 0,3 15 0,-15-44-148,1-1 0,0 1 0,1 0 0,-1 0 0,0-1 0,0 1 0,0 0 0,0-1 0,0 1 1,1 0-1,-1 0 0,0-1 0,1 1 0,-1 0 0,1-1 0,-1 1 0,0-1 0,1 1 0,0 0 0,0 0 0,0-1-162,-1 0 0,1 0 0,-1 0 0,1 0 0,-1 0 0,1 0 0,-1-1 0,0 1 0,1 0 0,-1 0 0,1 0 0,-1 0 0,1-1 0,-1 1 0,1 0 0,-1-1-1,0 1 1,1 0 0,-1-1 0,0 1 0,1 0 0,-1-1 0,1 0 0,22-35-16296,-16 24 13121,17-16 1801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7.553"/>
    </inkml:context>
    <inkml:brush xml:id="br0">
      <inkml:brushProperty name="width" value="0.035" units="cm"/>
      <inkml:brushProperty name="height" value="0.035" units="cm"/>
    </inkml:brush>
  </inkml:definitions>
  <inkml:trace contextRef="#ctx0" brushRef="#br0">1 319 112,'16'-107'3643,"-2"12"6449,-8 65-1232,11-32 0,-17 60-8765,1 0 0,-1 0 0,1 0 0,0 0 0,0 1 0,0-1 0,0 0 0,0 0 0,1 1 0,1-3 0,-3 4-84,1-1-1,-1 1 1,0 0-1,1 0 1,-1-1-1,0 1 1,1 0-1,-1 0 1,1 0 0,-1 0-1,1 0 1,-1-1-1,0 1 1,1 0-1,-1 0 1,1 0-1,-1 0 1,1 0-1,-1 0 1,0 0-1,1 1 1,-1-1-1,1 0 1,-1 0-1,1 0 1,-1 0-1,0 0 1,1 1 0,0-1-1,1 2-23,0 1 1,0-1-1,0 0 0,-1 1 1,1-1-1,0 1 0,-1 0 0,0-1 1,0 1-1,0 0 0,0 0 1,1 3-1,4 20 13,-1 0 0,-1 1 0,0 46 0,-9 84 0,2-111 0,0 24 0,2-20 0,-2-1 0,-2 0 0,-16 66 0,10-88-1854,-5-5-4157</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8.503"/>
    </inkml:context>
    <inkml:brush xml:id="br0">
      <inkml:brushProperty name="width" value="0.035" units="cm"/>
      <inkml:brushProperty name="height" value="0.035" units="cm"/>
    </inkml:brush>
  </inkml:definitions>
  <inkml:trace contextRef="#ctx0" brushRef="#br0">120 341 200,'15'-5'764,"19"-7"2466,-12 9 5053,-21 3-8195,-1 0-1,0-1 1,0 1 0,0 0-1,0 0 1,0 0 0,1 0-1,-1 0 1,0 0 0,0 0-1,0 0 1,0 0-1,0 0 1,0 0 0,1 1-1,-1-1 1,0 0 0,0 0-1,0 0 1,0 0 0,0 0-1,0 0 1,1 0-1,-1 0 1,0 0 0,0 0-1,0 0 1,0 0 0,0 1-1,0-1 1,0 0 0,0 0-1,0 0 1,0 0-1,0 0 1,1 0 0,-1 1-1,0-1 1,0 0 0,0 0-1,0 0 1,0 0 0,0 0-1,0 0 1,0 1-1,0-1 1,0 0 0,0 0-1,0 0 1,0 0 0,0 0-1,0 0 1,-1 1 0,-5 8 6711,-7 3 201,8-7-5246,-44 29-1754,31-23 0,2 0 0,-1 1 0,-22 22 0,36-31 0,0 1 0,0-1 0,1 0 0,-1 1 0,1-1 0,0 1 0,0 0 0,0 0 0,0 0 0,0 0 0,1 0 0,0 0 0,0 0 0,0 0 0,0 1 0,1-1 0,0 0 0,0 1 0,0-1 0,0 0 0,2 8 0,-2-9 0,1-1 0,0 0 0,-1 0 0,1 0 0,0 0 0,0 0 0,0 0 0,0-1 0,0 1 0,1 0 0,-1 0 0,0-1 0,1 1 0,0-1 0,-1 1 0,1-1 0,0 0 0,-1 1 0,1-1 0,0 0 0,4 1 0,-2-1 0,0 0 0,1 0 0,-1 0 0,0-1 0,1 0 0,-1 0 0,0 0 0,1 0 0,-1-1 0,6-1 0,4-2 0,-1 0 0,0-1 0,0-1 0,0 0 0,22-14 0,4-7 0,1 2 0,2 1 0,58-23 0,-30 27-1016,-57 18 716,0-2 1,0 1-1,0-2 0,0 1 1,-1-2-1,0 0 1,15-9-1,6-11 914,-1-2 1,-2-1-1,46-57 1,11-10 340,-87 96-955,0-1 0,0 1 0,0 0 0,1-1 0,-1 1 0,0 0 0,0-1 0,1 1 0,-1 0 0,0 0 0,1-1 0,-1 1 0,0 0 0,1 0 0,-1-1 0,0 1 0,1 0 0,-1 0 0,0 0 0,1 0 0,-1 0 0,1-1 0,-1 1 0,0 0 0,1 0 0,-1 0 0,1 0 0,-1 0 0,0 0 0,1 0 0,-1 1 0,1-1 0,-1 0 0,0 0 0,1 0 0,-1 0 0,1 0 0,-1 1 0,0-1 0,1 0 0,-1 0 0,0 0 0,1 1 0,5 23 0,-8 37 0,1-57 0,-15 124 0,-2 35 0,17-134 0,-1-14 0,2 0 0,-1 0 0,2 0 0,4 24 0,-5-39-1,0 0 0,0 0 0,0 1 0,0-1 0,0 0 0,0 0 0,0 0 0,0 0 0,0 0 0,0 1 0,0-1 0,0 0 0,0 0 0,0 0 0,0 0 0,0 1 0,0-1 0,0 0 0,0 0 0,0 0 0,0 0 0,0 0 0,0 1 0,0-1 0,0 0 0,0 0 0,-1 0 0,1 0 0,0 0 0,0 0 0,0 1 0,0-1 0,0 0 0,0 0 0,-1 0 0,1 0 0,0 0 0,0 0 0,0 0 0,0 0 0,0 0 0,-1 0 0,1 0 0,0 0 0,0 0 0,-1 0 0,-10-3-176,-8-8-792,7-4 1004,1 0 0,0-1 0,-16-34 1,20 36 114,-1 0 0,0 0 1,-1 1-1,0 0 0,-1 0 1,-12-11-1,29 25-150,1 0 0,-1 0 0,0-1 0,0 0 0,1 0 0,11-2 0,15 0 0,119-8 0,-72 3 0,-47 5 0,72-3 0,-93 5 0,1 1 0,-1 1 0,0 0 0,1 0 0,21 8 0,-31-7 0,0-1 0,0 0 0,0 1 0,0 0 0,0 0 0,0 0 0,-1 0 0,0 1 0,1-1 0,-1 1 0,-1 0 0,5 7 0,-3-6 0,-1 1 0,1-2 0,0 1 0,0 0 0,0-1 0,9 7 0,-11-10 0,1 0 0,-1 0 0,0 0 0,1-1 0,-1 1 0,0-1 0,1 0 0,-1 0 0,1 0 0,-1 0 0,1 0 0,-1 0 0,1-1 0,-1 1 0,0-1 0,1 0 0,-1 1 0,0-1 0,1 0 0,-1-1 0,0 1 0,3-2 0,5-3 0,-1 0 0,0-1 0,13-12 0,94-106 0,-99 104 0,-1-1 0,-1 0 0,-1-1 0,15-33 0,-24 44 0,-1 0 0,0 0 0,3-23 0,-6 31 0,0 1 0,-1-1 0,0 1 0,0-1 0,0 1 0,0-1 0,0 1 0,-1-1 0,1 1 0,-1 0 0,0-1 0,0 1 0,0 0 0,-1-1 0,1 1 0,-1 0 0,0 0 0,-2-4 0,2 6 0,1 0 0,0 0 0,0 0 0,0 0 0,-1 0 0,1 1 0,0-1 0,-1 0 0,1 1 0,-1-1 0,1 1 0,-1-1 0,1 1 0,0 0 0,-1 0 0,0 0 0,1 0 0,-1 0 0,1 0 0,-2 0 0,-2 1 0,1 0 0,0 0 0,0 0 0,0 1 0,0 0 0,1-1 0,-6 4 0,-1 2 0,0 1 0,1-1 0,-1 1 0,-8 11 0,-4 9 0,0 1 0,2 1 0,2 0 0,1 2 0,1 0 0,1 1 0,2 1 0,2 0 0,1 0 0,1 1 0,2 0 0,-4 57 0,12-74 0,0 0 0,0 0 0,2-1 0,0 1 0,2-1 0,-1 0 0,11 24 0,-14-38-17,0-1-1,0 0 1,0 1 0,0-1 0,1 0-1,-1 0 1,1 0 0,-1 0-1,1 0 1,0 0 0,-1-1-1,1 1 1,0 0 0,0-1 0,0 1-1,1-1 1,-1 0 0,0 0-1,4 2 1,-2-2-87,1 0 0,-1-1 0,1 1 0,-1-1 0,1 0 0,-1 0 0,1 0 0,0 0 0,-1-1 0,6-1 0,8-4-961,0 0 0,0-1 0,0-1 0,17-10 0,-19 9-4894,31-16-6853,1 1 7308,-14 8 4119</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8.834"/>
    </inkml:context>
    <inkml:brush xml:id="br0">
      <inkml:brushProperty name="width" value="0.035" units="cm"/>
      <inkml:brushProperty name="height" value="0.035" units="cm"/>
    </inkml:brush>
  </inkml:definitions>
  <inkml:trace contextRef="#ctx0" brushRef="#br0">283 362 584,'-46'35'3481,"-96"72"20551,80-63-19366,60-42-4666,1-1 0,-1 0 0,1 0 0,-1 0 0,0 0 0,1-1 0,-1 1 0,0 0 0,0-1 0,0 1 0,-3 0 0,5-2 0,-1 1 0,1 0 0,0 0 0,-1 0 0,1 0 0,-1 0 0,1 0 0,0 0 0,-1-1 0,1 1 0,0 0 0,-1 0 0,1-1 0,0 1 0,-1 0 0,1 0 0,0-1 0,0 1 0,-1 0 0,1-1 0,0 1 0,0 0 0,0-1 0,-1 1 0,1 0 0,0-1 0,0 1 0,0-1 0,0 1 0,0 0 0,0-1 0,0 0 0,0-3 0,0-1 0,0 0 0,1 0 0,0 1 0,0-1 0,0 0 0,3-6 0,31-77 0,4 1 0,94-151 0,-131 233 0,5-6 0,0 0 0,0 1 0,1 0 0,1 0 0,11-11 0,-19 20 0,1 0 0,-1-1 0,1 1 0,0 0 0,-1 0 0,1 0 0,0 0 0,0 0 0,0 1 0,0-1 0,-1 1 0,1-1 0,0 1 0,0-1 0,0 1 0,0 0 0,0 0 0,0 0 0,0 0 0,0 0 0,0 1 0,0-1 0,0 1 0,0-1 0,0 1 0,0-1 0,0 1 0,0 0 0,-1 0 0,1 0 0,0 0 0,-1 0 0,1 1 0,-1-1 0,1 0 0,-1 1 0,0-1 0,1 1 0,-1 0 0,0-1 0,2 4 0,2 4 0,1 0 0,-1 0 0,-1 1 0,1-1 0,-2 1 0,1 0 0,-1 1 0,1 12 0,8 90 0,-10-73 0,6 236 0,-8-269 0,2 12 0,-1-23-2967,6-22-19100,-4 16 16978,3-4 3185</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9.163"/>
    </inkml:context>
    <inkml:brush xml:id="br0">
      <inkml:brushProperty name="width" value="0.035" units="cm"/>
      <inkml:brushProperty name="height" value="0.035" units="cm"/>
    </inkml:brush>
  </inkml:definitions>
  <inkml:trace contextRef="#ctx0" brushRef="#br0">41 500 812,'0'15'19467,"-4"5"-14513,3-19-4686,1 1 1,-1-1 0,1 1 0,-1-1 0,1 1 0,-1-1 0,1 1 0,0-1 0,0 1 0,0 0 0,0-1 0,0 1 0,0 0 0,0-1 0,1 1 0,-1-1 0,0 1 0,1-1-1,-1 1 1,1-1 0,0 1 0,-1-1 0,1 1 0,0-1 0,0 0 0,0 1 0,2 1 0,0-1-269,0 0 0,0 0 0,0 0 0,1 0 0,-1-1 0,0 1 0,1-1 0,-1 0 0,1 0 0,-1 0 0,1-1 0,0 1 0,-1-1 0,1 0 0,4 0 0,-1-1 0,-1 0 0,0-1 0,1 1 0,-1-1 0,0 0 0,0-1 0,0 0 0,6-3 0,8-7 0,-1-2 0,0 0 0,28-28 0,-42 38 0,21-21 0,-2-1 0,-1 0 0,39-62 0,-51 71 0,-1-1 0,-1 0 0,-1-1 0,0 0 0,-2 0 0,0 0 0,-1-1 0,2-24 0,-6 41 0,-1-1 0,0 0 0,0 0 0,0 1 0,-1-1 0,1 0 0,-1 0 0,0 1 0,0-1 0,-1 1 0,1-1 0,-1 1 0,0-1 0,-1 1 0,1 0 0,-1 0 0,1 0 0,-7-6 0,6 7 0,-1 1 0,1-1 0,0 1 0,-1 0 0,0 0 0,1 1 0,-1-1 0,0 1 0,0 0 0,0 0 0,0 0 0,0 0 0,0 1 0,0 0 0,0-1 0,0 1 0,0 1 0,0-1 0,0 1 0,0 0 0,0 0 0,-7 2 0,-4 3 0,-1 0 0,1 1 0,0 1 0,0 1 0,1 0 0,0 0 0,0 2 0,2-1 0,-20 22 0,13-11 0,0 1 0,2 1 0,0 1 0,-25 49 0,27-42 0,2 2 0,0-1 0,2 2 0,-8 44 0,16-63 0,1 1 0,0 0 0,1 0 0,1 0 0,0-1 0,1 1 0,1 0 0,0 0 0,2-1 0,0 1 0,10 26 0,-13-38-115,1-1 1,-1 0-1,1 0 1,0 0-1,0-1 1,0 1-1,0 0 1,0-1-1,0 1 1,1-1-1,0 0 1,-1 1-1,1-1 1,0-1-1,0 1 1,0 0-1,0-1 1,4 2-1,-2-2-285,-1 0-1,1-1 1,-1 1 0,1-1-1,-1 0 1,1 0 0,-1-1-1,1 1 1,-1-1-1,1 0 1,-1 0 0,6-3-1,5-2-1250,0-2-1,0 0 1,0-1-1,-1 0 0,-1-1 1,17-16-1,43-42-9544,-31 32 9203</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19.540"/>
    </inkml:context>
    <inkml:brush xml:id="br0">
      <inkml:brushProperty name="width" value="0.035" units="cm"/>
      <inkml:brushProperty name="height" value="0.035" units="cm"/>
    </inkml:brush>
  </inkml:definitions>
  <inkml:trace contextRef="#ctx0" brushRef="#br0">166 6 224,'0'0'140,"0"0"0,0 0 0,0 0 0,1-1 0,-1 1 0,0 0 0,0 0 0,0 0 0,0 0 0,0-1 0,0 1 0,0 0 0,0 0 0,0 0 1,0 0-1,0-1 0,0 1 0,-1 0 0,1 0 0,0 0 0,0 0 0,0 0 0,0-1 0,0 1 0,0 0 0,0 0 0,0 0 0,0 0 0,0 0 0,-1-1 0,1 1 0,0 0 0,0 0 0,0 0 0,0 0 0,0 0 0,-1 0 0,1 0 0,0 0 0,0 0 0,0 0 0,0 0 0,-1 0 0,1-1 0,0 1 1,0 0-1,0 0 0,-1 0 0,-7 8 9697,-3 6 891,7-7-7226,-15 34-2999,1 1 0,2 0 0,-10 46 1,-17 137-907,27-98 403,16-127 0,0 1 0,0-1 0,0 0 0,0 1 0,-1-1 0,1 1 0,0-1 0,0 1 0,0-1 0,0 0 0,0 1 0,0-1 0,0 1 0,0-1 0,1 1 0,-1-1 0,0 0 0,0 1 0,0-1 0,0 1 0,0-1 0,1 0 0,-1 1 0,0-1 0,0 0 0,1 1 0,0 0 0,8-7 0,8-17 0,-13 15 0,0 1 0,1-1 0,-1 1 0,2 0 0,-1 0 0,1 1 0,0-1 0,0 1 0,0 1 0,1-1 0,11-6 0,-13 9 0,0 1 0,0 0 0,0 0 0,0 1 0,1-1 0,-1 1 0,1 0 0,-1 0 0,0 1 0,1 0 0,0 0 0,-1 0 0,0 1 0,1-1 0,-1 1 0,1 1 0,-1-1 0,0 1 0,7 2 0,11 8 0,0 0 0,42 31 0,-39-24 0,53 27 0,-71-42 0,0 0 0,1-1 0,-1 0 0,1-1 0,0 0 0,-1 0 0,1-1 0,0 0 0,0 0 0,0-1 0,10-1 0,-11 0 0,-1-1 0,0 0 0,1 0 0,-1-1 0,0 0 0,0 0 0,-1-1 0,1 1 0,-1-2 0,0 1 0,0-1 0,0 1 0,0-2 0,8-9 0,4-8 0,-1 0 0,22-41 0,-24 38 0,97-182 0,-111 206-405,0 0 1,0 1-1,-1-1 0,0 0 1,1 0-1,-1 0 1,0 0-1,0 0 0,0 0 1,0 0-1,0 0 0,0 0 1,0 0-1,-1 0 1,1 1-1,-1-1 0,1 0 1,-2-2-1,-2-20-7802,6 3-194,0-4 3187,-2 0 2721</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20.203"/>
    </inkml:context>
    <inkml:brush xml:id="br0">
      <inkml:brushProperty name="width" value="0.035" units="cm"/>
      <inkml:brushProperty name="height" value="0.035" units="cm"/>
    </inkml:brush>
  </inkml:definitions>
  <inkml:trace contextRef="#ctx0" brushRef="#br0">17 0 224,'1'3'1266,"0"0"-1,-1 0 1,1 0 0,-1 0-1,1 0 1,-1 0 0,0 0-1,0 0 1,0 0 0,-1 0-1,1 0 1,-1 0 0,0 0-1,-1 5 1,-2 8 3144,1 13-2935,-1 3 59,1 0 0,2 0-1,0 1 1,8 54 0,-4-76-2186,1-10-1105,1-18-3867,2-34-5660,-2-21 2724,2-1 5056,-1 16 2318</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20.356"/>
    </inkml:context>
    <inkml:brush xml:id="br0">
      <inkml:brushProperty name="width" value="0.035" units="cm"/>
      <inkml:brushProperty name="height" value="0.035" units="cm"/>
    </inkml:brush>
  </inkml:definitions>
  <inkml:trace contextRef="#ctx0" brushRef="#br0">37 120 124,'-4'-36'2768,"-14"-10"12631,3 12-3406,15 34-12018,0 0-1,0 0 1,0 0 0,0 0-1,0-1 1,0 1 0,0 0 0,0 0-1,0 0 1,0 0 0,0 0-1,0 0 1,1-1 0,-1 1-1,0 0 1,0 0 0,0 0-1,0 0 1,0 0 0,0 0-1,0-1 1,0 1 0,0 0-1,0 0 1,1 0 0,-1 0-1,0 0 1,0 0 0,0 0-1,0 0 1,0 0 0,0 0-1,0 0 1,1 0 0,-1-1-1,0 1 1,0 0 0,0 0-1,0 0 1,0 0 0,1 0 0,-1 0-1,0 0 1,0 0 0,0 0-1,0 0 1,0 1 0,1-1-1,-1 0 1,0 0 0,0 0-1,0 0 1,0 0 0,0 0-1,0 0 1,0 0 0,1 0-1,-1 0 1,0 1 0,17 5-4242,19 13-5954,-6 5 2101,-2 4 4256,-25-25 3699,24 23-1283</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20.624"/>
    </inkml:context>
    <inkml:brush xml:id="br0">
      <inkml:brushProperty name="width" value="0.035" units="cm"/>
      <inkml:brushProperty name="height" value="0.035" units="cm"/>
    </inkml:brush>
  </inkml:definitions>
  <inkml:trace contextRef="#ctx0" brushRef="#br0">0 157 172,'7'24'1740,"-2"1"1,-1 1-1,2 25 1,-7 13 6853,-9 0 4601,8-149-9355,3 29-3840,3 0 0,23-107 0,-27 161 0,1-1 0,0 0 0,-1 0 0,1 1 0,1-1 0,-1 0 0,0 1 0,1-1 0,-1 1 0,1-1 0,-1 1 0,1 0 0,0 0 0,0 0 0,0 0 0,1 0 0,-1 0 0,0 1 0,1-1 0,4-2 0,-5 4 0,0 0 0,0 0 0,1 0 0,-1 0 0,0 0 0,1 0 0,-1 0 0,0 1 0,0-1 0,0 1 0,1 0 0,-1-1 0,0 1 0,0 0 0,0 0 0,0 1 0,0-1 0,0 0 0,-1 1 0,1-1 0,0 1 0,-1-1 0,1 1 0,-1 0 0,1 0 0,1 3 0,14 22 0,0 1 0,-2 1 0,-2 0 0,0 1 0,12 45 0,23 55 0,-37-115-2190,-11-15 2006,1 0 1,-1 0-1,0 1 1,0-1-1,1 0 0,-1 0 1,0 0-1,1 0 0,-1 0 1,0 0-1,1 0 1,-1 0-1,0 0 0,1 0 1,-1 0-1,0 0 0,1 0 1,-1 0-1,0 0 1,1 0-1,-1 0 0,0 0 1,0 0-1,1 0 1,-1-1-1,0 1 0,1 0 1,-1-1-1,16-24-12402,-11 13 9540,17-29-4716,-9 18 6336</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20.964"/>
    </inkml:context>
    <inkml:brush xml:id="br0">
      <inkml:brushProperty name="width" value="0.035" units="cm"/>
      <inkml:brushProperty name="height" value="0.035" units="cm"/>
    </inkml:brush>
  </inkml:definitions>
  <inkml:trace contextRef="#ctx0" brushRef="#br0">295 156 372,'18'-43'1830,"6"-14"7134,-12 30-216,1 2 3643,-13 25-12381,0 0 0,0 0 1,0-1-1,0 1 0,0 0 0,0 0 0,0 0 0,0 0 1,0-1-1,1 1 0,-1 0 0,0 0 0,0 0 0,0 0 1,0-1-1,0 1 0,0 0 0,0 0 0,1 0 1,-1 0-1,0 0 0,0 0 0,0 0 0,0 0 0,0-1 1,1 1-1,-1 0 0,0 0 0,0 0 0,0 0 1,1 0-1,-1 0 0,0 0 0,0 0 0,0 0 0,0 0 1,1 0-1,-1 0 0,0 0 0,0 0 0,0 0 0,0 0 1,1 0-1,-1 1 0,4 8 104,-1 14-228,-14 207 114,1-64 0,10-166 0,-1 29 0,-1-1 0,-6 32 0,7-58 0,1-1 0,-1 1 0,0-1 0,0 1 0,1-1 0,-1 0 0,0 0 0,0 1 0,0-1 0,-1 0 0,1 0 0,0 0 0,0 0 0,-1 0 0,1-1 0,0 1 0,-1 0 0,1 0 0,-1-1 0,1 1 0,-1-1 0,1 1 0,-1-1 0,1 0 0,-1 0 0,1 0 0,-1 0 0,0 0 0,1 0 0,-3 0 0,-9-1 0,0 0 0,-23-6 0,18 3 0,3 2 0,0 0 0,-1 0 0,0 2 0,1 0 0,-1 1 0,-27 5 0,39-6 0,0 1 0,-1 1 0,1-1 0,0 1 0,0-1 0,0 1 0,0 0 0,0 0 0,1 1 0,-1-1 0,1 1 0,-1 0 0,1 0 0,0 0 0,0 0 0,0 1 0,1-1 0,-1 1 0,1 0 0,0 0 0,0 0 0,0 0 0,0 0 0,1 0 0,0 0 0,0 0 0,0 1 0,0-1 0,0 6 0,1-7 0,-1-1 0,1 1 0,0 0 0,0 0 0,0-1 0,0 1 0,1 0 0,-1-1 0,1 1 0,-1 0 0,1-1 0,0 1 0,0 0 0,0-1 0,1 0 0,-1 1 0,1-1 0,-1 0 0,1 1 0,0-1 0,-1 0 0,1 0 0,0-1 0,1 1 0,-1 0 0,4 2 0,-1-2 0,0-1 0,-1 1 0,1-1 0,1 0 0,-1 0 0,0 0 0,0-1 0,0 0 0,0 0 0,0 0 0,1-1 0,-1 1 0,8-3 0,25-8-287,-1-2 0,51-24 0,-17 7-1716,40-17-17763,-36 15 11709,-40 19 6613</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21.277"/>
    </inkml:context>
    <inkml:brush xml:id="br0">
      <inkml:brushProperty name="width" value="0.035" units="cm"/>
      <inkml:brushProperty name="height" value="0.035" units="cm"/>
    </inkml:brush>
  </inkml:definitions>
  <inkml:trace contextRef="#ctx0" brushRef="#br0">1 410 524,'8'-4'1107,"29"-28"29602,-37 29-30286,33 1-423,-14 1 0,1 0 0,-1-2 0,0 0 0,0-1 0,0-1 0,0-1 0,-1 0 0,0-1 0,-1-1 0,1-1 0,25-18 0,-32 20 0,-1-1 0,0 0 0,0-1 0,0 0 0,-2 0 0,1-1 0,-1 0 0,0-1 0,-1 0 0,-1 0 0,1 0 0,-2-1 0,0 0 0,0 0 0,-1 0 0,0-1 0,-1 1 0,2-19 0,-5 29 0,0-1 0,1 1 0,-1-1 0,0 1 0,0-1 0,-1 0 0,1 1 0,-1-1 0,1 1 0,-1-1 0,0 1 0,0 0 0,0-1 0,0 1 0,0 0 0,0-1 0,-1 1 0,1 0 0,-1 0 0,1 0 0,-1 0 0,0 0 0,0 1 0,0-1 0,0 1 0,0-1 0,0 1 0,-1 0 0,1-1 0,0 1 0,-1 0 0,1 0 0,-4 0 0,1 0 0,0 0 0,1 1 0,-1 0 0,0 0 0,0 0 0,0 0 0,1 1 0,-1 0 0,0 0 0,1 0 0,-1 0 0,0 1 0,1 0 0,0 0 0,-1 0 0,1 0 0,-5 4 0,-4 5 0,1 0 0,0 1 0,1 0 0,0 1 0,1 1 0,0-1 0,1 2 0,0-1 0,2 1 0,-10 24 0,7-11 0,1 0 0,1 0 0,2 1 0,1 0 0,-2 36 0,6-51 0,1 1 0,1-1 0,0 1 0,1-1 0,1 0 0,0 1 0,1-1 0,0-1 0,1 1 0,9 16 0,-12-26 0,0 1 0,1-1 0,0 1 0,0-1 0,0 0 0,1 0 0,-1 0 0,1 0 0,0-1 0,0 0 0,0 0 0,0 0 0,1 0 0,-1 0 0,1-1 0,0 0 0,-1 0 0,1 0 0,0-1 0,0 1 0,1-1 0,-1 0 0,0-1 0,0 1 0,0-1 0,0 0 0,1 0 0,-1-1 0,0 0 0,0 0 0,6-1 0,8-4-1384,0-1-1,0 0 1,19-12-1,95-65-16440,-30 17 9736,-58 39 6890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21.467"/>
    </inkml:context>
    <inkml:brush xml:id="br0">
      <inkml:brushProperty name="width" value="0.035" units="cm"/>
      <inkml:brushProperty name="height" value="0.035" units="cm"/>
    </inkml:brush>
  </inkml:definitions>
  <inkml:trace contextRef="#ctx0" brushRef="#br0">651 42 36,'15'-10'1048,"10"-6"3659,-12 4 7926,-13 12-12553,0 0 1,1 0 0,-1 0 0,0 0 0,0 0-1,0 0 1,0 0 0,0 0 0,0-1-1,0 1 1,0 0 0,0 0 0,0 0 0,0 0-1,0 0 1,0 0 0,0 0 0,0 0 0,0-1-1,0 1 1,0 0 0,0 0 0,0 0-1,0 0 1,0 0 0,0 0 0,0 0 0,0 0-1,0 0 1,0-1 0,-1 1 0,1 0-1,0 0 1,0 0 0,0 0 0,0 0 0,0 0-1,0 0 1,0 0 0,0 0 0,0 0-1,0 0 1,0 0 0,-1 0 0,1 0 0,0 0-1,0 0 1,0 0 0,0 0 0,0-1 0,0 1-1,0 0 1,0 0 0,-1 0 0,1 1-1,0-1 1,0 0 0,0 0 0,0 0 0,-13-1 4558,-12 4 214,0 4-4853,0 0 0,1 1 0,-1 1 0,2 2 0,-41 23 0,-104 83 0,79-51 0,44-33 0,30-21 0,1 0 0,-1-2 0,-1 0 0,0-1 0,0 0 0,-1-1 0,-22 7 0,38-15-139,0 0 0,0 1-1,0-1 1,0 0 0,0 0 0,0 0-1,0 0 1,0 0 0,0 0 0,1 0 0,-1 0-1,0 0 1,0-1 0,0 1 0,0 0-1,0-1 1,0 1 0,-1-1 0,1 0-381,0 0 0,1 0 0,-1 0 0,0 0 0,1 0 1,-1 0-1,0 0 0,1-1 0,-1 1 0,1 0 0,0 0 0,-1 0 0,1-1 1,0 1-1,0 0 0,0 0 0,0-1 0,0 1 0,0-2 0,6-31-10891,-1 15 6962,-4 17 4139,10-32-2019,-2-6 1168</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7:21.614"/>
    </inkml:context>
    <inkml:brush xml:id="br0">
      <inkml:brushProperty name="width" value="0.035" units="cm"/>
      <inkml:brushProperty name="height" value="0.035" units="cm"/>
    </inkml:brush>
  </inkml:definitions>
  <inkml:trace contextRef="#ctx0" brushRef="#br0">1 95 784,'12'-41'3116,"-4"14"2767,-2 1 6823,3 36-5437,2 11-4264,93 177-3005,-67-121 0,49 79 0,-72-133 0,2 0 0,1-1 0,0-1 0,2-1 0,0 0 0,2-2 0,32 25 0,-33-33-2646,7-3-6694,-16-9-3444,5-8 9277,-11 6 1750,13-8-196</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8:42.805"/>
    </inkml:context>
    <inkml:brush xml:id="br0">
      <inkml:brushProperty name="width" value="0.035" units="cm"/>
      <inkml:brushProperty name="height" value="0.035" units="cm"/>
    </inkml:brush>
  </inkml:definitions>
  <inkml:trace contextRef="#ctx0" brushRef="#br0">95 96 108,'-24'-1'3610,"-18"-10"9275,40 10-12174,0 0 0,0 1 1,0-1-1,1 0 0,-1 0 1,0 0-1,1-1 0,-1 1 1,1 0-1,-1-1 0,1 1 1,0-1-1,0 1 1,0-1-1,-1 0 0,1 1 1,0-3-1,0 2-501,1 1-1,0-1 1,-1 1 0,1-1 0,0 0-1,0 1 1,0-1 0,0 0 0,1 1-1,-1-1 1,0 1 0,1-1 0,-1 1-1,1-1 1,0-1 0,1 0-210,-1 1 0,1 0 0,0 0 0,0 0 0,0 0 0,0 0 0,0 0 0,0 1 0,0-1 0,1 1 0,-1-1 0,1 1 0,-1 0 0,1 0 0,-1 0 0,1 0 0,0 0 0,-1 1 0,1-1 0,0 1 0,4 0 0,8-1 0,-1 1 0,25 2 0,-15 1 0,-1 0 0,1 2 0,-1 0 0,0 2 0,-1 0 0,0 2 0,0 0 0,32 20 0,-51-28 0,-1 1 0,1 0 0,-1 0 0,1 0 0,-1 1 0,0-1 0,0 0 0,0 1 0,0-1 0,0 1 0,-1 0 0,1 0 0,-1-1 0,0 1 0,1 0 0,-1 0 0,-1 0 0,2 7 0,-2-6 0,0 0 0,0 1 0,-1-1 0,0 0 0,0 0 0,0 0 0,0 0 0,0 0 0,-1 0 0,0 0 0,0 0 0,-3 5 0,-7 7 0,0-1 0,-1 0 0,-1-1 0,-30 24 0,34-30 0,3-3 0,0 1 0,0-1 0,1 1 0,0 0 0,0 0 0,0 1 0,1 0 0,0 0 0,-6 12 0,10-18 0,1 1 0,0 0 0,0-1 0,0 1 0,0 0 0,0-1 0,1 1 0,-1 0 0,0-1 0,1 1 0,-1 0 0,1-1 0,0 1 0,-1-1 0,1 1 0,0-1 0,0 1 0,0-1 0,0 0 0,0 0 0,0 1 0,1-1 0,1 1 0,39 31 0,-14-12 0,-22-15 0,0 0 0,-1 0 0,0 0 0,0 1 0,0 0 0,-1 0 0,0 0 0,5 13 0,-8-16 0,0 0 0,0 0 0,0 0 0,-1 0 0,0 0 0,0 0 0,0 0 0,0 0 0,0 1 0,-1-1 0,0 0 0,0 0 0,0 0 0,0-1 0,-1 1 0,1 0 0,-1 0 0,0-1 0,-3 5 0,-1 2 0,0-1 0,-1 0 0,-1 0 0,1 0 0,-1-1 0,-1 0 0,0 0 0,-15 9 0,17-13 0,0 0 0,-1-1 0,1 0 0,-1 0 0,1-1 0,-1 0 0,0 0 0,0-1 0,0 0 0,0 0 0,0-1 0,0 0 0,-11-1 0,11 0 10,-1 0 33,1 0-1,-1 0 1,1-1 0,-1 0-1,1 0 1,-10-5 0,16 6-95,0 0 0,0 0 0,0-1 0,0 1 1,1 0-1,-1-1 0,1 1 0,-1-1 0,1 0 0,0 0 1,-1 1-1,1-1 0,0 0 0,0 0 0,0 0 1,0 0-1,1 0 0,-1-1 0,1 1 0,-1 0 0,1 0 1,0 0-1,-1 0 0,1-1 0,0 1 0,1 0 0,-1 0 1,0 0-1,2-5 0,-2 4-1358,1 0 0,1 0-1,-1-1 1,0 1 0,1 0 0,-1 0 0,1 0 0,0 0 0,0 1 0,0-1-1,1 1 1,2-4 0,35-25-8302,-7 9 7223</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8:43.178"/>
    </inkml:context>
    <inkml:brush xml:id="br0">
      <inkml:brushProperty name="width" value="0.035" units="cm"/>
      <inkml:brushProperty name="height" value="0.035" units="cm"/>
    </inkml:brush>
  </inkml:definitions>
  <inkml:trace contextRef="#ctx0" brushRef="#br0">129 23 780,'-15'31'5207,"9"-22"-495,-1 1 1,0-1-1,-1-1 0,-15 15 0,1-5-1497,19-15-3215,-1 0 0,1 0 0,0 0 0,0 0 0,0 0 0,0 1 0,1-1 0,-1 1 0,1 0 0,0 0 0,0 0 0,0 0 0,-1 5 0,2-4 0,0 0 0,1 0 0,0 0 0,0 0 0,0 0 0,1 0 0,-1 1 0,1-1 0,1 0 0,-1 0 0,3 5 0,1 3 0,1 0 0,0-1 0,0 0 0,2 0 0,-1-1 0,2 0 0,-1 0 0,2-1 0,-1 0 0,1-1 0,1 0 0,-1 0 0,2-1 0,-1 0 0,20 8 0,-20-10 0,1-1 0,0 0 0,0 0 0,0-2 0,0 1 0,1-2 0,0 0 0,-1 0 0,1-1 0,0-1 0,0 0 0,0 0 0,-1-2 0,1 1 0,0-2 0,23-6 0,-28 5 0,0 0 0,-1-1 0,1 0 0,-1 0 0,0 0 0,0-1 0,0 0 0,-1-1 0,0 1 0,0-1 0,-1 0 0,0-1 0,0 1 0,-1-1 0,1 0 0,-2 0 0,6-17 0,-4 11 0,-1 0 0,-1-1 0,0 0 0,-1 0 0,0 0 0,-1 0 0,-1 0 0,-1 0 0,0 1 0,-3-17 0,2 24 0,1 0 0,-1 1 0,-1-1 0,1 1 0,-1-1 0,0 1 0,-1 0 0,1 0 0,-1 1 0,0-1 0,-1 1 0,1 0 0,-1 0 0,0 0 0,0 0 0,-6-3 0,3 3 0,-1 1 0,1 0 0,-1 0 0,1 0 0,-1 1 0,0 1 0,0 0 0,0 0 0,-1 0 0,-17 1 0,12 1 0,0 0 0,1 1 0,-1 1 0,0 1 0,1 0 0,0 1 0,0 0 0,0 1 0,0 1 0,0 0 0,1 1 0,0 0 0,1 1 0,-23 19 0,-3 15 0,35-39 0,1 0 0,-1 1 0,1-1 0,0 1 0,0-1 0,0 1 0,1 0 0,-1 0 0,1 0 0,0 0 0,-1 7 0,2-11-90,0 0-1,0 1 1,0-1-1,0 1 1,0-1 0,0 1-1,0-1 1,0 0 0,0 1-1,1-1 1,-1 1-1,0-1 1,0 0 0,0 1-1,1-1 1,-1 1 0,0-1-1,0 0 1,1 1-1,-1-1 1,0 0 0,0 0-1,1 1 1,-1-1 0,1 1-1,11-2-5641,18-13-7974,-20 9 9924,20-9-726,2-1 2375</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9:12.909"/>
    </inkml:context>
    <inkml:brush xml:id="br0">
      <inkml:brushProperty name="width" value="0.035" units="cm"/>
      <inkml:brushProperty name="height" value="0.035" units="cm"/>
    </inkml:brush>
  </inkml:definitions>
  <inkml:trace contextRef="#ctx0" brushRef="#br0">662 0 40,'-63'20'10933,"-21"9"7242,30-1-14741,29-11-3358,1 0-1,-36 35 0,50-43-80,1 0 0,1 1 0,0 1 0,0-1 0,1 1 0,1 0 0,0 1 0,-8 20 0,13-30 5,0 1 0,1-1 0,0 1 0,0 0 0,-1-1 0,1 1 0,1-1 0,-1 1 0,0-1 0,1 1 0,-1-1 0,1 1 0,0-1 0,0 1 0,0-1 0,0 1 0,0-1 0,0 0 0,1 0 0,-1 0 0,1 0 0,0 0 0,-1 0 0,1 0 0,0 0 0,3 1 0,7 7 0,0-1 0,1-1 0,20 10 0,-4-2 0,-26-14 0,1 0 0,-1 1 0,0-1 0,0 1 0,0-1 0,0 1 0,0 0 0,-1 0 0,1 0 0,-1 1 0,0-1 0,0 1 0,0-1 0,0 1 0,1 4 0,-2-3 0,0 1 0,-1-1 0,0 0 0,0 0 0,0 1 0,0-1 0,-1 0 0,0 0 0,0 1 0,0-1 0,-3 6 0,-2 9 0,-2-1 0,0 0 0,-1 0 0,-1 0 0,-1-1 0,-1-1 0,0 0 0,-29 30 0,31-36 0,-5 5 0,0-1 0,0 0 0,-2-1 0,-23 15 0,36-26 0,-1 0 0,-1-1 0,1 1 0,0-1 0,0 0 0,-1-1 0,1 1 0,-1-1 0,0 0 0,1-1 0,-1 1 0,0-1 0,1 0 0,-1 0 0,0-1 0,1 0 0,-1 0 0,1 0 0,-1-1 0,1 0 0,-6-2 0,2-1-1092,1 1 0,-1-1 0,-12-10 0,18 12 338,0 1 0,0-1-1,0 0 1,1 0 0,-1 0-1,1 0 1,-1 0-1,1 0 1,0-1 0,0 1-1,-2-8 1,3 9-348,1-1 0,0 1 0,-1-1-1,1 1 1,0-1 0,1 1 0,-1-1 0,0 1 0,1-1-1,-1 1 1,2-3 0,14-25-3410,5 4 3063</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9:13.297"/>
    </inkml:context>
    <inkml:brush xml:id="br0">
      <inkml:brushProperty name="width" value="0.035" units="cm"/>
      <inkml:brushProperty name="height" value="0.035" units="cm"/>
    </inkml:brush>
  </inkml:definitions>
  <inkml:trace contextRef="#ctx0" brushRef="#br0">34 184 916,'-4'4'410,"-13"15"3856,5 2 6333,14-14-3177,9-6-4295,10-3-136,-21 2-2940,18-5 278,0 0-1,-1-1 1,1 0 0,26-16-1,65-43 766,-38 21-850,47-26-244,-105 60 0,-24 12 0,-28 13 0,20-7 0,1 1 0,0 1 0,0 0 0,1 1 0,-27 23 0,37-28 0,1 0 0,-1 1 0,2 0 0,-1 0 0,1 0 0,0 0 0,0 1 0,1 0 0,0 0 0,0 0 0,1 0 0,0 1 0,1-1 0,0 1 0,-2 12 0,-15 355 0,18-346 0,-2 10 0,-8 48 0,10-82-3799,28-32-24285</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9:13.718"/>
    </inkml:context>
    <inkml:brush xml:id="br0">
      <inkml:brushProperty name="width" value="0.035" units="cm"/>
      <inkml:brushProperty name="height" value="0.035" units="cm"/>
    </inkml:brush>
  </inkml:definitions>
  <inkml:trace contextRef="#ctx0" brushRef="#br0">17 43 280,'-17'-4'14101,"17"4"-13931,14-5 14078,0 2-8100,-5 0-5217,-2 1-4086,12-3 3165,0 0 0,0 1 0,1 1 0,31 0 0,78 8-20,-120-4 10,-2-1 0,-1 0 0,1-1 0,0 0 0,-1 0 0,8-2 0,22-3 0,-41 6 0,0 1 0,1-1 0,-1 1 0,1 0 0,0 0 0,-1 0 0,1 1 0,0-1 0,0 1 0,0 0 0,0 1 0,0-1 0,0 1 0,0-1 0,1 1 0,-1 0 0,1 0 0,0 1 0,-3 3 0,-10 12 0,1 1 0,1 0 0,1 1 0,1 0 0,1 1 0,-15 40 0,7-2 0,-17 90 0,33-134-312,1-2-1148,-1-1 1,-7 23-1,9-33 1136,0-1 1,0 0-1,0 0 0,0 1 1,0-1-1,-1 0 0,1 0 0,0 0 1,-1 0-1,0 0 0,1 0 1,-1-1-1,0 1 0,0-1 1,0 1-1,0-1 0,0 0 0,0 1 1,-1-1-1,1 0 0,-4 1 1</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9:13.903"/>
    </inkml:context>
    <inkml:brush xml:id="br0">
      <inkml:brushProperty name="width" value="0.035" units="cm"/>
      <inkml:brushProperty name="height" value="0.035" units="cm"/>
    </inkml:brush>
  </inkml:definitions>
  <inkml:trace contextRef="#ctx0" brushRef="#br0">83 37 808,'-23'12'4439,"-27"24"21982,49-36-26397,0 1 0,1-1 0,-1 1 1,0-1-1,1 1 0,-1 0 1,1-1-1,-1 1 0,1 0 1,-1 0-1,1-1 0,-1 1 0,1 0 1,0 0-1,-1-1 0,1 1 1,0 0-1,0 0 0,0 0 1,0 0-1,-1 0 0,1-1 0,0 1 1,1 0-1,-1 0 0,0 0 1,0 0-1,0 0 0,0-1 1,1 1-1,-1 0 0,0 0 0,1 0 1,-1-1-1,1 1 0,-1 0 1,1 0-1,-1-1 0,1 1 1,-1 0-1,1-1 0,0 1 0,-1-1 1,1 1-1,0-1 0,-1 1 1,1-1-1,0 1 0,0-1 1,0 0-1,-1 0 0,1 1 0,1-1 1,7 4-78,-1-1-1,1 0 1,14 3 0,-21-5 49,18 3 4,-1-1 0,1-1 0,0-1 0,25-2 0,83-11 0,-66 5 0,-59 6-2,108-15-2248,-100 13 1420,1 0-1,-1 0 1,0-1-1,0-1 1,0 0 0,-1 0-1,15-11 1,13-17-16325,-22 19 13483,5-5 1423</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9:14.106"/>
    </inkml:context>
    <inkml:brush xml:id="br0">
      <inkml:brushProperty name="width" value="0.035" units="cm"/>
      <inkml:brushProperty name="height" value="0.035" units="cm"/>
    </inkml:brush>
  </inkml:definitions>
  <inkml:trace contextRef="#ctx0" brushRef="#br0">165 1 1372,'-31'14'4885,"17"-5"2239,1 1 0,-22 20 1,4-2-1992,2 3-5133,28-29 0,-1-1 0,1 1 0,0 0 0,0 0 0,0 0 0,0 0 0,0 0 0,1 0 0,-1 0 0,0 0 0,1 0 0,0 1 0,-1-1 0,1 0 0,0 0 0,1 5 0,6-2-2567,12 1-6783,7 16-10612</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9:14.260"/>
    </inkml:context>
    <inkml:brush xml:id="br0">
      <inkml:brushProperty name="width" value="0.035" units="cm"/>
      <inkml:brushProperty name="height" value="0.035" units="cm"/>
    </inkml:brush>
  </inkml:definitions>
  <inkml:trace contextRef="#ctx0" brushRef="#br0">177 0 1020,'-26'60'5328,"-45"74"17928,42-88-20097,-18 19-3159,43-64 161,6-11-99,6-13-2768,6-4-9680,3 1 3560,1 1 3423,1 1 3285,8-7 623</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9:22.916"/>
    </inkml:context>
    <inkml:brush xml:id="br0">
      <inkml:brushProperty name="width" value="0.035" units="cm"/>
      <inkml:brushProperty name="height" value="0.035" units="cm"/>
    </inkml:brush>
  </inkml:definitions>
  <inkml:trace contextRef="#ctx0" brushRef="#br0">9 42 236,'-8'6'22124,"8"4"-10627,0-5-12983,2 1 1508,-1 0 1,1 0-1,0 0 0,0 0 0,0 0 1,1 0-1,0-1 0,0 1 0,0-1 1,1 0-1,0 0 0,0 0 1,0-1-1,1 1 0,-1-1 0,1 0 1,0 0-1,0-1 0,1 1 0,-1-1 1,7 2-1,-1 1-32,1-1 0,1-1 1,-1 0-1,1-1 0,-1 0 0,1-1 0,0 0 1,0-1-1,16-1 0,-7-1 10,-1-2 0,1-1 0,0 0 0,-1-2 0,26-9 0,99-52 0,-7 4 0,-117 55 0,0 1 0,0 1 0,1 0 0,34-2 0,-42 6 0,0 1 0,0 1 0,0 0 0,-1 1 0,1 0 0,0 2 0,0-1 0,-1 2 0,1 0 0,20 10 0,107 63 0,-142-77 7,0 0 0,0 1 1,1-1-1,-1 0 0,0 0 0,0 1 1,0-1-1,0 0 0,0 1 0,0-1 0,0 0 1,0 1-1,0-1 0,-1 0 0,1 0 0,0 1 1,0-1-1,0 0 0,0 1 0,0-1 1,0 0-1,-1 0 0,1 1 0,0-1 0,0 0 1,0 0-1,-1 0 0,1 1 0,0-1 0,0 0 1,-1 0-1,1 0 0,0 0 0,0 1 1,-1-1-1,1 0 0,0 0 0,0 0 0,-1 0 1,1 0-1,-1 0 0,-11 7-1522,-9 1-10783,1 1 3478,-19 11 605,18-6 6633</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9:23.307"/>
    </inkml:context>
    <inkml:brush xml:id="br0">
      <inkml:brushProperty name="width" value="0.035" units="cm"/>
      <inkml:brushProperty name="height" value="0.035" units="cm"/>
    </inkml:brush>
  </inkml:definitions>
  <inkml:trace contextRef="#ctx0" brushRef="#br0">22 84 412,'-3'5'648,"0"0"1,1 1-1,-1-1 1,1 1-1,0 0 0,-2 7 1,3-8 560,1 0 1,-1 0-1,1 1 0,0-1 1,0 0-1,0 1 1,1-1-1,0 0 0,0 0 1,3 9-1,-2-8 140,1 0-1,0 0 0,0-1 1,1 1-1,-1-1 0,1 1 1,0-1-1,7 6 0,28 18 1015,-29-23-2362,1-1 0,0 0 1,0-1-1,0 0 0,1 0 0,0-1 1,-1-1-1,1 0 0,0-1 1,22 0-1,-18-2-2,0-1 1,0 0 0,-1-2-1,0 0 1,1-1 0,-1 0-1,24-13 1,7-8 0,-1-2 0,-2-2 0,74-68 0,-82 68 0,-27 23 0,1 0 0,0 1 0,0-1 0,1 2 0,-1-1 0,1 2 0,0-1 0,1 1 0,-1 1 0,1-1 0,15-1 0,-17 4 0,-1 1 0,0 0 0,1 0 0,-1 1 0,0 0 0,0 0 0,0 1 0,0 0 0,0 1 0,0 0 0,0 0 0,-1 0 0,1 1 0,-1 0 0,13 10 0,37 35 0,8 8 0,-58-53 0,-1 1 0,1-1 0,0 0 0,1 0 0,-1-1 0,0 0 0,1-1 0,9 3 0,3-5-3611,-19 0 3025,0 0 1,1 0-1,-1 0 0,0 0 0,1-1 1,-1 1-1,0 0 0,0-1 0,1 1 1,-1-1-1,0 0 0,0 1 0,0-1 1,0 0-1,0 0 0,0 0 0,0 1 1,2-3-1,11-6-15707,1 3 14827</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9:23.868"/>
    </inkml:context>
    <inkml:brush xml:id="br0">
      <inkml:brushProperty name="width" value="0.035" units="cm"/>
      <inkml:brushProperty name="height" value="0.035" units="cm"/>
    </inkml:brush>
  </inkml:definitions>
  <inkml:trace contextRef="#ctx0" brushRef="#br0">128 6 1008,'-24'-4'21614,"36"3"-14377,19 1-6655,1 1 1,-1 2-1,45 10 1,-66-11-545,0 1 0,0 0 1,0 0-1,0 1 0,-1 0 1,1 1-1,-1 0 0,0 1 0,-1 0 1,1 0-1,-1 1 0,-1 0 0,1 0 1,8 12-1,-14-16-38,0 1 0,0 0 0,-1 0 0,0 0 0,0 0 0,0 0 0,0 1 0,0-1 0,-1 0 0,0 0 0,0 1 0,0-1 0,0 0 0,-1 0 0,1 1 0,-1-1 0,0 0 0,-1 0 0,1 0 0,-4 7 0,-2 3 0,0 0 0,-1 0 0,0-1 0,-14 18 0,-51 53 0,-17 21 0,77-88 0,1 1 0,0 1 0,1 0 0,-9 24 0,19-41 0,0 1 0,0 0 0,1 0 0,-1 0 0,1 0 0,-1 0 0,1 0 0,0 0 0,0 0 0,1 0 0,-1 0 0,1-1 0,-1 1 0,1 0 0,0 0 0,0 0 0,0 0 0,0-1 0,1 1 0,-1-1 0,1 1 0,-1-1 0,5 5 0,4 4 0,0-1 0,1 0 0,22 15 0,0 1 0,-23-18 0,-2 0 0,1 1 0,13 18 0,-19-22 0,0 1 0,-1-1 0,1 0 0,-1 1 0,0 0 0,0 0 0,-1 0 0,0-1 0,1 12 0,0 5 0,-1 1 0,-1-1 0,-1 1 0,-1-1 0,-1 1 0,-1-1 0,-1 0 0,-1 0 0,0 0 0,-2-1 0,-1 0 0,-11 20 0,16-34 0,-3 5 0,0 0 0,0-1 0,-1 0 0,-11 12 0,15-20 0,1 0 0,-1 0 0,0 0 0,0 0 0,-1-1 0,1 1 0,0-1 0,-1 0 0,1-1 0,-1 1 0,0-1 0,1 0 0,-1 0 0,0 0 0,-7 0 0,6-1-125,-1 0 0,1-1 0,-1 0 1,1 0-1,-1-1 0,1 1 0,-1-1 0,1-1 0,0 1 0,0-1 1,0 0-1,0-1 0,-7-5 0,9 6-276,0 0 0,0-1 0,1 1 0,-1-1 0,1 0 0,-1 0 0,1-1 0,0 1 0,1-1 0,-5-9 0,7 13-427,-1 0 0,1-1 0,0 1 0,0-1 0,0 1 0,0-1 0,0 1 0,0-1 0,0 1 0,0-1 0,1 1 0,-1-1 0,0 1 0,1-1 0,0 1 0,-1 0 0,1-1 0,0 1 0,1-2 0,12-16-5390,-13 17 5976,19-23-2430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9:24.362"/>
    </inkml:context>
    <inkml:brush xml:id="br0">
      <inkml:brushProperty name="width" value="0.035" units="cm"/>
      <inkml:brushProperty name="height" value="0.035" units="cm"/>
    </inkml:brush>
  </inkml:definitions>
  <inkml:trace contextRef="#ctx0" brushRef="#br0">419 143 240,'-3'-27'4817,"-6"-34"18597,3 35-19122,5 25-4292,1-1 0,-1 1 0,1-1 0,-1 1 0,1-1 0,-1 1 0,0 0 0,1 0 0,-1-1 0,0 1 0,0 0 0,0 0 0,0 0 0,0 0 0,0 0 0,-1 0 0,1 0 0,0 0 0,0 0 0,-1 0 0,1 1 0,0-1 0,-1 1 0,1-1 0,-1 1 0,1-1 0,-1 1 0,1 0 0,-1 0 0,1-1 0,-1 1 0,1 0 0,-1 1 0,1-1 0,-1 0 0,1 0 0,-1 1 0,1-1 0,-1 1 0,1-1 0,0 1 0,-1-1 0,1 1 0,-2 1 0,-9 4 0,0 1 0,0 1 0,-20 16 0,23-17 0,-13 11 0,0 0 0,2 2 0,0 0 0,1 2 0,2 0 0,0 1 0,1 0 0,1 1 0,1 1 0,2 1 0,0-1 0,2 2 0,-13 49 0,22-69 0,0 0 0,1 1 0,0-1 0,0 0 0,1 0 0,0 0 0,0 1 0,1-1 0,0 0 0,0-1 0,0 1 0,1 0 0,0-1 0,8 13 0,5 6 0,2-2 0,29 32 0,2 3 0,-39-45 0,-2 1 0,0 0 0,0 0 0,-1 1 0,-1 0 0,-1 0 0,0 0 0,-1 1 0,0 0 0,-1 0 0,1 26 0,-4-28 0,0 0 0,-1-1 0,0 1 0,-2 0 0,1 0 0,-1-1 0,-1 0 0,-1 1 0,1-1 0,-2-1 0,0 1 0,-1-1 0,-14 21 0,18-29 0,-1 0 0,1 0 0,-1 0 0,0 0 0,0-1 0,0 0 0,0 0 0,-1 0 0,1 0 0,-1-1 0,0 1 0,0-1 0,0-1 0,0 1 0,-7 1 0,9-2 0,-1-1 0,0 0 0,1 0 0,-1 0 0,0-1 0,1 1 0,-1-1 0,0 0 0,1 0 0,-1 0 0,1 0 0,0 0 0,-1-1 0,1 0 0,0 1 0,0-1 0,0-1 0,0 1 0,0 0 0,1-1 0,-1 1 0,-4-7 0,2 2 0,0-1 0,1-1 0,-1 1 0,2-1 0,-1 1 0,1-1 0,1 0 0,-1 0 0,2 0 0,-1-1 0,1 1 0,0 0 0,1-1 0,2-17 0,1 0 0,1 0 0,1 0 0,18-50 0,-6 33 0,2 1 0,2 1 0,1 0 0,34-45 0,125-147 0,-168 219 0,38-53-1905,-35 54-15514,9 0 7980,-23 14 8648,16-8-1550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9:24.732"/>
    </inkml:context>
    <inkml:brush xml:id="br0">
      <inkml:brushProperty name="width" value="0.035" units="cm"/>
      <inkml:brushProperty name="height" value="0.035" units="cm"/>
    </inkml:brush>
  </inkml:definitions>
  <inkml:trace contextRef="#ctx0" brushRef="#br0">152 65 244,'-43'61'3814,"24"-30"2578,-17 35 0,26-44-2185,1 1 0,-10 35-1,6 16-905,12-53-3301,0-1 0,1 1 0,1-1 0,0 1 0,2-1 0,9 34 0,-9-43 0,0-1 0,2 1 0,-1-1 0,1 0 0,1 0 0,0 0 0,0 0 0,1-1 0,0 0 0,1-1 0,-1 0 0,2 0 0,12 10 0,-16-15 0,0 0 0,-1 0 0,1 0 0,0-1 0,1 0 0,-1 0 0,0 0 0,1-1 0,-1 1 0,1-1 0,-1 0 0,1-1 0,-1 0 0,11 0 0,-7-1 0,-1-1 0,0 0 0,0 0 0,0-1 0,-1 0 0,1 0 0,-1-1 0,1 0 0,7-6 0,2-3 0,0-1 0,-1 0 0,0-1 0,-1-1 0,-1-1 0,22-33 0,-19 22 0,-1 0 0,-1-2 0,-1 1 0,-2-2 0,13-44 0,-21 58 0,0 1 0,-2-1 0,1 1 0,-2-1 0,-1 0 0,0 0 0,-1 0 0,0 1 0,-1-1 0,-2 0 0,1 1 0,-9-22 0,9 31 0,0 0 0,0 1 0,-1 0 0,1 0 0,-2 0 0,1 0 0,0 0 0,-1 1 0,0 0 0,-1 0 0,1 0 0,-1 1 0,0 0 0,-8-5 0,6 5 0,-1 0 0,0 1 0,-1-1 0,1 2 0,-1 0 0,1 0 0,-1 0 0,0 1 0,-16 1 0,10 1 0,-1 0 0,0 1 0,1 1 0,-1 1 0,1 0 0,0 2 0,0-1 0,1 2 0,-1 0 0,1 1 0,-26 18 0,28-15 38,0-1 0,-21 25 0,31-32-79,0 1 1,0 0-1,0 0 0,0 1 0,1-1 1,-1 0-1,1 1 0,0 0 0,1-1 0,-1 1 1,1 0-1,0 0 0,-1 9 0,2-13-933,0 1-1,0-1 0,1 0 1,-1 1-1,0-1 0,1 0 1,-1 0-1,0 1 0,1-1 1,0 0-1,-1 0 0,1 0 0,0 0 1,-1 0-1,2 2 0,18 10-7784,-14-10 7680,0-1 1,1-1-1,-1 1 0,0-1 1,9 1-1,21-2-329</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19:25.136"/>
    </inkml:context>
    <inkml:brush xml:id="br0">
      <inkml:brushProperty name="width" value="0.035" units="cm"/>
      <inkml:brushProperty name="height" value="0.035" units="cm"/>
    </inkml:brush>
  </inkml:definitions>
  <inkml:trace contextRef="#ctx0" brushRef="#br0">271 481 344,'-8'1'358,"-41"3"3979,38-3-1803,-1 1 1,1 1-1,0 0 1,-16 6-1,23-8-1736,1 1 0,-1 0 0,1 0 0,-1 0 0,1 0-1,0 0 1,0 1 0,0-1 0,0 1 0,0 0 0,0 0 0,1 0 0,0 1-1,-4 6 1,4-6-517,1 0-1,-1 0 0,1 0 1,0 0-1,1 0 0,-1 0 1,1 0-1,0 1 0,0-1 1,0 6-1,2 3-280,0 1 0,0-1 0,1 0 0,1 0 0,0 0 0,1-1 0,1 1 0,0-1 0,0 0 0,1-1 0,15 21 0,-17-28 0,-1 1 0,1 0 0,0-1 0,0 0 0,0 0 0,0 0 0,1-1 0,-1 0 0,1 0 0,0 0 0,0-1 0,0 0 0,0 0 0,1 0 0,-1-1 0,0 0 0,1 0 0,-1-1 0,1 1 0,-1-2 0,1 1 0,-1-1 0,0 1 0,1-2 0,-1 1 0,11-5 0,-2 0 0,1 0 0,-1-2 0,0 0 0,-1-1 0,0 0 0,-1-1 0,1 0 0,-2-1 0,18-21 0,-6 4 0,-1-1 0,-2-1 0,23-44 0,-36 59 0,-1-1 0,0 1 0,-2-2 0,0 1 0,-1-1 0,0 0 0,-1 0 0,0-23 0,-2 9 0,-2 0 0,-1 0 0,-10-53 0,10 74 0,-1 0 0,0 0 0,0 1 0,-1-1 0,0 1 0,-1-1 0,0 1 0,0 1 0,-1-1 0,0 1 0,0 0 0,-1 0 0,-1 1 0,1-1 0,-1 2 0,0-1 0,0 1 0,-1 1 0,0-1 0,0 1 0,0 1 0,-1 0 0,1 0 0,-1 1 0,0 0 0,-20-3 0,17 4 0,-1 1 0,1 0 0,0 1 0,-1 0 0,1 1 0,-1 1 0,1 0 0,0 1 0,0 0 0,0 1 0,0 1 0,1 0 0,0 0 0,0 1 0,0 1 0,1 0 0,0 1 0,0 0 0,0 0 0,-11 14 0,5 0 0,0 1 0,2 0 0,1 1 0,1 1 0,-15 40 0,10-25 0,-2 17-2157,13-34-1654,43-36-22636</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14.910"/>
    </inkml:context>
    <inkml:brush xml:id="br0">
      <inkml:brushProperty name="width" value="0.035" units="cm"/>
      <inkml:brushProperty name="height" value="0.035" units="cm"/>
    </inkml:brush>
  </inkml:definitions>
  <inkml:trace contextRef="#ctx0" brushRef="#br0">629 52 936,'2'-18'3772,"-3"-5"8770,0 23-12069,1-1 1,0 0-1,-1 1 0,1-1 0,0 1 0,-1-1 0,1 1 1,-1-1-1,1 1 0,0-1 0,-1 1 0,0-1 0,1 1 0,-1-1 1,1 1-1,-1 0 0,1-1 0,-1 1 0,0 0 0,1 0 1,-1-1-1,0 1 0,1 0 0,-1 0 0,0 0 0,-19 3 2738,4 2-3211,1 2 0,-1 0 0,2 1 0,-1 1 0,1 0 0,0 0 0,1 2 0,0 0 0,1 0 0,-18 21 0,9-7 0,2 1 0,1 0 0,1 2 0,-23 47 0,35-64 0,1 0 0,-1 1 0,2-1 0,0 1 0,0 0 0,1 0 0,1 0 0,-1 19 0,2-23 0,1 0 0,0 0 0,1 0 0,0 0 0,0 0 0,1-1 0,0 1 0,0-1 0,0 0 0,1 0 0,0 0 0,1 0 0,9 12 0,72 64 0,-63-63 0,-1 2 0,40 47 0,-56-60 0,0 0 0,-1 0 0,0 1 0,0-1 0,-1 1 0,0 0 0,-1 1 0,0-1 0,-1 1 0,0-1 0,0 1 0,-1 18 0,-2-6 0,-1 1 0,-2-1 0,0 1 0,-1-1 0,-2 0 0,0-1 0,-11 23 0,0-6 0,-2 0 0,-47 69 0,56-92 0,0-2 0,-1 0 0,-1 0 0,0-1 0,-1-1 0,0 0 0,-23 15 0,30-23 0,-1 0 0,1-1 0,0 0 0,-1 0 0,0 0 0,1-1 0,-1 0 0,0 0 0,0-1 0,0 0 0,0-1 0,-1 0 0,1 0 0,0-1 0,0 0 0,0 0 0,0 0 0,0-1 0,-9-4 0,-13-5-1327,-57-24-10831,79 31 6522</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15.734"/>
    </inkml:context>
    <inkml:brush xml:id="br0">
      <inkml:brushProperty name="width" value="0.035" units="cm"/>
      <inkml:brushProperty name="height" value="0.035" units="cm"/>
    </inkml:brush>
  </inkml:definitions>
  <inkml:trace contextRef="#ctx0" brushRef="#br0">97 912 844,'-24'12'1477,"-14"8"3490,6 4 7326,32-24-12194,0 0-1,0 0 1,0 0 0,0 0-1,0 0 1,-1 0-1,1 1 1,0-1 0,0 0-1,0 0 1,0 0-1,0 0 1,-1 0 0,1 0-1,0 0 1,0 1-1,0-1 1,0 0 0,0 0-1,0 0 1,0 0-1,0 1 1,0-1 0,-1 0-1,1 0 1,0 0-1,0 0 1,0 0 0,0 1-1,0-1 1,0 0-1,0 0 1,0 0 0,0 1-1,0-1 1,0 0-1,0 0 1,1 0 0,-1 0-1,0 0 1,0 1-1,0-1 1,0 0 0,0 0-1,0 0 1,0 0-1,0 1 1,0-1 0,1 0-1,-1 0 1,12-2 2816,18-8-414,-29 9-2378,52-21 138,-1-3 1,-1-2-1,-2-2 0,0-3 1,-3-1-1,0-2 1,-3-3-1,-1-1 1,69-83-1,-6-18-261,-91 118 0,-1 0 0,0-1 0,-2-1 0,13-40 0,-21 57 0,-2 1 0,1-2 0,-1 1 0,0 0 0,0 0 0,-1 0 0,0 0 0,0-1 0,-1 1 0,0 0 0,0 0 0,-1 0 0,1 0 0,-2 0 0,-5-12 0,4 12 0,0 0 0,-1 0 0,0 0 0,-1 1 0,1 0 0,-1 0 0,-1 1 0,1-1 0,-1 1 0,0 1 0,0-1 0,0 1 0,-11-4 0,-9-4 0,-1 1 0,0 2 0,-34-8 0,49 15 0,0 0 0,0 0 0,1 1 0,-1 1 0,0 0 0,0 1 0,0 0 0,0 1 0,-21 6 0,31-8 0,1 1 0,0 0 0,0 0 0,0 0 0,0 0 0,0 0 0,0 0 0,0 0 0,0 1 0,0-1 0,1 1 0,-1 0 0,1-1 0,-1 1 0,1 0 0,-1 0 0,1 0 0,0 0 0,0 0 0,0 0 0,0 0 0,0 0 0,1 0 0,-1 1 0,1-1 0,-1 0 0,1 0 0,0 1 0,0-1 0,0 0 0,0 1 0,0-1 0,0 0 0,1 1 0,-1-1 0,1 0 0,1 4 0,3 7 0,0 0 0,1 0 0,0-1 0,16 23 0,28 33 0,106 111 0,-100-119 0,-2 2 0,46 71 0,-88-113 0,-1 1 0,-1 0 0,-1 1 0,0 0 0,-2 0 0,-1 1 0,0 0 0,-2 0 0,-1 0 0,-1 1 0,0-1 0,-2 1 0,-1-1 0,-1 1 0,-1-1 0,-1 0 0,-1 0 0,-1 0 0,0 0 0,-2-1 0,-1 0 0,-1-1 0,-1 0 0,-20 30 0,27-46 0,0 0 0,-1 1 0,0-2 0,0 1 0,0-1 0,-1 0 0,1 0 0,-1 0 0,0-1 0,0 1 0,0-2 0,-1 1 0,1-1 0,-7 2 0,10-3 0,0-1 0,0 1 0,0-1 0,0 1 0,0-1 0,0 0 0,0 0 0,0-1 0,0 1 0,0-1 0,0 1 0,0-1 0,0 0 0,0 0 0,0 0 0,1-1 0,-1 1 0,0 0 0,1-1 0,-1 0 0,1 0 0,0 0 0,-1 0 0,1 0 0,0 0 0,0 0 0,0-1 0,1 1 0,-1-1 0,1 0 0,-1 1 0,1-1 0,0 0 0,-1-3 0,1 3 0,0 0 0,0-1 0,0 1 0,0-1 0,1 1 0,-1-1 0,1 1 0,0-1 0,0 1 0,1-1 0,-1 1 0,1-1 0,-1 1 0,1-1 0,3-6 0,-1 5 0,0-1 0,0 1 0,0 0 0,1 0 0,0 0 0,0 0 0,0 1 0,8-7 0,5-1 0,1 0 0,0 1 0,0 1 0,27-11 0,6 3 19,0 2 0,101-19 0,-33 10-537,-111 23-2941,0-1 0,0 1 0,-1-1 0,1-1 0,-1 0 0,10-5 0,6-10-1598,0-2 2825</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16.108"/>
    </inkml:context>
    <inkml:brush xml:id="br0">
      <inkml:brushProperty name="width" value="0.035" units="cm"/>
      <inkml:brushProperty name="height" value="0.035" units="cm"/>
    </inkml:brush>
  </inkml:definitions>
  <inkml:trace contextRef="#ctx0" brushRef="#br0">167 311 356,'-27'10'942,"-46"20"7588,66-27-6531,1 1 0,0 0 0,0 0 0,1 0-1,-1 0 1,1 1 0,0 0 0,-8 10 0,12-14-1932,0 0 1,1 0-1,-1 0 0,0 0 1,1 0-1,-1 0 0,1 0 1,-1 0-1,1 0 0,0 0 1,-1 0-1,1 0 0,0 0 1,0 0-1,-1 0 0,1 0 1,0 0-1,0 0 0,0 1 1,1-1-1,-1 0 0,0 0 1,0 0-1,1 0 0,0 2 1,0-2 31,0 1 1,0-1-1,0 0 1,1 0-1,-1 0 1,0 0-1,1 0 0,-1 0 1,1 0-1,-1-1 1,1 1-1,-1 0 1,1-1-1,0 1 1,1-1-1,3 2 79,1-1 0,-1-1 0,0 1 0,0-1 1,0 0-1,1-1 0,-1 1 0,10-3 0,-7-1-178,0 0 0,0-1 0,0 0 0,-1 0 0,0-1 0,0 0 0,0 0 0,-1-1 0,0 0 0,-1-1 0,7-8 0,10-15 0,26-49 0,-44 72 0,5-9 0,0 0 0,-2 0 0,1-1 0,-2-1 0,-1 1 0,8-32 0,-14 47 0,0 0 0,0 0 0,0-1 0,0 1 0,0 0 0,0 0 0,-1 0 0,0-1 0,0 1 0,1 0 0,-2 0 0,1 0 0,0 0 0,-1 1 0,1-1 0,-1 0 0,0 0 0,0 1 0,0-1 0,0 1 0,0 0 0,-1 0 0,1 0 0,-1 0 0,1 0 0,-1 0 0,0 0 0,0 1 0,1 0 0,-1-1 0,0 1 0,-7-1 0,5 0 0,-1 1 0,0 0 0,0 1 0,0-1 0,1 1 0,-1 0 0,0 1 0,0-1 0,0 1 0,0 0 0,1 1 0,-1-1 0,0 1 0,1 0 0,-1 1 0,1-1 0,-6 5 0,1 1 0,1 0 0,0 1 0,1 0 0,0 1 0,0 0 0,1 0 0,0 0 0,1 1 0,1 0 0,-1 1 0,2-1 0,-1 1 0,-2 15 0,-3 14 0,2 0 0,-5 66 0,9 254 0,28-1 0,-21-327 0,4 37 184,-3-44-542,-1 0-1,-1 0 0,-1 0 0,-2 1 1,-7 49-1,4-54-6345,2-3-4397,16-8 1001,2-10 7534</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18.854"/>
    </inkml:context>
    <inkml:brush xml:id="br0">
      <inkml:brushProperty name="width" value="0.035" units="cm"/>
      <inkml:brushProperty name="height" value="0.035" units="cm"/>
    </inkml:brush>
  </inkml:definitions>
  <inkml:trace contextRef="#ctx0" brushRef="#br0">383 6 84,'15'-5'32059,"-15"5"-32040,0 0 1,0 0-1,-1 0 0,1 0 1,0 0-1,0 0 0,0 0 1,-1 0-1,1 0 0,0 0 1,0 0-1,0 0 1,-1 0-1,1 0 0,0 0 1,0 0-1,0 0 0,-1 0 1,1 0-1,0 0 0,0 0 1,0 0-1,-1 1 0,1-1 1,0 0-1,0 0 1,0 0-1,0 0 0,0 0 1,-1 1-1,1-1 0,0 0 1,0 0-1,0 0 0,0 0 1,0 1-1,0-1 0,0 0 1,0 0-1,-1 1-25,1-1-1,0 1 1,0-1-1,-1 1 1,1-1 0,0 0-1,-1 1 1,1-1-1,-1 0 1,1 1-1,0-1 1,-1 0 0,1 0-1,-1 1 1,1-1-1,-1 0 1,1 0 0,0 0-1,-1 0 1,1 1-1,-1-1 1,1 0-1,-2 0 1,-7-1 6,-1 0 0,1 1 0,-1 1 0,1 0 0,0 0 0,-1 1 0,1 0 0,0 0 0,0 1 0,-11 4 0,-3 3 0,0 2 0,-34 21 0,44-24 0,1 0 0,0 1 0,0 0 0,1 1 0,0 1 0,1 0 0,0 0 0,1 0 0,1 2 0,0-1 0,1 1 0,-7 16 0,11-21 0,0-1 0,0 1 0,1 0 0,0 0 0,0 0 0,1 1 0,0-1 0,1 0 0,0 1 0,1-1 0,0 0 0,0 0 0,1 0 0,0 0 0,0 0 0,1 0 0,1 0 0,-1-1 0,1 1 0,1-1 0,6 10 0,17 17 0,46 44 0,10 12 0,-73-77 0,-1 1 0,0 0 0,0 0 0,12 30 0,-18-33 0,-1 0 0,0 0 0,0 1 0,-1-1 0,-1 0 0,0 1 0,-1-1 0,-1 1 0,0-1 0,0 1 0,-1-1 0,-4 14 0,2-9 0,-2-1 0,0 1 0,0-1 0,-2 0 0,0 0 0,-1-1 0,0 0 0,-13 15 0,18-25-69,-1 0-1,1 0 1,-1-1-1,0 1 1,0-1-1,-1 0 1,1 0 0,-1-1-1,0 0 1,0 0-1,0 0 1,0-1 0,-1 1-1,1-1 1,-1-1-1,1 0 1,-1 0-1,0 0 1,1 0 0,-1-1-1,0 0 1,0-1-1,1 0 1,-1 0 0,0 0-1,1-1 1,-1 1-1,1-2 1,0 1-1,0-1 1,0 0 0,-10-6-1,6 1-4485,7 4-180,2 4 3788,1-1 0,-1 0 0,1 0 0,-1 0 0,1 0 0,0 0 0,-1 0 0,1 0 0,0 0 0,0 0 0,0 0 0,0 0 0,0 0 0,0 0 0,0 0 0,0 0 0,1-1 0,2-9-711,9-8-260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19.211"/>
    </inkml:context>
    <inkml:brush xml:id="br0">
      <inkml:brushProperty name="width" value="0.035" units="cm"/>
      <inkml:brushProperty name="height" value="0.035" units="cm"/>
    </inkml:brush>
  </inkml:definitions>
  <inkml:trace contextRef="#ctx0" brushRef="#br0">33 349 1224,'3'25'6280,"-10"12"12427,1-20-13265,3-7-4332,-2 1-1110,2 1 0,-1 0 0,2 0 0,-1 0 0,2 0 0,0 0 0,0 23 0,2-31 0,0 1 0,0 0 0,0 0 0,0 0 0,1 0 0,0-1 0,0 1 0,0-1 0,0 1 0,1-1 0,0 0 0,0 0 0,0 0 0,0 0 0,0-1 0,1 1 0,0-1 0,0 0 0,0 0 0,0 0 0,9 4 0,-5-3 0,0-1 0,0 0 0,0 0 0,0 0 0,1-1 0,-1-1 0,1 1 0,0-1 0,-1-1 0,1 1 0,0-2 0,13-1 0,-9 0 0,-1-1 0,1-1 0,0 0 0,-1 0 0,0-2 0,0 1 0,19-13 0,-12 5 0,-1-1 0,0 0 0,-1-2 0,-1 0 0,0 0 0,-2-2 0,0 0 0,0 0 0,14-29 0,-19 30 0,-1 0 0,-1 0 0,0-1 0,-1 0 0,-1-1 0,-1 1 0,0-1 0,-1 0 0,-2 0 0,0-25 0,-2 36 0,0 0 0,-1 1 0,0-1 0,-1 1 0,0-1 0,0 1 0,0 0 0,-1 0 0,0 0 0,0 1 0,-1-1 0,0 1 0,0 0 0,-1 0 0,1 1 0,-1 0 0,0 0 0,-13-8 0,0 1 0,-2 1 0,1 1 0,-1 1 0,0 1 0,-30-8 0,40 14 0,0-1 0,-1 2 0,1 0 0,-1 0 0,0 1 0,1 0 0,-1 1 0,1 1 0,-1-1 0,1 2 0,0 0 0,-1 0 0,1 1 0,-11 6 0,17-8 0,0 1 0,0-1 0,0 1 0,0 1 0,1-1 0,-1 1 0,1 0 0,0 0 0,0 0 0,0 0 0,1 1 0,0-1 0,0 1 0,0 0 0,0 0 0,1 0 0,-1 1 0,1-1 0,1 0 0,-1 1 0,1-1 0,0 1 0,0 0 0,0-1 0,1 1 0,0 0 0,0-1 0,1 1 0,0 0 0,2 8 0,8 19-2945,-9-28 1377,1 0 0,1-1 0,-1 1 0,1 0 0,-1-1 0,1 0 0,0 0 0,1 0 0,-1 0 0,1-1 1,0 1-1,0-1 0,6 3 0,28 9-3557,0-5 3099</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19.567"/>
    </inkml:context>
    <inkml:brush xml:id="br0">
      <inkml:brushProperty name="width" value="0.035" units="cm"/>
      <inkml:brushProperty name="height" value="0.035" units="cm"/>
    </inkml:brush>
  </inkml:definitions>
  <inkml:trace contextRef="#ctx0" brushRef="#br0">209 417 564,'-4'2'481,"-15"10"5477,11-7-265,0 0 1,1 1-1,-12 10 1,8-2-2708,5-4-2986,1 0 0,0 1 0,1-1 0,0 1 0,1 0 0,0 0 0,1 0 0,0 1 0,0-1 0,1 0 0,1 1 0,0-1 0,0 1 0,2-1 0,-1 0 0,4 13 0,-3-17 0,0-1 0,0 0 0,0 0 0,1 0 0,0 0 0,0 0 0,1-1 0,-1 1 0,1-1 0,0 0 0,1 0 0,8 7 0,-9-9 0,0 0 0,1 0 0,0-1 0,0 1 0,0-1 0,0 0 0,0-1 0,0 1 0,0-1 0,1 0 0,-1 0 0,0-1 0,1 0 0,-1 0 0,0 0 0,1 0 0,6-2 0,0-1 0,1 0 0,-1-1 0,0-1 0,0 0 0,0 0 0,-1-1 0,1-1 0,-2 0 0,1 0 0,-1-1 0,15-14 0,-9 6 0,-1 0 0,0-2 0,-1 1 0,-1-2 0,19-35 0,-23 36 0,-1-1 0,-1 0 0,0-1 0,-2 1 0,0-1 0,-1 0 0,-1-1 0,-1 1 0,-1 0 0,0-1 0,-4-29 0,1 37 0,0 0 0,-1 0 0,0 0 0,-1 1 0,-1-1 0,0 1 0,0 0 0,-2 0 0,1 0 0,-1 1 0,-1 0 0,0 1 0,0-1 0,-1 2 0,-1-1 0,1 1 0,-1 0 0,-17-10 0,11 9 0,0 2 0,-1-1 0,1 2 0,-1 0 0,-1 1 0,1 1 0,-1 1 0,0 0 0,0 1 0,0 1 0,-24 1 0,34 1 0,0 0 0,1 1 0,-1 0 0,0 0 0,1 1 0,-1 0 0,1 0 0,-1 1 0,1 0 0,0 0 0,0 0 0,1 1 0,-1 1 0,1-1 0,0 1 0,0 0 0,0 0 0,0 0 0,1 1 0,0 0 0,0 0 0,1 1 0,0-1 0,0 1 0,0 0 0,1 0 0,0 0 0,-4 13 0,7-19-6,-7 26-2480,2 13-6715,5-38 8575,1 1 0,-1 0 0,0 0 0,1-1 0,0 1 0,0 0 0,0-1-1,0 1 1,0-1 0,0 1 0,1-1 0,-1 0 0,1 0 0,0 1 0,-1-1 0,1 0 0,0 0 0,0-1 0,0 1 0,1 0 0,-1-1 0,4 3 0,25 9-3689,5-4 2339</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20.209"/>
    </inkml:context>
    <inkml:brush xml:id="br0">
      <inkml:brushProperty name="width" value="0.035" units="cm"/>
      <inkml:brushProperty name="height" value="0.035" units="cm"/>
    </inkml:brush>
  </inkml:definitions>
  <inkml:trace contextRef="#ctx0" brushRef="#br0">46 20 664,'-22'-10'30778,"22"10"-30741,0 0 1,0 1 0,-1-1 0,1 0 0,0 0-1,0 0 1,0 0 0,0 0 0,-1 0 0,1 0 0,0 1-1,0-1 1,0 0 0,0 0 0,-1 0 0,1 0 0,0 1-1,0-1 1,0 0 0,0 0 0,0 0 0,0 0-1,0 1 1,0-1 0,0 0 0,0 0 0,0 1 0,0-1-1,0 0 1,0 0 0,0 0 0,0 1 0,0-1 0,0 0-1,0 0 1,0 0 0,0 1 0,0-1 0,0 0-1,0 0 1,0 0 0,0 1 0,0-2-292,-3-3 203,-3-1-2823,-6-2-8025,13 24-2559,-1-12 11774,5 21-1224</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20.364"/>
    </inkml:context>
    <inkml:brush xml:id="br0">
      <inkml:brushProperty name="width" value="0.035" units="cm"/>
      <inkml:brushProperty name="height" value="0.035" units="cm"/>
    </inkml:brush>
  </inkml:definitions>
  <inkml:trace contextRef="#ctx0" brushRef="#br0">97 1 628,'-23'73'7813,"14"-40"1427,-15 35 1,20-58-8073,-1-1 0,0 0 1,0 0-1,-10 12 0,14-22-1166,1 1 0,-1-1 1,1 0-1,-1 1 0,1-1 0,-1 0 1,1 1-1,0-1 0,-1 0 0,1 1 1,0-1-1,0 0 0,-1 0 0,1 1 0,0-1 1,0 0-1,0 0 0,0 0 0,0 1 1,0-1-1,0 0 0,0 0 0,1-1 1,-2-27-271,4-1-5601,-1 23 3484,0 0 0,0 1 0,1 0 0,0-1 1,0 1-1,0 0 0,1 0 0,5-6 0,8-7-317,4 0 716</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20.786"/>
    </inkml:context>
    <inkml:brush xml:id="br0">
      <inkml:brushProperty name="width" value="0.035" units="cm"/>
      <inkml:brushProperty name="height" value="0.035" units="cm"/>
    </inkml:brush>
  </inkml:definitions>
  <inkml:trace contextRef="#ctx0" brushRef="#br0">35 0 188,'-4'6'990,"0"0"0,0 0 0,1 0 0,0 1 0,0-1-1,0 1 1,1 0 0,0 0 0,0 0 0,1 0 0,-1 0 0,2 0 0,-1 0 0,1 0 0,0 0-1,1 1 1,1 12 0,2 3 4064,12 43 0,1-14-1834,-12-40-3108,-1 0 0,2-1 0,0 0 0,0 0 0,1 0 0,0 0 0,1-1 0,0-1 0,0 1 0,14 11 0,-15-16-100,-1 0-1,1-1 1,0 1-1,0-1 1,1-1 0,-1 1-1,1-1 1,-1-1-1,1 1 1,0-1 0,0 0-1,0-1 1,1 0-1,-1-1 1,0 1-1,16-3 1,-9 0-12,-1-1 0,1-1 0,-1 0 0,0-1 0,0 0 0,-1-1 0,1-1 0,15-10 0,8-10 0,47-41 0,-56 43 0,2 1 0,57-36 0,-83 58 0,0-1 0,1 1 0,-1 0 0,1 0 0,0 1 0,0 0 0,-1-1 0,1 2 0,0-1 0,0 0 0,0 1 0,0 0 0,0 0 0,0 1 0,0-1 0,0 1 0,0 0 0,0 0 0,-1 1 0,10 3 0,-6 0 0,-1-1 0,1 2 0,-1-1 0,0 1 0,0 0 0,-1 1 0,1-1 0,-1 1 0,-1 1 0,8 11 0,39 43 0,-50-59-2530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21.125"/>
    </inkml:context>
    <inkml:brush xml:id="br0">
      <inkml:brushProperty name="width" value="0.035" units="cm"/>
      <inkml:brushProperty name="height" value="0.035" units="cm"/>
    </inkml:brush>
  </inkml:definitions>
  <inkml:trace contextRef="#ctx0" brushRef="#br0">108 1 812,'-46'34'3657,"40"-28"-2080,-1 1 0,1-1 0,0 1 0,1 0 0,0 1 1,0 0-1,-5 10 0,8-14-621,0 1 0,0 1 0,1-1 0,0 0 0,0 0 0,0 1 0,0-1 0,1 0 0,0 1 0,0-1 0,0 0 1,2 10-1,0-9-595,-1 0-1,1-1 1,0 1 0,1-1 0,0 1 0,-1-1 0,2 0 0,3 5 0,1 0-361,1 0 0,0-1 0,0 0 0,1-1 0,0 0 0,1 0 0,-1-1 0,1 0 0,1-1 0,0 0 0,-1-1 0,2-1 0,-1 0 0,0 0 0,1-1 0,0-1 0,22 2 0,-15-3 0,0-1 0,0-1 0,0-1 0,0 0 0,-1-2 0,1 0 0,-1-2 0,0 0 0,0-1 0,31-16 0,-11 2 0,2 1 0,84-30 0,-112 47 0,-1 0 0,0 0 0,1 1 0,-1 0 0,1 1 0,0 1 0,0 0 0,-1 1 0,1 0 0,0 1 0,-1 0 0,1 1 0,-1 1 0,0 0 0,16 7 0,-14-4 0,-1 0 0,-1 1 0,0 1 0,0 0 0,15 14 0,-21-13-1792,-3 2-4352,29-27-18043</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25.363"/>
    </inkml:context>
    <inkml:brush xml:id="br0">
      <inkml:brushProperty name="width" value="0.035" units="cm"/>
      <inkml:brushProperty name="height" value="0.035" units="cm"/>
    </inkml:brush>
  </inkml:definitions>
  <inkml:trace contextRef="#ctx0" brushRef="#br0">255 45 332,'5'-14'-1149,"-9"-15"22328,4 29-20666,-1 0 0,1-1 0,-1 1 0,0 0 0,0-1 47,0 1-1,0 0 1,-1 0 0,1 0 0,0 1 0,-1-1 0,1 0 0,0 0 0,0 1 0,0-1-1,-1 1 1,1-1 0,0 1 0,-1 0 0,-9 5-447,1 1-1,0 0 1,0 1-1,1 0 1,0 0 0,1 1-1,-1 1 1,2-1 0,-1 1-1,1 0 1,-8 18 0,-5 11-70,-26 78 0,33-75-43,1-1 0,3 1 0,1 1 0,2 0 0,2 0 0,2 0 0,2 0 0,10 86 0,-5-97 0,1-1 0,2 0 0,1-1 0,1 0 0,1 0 0,2-1 0,1-1 0,2 0 0,0-1 0,2 0 0,1-2 0,43 46 0,-52-61 0,1-1 0,0 0 0,1-1 0,0 0 0,0-1 0,1 0 0,0-1 0,0 0 0,0-1 0,1-1 0,18 4 0,-27-7 0,1 0 0,0 0 0,-1-1 0,1 0 0,-1 0 0,1-1 0,0 1 0,-1-1 0,1 0 0,-1-1 0,0 1 0,1-1 0,-1 0 0,0 0 0,0-1 0,0 0 0,0 1 0,0-2 0,-1 1 0,0-1 0,1 1 0,-1-1 0,0 0 0,-1 0 0,1-1 0,-1 1 0,0-1 0,0 0 0,0 0 0,-1 0 0,3-6 0,-3 5 0,1-1 0,-1 1 0,0-1 0,0 0 0,-1 0 0,0 1 0,0-1 0,-1 0 0,0 0 0,0 0 0,0 0 0,-1 0 0,0 0 0,-1 1 0,1-1 0,-1 0 0,0 1 0,-1-1 0,0 1 0,0 0 0,0 0 0,-1 0 0,0 0 0,0 1 0,0-1 0,-1 1 0,-8-8 0,3 5 0,-1-1 0,1 2 0,-1-1 0,-1 2 0,0-1 0,0 2 0,0-1 0,0 2 0,-1 0 0,0 0 0,1 1 0,-2 1 0,-19-2 0,9 2 0,17 1 0,1 0 0,-2 0 0,1 1 0,0 0 0,0 0 0,0 1 0,0 0 0,0 0 0,-11 4 0,17-5-93,1 0-1,-1 1 1,1-1 0,-1 0-1,1 0 1,-1 1 0,1-1-1,-1 0 1,1 1 0,-1-1-1,1 1 1,-1-1 0,1 0-1,0 1 1,-1-1 0,1 1-1,0-1 1,-1 1 0,1-1-1,0 1 1,0 0 0,-1 0-1,9 6-5030,21-3-6169,-13-4 7426,39-1-3590,-7-7 5294</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25.764"/>
    </inkml:context>
    <inkml:brush xml:id="br0">
      <inkml:brushProperty name="width" value="0.035" units="cm"/>
      <inkml:brushProperty name="height" value="0.035" units="cm"/>
    </inkml:brush>
  </inkml:definitions>
  <inkml:trace contextRef="#ctx0" brushRef="#br0">357 148 1040,'-51'14'5519,"-65"29"17913,78-28-20660,30-11-2772,-1 0 0,1 0 0,0 1 0,0 0 0,0 1 0,1-1 0,0 1 0,0 1 0,0-1 0,1 1 0,0 1 0,-9 13 0,8-8 0,1-1 0,0 1 0,1 0 0,0 0 0,1 0 0,0 1 0,1-1 0,-1 18 0,2-15 0,1 0 0,1 1 0,0-1 0,1 0 0,1 1 0,0-1 0,2 0 0,0 0 0,0-1 0,1 1 0,1-1 0,1 0 0,0-1 0,1 1 0,14 18 0,-14-24 0,0 0 0,1 0 0,0-1 0,1 0 0,0-1 0,0 0 0,1-1 0,-1 0 0,1 0 0,1-1 0,-1 0 0,1-1 0,-1-1 0,1 0 0,16 2 0,-18-4 0,0 0 0,0-1 0,0 0 0,0-1 0,0 0 0,0 0 0,0-1 0,0-1 0,0 1 0,-1-2 0,0 1 0,1-1 0,-1-1 0,-1 1 0,1-2 0,-1 1 0,1-1 0,-2 0 0,11-10 0,-2-3 0,0 0 0,0-1 0,-2-1 0,-1 0 0,0-1 0,-2 0 0,-1-1 0,0 0 0,-2 0 0,0-1 0,-2 0 0,-1-1 0,-1 1 0,0-1 0,-2 0 0,-1 0 0,-2 0 0,0 0 0,-9-49 0,6 61 0,0 1 0,0 0 0,-2 0 0,1 0 0,-1 0 0,-1 1 0,0 0 0,-1 1 0,0 0 0,-1 0 0,0 1 0,0-1 0,-1 2 0,0 0 0,-21-14 0,18 15 0,1 0 0,-1 0 0,-1 1 0,1 1 0,-1 0 0,0 1 0,-1 0 0,1 1 0,0 1 0,-1 0 0,0 1 0,1 1 0,-26 2 0,32-1 18,1 1 0,0 0 0,0 0 1,0 1-1,0-1 0,0 2 0,0-1 0,1 1 0,0 0 0,-1 0 0,2 1 1,-1 0-1,0 0 0,1 0 0,0 0 0,0 1 0,1 0 0,-8 12 1,6-6-176,0-1 0,1 1 1,0 0-1,1 1 1,1-1-1,-1 1 0,2 0 1,0-1-1,1 1 0,0 14 1,1-25-895,0 1-1,0 0 1,0-1 0,1 1-1,-1 0 1,1-1 0,0 1 0,0-1-1,0 1 1,0-1 0,0 1 0,1-1-1,-1 0 1,1 1 0,-1-1-1,1 0 1,0 0 0,0 0 0,0-1-1,0 1 1,0 0 0,4 2-1,22 8-3423,8-4 2337</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26.185"/>
    </inkml:context>
    <inkml:brush xml:id="br0">
      <inkml:brushProperty name="width" value="0.035" units="cm"/>
      <inkml:brushProperty name="height" value="0.035" units="cm"/>
    </inkml:brush>
  </inkml:definitions>
  <inkml:trace contextRef="#ctx0" brushRef="#br0">328 284 448,'-54'-7'2037,"43"6"73,0 1 0,0 1 0,0-1 0,-20 5 0,23-3-536,1 1 0,0-1 0,0 1 0,0 0 0,0 1 0,0-1 0,-10 9 0,10-6-476,1-1 0,-1 2 0,1-1 0,-7 10 0,0 5-972,1 0 1,1 1 0,0 1-1,2 0 1,1 0 0,1 1-1,0 0 1,2 0-1,1 0 1,1 1 0,1-1-1,2 39 1,0-56-127,1 0 0,0 0 0,1 0 0,0 0 0,0 0 0,0 0 0,1-1 0,0 1 0,0-1 0,0 0 0,7 9 0,-8-12 0,0-1 0,1 1 0,0 0 0,-1-1 0,1 1 0,0-1 0,0 0 0,0 0 0,1 0 0,-1 0 0,0-1 0,1 1 0,-1-1 0,1 0 0,-1 0 0,1 0 0,0-1 0,-1 1 0,1-1 0,0 0 0,-1 0 0,1 0 0,5-1 0,3-2 0,0 0 0,0-1 0,0 0 0,0-1 0,-1 0 0,1-1 0,-1-1 0,-1 1 0,1-2 0,-1 1 0,-1-2 0,1 1 0,7-11 0,6-6 0,-2-1 0,-2-1 0,30-52 0,-34 51 0,-2 0 0,0-2 0,-2 1 0,9-40 0,-16 48 0,0-1 0,-1 0 0,0 0 0,-2-1 0,-1 1 0,-5-42 0,2 54 0,1 0 0,-1 0 0,-1 0 0,0 0 0,0 1 0,-1-1 0,0 1 0,-1 1 0,0-1 0,0 1 0,-1 0 0,0 0 0,0 1 0,-1 0 0,0 0 0,0 1 0,-14-8 0,17 10 0,-1 1 0,0 0 0,0 0 0,0 0 0,0 1 0,0 0 0,-1 1 0,1-1 0,-1 1 0,1 0 0,-1 1 0,1-1 0,-1 1 0,0 1 0,1-1 0,-1 1 0,1 0 0,-1 1 0,1 0 0,0 0 0,0 0 0,0 0 0,0 1 0,0 0 0,0 1 0,1-1 0,-1 1 0,-6 6 0,3-1 5,0 1 0,1 1 0,0-1-1,1 1 1,0 0 0,0 1 0,1 0 0,1 0 0,0 0-1,1 0 1,0 1 0,-4 24 0,5-20-36,1 1-1,1-1 0,0 1 1,2-1-1,0 1 1,0-1-1,2 1 1,0-1-1,7 21 1,5-8-3970,-12-26 2393,-1-1 0,2 1 0,-1-1 0,0 1 0,1-1 0,-1 0 0,7 4 0,-4-4-322,0 0 0,-1 0 0,1-1 0,0 0 0,7 2 0,18 2 213,12-5-148</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29.722"/>
    </inkml:context>
    <inkml:brush xml:id="br0">
      <inkml:brushProperty name="width" value="0.035" units="cm"/>
      <inkml:brushProperty name="height" value="0.035" units="cm"/>
    </inkml:brush>
  </inkml:definitions>
  <inkml:trace contextRef="#ctx0" brushRef="#br0">204 110 520,'-12'-8'9285,"11"7"-7880,0 0 1,0 1 0,0-1 0,-1 1 0,1-1-1,0 1 1,0 0 0,-1-1 0,1 1 0,0 0-1,-1 0 1,1 0 0,-3 0 0,-5 5 1871,-4 4-3277,0 2 0,1 0 0,0 1 0,1 0 0,0 0 0,1 1 0,1 1 0,0 0 0,0 0 0,1 0 0,1 1 0,-7 23 0,8-17 0,0 0 0,2 1 0,0 0 0,2-1 0,0 1 0,2 0 0,0 0 0,6 41 0,-1-37 0,1-1 0,0 0 0,2 0 0,1 0 0,1-1 0,1 0 0,19 29 0,-19-35 0,1-1 0,1-1 0,1 0 0,0 0 0,1-2 0,0 0 0,1 0 0,1-2 0,24 15 0,-32-22 0,0 0 0,0-1 0,1-1 0,0 1 0,-1-1 0,1-1 0,0 0 0,0-1 0,0 0 0,1 0 0,-1-1 0,0 0 0,0-1 0,0 0 0,0 0 0,0-1 0,0-1 0,0 0 0,0 0 0,-1-1 0,1 0 0,12-8 0,-5 1 0,0 0 0,-1-1 0,-1-1 0,0-1 0,-1 0 0,-1-1 0,0 0 0,-1-1 0,0 0 0,15-31 0,-7 8 0,-1-1 0,-3-1 0,-1 0 0,-2-1 0,9-53 0,-18 72 0,-1 1 0,-1-1 0,-1 0 0,-1 0 0,-1 0 0,-1 0 0,-1 1 0,-1-1 0,-1 1 0,-1-1 0,-15-37 0,17 52 0,0 0 0,-1 0 0,1 1 0,-2-1 0,1 1 0,-1 1 0,0-1 0,0 1 0,-1 0 0,0 0 0,0 1 0,0 0 0,-1 0 0,1 1 0,-1 0 0,0 0 0,0 1 0,-14-4 0,10 4 0,0 1 0,0 0 0,0 1 0,-1 1 0,1 0 0,0 0 0,0 1 0,-1 1 0,1 0 0,0 1 0,1 0 0,-23 9 0,9-1 0,2 1 0,0 0 0,0 2 0,1 1 0,1 1 0,0 0 0,2 2 0,0 0 0,0 1 0,2 1 0,1 0 0,-20 33 0,31-38-2812,5-14 2237,0 0 0,0 0 0,0 0 0,0 0 1,0 0-1,0 0 0,1-1 0,-1 1 0,0 0 1,1 0-1,-1 0 0,1-1 0,-1 1 0,0 0 0,1 0 1,0-1-1,-1 1 0,2 1 0,16 7-11013,-3-7 7590,15-3 1363</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41.764"/>
    </inkml:context>
    <inkml:brush xml:id="br0">
      <inkml:brushProperty name="width" value="0.035" units="cm"/>
      <inkml:brushProperty name="height" value="0.035" units="cm"/>
    </inkml:brush>
  </inkml:definitions>
  <inkml:trace contextRef="#ctx0" brushRef="#br0">12 113 740,'0'1'615,"-1"-1"-1,0 1 1,0 0-1,0-1 1,0 1 0,1 0-1,-1 0 1,0 0-1,1-1 1,-1 1 0,1 0-1,-1 0 1,1 0-1,-1 0 1,1 0 0,0 0-1,-1 0 1,1 0-1,0 0 1,0 0 0,-1 0-1,1 0 1,0 0-1,0 0 1,1 2 0,4 31 10659,-3-29-10120,17 126 2030,-4-16-2753,104 455-431,-117-558 0,2 6 0,0 1 0,0 31 0,-6-50 0,1-1 0,-1-1 0,1 1 0,-1 0 0,1 0 0,-1-1 0,1 1 0,-1 0 0,1-1 0,0 0 0,-2-2 0,-10-34 0,1-1 0,1-1 0,3 0 0,-5-55 0,4-165 0,25 14 0,-12 215 0,2 1 0,1 0 0,1 0 0,1 1 0,2 0 0,14-28 0,-23 52 0,1 0 0,0 0 0,0 0 0,0 1 0,0-1 0,1 1 0,-1-1 0,1 1 0,0 0 0,1 1 0,-1-1 0,0 1 0,1 0 0,0 0 0,0 0 0,0 1 0,0-1 0,0 1 0,1 1 0,-1-1 0,1 1 0,-1 0 0,1 0 0,-1 0 0,1 1 0,0 0 0,-1 0 0,1 0 0,0 1 0,-1 0 0,1 0 0,-1 0 0,0 1 0,1 0 0,-1 0 0,0 0 0,0 1 0,8 4 0,0 1 0,0 2 0,0-1 0,-1 1 0,0 1 0,-1 0 0,0 1 0,-1 0 0,0 1 0,-1 0 0,-1 0 0,9 18 0,2 9 0,-1 1 0,21 75 0,-31-87 0,-1 2 0,-2-1 0,0 1 0,-2 0 0,-2 0 0,-1 0 0,-1 0 0,-8 48 0,6-61 0,-2 1 0,0-1 0,0 1 0,-2-1 0,0-1 0,-1 1 0,-1-2 0,-1 1 0,0-1 0,-1 0 0,-1-1 0,0-1 0,-1 0 0,-1 0 0,-15 11 0,15-16 0,1-1 0,-1 0 0,-1-1 0,0 0 0,0-1 0,0-1 0,0-1 0,-1 0 0,0-1 0,1-1 0,-1 0 0,0-1 0,-1 0 0,1-2 0,0 0 0,-17-3 0,26 2-2648,6 2 1940,1-1 0,6-19-24082,-5 19 23761,23-8-1179</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42.149"/>
    </inkml:context>
    <inkml:brush xml:id="br0">
      <inkml:brushProperty name="width" value="0.035" units="cm"/>
      <inkml:brushProperty name="height" value="0.035" units="cm"/>
    </inkml:brush>
  </inkml:definitions>
  <inkml:trace contextRef="#ctx0" brushRef="#br0">161 265 524,'-13'1'1506,"6"0"1435,0-1 0,-1 2 0,1-1 0,0 1 0,-9 3 0,15-4-2193,-1 0 0,0 0 0,1 0 1,-1 0-1,1 0 0,-1 0 0,1 0 0,0 0 0,-1 1 1,1-1-1,0 1 0,0-1 0,-2 3 0,-1 18 1865,5-10-2613,0-1 0,0 1 0,2 0 0,-1-1 0,2 0 0,-1 0 0,2 0 0,-1 0 0,1 0 0,1-1 0,0 0 0,8 10 0,-1-2 0,1-2 0,1 0 0,0 0 0,1-2 0,29 22 0,-40-32 0,1-1 0,-1 1 0,1-1 0,0-1 0,0 1 0,0-1 0,0 0 0,1 0 0,-1 0 0,0-1 0,1 0 0,-1-1 0,1 1 0,-1-1 0,1 0 0,-1-1 0,1 0 0,-1 0 0,0 0 0,1 0 0,-1-1 0,0-1 0,0 1 0,0-1 0,0 0 0,10-7 0,-8 5 0,0-1 0,-1-1 0,0 1 0,0-1 0,-1-1 0,1 1 0,-2-1 0,1 0 0,-1 0 0,0-1 0,-1 0 0,0 0 0,0 0 0,-1 0 0,-1 0 0,1-1 0,1-12 0,-3 4 0,-1 0 0,0 0 0,-1 0 0,-1 0 0,-1 0 0,-1 0 0,0 0 0,-1 1 0,-1 0 0,-1 0 0,0 0 0,-1 1 0,-13-20 0,13 23 0,-1 0 0,-1 0 0,0 1 0,0 1 0,-2-1 0,1 2 0,-1-1 0,-1 2 0,1 0 0,-2 0 0,1 1 0,-1 1 0,0 0 0,-1 1 0,-23-7 0,31 11 5,0 1-1,0 0 1,0 0-1,0 0 1,-1 1-1,1 0 1,0 1-1,0-1 1,0 1-1,0 1 1,0-1-1,0 1 1,0 1-1,0-1 1,0 1-1,1 0 1,0 1-1,-1-1 1,1 1-1,-11 10 1,10-7-42,-1 2 1,1-1-1,1 1 1,-1 0-1,1 0 1,1 1 0,0 0-1,0 0 1,1 0-1,0 1 1,1-1-1,-4 22 1,3-7-1965,4 11-9359,1-33 10099,-1 0 0,1 0 0,0 0 0,0 0 0,0-1 0,0 1 0,0 0 0,1 0 0,2 3 0,14 11-2961,0-9 2471</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42.664"/>
    </inkml:context>
    <inkml:brush xml:id="br0">
      <inkml:brushProperty name="width" value="0.035" units="cm"/>
      <inkml:brushProperty name="height" value="0.035" units="cm"/>
    </inkml:brush>
  </inkml:definitions>
  <inkml:trace contextRef="#ctx0" brushRef="#br0">12 454 548,'-9'9'3945,"7"8"5795,15 14 5725,-7-19-13688,13 39-1406,-2 0 0,-2 1 1,14 96-1,-5-25-568,-11-56 197,-6-26 0,14 46 0,-17-75 0,0-1 0,1 0 0,0 0 0,0-1 0,1 0 0,0 0 0,1 0 0,14 15 0,-20-24 0,0 0 0,0 1 0,0-1 0,0 0 0,1-1 0,-1 1 0,0 0 0,1 0 0,-1 0 0,1-1 0,-1 1 0,0-1 0,1 1 0,0-1 0,-1 1 0,1-1 0,-1 0 0,1 0 0,-1 0 0,1 0 0,-1 0 0,1 0 0,0 0 0,-1-1 0,1 1 0,-1-1 0,1 1 0,-1-1 0,1 1 0,-1-1 0,0 0 0,1 1 0,-1-1 0,0 0 0,2-1 0,5-5 0,0-1 0,-1 1 0,0-1 0,9-14 0,9-9 0,-13 21 0,-1 1 0,2 0 0,-1 1 0,1 1 0,0-1 0,15-4 0,-20 9 0,0 0 0,0 0 0,1 1 0,-1 0 0,1 1 0,0 0 0,-1 0 0,1 1 0,0 0 0,0 0 0,13 3 0,77 26 0,7 1 0,-100-28 0,0-1 0,0 0 0,1-1 0,-1 1 0,0-1 0,1-1 0,-1 1 0,0-1 0,0 0 0,0 0 0,0-1 0,0 0 0,0 0 0,0-1 0,0 1 0,-1-1 0,1 0 0,-1-1 0,0 1 0,7-6 0,-6 2 0,0 0 0,0 0 0,0 0 0,0-1 0,-1 0 0,-1 0 0,1 0 0,-1-1 0,-1 1 0,0-1 0,0 0 0,3-17 0,-2-1 0,-1 0 0,-2 0 0,-1 0 0,-1 0 0,-5-37 0,-35-134 0,18 101 0,-6-32 0,-17-82 0,34 164-3329,9 38 1613,0 0 0,1 0-1,0-1 1,1 1 0,-1-1 0,2 1 0,0-11 0,0 18 1158,0 0 0,0 1 0,0-1 0,0 1 0,1-1 0,-1 0 0,1 1 0,-1-1 0,1 1 0,-1-1 0,1 1 0,0 0 0,0-1 0,0 1 0,0 0 0,0-1 0,0 1 0,0 0 0,0 0 0,0 0 1,1 0-1,1-1 0,15-2-1702</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42.924"/>
    </inkml:context>
    <inkml:brush xml:id="br0">
      <inkml:brushProperty name="width" value="0.035" units="cm"/>
      <inkml:brushProperty name="height" value="0.035" units="cm"/>
    </inkml:brush>
  </inkml:definitions>
  <inkml:trace contextRef="#ctx0" brushRef="#br0">49 1 120,'-13'32'5310,"-8"44"18730,15-47-20747,8-10-3293,1-3 0,-3-15-106,0-1 0,0 0 0,0 0 0,0 1 0,0-1 0,0 0 0,0 0 0,0 1 1,-1-1-1,1 0 0,0 0 0,0 0 0,0 1 0,0-1 0,-1 0 0,1 0 0,0 0 0,0 0 0,0 1 0,-1-1 0,1 0 0,0 0 0,0 0 0,-1 0 0,1 0 1,0 0-1,0 0 0,-1 0 0,1 0 0,0 0 0,0 0 0,-1 0 0,1 0 0,-1 0-168,1 0 1,0 0-1,0 0 0,-1 0 0,1 0 1,0 0-1,0 0 0,-1 1 1,1-1-1,0 0 0,0 0 1,-1 0-1,1 0 0,0 0 0,0 0 1,-3 4-4654,27-25-14296</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43.084"/>
    </inkml:context>
    <inkml:brush xml:id="br0">
      <inkml:brushProperty name="width" value="0.035" units="cm"/>
      <inkml:brushProperty name="height" value="0.035" units="cm"/>
    </inkml:brush>
  </inkml:definitions>
  <inkml:trace contextRef="#ctx0" brushRef="#br0">144 0 236,'-13'36'1852,"2"-5"3005,6-7 4375,-3 0 1902,3-2-5682,-6 0-5452,3-6 0,0 1 0,-8 0 0,0-3 0,0-2 0,-3-4-6909,14-28-16845,2 1 22026</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45.481"/>
    </inkml:context>
    <inkml:brush xml:id="br0">
      <inkml:brushProperty name="width" value="0.035" units="cm"/>
      <inkml:brushProperty name="height" value="0.035" units="cm"/>
    </inkml:brush>
  </inkml:definitions>
  <inkml:trace contextRef="#ctx0" brushRef="#br0">32 0 916,'-17'8'2085,"16"-7"-1066,0-1 0,0 1 0,-1 0 0,1-1 0,0 1 0,1 0 0,-1 0 0,0 0 0,0 0 0,0 0 0,0 0 0,1 0 0,-2 2 0,2-2-285,0 0 0,0 0-1,-1-1 1,1 1 0,0 0 0,0 0 0,0 0-1,0 0 1,0 0 0,0 0 0,1 0 0,-1 0-1,0 0 1,0 0 0,1-1 0,-1 1 0,1 0-1,0 1 1,11 14 606,24 18-1309,1-2-1,2-1 1,1-1-1,2-3 1,0-1-1,61 26 1,-88-46-31,1 0 0,-1-1 0,1-1 0,1-1 0,-1 0 0,0-1 0,1-1 0,-1 0 0,1-1 0,32-5 0,-20-1 0,0-1 0,0-1 0,0-1 0,-1-2 0,31-16 0,-46 20 0,1 0 0,1 1 0,-1 1 0,1 1 0,0 0 0,0 1 0,22-3 0,-26 6 0,0 1 0,1-1 0,-1 2 0,0-1 0,0 2 0,0-1 0,0 2 0,-1-1 0,1 1 0,18 11 0,5 4 0,-1 2 0,-1 1 0,44 39 0,-67-54 101,11 11-14,-20-17-128,1-1-1,-1 0 1,0 0 0,0 1-1,1-1 1,-1 0 0,0 1-1,0-1 1,1 1-1,-1-1 1,0 0 0,0 1-1,0-1 1,0 1 0,0-1-1,0 0 1,0 1 0,0-1-1,0 1 1,0-1-1,0 0 1,0 1 0,0-1-1,0 1 1,0-1 0,0 1-1,0-1 1,0 0 0,-1 1-1,1-1 1,0 0-1,0 1 1,0-1 0,-1 0-1,1 1 1,0-1 0,0 0-1,-1 1 1,1-1-1,0 0 1,-1 0 0,1 1-1,-1-1 1,1 0 0,0 0-1,-1 0 1,1 1 0,-1-1-1,-3 2-1506</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45.856"/>
    </inkml:context>
    <inkml:brush xml:id="br0">
      <inkml:brushProperty name="width" value="0.035" units="cm"/>
      <inkml:brushProperty name="height" value="0.035" units="cm"/>
    </inkml:brush>
  </inkml:definitions>
  <inkml:trace contextRef="#ctx0" brushRef="#br0">17 1 520,'-4'10'846,"1"0"-1,0 1 1,1-1 0,0 1-1,0 15 1,2-16 647,0 0 1,1 0-1,0 0 0,1 0 1,0 0-1,0-1 0,1 1 0,0 0 1,1-1-1,0 0 0,0 0 1,1 0-1,1 0 0,-1-1 1,13 14-1,-11-14-838,1-1 0,0 0 1,0-1-1,13 9 0,-7-7-655,1-1 0,-1 0 0,1-1 0,1 0 0,-1-2 0,1 1 0,0-2 0,0 0 0,0-1 0,0-1 0,0 0 0,1-1 0,-1-1 0,0-1 0,0 0 0,30-8 0,-4-3 0,-1-2 0,0-2 0,-1-2 0,-1-1 0,37-27 0,-59 37 0,1 0 0,-1 1 0,2 1 0,-1 0 0,21-5 0,-30 11 0,-1 0 0,1 1 0,-1 0 0,1 0 0,-1 0 0,1 1 0,0 1 0,-1 0 0,1 0 0,-1 0 0,1 1 0,-1 0 0,0 1 0,9 4 0,23 13 0,-2 3 0,42 32 0,-61-44-2255,10 3-6288,-27-13 7920,9 0-12146,10-7 8976,-14 4 1870,16-5-102</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46.383"/>
    </inkml:context>
    <inkml:brush xml:id="br0">
      <inkml:brushProperty name="width" value="0.035" units="cm"/>
      <inkml:brushProperty name="height" value="0.035" units="cm"/>
    </inkml:brush>
  </inkml:definitions>
  <inkml:trace contextRef="#ctx0" brushRef="#br0">418 6 620,'19'-6'3670,"-18"6"-3182,-1 0 0,1 0 0,0 0 0,-1 0-1,1 0 1,0 0 0,-1 0 0,1 0 0,0 0-1,-1 1 1,1-1 0,-1 0 0,1 0 0,0 1-1,-1-1 1,1 0 0,-1 1 0,1-1 0,0 0-1,-1 1 1,1-1 0,-1 1 0,0-1 0,1 1-1,0 0 1,-1 0 406,1 0 0,-1 1 0,1-1 0,-1 0 0,0 0 0,0 1 1,0-1-1,1 0 0,-1 1 0,0-1 0,0 0 0,-1 1 0,1 1 0,-5 15 2379,-2-4-3273,0 0 0,-1-1 0,-1 0 0,0 0 0,0-1 0,-16 14 0,-16 24 0,-47 65 0,24-33 0,-100 167 0,161-245 0,1 0 0,-1 1 0,1 0 0,0-1 0,1 1 0,-1 0 0,1 0 0,0 0 0,0 0 0,1 0 0,-1 0 0,1 0 0,1 6 0,0-8 0,0 0 0,0 0 0,0 0 0,0 0 0,1 0 0,-1 0 0,1-1 0,0 1 0,0-1 0,0 1 0,0-1 0,0 0 0,1 0 0,-1 0 0,1 0 0,-1 0 0,1 0 0,0-1 0,0 1 0,-1-1 0,6 2 0,11 4 0,-1-1 0,1-1 0,0 0 0,0-2 0,35 2 0,101-5 0,-106-2 0,236-14 0,-244 20 222,-36-2-367,0-1 0,1 0 0,-1-1 0,1 0 0,-1 1 0,1-2 1,7 0-1</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46.585"/>
    </inkml:context>
    <inkml:brush xml:id="br0">
      <inkml:brushProperty name="width" value="0.035" units="cm"/>
      <inkml:brushProperty name="height" value="0.035" units="cm"/>
    </inkml:brush>
  </inkml:definitions>
  <inkml:trace contextRef="#ctx0" brushRef="#br0">38 5 916,'-16'-5'-259,"-2"9"14557,17-4-13658,1 1-1,0-1 1,-1 1 0,1 0 0,0-1 0,-1 1 0,1-1 0,0 1 0,0 0 0,0-1 0,-1 1 0,1 0-1,0-1 1,0 1 0,0 0 0,0-1 0,0 1 0,0 0 0,4 18 4173,27 66-3777,7 26-1235,-37-107 199,82 340 0,-68-266 0,-4 0 0,2 117 0,-16-142-1526,-6-24-2612</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46.971"/>
    </inkml:context>
    <inkml:brush xml:id="br0">
      <inkml:brushProperty name="width" value="0.035" units="cm"/>
      <inkml:brushProperty name="height" value="0.035" units="cm"/>
    </inkml:brush>
  </inkml:definitions>
  <inkml:trace contextRef="#ctx0" brushRef="#br0">379 37 1052,'-13'-13'4161,"-12"-5"8242,24 17-11544,-1 0 0,0 1-1,1-1 1,-1 0 0,0 1 0,1-1-1,-1 1 1,0 0 0,0 0-1,1 0 1,-1 0 0,0 0-1,-3 0 1,-12 11 2266,-6 16-3125,2 1 0,1 0 0,2 2 0,1 1 0,-15 35 0,5-11 0,-3 1 0,-43 93 0,66-132 0,1 0 0,0 0 0,2 1 0,0 0 0,0 0 0,0 32 0,4-46 0,0 1 0,0-1 0,1 1 0,-1-1 0,1 1 0,0-1 0,1 1 0,-1-1 0,1 0 0,-1 0 0,1 1 0,1-1 0,-1-1 0,0 1 0,1 0 0,4 4 0,-2-4 0,0 1 0,1-1 0,0 0 0,-1 0 0,1-1 0,1 0 0,-1 0 0,0 0 0,1-1 0,8 2 0,8 3 0,0 0 0,1-2 0,0-1 0,0-1 0,1-1 0,-1-1 0,0-1 0,0-1 0,28-5 0,-3-4 31,-4 2-149,-2-2 0,1-2-1,-1-2 1,51-24-1,-78 28-4972,18-21-15146,-18 10 15491,-5 2 3070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47.174"/>
    </inkml:context>
    <inkml:brush xml:id="br0">
      <inkml:brushProperty name="width" value="0.035" units="cm"/>
      <inkml:brushProperty name="height" value="0.035" units="cm"/>
    </inkml:brush>
  </inkml:definitions>
  <inkml:trace contextRef="#ctx0" brushRef="#br0">155 5 488,'-28'-4'1002,"24"4"295,1 0 0,0 0 0,0 0 0,0 0 0,0 1-1,0 0 1,0 0 0,0 0 0,0 0 0,0 0 0,0 0 0,0 1 0,0-1 0,1 1 0,-1 0 0,0 0 0,1 0-1,0 0 1,-4 4 0,-11 24 3501,8-6-4664,1 1 0,1 1 0,2 0 0,-4 32 0,-1 107-263,9-146 125,18 710 4,-10-659-373,2 50-4572,-9-113 1354,0 1 0,1-1 1,0 0-1,0 0 0,5 13 0,5-1-969,-3-9 3268</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51.571"/>
    </inkml:context>
    <inkml:brush xml:id="br0">
      <inkml:brushProperty name="width" value="0.035" units="cm"/>
      <inkml:brushProperty name="height" value="0.035" units="cm"/>
    </inkml:brush>
  </inkml:definitions>
  <inkml:trace contextRef="#ctx0" brushRef="#br0">334 44 768,'-3'-14'2407,"-5"-13"25845,7 26-28191,0 1 0,1 0-1,-1-1 1,0 1 0,0 0 0,1 0 0,-1-1 0,0 1 0,0 0-1,0 0 1,1 0 0,-1 0 0,0 0 0,0 0 0,0 0 0,1 0-1,-1 1 1,0-1 0,0 0 0,0 0 0,1 1 0,-1-1 0,0 0 0,1 1-1,-1-1 1,-1 2 0,-21 15-291,17-12 153,-15 13 77,1 0 0,1 1 0,1 1 0,1 1 0,-28 42 0,18-16 0,-41 97 0,60-123 0,1 0 0,1 0 0,1 1 0,1 0 0,1 0 0,1 0 0,0 0 0,2 0 0,1 1 0,7 40 0,-6-48 0,1-1 0,1 0 0,0-1 0,1 1 0,0-1 0,1 0 0,1 0 0,0 0 0,0-1 0,2 0 0,-1-1 0,1 0 0,1 0 0,0-1 0,1 0 0,0-1 0,21 14 0,-27-19 0,1-1 0,0 0 0,0 0 0,0-1 0,0 0 0,0 0 0,1-1 0,-1 1 0,0-1 0,1 0 0,-1-1 0,1 0 0,-1 0 0,1 0 0,-1-1 0,1 0 0,-1 0 0,0-1 0,1 0 0,-1 0 0,0 0 0,0-1 0,0 1 0,0-2 0,-1 1 0,1-1 0,-1 1 0,0-1 0,8-9 0,1-2 0,0 0 0,-1-1 0,-1 0 0,-1-1 0,0-1 0,-2 0 0,0 0 0,10-27 0,-5 4 0,-2 0 0,-1-1 0,6-50 0,-14 66 0,-1 1 0,-1-1 0,-1 0 0,-1 0 0,-2 1 0,-8-42 0,9 59 0,-1 1 0,1 0 0,-1 0 0,0 0 0,-1 0 0,1 0 0,-1 1 0,-1 0 0,1-1 0,-1 2 0,0-1 0,-1 0 0,1 1 0,-1 0 0,0 1 0,0-1 0,-1 1 0,1 0 0,-1 1 0,0-1 0,0 1 0,-8-2 0,5 2 0,0 1 0,0 0 0,0 1 0,-1 0 0,1 1 0,0 0 0,0 1 0,0 0 0,0 0 0,0 1 0,0 0 0,0 1 0,0 0 0,1 0 0,-1 1 0,-10 7 0,9-4 0,1 0 0,-1 1 0,1 0 0,1 1 0,0 0 0,0 0 0,0 1 0,1 0 0,1 1 0,-11 19 0,9-13 0,1 2 0,0-1 0,1 1 0,1 0 0,1 0 0,-3 25 0,7-41-365,1-1 0,0 1 0,0-1 0,0 1 0,0 0 0,0-1 0,0 1 0,1 0 0,-1-1 0,1 1 0,0-1 0,1 3 0,-2-3-254,1-1 0,0 0 1,0 0-1,0 0 0,0 0 0,0 0 0,0 0 0,0 0 0,0 0 0,0 0 0,0 0 0,0-1 0,1 1 0,-1 0 0,0-1 1,3 2-1,0-2-933,0 1 1,-1 0-1,1-1 1,0 0 0,0 0-1,0 0 1,6-1-1,17-5-2137,12-4 2405</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52.082"/>
    </inkml:context>
    <inkml:brush xml:id="br0">
      <inkml:brushProperty name="width" value="0.035" units="cm"/>
      <inkml:brushProperty name="height" value="0.035" units="cm"/>
    </inkml:brush>
  </inkml:definitions>
  <inkml:trace contextRef="#ctx0" brushRef="#br0">421 411 244,'-60'-6'5095,"47"5"-2416,0 2 0,0 0 0,0 1 0,0 0 0,0 0 0,0 2 0,1 0 0,-16 6 1,-17 15 632,31-14-3312,-1 1 0,2 0 0,-1 1 0,2 0 0,0 1 0,1 1 0,0 0 0,1 0 0,0 1 0,2 1 0,0-1 0,1 1 0,-10 34 0,11-30 0,1 1 0,1-1 0,1 0 0,0 1 0,2 0 0,1-1 0,0 1 0,2 0 0,0 0 0,2-1 0,9 33 0,-10-45 0,0-1 0,1 0 0,0 0 0,0 0 0,1 0 0,0-1 0,0 1 0,1-2 0,0 1 0,0 0 0,1-1 0,0 0 0,0-1 0,0 1 0,1-1 0,-1-1 0,1 1 0,0-2 0,1 1 0,-1-1 0,1 0 0,-1 0 0,1-1 0,0-1 0,0 1 0,0-1 0,0-1 0,0 0 0,0 0 0,0-1 0,0 0 0,0 0 0,0-1 0,-1 0 0,1-1 0,13-5 0,-2-3 0,0-1 0,-1 0 0,-1-1 0,0-1 0,0-1 0,-1-1 0,-1 0 0,-1-1 0,0-1 0,-2 0 0,0-1 0,13-24 0,-1-5 0,-2 0 0,-2-2 0,-2 0 0,13-56 0,-20 57 0,-2 1 0,-2-1 0,1-57 0,-8 85 0,-1 0 0,-1 1 0,-1-1 0,0 0 0,-2 1 0,-1 0 0,0 0 0,-1 0 0,-1 0 0,-11-20 0,15 34 0,-1 0 0,1 0 0,-1 1 0,0-1 0,-1 1 0,1 0 0,-1 1 0,0-1 0,0 1 0,-1-1 0,1 2 0,-1-1 0,0 1 0,0 0 0,0 0 0,0 0 0,-1 1 0,1 0 0,-1 0 0,-11-1 0,8 2 0,0 1 0,0 1 0,0-1 0,0 2 0,0-1 0,1 1 0,-1 1 0,0 0 0,1 0 0,0 1 0,-1 0 0,2 1 0,-12 7 0,1 1 0,0 1 0,1 1 0,1 1 0,1 1 0,0 0 0,-17 25 0,11-11 0,2 1 0,0 1 0,-15 38 0,-10 44-1461,11 1-3835,34-115 4876,0-1 0,0 1 1,-1 0-1,1-1 0,0 1 1,0-1-1,0 1 0,0 0 1,0-1-1,0 1 0,0-1 1,0 1-1,0 0 0,0-1 1,0 1-1,0-1 0,1 1 1,-1 0-1,0-1 0,0 1 1,1-1-1,-1 1 0,0-1 1,1 1-1,-1-1 0,0 1 1,1-1-1,-1 1 0,1-1 1,-1 0-1,1 1 0,-1-1 1,1 1-1,-1-1 0,1 0 0,-1 0 1,1 1-1,-1-1 0,1 0 1,0 0-1,-1 0 0,2 1 1,12-2-4590,0-1 3562,9-7 67</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0T11:20:52.574"/>
    </inkml:context>
    <inkml:brush xml:id="br0">
      <inkml:brushProperty name="width" value="0.035" units="cm"/>
      <inkml:brushProperty name="height" value="0.035" units="cm"/>
    </inkml:brush>
  </inkml:definitions>
  <inkml:trace contextRef="#ctx0" brushRef="#br0">289 227 668,'-36'14'1873,"30"-11"-82,1 0 0,-1 0-1,1 1 1,0 0 0,0-1 0,1 2 0,-1-1 0,1 0-1,0 1 1,0 0 0,0 0 0,1 0 0,-5 10 0,-7 29 2988,3 31-4687,4 1 1,3 0 0,5 90 0,1-136-93,1 1 0,1-1 0,1 0 0,2 0 0,1 0 0,1-1 0,25 57 0,-27-76 0,0 1 0,0-1 0,1 1 0,1-2 0,-1 1 0,2-1 0,-1 0 0,1-1 0,17 12 0,-17-14 0,0-1 0,1 0 0,-1-1 0,1 0 0,-1-1 0,1 0 0,0-1 0,1 0 0,-1 0 0,0-1 0,0 0 0,21-2 0,-21 1 0,0-2 0,1 1 0,-1-1 0,0-1 0,0 0 0,0 0 0,-1-1 0,1-1 0,-1 1 0,9-7 0,-5 2 0,-1-1 0,0 0 0,0 0 0,-1-1 0,20-25 0,-11 6 0,-1-1 0,-1 0 0,-2-2 0,24-67 0,-24 51 0,-3-1 0,-1 0 0,-3-1 0,-3 0 0,-1 0 0,-3-1 0,-1 1 0,-4 0 0,-14-90 0,15 128 0,-2-1 0,0 1 0,0 0 0,-1 1 0,0-1 0,-1 1 0,-1 0 0,0 0 0,-1 1 0,0 0 0,0 0 0,-14-12 0,14 15 0,0 1 0,-1 1 0,0-1 0,-1 1 0,1 1 0,-1 0 0,0 0 0,-1 1 0,1 1 0,-1-1 0,1 2 0,-1-1 0,0 2 0,0-1 0,-18 1 0,9 2 0,0 1 0,0 1 0,0 0 0,0 2 0,0 0 0,1 2 0,0 0 0,0 1 0,1 0 0,0 2 0,1 0 0,0 1 0,0 1 0,-14 14 0,3-1 0,2 0 0,1 2 0,1 1 0,1 1 0,1 1 0,-31 60 0,43-70-300,1 1 0,0 0 1,2 1-1,-7 36 0,13-40-4773,1-16 4208,0-1 0,0 1 0,1-1 0,-1 1 0,1-1 0,-1 1 0,1-1 0,0 0 0,-1 1 0,1-1-1,0 0 1,0 0 0,1 2 0,0-2-65,-1 1 1,0-1-1,1 0 0,0 0 0,-1 0 0,1 0 0,0-1 0,-1 1 0,1 0 0,3 0 0,14 1-797,15-3-109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370C6-0EB6-AB4C-B6F2-DFBA4991C1ED}" type="datetimeFigureOut">
              <a:rPr lang="en-US" smtClean="0"/>
              <a:t>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5E6A36-EFE3-384E-8CE4-826E10130968}" type="slidenum">
              <a:rPr lang="en-US" smtClean="0"/>
              <a:t>‹#›</a:t>
            </a:fld>
            <a:endParaRPr lang="en-US"/>
          </a:p>
        </p:txBody>
      </p:sp>
    </p:spTree>
    <p:extLst>
      <p:ext uri="{BB962C8B-B14F-4D97-AF65-F5344CB8AC3E}">
        <p14:creationId xmlns:p14="http://schemas.microsoft.com/office/powerpoint/2010/main" val="780623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dirty="0"/>
          </a:p>
        </p:txBody>
      </p:sp>
      <p:sp>
        <p:nvSpPr>
          <p:cNvPr id="4" name="Rectangl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5D3BF3-D352-46FC-8343-31F56E6730E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sz="1200" b="0" i="0" u="none" strike="noStrike" kern="1200" cap="none" spc="0" normalizeH="0" baseline="0" noProof="0" dirty="0">
                <a:ln>
                  <a:noFill/>
                </a:ln>
                <a:solidFill>
                  <a:srgbClr val="EC767C"/>
                </a:solidFill>
                <a:effectLst/>
                <a:uLnTx/>
                <a:uFillTx/>
                <a:latin typeface="Tw Cen MT"/>
                <a:ea typeface="+mn-ea"/>
                <a:cs typeface="+mn-cs"/>
              </a:rPr>
              <a:t>underwriters</a:t>
            </a:r>
            <a:endParaRPr lang="en-US" dirty="0"/>
          </a:p>
        </p:txBody>
      </p:sp>
      <p:sp>
        <p:nvSpPr>
          <p:cNvPr id="4" name="Slide Number Placeholder 3"/>
          <p:cNvSpPr>
            <a:spLocks noGrp="1"/>
          </p:cNvSpPr>
          <p:nvPr>
            <p:ph type="sldNum" sz="quarter" idx="5"/>
          </p:nvPr>
        </p:nvSpPr>
        <p:spPr/>
        <p:txBody>
          <a:bodyPr/>
          <a:lstStyle/>
          <a:p>
            <a:fld id="{C65E6A36-EFE3-384E-8CE4-826E10130968}" type="slidenum">
              <a:rPr lang="en-US" smtClean="0"/>
              <a:t>7</a:t>
            </a:fld>
            <a:endParaRPr lang="en-US"/>
          </a:p>
        </p:txBody>
      </p:sp>
    </p:spTree>
    <p:extLst>
      <p:ext uri="{BB962C8B-B14F-4D97-AF65-F5344CB8AC3E}">
        <p14:creationId xmlns:p14="http://schemas.microsoft.com/office/powerpoint/2010/main" val="1467830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http://www.temasek.com.sg/investorrelations/temasekeurocommercialpaper</a:t>
            </a:r>
          </a:p>
          <a:p>
            <a:endParaRPr lang="en-US" dirty="0"/>
          </a:p>
          <a:p>
            <a:r>
              <a:rPr lang="en-US" dirty="0"/>
              <a:t>https://prezi.com/xvx9dzh__ply/commercial-paper/</a:t>
            </a:r>
          </a:p>
          <a:p>
            <a:r>
              <a:rPr lang="en-US" sz="1200" kern="1200" dirty="0">
                <a:solidFill>
                  <a:schemeClr val="tx1"/>
                </a:solidFill>
                <a:latin typeface="+mn-lt"/>
                <a:ea typeface="+mn-ea"/>
                <a:cs typeface="+mn-cs"/>
              </a:rPr>
              <a:t>Since CP is an unsecured promissory note, any company issuing the paper must represent a good credit risk. CP issuers are typically household names and have a substantial net worth. CP is not for small companies. Investors must be willing to buy unsecured CP based on the company’s reputation and review of the company’s financial position. Without a very strong reputation, the dealers of CP (“placement agents”) would not be able to successfully sell this product.</a:t>
            </a:r>
            <a:endParaRPr lang="en-US" dirty="0"/>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11</a:t>
            </a:fld>
            <a:endParaRPr lang="en-US"/>
          </a:p>
        </p:txBody>
      </p:sp>
    </p:spTree>
    <p:extLst>
      <p:ext uri="{BB962C8B-B14F-4D97-AF65-F5344CB8AC3E}">
        <p14:creationId xmlns:p14="http://schemas.microsoft.com/office/powerpoint/2010/main" val="3818588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b="1" i="0" u="none" strike="noStrike" dirty="0">
                <a:solidFill>
                  <a:srgbClr val="0F0F0F"/>
                </a:solidFill>
                <a:effectLst/>
                <a:latin typeface="Roboto" panose="020F0502020204030204" pitchFamily="34" charset="0"/>
              </a:rPr>
              <a:t>Money Market : What is Banker's Acceptance? How it works? Pro &amp; Cons (Download for free) CFA Level 1</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t>
            </a:r>
            <a:r>
              <a:rPr lang="en-US" dirty="0" err="1"/>
              <a:t>www.youtube.com</a:t>
            </a:r>
            <a:r>
              <a:rPr lang="en-US" dirty="0"/>
              <a:t>/</a:t>
            </a:r>
            <a:r>
              <a:rPr lang="en-US" dirty="0" err="1"/>
              <a:t>watch?v</a:t>
            </a:r>
            <a:r>
              <a:rPr lang="en-US" dirty="0"/>
              <a:t>=mPB_ezqe5iA</a:t>
            </a:r>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12</a:t>
            </a:fld>
            <a:endParaRPr lang="en-US"/>
          </a:p>
        </p:txBody>
      </p:sp>
    </p:spTree>
    <p:extLst>
      <p:ext uri="{BB962C8B-B14F-4D97-AF65-F5344CB8AC3E}">
        <p14:creationId xmlns:p14="http://schemas.microsoft.com/office/powerpoint/2010/main" val="2178075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13</a:t>
            </a:fld>
            <a:endParaRPr lang="en-US"/>
          </a:p>
        </p:txBody>
      </p:sp>
    </p:spTree>
    <p:extLst>
      <p:ext uri="{BB962C8B-B14F-4D97-AF65-F5344CB8AC3E}">
        <p14:creationId xmlns:p14="http://schemas.microsoft.com/office/powerpoint/2010/main" val="4141618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14</a:t>
            </a:fld>
            <a:endParaRPr lang="en-US"/>
          </a:p>
        </p:txBody>
      </p:sp>
    </p:spTree>
    <p:extLst>
      <p:ext uri="{BB962C8B-B14F-4D97-AF65-F5344CB8AC3E}">
        <p14:creationId xmlns:p14="http://schemas.microsoft.com/office/powerpoint/2010/main" val="41349584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15</a:t>
            </a:fld>
            <a:endParaRPr lang="en-US"/>
          </a:p>
        </p:txBody>
      </p:sp>
    </p:spTree>
    <p:extLst>
      <p:ext uri="{BB962C8B-B14F-4D97-AF65-F5344CB8AC3E}">
        <p14:creationId xmlns:p14="http://schemas.microsoft.com/office/powerpoint/2010/main" val="2385603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16</a:t>
            </a:fld>
            <a:endParaRPr lang="en-US"/>
          </a:p>
        </p:txBody>
      </p:sp>
    </p:spTree>
    <p:extLst>
      <p:ext uri="{BB962C8B-B14F-4D97-AF65-F5344CB8AC3E}">
        <p14:creationId xmlns:p14="http://schemas.microsoft.com/office/powerpoint/2010/main" val="2474354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17</a:t>
            </a:fld>
            <a:endParaRPr lang="en-US"/>
          </a:p>
        </p:txBody>
      </p:sp>
    </p:spTree>
    <p:extLst>
      <p:ext uri="{BB962C8B-B14F-4D97-AF65-F5344CB8AC3E}">
        <p14:creationId xmlns:p14="http://schemas.microsoft.com/office/powerpoint/2010/main" val="1046804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https://</a:t>
            </a:r>
            <a:r>
              <a:rPr lang="en-SG" dirty="0" err="1"/>
              <a:t>corporatefinanceinstitute.com</a:t>
            </a:r>
            <a:r>
              <a:rPr lang="en-SG" dirty="0"/>
              <a:t>/resources/equities/</a:t>
            </a:r>
            <a:r>
              <a:rPr lang="en-SG" dirty="0" err="1"/>
              <a:t>dow</a:t>
            </a:r>
            <a:r>
              <a:rPr lang="en-SG" dirty="0"/>
              <a:t>-jones-industrial-average-</a:t>
            </a:r>
            <a:r>
              <a:rPr lang="en-SG" dirty="0" err="1"/>
              <a:t>djia</a:t>
            </a:r>
            <a:r>
              <a:rPr lang="en-SG" dirty="0"/>
              <a:t>/</a:t>
            </a:r>
          </a:p>
          <a:p>
            <a:r>
              <a:rPr lang="en-SG" dirty="0"/>
              <a:t>30; Apple, VISA, Coke Cola, Microsoft, Disney, Nike</a:t>
            </a:r>
          </a:p>
        </p:txBody>
      </p:sp>
      <p:sp>
        <p:nvSpPr>
          <p:cNvPr id="4" name="Slide Number Placeholder 3"/>
          <p:cNvSpPr>
            <a:spLocks noGrp="1"/>
          </p:cNvSpPr>
          <p:nvPr>
            <p:ph type="sldNum" sz="quarter" idx="5"/>
          </p:nvPr>
        </p:nvSpPr>
        <p:spPr/>
        <p:txBody>
          <a:bodyPr/>
          <a:lstStyle/>
          <a:p>
            <a:fld id="{C65E6A36-EFE3-384E-8CE4-826E10130968}" type="slidenum">
              <a:rPr lang="en-US" smtClean="0"/>
              <a:t>18</a:t>
            </a:fld>
            <a:endParaRPr lang="en-US"/>
          </a:p>
        </p:txBody>
      </p:sp>
    </p:spTree>
    <p:extLst>
      <p:ext uri="{BB962C8B-B14F-4D97-AF65-F5344CB8AC3E}">
        <p14:creationId xmlns:p14="http://schemas.microsoft.com/office/powerpoint/2010/main" val="2146593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19</a:t>
            </a:fld>
            <a:endParaRPr lang="en-US"/>
          </a:p>
        </p:txBody>
      </p:sp>
    </p:spTree>
    <p:extLst>
      <p:ext uri="{BB962C8B-B14F-4D97-AF65-F5344CB8AC3E}">
        <p14:creationId xmlns:p14="http://schemas.microsoft.com/office/powerpoint/2010/main" val="995582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Dow Jones’ component stocks</a:t>
            </a:r>
            <a:r>
              <a:rPr lang="en-US" baseline="0" dirty="0"/>
              <a:t> include Apple, IBM, Boeing, American Express, McDonald’s, Wal-Mart, and so on.</a:t>
            </a:r>
            <a:endParaRPr lang="en-US" dirty="0"/>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20</a:t>
            </a:fld>
            <a:endParaRPr lang="en-US"/>
          </a:p>
        </p:txBody>
      </p:sp>
    </p:spTree>
    <p:extLst>
      <p:ext uri="{BB962C8B-B14F-4D97-AF65-F5344CB8AC3E}">
        <p14:creationId xmlns:p14="http://schemas.microsoft.com/office/powerpoint/2010/main" val="28733357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sz="1200" b="0" i="0" u="none" strike="noStrike" kern="1200" cap="none" spc="0" normalizeH="0" baseline="0" noProof="0" dirty="0">
                <a:ln>
                  <a:noFill/>
                </a:ln>
                <a:solidFill>
                  <a:prstClr val="black"/>
                </a:solidFill>
                <a:effectLst/>
                <a:uLnTx/>
                <a:uFillTx/>
                <a:latin typeface="Tw Cen MT"/>
                <a:ea typeface="+mn-ea"/>
                <a:cs typeface="+mn-cs"/>
              </a:rPr>
              <a:t>Price-weighted index gives higher-priced shares more weight in determining performance of the index compared to market-value-weighted index.</a:t>
            </a:r>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21</a:t>
            </a:fld>
            <a:endParaRPr lang="en-US"/>
          </a:p>
        </p:txBody>
      </p:sp>
    </p:spTree>
    <p:extLst>
      <p:ext uri="{BB962C8B-B14F-4D97-AF65-F5344CB8AC3E}">
        <p14:creationId xmlns:p14="http://schemas.microsoft.com/office/powerpoint/2010/main" val="11233482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Apple split history: 7 for 1 on June 9,</a:t>
            </a:r>
            <a:r>
              <a:rPr lang="en-US" baseline="0" dirty="0"/>
              <a:t> 2014; 2-for-1 on Feb 28 2005, June 21, 2000 and June 16, 1987</a:t>
            </a:r>
            <a:endParaRPr lang="en-US" dirty="0"/>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22</a:t>
            </a:fld>
            <a:endParaRPr lang="en-US"/>
          </a:p>
        </p:txBody>
      </p:sp>
    </p:spTree>
    <p:extLst>
      <p:ext uri="{BB962C8B-B14F-4D97-AF65-F5344CB8AC3E}">
        <p14:creationId xmlns:p14="http://schemas.microsoft.com/office/powerpoint/2010/main" val="41288722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23</a:t>
            </a:fld>
            <a:endParaRPr lang="en-US"/>
          </a:p>
        </p:txBody>
      </p:sp>
    </p:spTree>
    <p:extLst>
      <p:ext uri="{BB962C8B-B14F-4D97-AF65-F5344CB8AC3E}">
        <p14:creationId xmlns:p14="http://schemas.microsoft.com/office/powerpoint/2010/main" val="565479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Answer:</a:t>
            </a:r>
            <a:r>
              <a:rPr lang="en-US" baseline="0" dirty="0"/>
              <a:t> 1. MV-weighted index; 2. top 30 companies</a:t>
            </a:r>
            <a:endParaRPr lang="en-US" dirty="0"/>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24</a:t>
            </a:fld>
            <a:endParaRPr lang="en-US"/>
          </a:p>
        </p:txBody>
      </p:sp>
    </p:spTree>
    <p:extLst>
      <p:ext uri="{BB962C8B-B14F-4D97-AF65-F5344CB8AC3E}">
        <p14:creationId xmlns:p14="http://schemas.microsoft.com/office/powerpoint/2010/main" val="874885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7DDC1-F938-39E6-B3F4-EE600A5A009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310E25C-DA30-F293-094D-6C39E109A1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2DFDE2F-3C96-91B6-5144-86EF252C9221}"/>
              </a:ext>
            </a:extLst>
          </p:cNvPr>
          <p:cNvSpPr>
            <a:spLocks noGrp="1"/>
          </p:cNvSpPr>
          <p:nvPr>
            <p:ph type="dt" sz="half" idx="10"/>
          </p:nvPr>
        </p:nvSpPr>
        <p:spPr/>
        <p:txBody>
          <a:bodyPr/>
          <a:lstStyle/>
          <a:p>
            <a:fld id="{D69FE89A-86BA-FD42-9062-6FDC96000E94}" type="datetimeFigureOut">
              <a:rPr lang="en-US" smtClean="0"/>
              <a:t>2/10/2025</a:t>
            </a:fld>
            <a:endParaRPr lang="en-US"/>
          </a:p>
        </p:txBody>
      </p:sp>
      <p:sp>
        <p:nvSpPr>
          <p:cNvPr id="5" name="Footer Placeholder 4">
            <a:extLst>
              <a:ext uri="{FF2B5EF4-FFF2-40B4-BE49-F238E27FC236}">
                <a16:creationId xmlns:a16="http://schemas.microsoft.com/office/drawing/2014/main" id="{D930E73F-BD8A-1A31-E1EA-8D0C5BAD9B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4404F0-4178-CE82-D356-35F161479C3B}"/>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791111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3162-2B14-4CA9-34B5-4C54D72AC02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7AE6F61-CB65-7BDF-539B-E50D55B140E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AA6BF6-4C90-201F-92CF-20B243068639}"/>
              </a:ext>
            </a:extLst>
          </p:cNvPr>
          <p:cNvSpPr>
            <a:spLocks noGrp="1"/>
          </p:cNvSpPr>
          <p:nvPr>
            <p:ph type="dt" sz="half" idx="10"/>
          </p:nvPr>
        </p:nvSpPr>
        <p:spPr/>
        <p:txBody>
          <a:bodyPr/>
          <a:lstStyle/>
          <a:p>
            <a:fld id="{D69FE89A-86BA-FD42-9062-6FDC96000E94}" type="datetimeFigureOut">
              <a:rPr lang="en-US" smtClean="0"/>
              <a:t>2/10/2025</a:t>
            </a:fld>
            <a:endParaRPr lang="en-US"/>
          </a:p>
        </p:txBody>
      </p:sp>
      <p:sp>
        <p:nvSpPr>
          <p:cNvPr id="5" name="Footer Placeholder 4">
            <a:extLst>
              <a:ext uri="{FF2B5EF4-FFF2-40B4-BE49-F238E27FC236}">
                <a16:creationId xmlns:a16="http://schemas.microsoft.com/office/drawing/2014/main" id="{7CF38521-5721-D7E9-C5BD-1A005E7DB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9A9494-39DF-3752-31D7-E1A2FF29F375}"/>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73007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0C542-42B3-DEF2-8D99-F6F5CFA91C5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B43B492-7744-AEE7-3E0D-9B0B34D5BB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F49855A-1C3C-BCAF-BA93-EFB9556B35E9}"/>
              </a:ext>
            </a:extLst>
          </p:cNvPr>
          <p:cNvSpPr>
            <a:spLocks noGrp="1"/>
          </p:cNvSpPr>
          <p:nvPr>
            <p:ph type="dt" sz="half" idx="10"/>
          </p:nvPr>
        </p:nvSpPr>
        <p:spPr/>
        <p:txBody>
          <a:bodyPr/>
          <a:lstStyle/>
          <a:p>
            <a:fld id="{D69FE89A-86BA-FD42-9062-6FDC96000E94}" type="datetimeFigureOut">
              <a:rPr lang="en-US" smtClean="0"/>
              <a:t>2/10/2025</a:t>
            </a:fld>
            <a:endParaRPr lang="en-US"/>
          </a:p>
        </p:txBody>
      </p:sp>
      <p:sp>
        <p:nvSpPr>
          <p:cNvPr id="5" name="Footer Placeholder 4">
            <a:extLst>
              <a:ext uri="{FF2B5EF4-FFF2-40B4-BE49-F238E27FC236}">
                <a16:creationId xmlns:a16="http://schemas.microsoft.com/office/drawing/2014/main" id="{D0A5939B-A777-DBE7-E457-B3D5F69415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F3945-DAEF-EC24-6450-36E53556C748}"/>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099312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2EDA-922E-3FB8-D74A-041F33CF58F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626B4D5-9E31-2CBB-683F-631D34E8B2F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8D82937-D4A7-B2A4-73BE-97B71BF7722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F7BE170-5ED5-DBDC-9598-3BC575CCC857}"/>
              </a:ext>
            </a:extLst>
          </p:cNvPr>
          <p:cNvSpPr>
            <a:spLocks noGrp="1"/>
          </p:cNvSpPr>
          <p:nvPr>
            <p:ph type="dt" sz="half" idx="10"/>
          </p:nvPr>
        </p:nvSpPr>
        <p:spPr/>
        <p:txBody>
          <a:bodyPr/>
          <a:lstStyle/>
          <a:p>
            <a:fld id="{D69FE89A-86BA-FD42-9062-6FDC96000E94}" type="datetimeFigureOut">
              <a:rPr lang="en-US" smtClean="0"/>
              <a:t>2/10/2025</a:t>
            </a:fld>
            <a:endParaRPr lang="en-US"/>
          </a:p>
        </p:txBody>
      </p:sp>
      <p:sp>
        <p:nvSpPr>
          <p:cNvPr id="6" name="Footer Placeholder 5">
            <a:extLst>
              <a:ext uri="{FF2B5EF4-FFF2-40B4-BE49-F238E27FC236}">
                <a16:creationId xmlns:a16="http://schemas.microsoft.com/office/drawing/2014/main" id="{45A24D56-BF9A-22ED-C2A7-99F5991BA5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5E357D-6133-6A46-144D-403593448CB4}"/>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78446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F133A-AC9A-D625-3179-1A32B69871D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B6DEC2B-4EC1-0AC9-08A1-712C1D601E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5CEA498-10A5-5B38-CA4A-8DBAEECD126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040DD02-8608-91C6-80F3-31687FF44D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4733F49-49EF-E36F-8072-31F0522E873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A5AD18D-8600-3D9E-F7DF-BB27CC9E6273}"/>
              </a:ext>
            </a:extLst>
          </p:cNvPr>
          <p:cNvSpPr>
            <a:spLocks noGrp="1"/>
          </p:cNvSpPr>
          <p:nvPr>
            <p:ph type="dt" sz="half" idx="10"/>
          </p:nvPr>
        </p:nvSpPr>
        <p:spPr/>
        <p:txBody>
          <a:bodyPr/>
          <a:lstStyle/>
          <a:p>
            <a:fld id="{D69FE89A-86BA-FD42-9062-6FDC96000E94}" type="datetimeFigureOut">
              <a:rPr lang="en-US" smtClean="0"/>
              <a:t>2/10/2025</a:t>
            </a:fld>
            <a:endParaRPr lang="en-US"/>
          </a:p>
        </p:txBody>
      </p:sp>
      <p:sp>
        <p:nvSpPr>
          <p:cNvPr id="8" name="Footer Placeholder 7">
            <a:extLst>
              <a:ext uri="{FF2B5EF4-FFF2-40B4-BE49-F238E27FC236}">
                <a16:creationId xmlns:a16="http://schemas.microsoft.com/office/drawing/2014/main" id="{2F831029-141B-BFFF-73FF-A66219D4D9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06EEDD-A397-2580-48D3-A253530AE4FD}"/>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892218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4DE71-0437-F5AA-9446-18C06C7C453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ED63A9C-6008-2E20-B9B1-4A0FAA4C0809}"/>
              </a:ext>
            </a:extLst>
          </p:cNvPr>
          <p:cNvSpPr>
            <a:spLocks noGrp="1"/>
          </p:cNvSpPr>
          <p:nvPr>
            <p:ph type="dt" sz="half" idx="10"/>
          </p:nvPr>
        </p:nvSpPr>
        <p:spPr/>
        <p:txBody>
          <a:bodyPr/>
          <a:lstStyle/>
          <a:p>
            <a:fld id="{D69FE89A-86BA-FD42-9062-6FDC96000E94}" type="datetimeFigureOut">
              <a:rPr lang="en-US" smtClean="0"/>
              <a:t>2/10/2025</a:t>
            </a:fld>
            <a:endParaRPr lang="en-US"/>
          </a:p>
        </p:txBody>
      </p:sp>
      <p:sp>
        <p:nvSpPr>
          <p:cNvPr id="4" name="Footer Placeholder 3">
            <a:extLst>
              <a:ext uri="{FF2B5EF4-FFF2-40B4-BE49-F238E27FC236}">
                <a16:creationId xmlns:a16="http://schemas.microsoft.com/office/drawing/2014/main" id="{D9186955-7AF9-A7DD-C41A-4F16D1B5AD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E9460A-1480-FE9F-9A17-937A23D56FF2}"/>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953201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E15C2-1EC8-B992-ECD0-C58895213ED6}"/>
              </a:ext>
            </a:extLst>
          </p:cNvPr>
          <p:cNvSpPr>
            <a:spLocks noGrp="1"/>
          </p:cNvSpPr>
          <p:nvPr>
            <p:ph type="dt" sz="half" idx="10"/>
          </p:nvPr>
        </p:nvSpPr>
        <p:spPr/>
        <p:txBody>
          <a:bodyPr/>
          <a:lstStyle/>
          <a:p>
            <a:fld id="{D69FE89A-86BA-FD42-9062-6FDC96000E94}" type="datetimeFigureOut">
              <a:rPr lang="en-US" smtClean="0"/>
              <a:t>2/10/2025</a:t>
            </a:fld>
            <a:endParaRPr lang="en-US"/>
          </a:p>
        </p:txBody>
      </p:sp>
      <p:sp>
        <p:nvSpPr>
          <p:cNvPr id="3" name="Footer Placeholder 2">
            <a:extLst>
              <a:ext uri="{FF2B5EF4-FFF2-40B4-BE49-F238E27FC236}">
                <a16:creationId xmlns:a16="http://schemas.microsoft.com/office/drawing/2014/main" id="{FC315E9E-720E-BC87-9443-2F895F70B2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1D9D3E-C868-F812-8E13-F0D1739F699E}"/>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087757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5DD15-EEED-CEA6-C707-385C1B2951A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8393A3A-B88B-08AF-C900-1A5642671D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50EA202-647A-AEC1-3A69-F88FA61466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0699A85-DB44-0343-144A-E9A91DDC4AB2}"/>
              </a:ext>
            </a:extLst>
          </p:cNvPr>
          <p:cNvSpPr>
            <a:spLocks noGrp="1"/>
          </p:cNvSpPr>
          <p:nvPr>
            <p:ph type="dt" sz="half" idx="10"/>
          </p:nvPr>
        </p:nvSpPr>
        <p:spPr/>
        <p:txBody>
          <a:bodyPr/>
          <a:lstStyle/>
          <a:p>
            <a:fld id="{D69FE89A-86BA-FD42-9062-6FDC96000E94}" type="datetimeFigureOut">
              <a:rPr lang="en-US" smtClean="0"/>
              <a:t>2/10/2025</a:t>
            </a:fld>
            <a:endParaRPr lang="en-US"/>
          </a:p>
        </p:txBody>
      </p:sp>
      <p:sp>
        <p:nvSpPr>
          <p:cNvPr id="6" name="Footer Placeholder 5">
            <a:extLst>
              <a:ext uri="{FF2B5EF4-FFF2-40B4-BE49-F238E27FC236}">
                <a16:creationId xmlns:a16="http://schemas.microsoft.com/office/drawing/2014/main" id="{AD4C8560-3CD4-5BD1-7073-6C81305E8F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426E01-2CBA-5305-A8C9-6AD316FC0E10}"/>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2333375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6486-D790-8717-6108-668B5D01EF4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2C77FDC-5172-3106-DC82-8A74194AD2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BA6034-A474-10C9-4218-96F78062FB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C41F6A-2BBC-CE28-A15A-988E24A72797}"/>
              </a:ext>
            </a:extLst>
          </p:cNvPr>
          <p:cNvSpPr>
            <a:spLocks noGrp="1"/>
          </p:cNvSpPr>
          <p:nvPr>
            <p:ph type="dt" sz="half" idx="10"/>
          </p:nvPr>
        </p:nvSpPr>
        <p:spPr/>
        <p:txBody>
          <a:bodyPr/>
          <a:lstStyle/>
          <a:p>
            <a:fld id="{D69FE89A-86BA-FD42-9062-6FDC96000E94}" type="datetimeFigureOut">
              <a:rPr lang="en-US" smtClean="0"/>
              <a:t>2/10/2025</a:t>
            </a:fld>
            <a:endParaRPr lang="en-US"/>
          </a:p>
        </p:txBody>
      </p:sp>
      <p:sp>
        <p:nvSpPr>
          <p:cNvPr id="6" name="Footer Placeholder 5">
            <a:extLst>
              <a:ext uri="{FF2B5EF4-FFF2-40B4-BE49-F238E27FC236}">
                <a16:creationId xmlns:a16="http://schemas.microsoft.com/office/drawing/2014/main" id="{EF6B4D11-D1AA-1913-F28A-FD5D0270F4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E6097-F062-EBFB-5A2D-5A8B95B22F12}"/>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1998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FCE19-3113-5CA8-4A83-BAE90D3AFAD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5E0656D-219D-B693-BDCA-F6240A89534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89D2FF-C4E7-28CC-49DB-885EA07042A3}"/>
              </a:ext>
            </a:extLst>
          </p:cNvPr>
          <p:cNvSpPr>
            <a:spLocks noGrp="1"/>
          </p:cNvSpPr>
          <p:nvPr>
            <p:ph type="dt" sz="half" idx="10"/>
          </p:nvPr>
        </p:nvSpPr>
        <p:spPr/>
        <p:txBody>
          <a:bodyPr/>
          <a:lstStyle/>
          <a:p>
            <a:fld id="{D69FE89A-86BA-FD42-9062-6FDC96000E94}" type="datetimeFigureOut">
              <a:rPr lang="en-US" smtClean="0"/>
              <a:t>2/10/2025</a:t>
            </a:fld>
            <a:endParaRPr lang="en-US"/>
          </a:p>
        </p:txBody>
      </p:sp>
      <p:sp>
        <p:nvSpPr>
          <p:cNvPr id="5" name="Footer Placeholder 4">
            <a:extLst>
              <a:ext uri="{FF2B5EF4-FFF2-40B4-BE49-F238E27FC236}">
                <a16:creationId xmlns:a16="http://schemas.microsoft.com/office/drawing/2014/main" id="{08A0D90F-5BDA-FDD3-D096-145F86BFC6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A56B89-CA2C-7B4B-1E75-F21BA63FC0C1}"/>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965607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154FBD-B0CE-D003-3384-B360414AE4F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03F0770-FE73-D5A6-3F31-3F45F9FDCEA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0806A0-DB60-4C90-0E5C-A4438A160B4B}"/>
              </a:ext>
            </a:extLst>
          </p:cNvPr>
          <p:cNvSpPr>
            <a:spLocks noGrp="1"/>
          </p:cNvSpPr>
          <p:nvPr>
            <p:ph type="dt" sz="half" idx="10"/>
          </p:nvPr>
        </p:nvSpPr>
        <p:spPr/>
        <p:txBody>
          <a:bodyPr/>
          <a:lstStyle/>
          <a:p>
            <a:fld id="{D69FE89A-86BA-FD42-9062-6FDC96000E94}" type="datetimeFigureOut">
              <a:rPr lang="en-US" smtClean="0"/>
              <a:t>2/10/2025</a:t>
            </a:fld>
            <a:endParaRPr lang="en-US"/>
          </a:p>
        </p:txBody>
      </p:sp>
      <p:sp>
        <p:nvSpPr>
          <p:cNvPr id="5" name="Footer Placeholder 4">
            <a:extLst>
              <a:ext uri="{FF2B5EF4-FFF2-40B4-BE49-F238E27FC236}">
                <a16:creationId xmlns:a16="http://schemas.microsoft.com/office/drawing/2014/main" id="{C2B60272-25A5-F266-476F-DCEC769079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47DF08-E356-0558-FF8F-2DC1400DD8E9}"/>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908459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Subtitle 8"/>
          <p:cNvSpPr>
            <a:spLocks noGrp="1"/>
          </p:cNvSpPr>
          <p:nvPr>
            <p:ph type="subTitle" idx="1"/>
          </p:nvPr>
        </p:nvSpPr>
        <p:spPr>
          <a:xfrm>
            <a:off x="3149600" y="6050037"/>
            <a:ext cx="8686800" cy="685800"/>
          </a:xfrm>
        </p:spPr>
        <p:txBody>
          <a:bodyPr anchor="ctr"/>
          <a:lstStyle>
            <a:lvl1pPr marL="0" indent="0" algn="l">
              <a:buNone/>
              <a:defRPr sz="3733">
                <a:solidFill>
                  <a:srgbClr val="FFFFFF"/>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extLst/>
          </a:lstStyle>
          <a:p>
            <a:r>
              <a:rPr lang="en-US"/>
              <a:t>Click to edit Master subtitle style</a:t>
            </a:r>
            <a:endParaRPr lang="en-US" dirty="0"/>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667">
                <a:solidFill>
                  <a:srgbClr val="FFFFFF"/>
                </a:solidFill>
              </a:defRPr>
            </a:lvl1pPr>
            <a:extLst/>
          </a:lstStyle>
          <a:p>
            <a:pPr algn="ctr"/>
            <a:fld id="{047E157E-8DCB-4F70-A0AF-5EB586A91DD4}" type="datetime1">
              <a:rPr lang="en-US" smtClean="0">
                <a:solidFill>
                  <a:srgbClr val="FFFFFF"/>
                </a:solidFill>
              </a:rPr>
              <a:pPr algn="ctr"/>
              <a:t>2/10/2025</a:t>
            </a:fld>
            <a:endParaRPr lang="en-US" sz="2667" dirty="0">
              <a:solidFill>
                <a:srgbClr val="FFFFFF"/>
              </a:solidFill>
            </a:endParaRPr>
          </a:p>
        </p:txBody>
      </p:sp>
      <p:sp>
        <p:nvSpPr>
          <p:cNvPr id="17" name="Footer Placeholder 16"/>
          <p:cNvSpPr>
            <a:spLocks noGrp="1"/>
          </p:cNvSpPr>
          <p:nvPr>
            <p:ph type="ftr" sz="quarter" idx="11"/>
          </p:nvPr>
        </p:nvSpPr>
        <p:spPr>
          <a:xfrm>
            <a:off x="2780524" y="236539"/>
            <a:ext cx="7823200" cy="365125"/>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3149600" y="3124200"/>
            <a:ext cx="8636000" cy="2717800"/>
          </a:xfrm>
        </p:spPr>
        <p:txBody>
          <a:bodyPr rtlCol="0" anchor="b"/>
          <a:lstStyle>
            <a:lvl1pPr>
              <a:defRPr cap="all" baseline="0"/>
            </a:lvl1pPr>
            <a:extLst/>
          </a:lstStyle>
          <a:p>
            <a:r>
              <a:rPr lang="en-US"/>
              <a:t>Click to edit Master title style</a:t>
            </a:r>
            <a:endParaRPr lang="en-US" dirty="0"/>
          </a:p>
        </p:txBody>
      </p:sp>
    </p:spTree>
    <p:extLst>
      <p:ext uri="{BB962C8B-B14F-4D97-AF65-F5344CB8AC3E}">
        <p14:creationId xmlns:p14="http://schemas.microsoft.com/office/powerpoint/2010/main" val="2195200140"/>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fld id="{E4606EA6-EFEA-4C30-9264-4F9291A5780D}" type="datetime1">
              <a:rPr lang="en-US" smtClean="0"/>
              <a:pPr/>
              <a:t>2/10/2025</a:t>
            </a:fld>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867" b="1" smtClean="0">
                <a:solidFill>
                  <a:srgbClr val="FFFFFF"/>
                </a:solidFill>
              </a:rPr>
              <a:pPr algn="ctr"/>
              <a:t>‹#›</a:t>
            </a:fld>
            <a:endParaRPr lang="en-US"/>
          </a:p>
        </p:txBody>
      </p:sp>
      <p:sp>
        <p:nvSpPr>
          <p:cNvPr id="7" name="Rectangle 6"/>
          <p:cNvSpPr>
            <a:spLocks noGrp="1"/>
          </p:cNvSpPr>
          <p:nvPr>
            <p:ph sz="quarter" idx="13"/>
          </p:nvPr>
        </p:nvSpPr>
        <p:spPr>
          <a:xfrm>
            <a:off x="812800" y="1803400"/>
            <a:ext cx="10871200" cy="436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1084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1"/>
            <a:ext cx="9497484" cy="1673225"/>
          </a:xfrm>
        </p:spPr>
        <p:txBody>
          <a:bodyPr anchor="t"/>
          <a:lstStyle>
            <a:lvl1pPr>
              <a:buNone/>
              <a:defRPr sz="3733">
                <a:solidFill>
                  <a:schemeClr val="tx2"/>
                </a:solidFill>
              </a:defRPr>
            </a:lvl1pPr>
            <a:lvl2pPr>
              <a:buNone/>
              <a:defRPr sz="2400">
                <a:solidFill>
                  <a:schemeClr val="tx1">
                    <a:tint val="75000"/>
                  </a:schemeClr>
                </a:solidFill>
              </a:defRPr>
            </a:lvl2pPr>
            <a:lvl3pPr>
              <a:buNone/>
              <a:defRPr sz="2133">
                <a:solidFill>
                  <a:schemeClr val="tx1">
                    <a:tint val="75000"/>
                  </a:schemeClr>
                </a:solidFill>
              </a:defRPr>
            </a:lvl3pPr>
            <a:lvl4pPr>
              <a:buNone/>
              <a:defRPr sz="1867">
                <a:solidFill>
                  <a:schemeClr val="tx1">
                    <a:tint val="75000"/>
                  </a:schemeClr>
                </a:solidFill>
              </a:defRPr>
            </a:lvl4pPr>
            <a:lvl5pPr>
              <a:buNone/>
              <a:defRPr sz="1867">
                <a:solidFill>
                  <a:schemeClr val="tx1">
                    <a:tint val="75000"/>
                  </a:schemeClr>
                </a:solidFill>
              </a:defRPr>
            </a:lvl5pPr>
            <a:extLst/>
          </a:lstStyle>
          <a:p>
            <a:pPr lvl="0"/>
            <a:r>
              <a:rPr lang="en-US"/>
              <a:t>Click to edit Master text styles</a:t>
            </a:r>
          </a:p>
        </p:txBody>
      </p:sp>
      <p:sp>
        <p:nvSpPr>
          <p:cNvPr id="7" name="Rectangle 6"/>
          <p:cNvSpPr/>
          <p:nvPr/>
        </p:nvSpPr>
        <p:spPr>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 name="Title 1"/>
          <p:cNvSpPr>
            <a:spLocks noGrp="1"/>
          </p:cNvSpPr>
          <p:nvPr>
            <p:ph type="title" hasCustomPrompt="1"/>
          </p:nvPr>
        </p:nvSpPr>
        <p:spPr>
          <a:xfrm>
            <a:off x="1828800" y="1600200"/>
            <a:ext cx="10160000" cy="990600"/>
          </a:xfrm>
        </p:spPr>
        <p:txBody>
          <a:bodyPr/>
          <a:lstStyle>
            <a:lvl1pPr algn="l">
              <a:buNone/>
              <a:defRPr sz="5867"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fld id="{6FCF9F07-3BC7-4570-B054-79111B0A380C}" type="datetime1">
              <a:rPr lang="en-US" smtClean="0"/>
              <a:pPr/>
              <a:t>2/10/2025</a:t>
            </a:fld>
            <a:endParaRPr lang="en-US"/>
          </a:p>
        </p:txBody>
      </p:sp>
      <p:sp>
        <p:nvSpPr>
          <p:cNvPr id="13" name="Slide Number Placeholder 12"/>
          <p:cNvSpPr>
            <a:spLocks noGrp="1"/>
          </p:cNvSpPr>
          <p:nvPr>
            <p:ph type="sldNum" sz="quarter" idx="11"/>
          </p:nvPr>
        </p:nvSpPr>
        <p:spPr>
          <a:xfrm>
            <a:off x="0" y="1752601"/>
            <a:ext cx="1727200" cy="701676"/>
          </a:xfrm>
        </p:spPr>
        <p:txBody>
          <a:bodyPr>
            <a:noAutofit/>
          </a:bodyPr>
          <a:lstStyle>
            <a:lvl1pPr>
              <a:defRPr sz="3200">
                <a:solidFill>
                  <a:srgbClr val="FFFFFF"/>
                </a:solidFill>
              </a:defRPr>
            </a:lvl1pPr>
            <a:extLst/>
          </a:lstStyle>
          <a:p>
            <a:pPr algn="ctr"/>
            <a:fld id="{8F82E0A0-C266-4798-8C8F-B9F91E9DA37E}" type="slidenum">
              <a:rPr lang="en-US" sz="3200" b="1" smtClean="0">
                <a:solidFill>
                  <a:srgbClr val="FFFFFF"/>
                </a:solidFill>
              </a:rPr>
              <a:pPr algn="ctr"/>
              <a:t>‹#›</a:t>
            </a:fld>
            <a:endParaRPr lang="en-US" sz="32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64355802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812800" y="1803402"/>
            <a:ext cx="5181600" cy="43581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6459868" y="1803399"/>
            <a:ext cx="5181600" cy="4358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fld id="{E4606EA6-EFEA-4C30-9264-4F9291A5780D}" type="datetime1">
              <a:rPr lang="en-US" smtClean="0"/>
              <a:pPr/>
              <a:t>2/10/2025</a:t>
            </a:fld>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867"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spTree>
    <p:extLst>
      <p:ext uri="{BB962C8B-B14F-4D97-AF65-F5344CB8AC3E}">
        <p14:creationId xmlns:p14="http://schemas.microsoft.com/office/powerpoint/2010/main" val="1057513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6864" y="157480"/>
            <a:ext cx="10871200" cy="134112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812800" y="2559757"/>
            <a:ext cx="51816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2559757"/>
            <a:ext cx="51816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fld id="{E4606EA6-EFEA-4C30-9264-4F9291A5780D}" type="datetime1">
              <a:rPr lang="en-US" smtClean="0"/>
              <a:pPr/>
              <a:t>2/10/2025</a:t>
            </a:fld>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867"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812800" y="1816383"/>
            <a:ext cx="5181600" cy="707136"/>
          </a:xfrm>
          <a:solidFill>
            <a:schemeClr val="accent2"/>
          </a:solidFill>
        </p:spPr>
        <p:txBody>
          <a:bodyPr rtlCol="0" anchor="ctr"/>
          <a:lstStyle>
            <a:lvl1pPr>
              <a:buFontTx/>
              <a:buNone/>
              <a:defRPr sz="2667"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6400800" y="1816383"/>
            <a:ext cx="5181600" cy="707136"/>
          </a:xfrm>
          <a:solidFill>
            <a:schemeClr val="accent4"/>
          </a:solidFill>
        </p:spPr>
        <p:txBody>
          <a:bodyPr rtlCol="0" anchor="ctr"/>
          <a:lstStyle>
            <a:lvl1pPr>
              <a:buFontTx/>
              <a:buNone/>
              <a:defRPr sz="2667" b="1">
                <a:solidFill>
                  <a:srgbClr val="FFFFFF"/>
                </a:solidFill>
              </a:defRPr>
            </a:lvl1pPr>
            <a:extLst/>
          </a:lstStyle>
          <a:p>
            <a:pPr lvl="0"/>
            <a:r>
              <a:rPr lang="en-US"/>
              <a:t>Click to edit Master text styles</a:t>
            </a:r>
          </a:p>
        </p:txBody>
      </p:sp>
    </p:spTree>
    <p:extLst>
      <p:ext uri="{BB962C8B-B14F-4D97-AF65-F5344CB8AC3E}">
        <p14:creationId xmlns:p14="http://schemas.microsoft.com/office/powerpoint/2010/main" val="27910586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FADB5D-B7A0-47E3-AD2D-B1A6F8614213}" type="datetime1">
              <a:rPr lang="en-US" smtClean="0"/>
              <a:pPr/>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32429293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968126-03FC-49C0-B9B8-2B561CCC3D90}" type="datetime1">
              <a:rPr lang="en-US" smtClean="0"/>
              <a:pPr/>
              <a:t>2/10/2025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spTree>
    <p:extLst>
      <p:ext uri="{BB962C8B-B14F-4D97-AF65-F5344CB8AC3E}">
        <p14:creationId xmlns:p14="http://schemas.microsoft.com/office/powerpoint/2010/main" val="40420227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157480"/>
            <a:ext cx="10871200" cy="1341120"/>
          </a:xfrm>
        </p:spPr>
        <p:txBody>
          <a:bodyPr anchor="b"/>
          <a:lstStyle>
            <a:lvl1pPr algn="l">
              <a:buNone/>
              <a:defRPr sz="56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F49A8198-4617-485E-9585-4840B69DBBA6}" type="datetime1">
              <a:rPr lang="en-US" smtClean="0"/>
              <a:pPr/>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812800" y="1905000"/>
            <a:ext cx="2133600" cy="41656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333"/>
              </a:spcAft>
              <a:buNone/>
              <a:defRPr sz="2400"/>
            </a:lvl1pPr>
            <a:lvl2pPr>
              <a:buNone/>
              <a:defRPr sz="1600"/>
            </a:lvl2pPr>
            <a:lvl3pPr>
              <a:buNone/>
              <a:defRPr sz="1333"/>
            </a:lvl3pPr>
            <a:lvl4pPr>
              <a:buNone/>
              <a:defRPr sz="1200"/>
            </a:lvl4pPr>
            <a:lvl5pPr>
              <a:buNone/>
              <a:defRPr sz="1200"/>
            </a:lvl5pPr>
            <a:extLst/>
          </a:lstStyle>
          <a:p>
            <a:pPr lvl="0"/>
            <a:r>
              <a:rPr lang="en-US"/>
              <a:t>Click to edit Master text styles</a:t>
            </a:r>
          </a:p>
        </p:txBody>
      </p:sp>
      <p:sp>
        <p:nvSpPr>
          <p:cNvPr id="9" name="Content Placeholder 8"/>
          <p:cNvSpPr>
            <a:spLocks noGrp="1"/>
          </p:cNvSpPr>
          <p:nvPr>
            <p:ph sz="quarter" idx="13"/>
          </p:nvPr>
        </p:nvSpPr>
        <p:spPr>
          <a:xfrm>
            <a:off x="3149600" y="1905000"/>
            <a:ext cx="8534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66189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076891" y="0"/>
            <a:ext cx="10115109" cy="4559808"/>
          </a:xfrm>
          <a:solidFill>
            <a:schemeClr val="tx2">
              <a:shade val="50000"/>
            </a:schemeClr>
          </a:solidFill>
          <a:ln>
            <a:noFill/>
          </a:ln>
        </p:spPr>
        <p:txBody>
          <a:bodyPr/>
          <a:lstStyle>
            <a:lvl1pPr>
              <a:buNone/>
              <a:defRPr sz="4267"/>
            </a:lvl1pPr>
            <a:extLst/>
          </a:lstStyle>
          <a:p>
            <a:r>
              <a:rPr lang="en-US"/>
              <a:t>Drag picture to placeholder or click icon to add</a:t>
            </a:r>
            <a:endParaRPr lang="en-US" dirty="0"/>
          </a:p>
        </p:txBody>
      </p:sp>
      <p:sp>
        <p:nvSpPr>
          <p:cNvPr id="4" name="Text Placeholder 3"/>
          <p:cNvSpPr>
            <a:spLocks noGrp="1"/>
          </p:cNvSpPr>
          <p:nvPr>
            <p:ph type="body" sz="half" idx="2"/>
          </p:nvPr>
        </p:nvSpPr>
        <p:spPr>
          <a:xfrm>
            <a:off x="2133600" y="5486400"/>
            <a:ext cx="9753600" cy="685800"/>
          </a:xfrm>
        </p:spPr>
        <p:txBody>
          <a:bodyPr/>
          <a:lstStyle>
            <a:lvl1pPr marL="0" indent="0">
              <a:buFontTx/>
              <a:buNone/>
              <a:defRPr sz="2267"/>
            </a:lvl1pPr>
            <a:lvl2pPr>
              <a:buFontTx/>
              <a:buNone/>
              <a:defRPr sz="1600"/>
            </a:lvl2pPr>
            <a:lvl3pPr>
              <a:buFontTx/>
              <a:buNone/>
              <a:defRPr sz="1333"/>
            </a:lvl3pPr>
            <a:lvl4pPr>
              <a:buFontTx/>
              <a:buNone/>
              <a:defRPr sz="1200"/>
            </a:lvl4pPr>
            <a:lvl5pPr>
              <a:buFontTx/>
              <a:buNone/>
              <a:defRPr sz="1200"/>
            </a:lvl5pPr>
            <a:extLst/>
          </a:lstStyle>
          <a:p>
            <a:pPr lvl="0"/>
            <a:r>
              <a:rPr lang="en-US"/>
              <a:t>Click to edit Master text styles</a:t>
            </a:r>
          </a:p>
        </p:txBody>
      </p:sp>
      <p:sp>
        <p:nvSpPr>
          <p:cNvPr id="8" name="Rectangle 7"/>
          <p:cNvSpPr/>
          <p:nvPr/>
        </p:nvSpPr>
        <p:spPr>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0" name="Rectangle 9"/>
          <p:cNvSpPr/>
          <p:nvPr/>
        </p:nvSpPr>
        <p:spPr>
          <a:xfrm>
            <a:off x="2060448" y="4654296"/>
            <a:ext cx="10119360"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 name="Title 1"/>
          <p:cNvSpPr>
            <a:spLocks noGrp="1"/>
          </p:cNvSpPr>
          <p:nvPr>
            <p:ph type="title"/>
          </p:nvPr>
        </p:nvSpPr>
        <p:spPr>
          <a:xfrm>
            <a:off x="2133600" y="4724400"/>
            <a:ext cx="9753600" cy="609600"/>
          </a:xfrm>
        </p:spPr>
        <p:txBody>
          <a:bodyPr anchor="ctr"/>
          <a:lstStyle>
            <a:lvl1pPr algn="l">
              <a:buNone/>
              <a:defRPr sz="3733" b="0">
                <a:solidFill>
                  <a:srgbClr val="FFFFFF"/>
                </a:solidFill>
              </a:defRPr>
            </a:lvl1pPr>
            <a:extLst/>
          </a:lstStyle>
          <a:p>
            <a:r>
              <a:rPr lang="en-US"/>
              <a:t>Click to edit Master title style</a:t>
            </a:r>
            <a:endParaRPr lang="en-US" dirty="0"/>
          </a:p>
        </p:txBody>
      </p:sp>
      <p:sp>
        <p:nvSpPr>
          <p:cNvPr id="11" name="Rectangle 10"/>
          <p:cNvSpPr/>
          <p:nvPr/>
        </p:nvSpPr>
        <p:spPr>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2" name="Date Placeholder 11"/>
          <p:cNvSpPr>
            <a:spLocks noGrp="1"/>
          </p:cNvSpPr>
          <p:nvPr>
            <p:ph type="dt" sz="half" idx="10"/>
          </p:nvPr>
        </p:nvSpPr>
        <p:spPr>
          <a:xfrm>
            <a:off x="8331200" y="6248400"/>
            <a:ext cx="3556000" cy="365125"/>
          </a:xfrm>
        </p:spPr>
        <p:txBody>
          <a:bodyPr rtlCol="0"/>
          <a:lstStyle/>
          <a:p>
            <a:fld id="{E4606EA6-EFEA-4C30-9264-4F9291A5780D}" type="datetime1">
              <a:rPr lang="en-US" smtClean="0"/>
              <a:pPr/>
              <a:t>2/10/2025</a:t>
            </a:fld>
            <a:endParaRPr lang="en-US"/>
          </a:p>
        </p:txBody>
      </p:sp>
      <p:sp>
        <p:nvSpPr>
          <p:cNvPr id="13" name="Slide Number Placeholder 12"/>
          <p:cNvSpPr>
            <a:spLocks noGrp="1"/>
          </p:cNvSpPr>
          <p:nvPr>
            <p:ph type="sldNum" sz="quarter" idx="11"/>
          </p:nvPr>
        </p:nvSpPr>
        <p:spPr>
          <a:xfrm>
            <a:off x="0" y="4667249"/>
            <a:ext cx="1930400" cy="663579"/>
          </a:xfrm>
        </p:spPr>
        <p:txBody>
          <a:bodyPr rtlCol="0"/>
          <a:lstStyle>
            <a:lvl1pPr>
              <a:defRPr sz="3733"/>
            </a:lvl1pPr>
            <a:extLst/>
          </a:lstStyle>
          <a:p>
            <a:pPr algn="ctr"/>
            <a:fld id="{8F82E0A0-C266-4798-8C8F-B9F91E9DA37E}" type="slidenum">
              <a:rPr lang="en-US" sz="3733" b="1" smtClean="0">
                <a:solidFill>
                  <a:srgbClr val="FFFFFF"/>
                </a:solidFill>
              </a:rPr>
              <a:pPr algn="ctr"/>
              <a:t>‹#›</a:t>
            </a:fld>
            <a:endParaRPr lang="en-US" sz="3733" dirty="0"/>
          </a:p>
        </p:txBody>
      </p:sp>
      <p:sp>
        <p:nvSpPr>
          <p:cNvPr id="14" name="Footer Placeholder 13"/>
          <p:cNvSpPr>
            <a:spLocks noGrp="1"/>
          </p:cNvSpPr>
          <p:nvPr>
            <p:ph type="ftr" sz="quarter" idx="12"/>
          </p:nvPr>
        </p:nvSpPr>
        <p:spPr>
          <a:xfrm>
            <a:off x="2133600" y="6248207"/>
            <a:ext cx="6096000" cy="365125"/>
          </a:xfrm>
        </p:spPr>
        <p:txBody>
          <a:bodyPr rtlCol="0"/>
          <a:lstStyle/>
          <a:p>
            <a:endParaRPr lang="en-US" dirty="0"/>
          </a:p>
        </p:txBody>
      </p:sp>
    </p:spTree>
    <p:extLst>
      <p:ext uri="{BB962C8B-B14F-4D97-AF65-F5344CB8AC3E}">
        <p14:creationId xmlns:p14="http://schemas.microsoft.com/office/powerpoint/2010/main" val="317874242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000B9F-3D16-F369-AF91-1E7E3797BE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46678A3-0C92-DA57-BF84-76D00ED975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435C56-5483-A3CC-1AD0-7E2B0047C5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9FE89A-86BA-FD42-9062-6FDC96000E94}" type="datetimeFigureOut">
              <a:rPr lang="en-US" smtClean="0"/>
              <a:t>2/10/2025</a:t>
            </a:fld>
            <a:endParaRPr lang="en-US"/>
          </a:p>
        </p:txBody>
      </p:sp>
      <p:sp>
        <p:nvSpPr>
          <p:cNvPr id="5" name="Footer Placeholder 4">
            <a:extLst>
              <a:ext uri="{FF2B5EF4-FFF2-40B4-BE49-F238E27FC236}">
                <a16:creationId xmlns:a16="http://schemas.microsoft.com/office/drawing/2014/main" id="{28FEBC52-95E6-A71C-B80B-178C8A1F9C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858E87-786F-0E40-8A5E-1DB601037E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3AC420-73C7-0E4D-B258-8A377A6F8F1A}" type="slidenum">
              <a:rPr lang="en-US" smtClean="0"/>
              <a:t>‹#›</a:t>
            </a:fld>
            <a:endParaRPr lang="en-US"/>
          </a:p>
        </p:txBody>
      </p:sp>
    </p:spTree>
    <p:extLst>
      <p:ext uri="{BB962C8B-B14F-4D97-AF65-F5344CB8AC3E}">
        <p14:creationId xmlns:p14="http://schemas.microsoft.com/office/powerpoint/2010/main" val="2159259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816864" y="1803400"/>
            <a:ext cx="10871200" cy="432308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8128000" y="6248400"/>
            <a:ext cx="3556000" cy="365125"/>
          </a:xfrm>
          <a:prstGeom prst="rect">
            <a:avLst/>
          </a:prstGeom>
        </p:spPr>
        <p:txBody>
          <a:bodyPr vert="horz" anchor="ctr" anchorCtr="0"/>
          <a:lstStyle>
            <a:lvl1pPr algn="l">
              <a:defRPr sz="1867">
                <a:solidFill>
                  <a:schemeClr val="tx2"/>
                </a:solidFill>
              </a:defRPr>
            </a:lvl1pPr>
            <a:extLst/>
          </a:lstStyle>
          <a:p>
            <a:fld id="{E4606EA6-EFEA-4C30-9264-4F9291A5780D}" type="datetime1">
              <a:rPr lang="en-US" smtClean="0"/>
              <a:pPr/>
              <a:t>2/10/2025</a:t>
            </a:fld>
            <a:endParaRPr lang="en-US" sz="1867" dirty="0">
              <a:solidFill>
                <a:schemeClr val="tx2"/>
              </a:solidFill>
            </a:endParaRPr>
          </a:p>
        </p:txBody>
      </p:sp>
      <p:sp>
        <p:nvSpPr>
          <p:cNvPr id="3" name="Footer Placeholder 2"/>
          <p:cNvSpPr>
            <a:spLocks noGrp="1"/>
          </p:cNvSpPr>
          <p:nvPr>
            <p:ph type="ftr" sz="quarter" idx="3"/>
          </p:nvPr>
        </p:nvSpPr>
        <p:spPr>
          <a:xfrm>
            <a:off x="812802" y="6248207"/>
            <a:ext cx="7228111" cy="365125"/>
          </a:xfrm>
          <a:prstGeom prst="rect">
            <a:avLst/>
          </a:prstGeom>
        </p:spPr>
        <p:txBody>
          <a:bodyPr vert="horz" anchor="ctr"/>
          <a:lstStyle>
            <a:lvl1pPr algn="r">
              <a:defRPr sz="1867">
                <a:solidFill>
                  <a:schemeClr val="tx2"/>
                </a:solidFill>
              </a:defRPr>
            </a:lvl1pPr>
            <a:extLst/>
          </a:lstStyle>
          <a:p>
            <a:pPr algn="r"/>
            <a:endParaRPr lang="en-US" sz="1867" dirty="0">
              <a:solidFill>
                <a:schemeClr val="tx2"/>
              </a:solidFill>
            </a:endParaRPr>
          </a:p>
        </p:txBody>
      </p:sp>
      <p:sp>
        <p:nvSpPr>
          <p:cNvPr id="7" name="Rectangle 6"/>
          <p:cNvSpPr/>
          <p:nvPr/>
        </p:nvSpPr>
        <p:spPr>
          <a:xfrm>
            <a:off x="0" y="1460227"/>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8" name="Rectangle 7"/>
          <p:cNvSpPr/>
          <p:nvPr/>
        </p:nvSpPr>
        <p:spPr>
          <a:xfrm>
            <a:off x="0" y="1505947"/>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787400" y="1505947"/>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3" name="Slide Number Placeholder 22"/>
          <p:cNvSpPr>
            <a:spLocks noGrp="1"/>
          </p:cNvSpPr>
          <p:nvPr>
            <p:ph type="sldNum" sz="quarter" idx="4"/>
          </p:nvPr>
        </p:nvSpPr>
        <p:spPr>
          <a:xfrm>
            <a:off x="0" y="1498010"/>
            <a:ext cx="711200" cy="244476"/>
          </a:xfrm>
          <a:prstGeom prst="rect">
            <a:avLst/>
          </a:prstGeom>
        </p:spPr>
        <p:txBody>
          <a:bodyPr vert="horz" anchor="ctr" anchorCtr="0">
            <a:normAutofit/>
          </a:bodyPr>
          <a:lstStyle>
            <a:lvl1pPr algn="ctr">
              <a:defRPr sz="1867" b="1">
                <a:solidFill>
                  <a:srgbClr val="FFFFFF"/>
                </a:solidFill>
              </a:defRPr>
            </a:lvl1pPr>
            <a:extLst/>
          </a:lstStyle>
          <a:p>
            <a:pPr algn="ctr"/>
            <a:fld id="{8F82E0A0-C266-4798-8C8F-B9F91E9DA37E}" type="slidenum">
              <a:rPr lang="en-US" sz="1867" b="1" smtClean="0">
                <a:solidFill>
                  <a:srgbClr val="FFFFFF"/>
                </a:solidFill>
              </a:rPr>
              <a:pPr algn="ctr"/>
              <a:t>‹#›</a:t>
            </a:fld>
            <a:endParaRPr lang="en-US" sz="1867" b="1" dirty="0">
              <a:solidFill>
                <a:srgbClr val="FFFFFF"/>
              </a:solidFill>
            </a:endParaRPr>
          </a:p>
        </p:txBody>
      </p:sp>
      <p:sp>
        <p:nvSpPr>
          <p:cNvPr id="22" name="Title Placeholder 21"/>
          <p:cNvSpPr>
            <a:spLocks noGrp="1"/>
          </p:cNvSpPr>
          <p:nvPr>
            <p:ph type="title"/>
          </p:nvPr>
        </p:nvSpPr>
        <p:spPr>
          <a:xfrm>
            <a:off x="812800" y="157480"/>
            <a:ext cx="10871200" cy="1341120"/>
          </a:xfrm>
          <a:prstGeom prst="rect">
            <a:avLst/>
          </a:prstGeom>
        </p:spPr>
        <p:txBody>
          <a:bodyPr vert="horz" anchor="b">
            <a:normAutofit/>
          </a:bodyPr>
          <a:lstStyle/>
          <a:p>
            <a:r>
              <a:rPr lang="en-US"/>
              <a:t>Click to edit Master title style</a:t>
            </a:r>
            <a:endParaRPr lang="en-US" dirty="0"/>
          </a:p>
        </p:txBody>
      </p:sp>
    </p:spTree>
    <p:extLst>
      <p:ext uri="{BB962C8B-B14F-4D97-AF65-F5344CB8AC3E}">
        <p14:creationId xmlns:p14="http://schemas.microsoft.com/office/powerpoint/2010/main" val="3506683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l" rtl="0" eaLnBrk="1" latinLnBrk="0" hangingPunct="1">
        <a:spcBef>
          <a:spcPct val="0"/>
        </a:spcBef>
        <a:buNone/>
        <a:defRPr sz="5600" kern="1200">
          <a:solidFill>
            <a:schemeClr val="tx2"/>
          </a:solidFill>
          <a:latin typeface="+mj-lt"/>
          <a:ea typeface="+mj-ea"/>
          <a:cs typeface="+mj-cs"/>
        </a:defRPr>
      </a:lvl1pPr>
      <a:extLst/>
    </p:titleStyle>
    <p:body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609585" algn="l" rtl="0" eaLnBrk="1" hangingPunct="1">
        <a:defRPr kern="1200">
          <a:solidFill>
            <a:schemeClr val="tx1"/>
          </a:solidFill>
          <a:latin typeface="+mn-lt"/>
          <a:ea typeface="+mn-ea"/>
          <a:cs typeface="+mn-cs"/>
        </a:defRPr>
      </a:lvl2pPr>
      <a:lvl3pPr marL="1219170" algn="l" rtl="0" eaLnBrk="1" hangingPunct="1">
        <a:defRPr kern="1200">
          <a:solidFill>
            <a:schemeClr val="tx1"/>
          </a:solidFill>
          <a:latin typeface="+mn-lt"/>
          <a:ea typeface="+mn-ea"/>
          <a:cs typeface="+mn-cs"/>
        </a:defRPr>
      </a:lvl3pPr>
      <a:lvl4pPr marL="1828754" algn="l" rtl="0" eaLnBrk="1" hangingPunct="1">
        <a:defRPr kern="1200">
          <a:solidFill>
            <a:schemeClr val="tx1"/>
          </a:solidFill>
          <a:latin typeface="+mn-lt"/>
          <a:ea typeface="+mn-ea"/>
          <a:cs typeface="+mn-cs"/>
        </a:defRPr>
      </a:lvl4pPr>
      <a:lvl5pPr marL="2438339" algn="l" rtl="0" eaLnBrk="1" hangingPunct="1">
        <a:defRPr kern="1200">
          <a:solidFill>
            <a:schemeClr val="tx1"/>
          </a:solidFill>
          <a:latin typeface="+mn-lt"/>
          <a:ea typeface="+mn-ea"/>
          <a:cs typeface="+mn-cs"/>
        </a:defRPr>
      </a:lvl5pPr>
      <a:lvl6pPr marL="3047924" algn="l" rtl="0" eaLnBrk="1" hangingPunct="1">
        <a:defRPr kern="1200">
          <a:solidFill>
            <a:schemeClr val="tx1"/>
          </a:solidFill>
          <a:latin typeface="+mn-lt"/>
          <a:ea typeface="+mn-ea"/>
          <a:cs typeface="+mn-cs"/>
        </a:defRPr>
      </a:lvl6pPr>
      <a:lvl7pPr marL="3657509" algn="l" rtl="0" eaLnBrk="1" hangingPunct="1">
        <a:defRPr kern="1200">
          <a:solidFill>
            <a:schemeClr val="tx1"/>
          </a:solidFill>
          <a:latin typeface="+mn-lt"/>
          <a:ea typeface="+mn-ea"/>
          <a:cs typeface="+mn-cs"/>
        </a:defRPr>
      </a:lvl7pPr>
      <a:lvl8pPr marL="4267093" algn="l" rtl="0" eaLnBrk="1" hangingPunct="1">
        <a:defRPr kern="1200">
          <a:solidFill>
            <a:schemeClr val="tx1"/>
          </a:solidFill>
          <a:latin typeface="+mn-lt"/>
          <a:ea typeface="+mn-ea"/>
          <a:cs typeface="+mn-cs"/>
        </a:defRPr>
      </a:lvl8pPr>
      <a:lvl9pPr marL="4876678"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8.png"/><Relationship Id="rId18" Type="http://schemas.openxmlformats.org/officeDocument/2006/relationships/customXml" Target="../ink/ink9.xml"/><Relationship Id="rId26" Type="http://schemas.openxmlformats.org/officeDocument/2006/relationships/customXml" Target="../ink/ink13.xml"/><Relationship Id="rId3" Type="http://schemas.openxmlformats.org/officeDocument/2006/relationships/image" Target="../media/image3.png"/><Relationship Id="rId21" Type="http://schemas.openxmlformats.org/officeDocument/2006/relationships/image" Target="../media/image12.png"/><Relationship Id="rId7" Type="http://schemas.openxmlformats.org/officeDocument/2006/relationships/image" Target="../media/image5.png"/><Relationship Id="rId12" Type="http://schemas.openxmlformats.org/officeDocument/2006/relationships/customXml" Target="../ink/ink6.xml"/><Relationship Id="rId17" Type="http://schemas.openxmlformats.org/officeDocument/2006/relationships/image" Target="../media/image10.png"/><Relationship Id="rId25" Type="http://schemas.openxmlformats.org/officeDocument/2006/relationships/image" Target="../media/image14.png"/><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29"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customXml" Target="../ink/ink3.xml"/><Relationship Id="rId11" Type="http://schemas.openxmlformats.org/officeDocument/2006/relationships/image" Target="../media/image7.png"/><Relationship Id="rId24" Type="http://schemas.openxmlformats.org/officeDocument/2006/relationships/customXml" Target="../ink/ink12.xml"/><Relationship Id="rId5" Type="http://schemas.openxmlformats.org/officeDocument/2006/relationships/image" Target="../media/image4.png"/><Relationship Id="rId15" Type="http://schemas.openxmlformats.org/officeDocument/2006/relationships/image" Target="../media/image9.png"/><Relationship Id="rId23" Type="http://schemas.openxmlformats.org/officeDocument/2006/relationships/image" Target="../media/image13.png"/><Relationship Id="rId28" Type="http://schemas.openxmlformats.org/officeDocument/2006/relationships/customXml" Target="../ink/ink14.xml"/><Relationship Id="rId10" Type="http://schemas.openxmlformats.org/officeDocument/2006/relationships/customXml" Target="../ink/ink5.xml"/><Relationship Id="rId19" Type="http://schemas.openxmlformats.org/officeDocument/2006/relationships/image" Target="../media/image11.png"/><Relationship Id="rId4" Type="http://schemas.openxmlformats.org/officeDocument/2006/relationships/customXml" Target="../ink/ink2.xml"/><Relationship Id="rId9" Type="http://schemas.openxmlformats.org/officeDocument/2006/relationships/image" Target="../media/image6.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customXml" Target="../ink/ink20.xml"/><Relationship Id="rId18" Type="http://schemas.openxmlformats.org/officeDocument/2006/relationships/image" Target="../media/image25.png"/><Relationship Id="rId3" Type="http://schemas.openxmlformats.org/officeDocument/2006/relationships/customXml" Target="../ink/ink15.xml"/><Relationship Id="rId21" Type="http://schemas.openxmlformats.org/officeDocument/2006/relationships/customXml" Target="../ink/ink24.xml"/><Relationship Id="rId7" Type="http://schemas.openxmlformats.org/officeDocument/2006/relationships/customXml" Target="../ink/ink17.xml"/><Relationship Id="rId12" Type="http://schemas.openxmlformats.org/officeDocument/2006/relationships/image" Target="../media/image22.png"/><Relationship Id="rId17" Type="http://schemas.openxmlformats.org/officeDocument/2006/relationships/customXml" Target="../ink/ink22.xml"/><Relationship Id="rId2" Type="http://schemas.openxmlformats.org/officeDocument/2006/relationships/notesSlide" Target="../notesSlides/notesSlide2.xml"/><Relationship Id="rId16" Type="http://schemas.openxmlformats.org/officeDocument/2006/relationships/image" Target="../media/image24.png"/><Relationship Id="rId20"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customXml" Target="../ink/ink19.xml"/><Relationship Id="rId24" Type="http://schemas.openxmlformats.org/officeDocument/2006/relationships/image" Target="../media/image28.png"/><Relationship Id="rId5" Type="http://schemas.openxmlformats.org/officeDocument/2006/relationships/customXml" Target="../ink/ink16.xml"/><Relationship Id="rId15" Type="http://schemas.openxmlformats.org/officeDocument/2006/relationships/customXml" Target="../ink/ink21.xml"/><Relationship Id="rId23" Type="http://schemas.openxmlformats.org/officeDocument/2006/relationships/customXml" Target="../ink/ink25.xml"/><Relationship Id="rId10" Type="http://schemas.openxmlformats.org/officeDocument/2006/relationships/image" Target="../media/image21.png"/><Relationship Id="rId19" Type="http://schemas.openxmlformats.org/officeDocument/2006/relationships/customXml" Target="../ink/ink23.xml"/><Relationship Id="rId4" Type="http://schemas.openxmlformats.org/officeDocument/2006/relationships/image" Target="../media/image18.png"/><Relationship Id="rId9" Type="http://schemas.openxmlformats.org/officeDocument/2006/relationships/customXml" Target="../ink/ink18.xml"/><Relationship Id="rId14" Type="http://schemas.openxmlformats.org/officeDocument/2006/relationships/image" Target="../media/image23.png"/><Relationship Id="rId22"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6" Type="http://schemas.openxmlformats.org/officeDocument/2006/relationships/customXml" Target="../ink/ink38.xml"/><Relationship Id="rId117" Type="http://schemas.openxmlformats.org/officeDocument/2006/relationships/image" Target="../media/image86.png"/><Relationship Id="rId21" Type="http://schemas.openxmlformats.org/officeDocument/2006/relationships/image" Target="../media/image38.png"/><Relationship Id="rId42" Type="http://schemas.openxmlformats.org/officeDocument/2006/relationships/customXml" Target="../ink/ink46.xml"/><Relationship Id="rId47" Type="http://schemas.openxmlformats.org/officeDocument/2006/relationships/image" Target="../media/image51.png"/><Relationship Id="rId63" Type="http://schemas.openxmlformats.org/officeDocument/2006/relationships/image" Target="../media/image59.png"/><Relationship Id="rId68" Type="http://schemas.openxmlformats.org/officeDocument/2006/relationships/customXml" Target="../ink/ink59.xml"/><Relationship Id="rId84" Type="http://schemas.openxmlformats.org/officeDocument/2006/relationships/customXml" Target="../ink/ink67.xml"/><Relationship Id="rId89" Type="http://schemas.openxmlformats.org/officeDocument/2006/relationships/image" Target="../media/image72.png"/><Relationship Id="rId112" Type="http://schemas.openxmlformats.org/officeDocument/2006/relationships/customXml" Target="../ink/ink81.xml"/><Relationship Id="rId16" Type="http://schemas.openxmlformats.org/officeDocument/2006/relationships/customXml" Target="../ink/ink33.xml"/><Relationship Id="rId107" Type="http://schemas.openxmlformats.org/officeDocument/2006/relationships/image" Target="../media/image81.png"/><Relationship Id="rId11" Type="http://schemas.openxmlformats.org/officeDocument/2006/relationships/image" Target="../media/image33.png"/><Relationship Id="rId32" Type="http://schemas.openxmlformats.org/officeDocument/2006/relationships/customXml" Target="../ink/ink41.xml"/><Relationship Id="rId37" Type="http://schemas.openxmlformats.org/officeDocument/2006/relationships/image" Target="../media/image46.png"/><Relationship Id="rId53" Type="http://schemas.openxmlformats.org/officeDocument/2006/relationships/image" Target="../media/image54.png"/><Relationship Id="rId58" Type="http://schemas.openxmlformats.org/officeDocument/2006/relationships/customXml" Target="../ink/ink54.xml"/><Relationship Id="rId74" Type="http://schemas.openxmlformats.org/officeDocument/2006/relationships/customXml" Target="../ink/ink62.xml"/><Relationship Id="rId79" Type="http://schemas.openxmlformats.org/officeDocument/2006/relationships/image" Target="../media/image67.png"/><Relationship Id="rId102" Type="http://schemas.openxmlformats.org/officeDocument/2006/relationships/customXml" Target="../ink/ink76.xml"/><Relationship Id="rId123" Type="http://schemas.openxmlformats.org/officeDocument/2006/relationships/image" Target="../media/image89.png"/><Relationship Id="rId5" Type="http://schemas.openxmlformats.org/officeDocument/2006/relationships/image" Target="../media/image30.png"/><Relationship Id="rId90" Type="http://schemas.openxmlformats.org/officeDocument/2006/relationships/customXml" Target="../ink/ink70.xml"/><Relationship Id="rId95" Type="http://schemas.openxmlformats.org/officeDocument/2006/relationships/image" Target="../media/image75.png"/><Relationship Id="rId22" Type="http://schemas.openxmlformats.org/officeDocument/2006/relationships/customXml" Target="../ink/ink36.xml"/><Relationship Id="rId27" Type="http://schemas.openxmlformats.org/officeDocument/2006/relationships/image" Target="../media/image41.png"/><Relationship Id="rId43" Type="http://schemas.openxmlformats.org/officeDocument/2006/relationships/image" Target="../media/image49.png"/><Relationship Id="rId48" Type="http://schemas.openxmlformats.org/officeDocument/2006/relationships/customXml" Target="../ink/ink49.xml"/><Relationship Id="rId64" Type="http://schemas.openxmlformats.org/officeDocument/2006/relationships/customXml" Target="../ink/ink57.xml"/><Relationship Id="rId69" Type="http://schemas.openxmlformats.org/officeDocument/2006/relationships/image" Target="../media/image62.png"/><Relationship Id="rId113" Type="http://schemas.openxmlformats.org/officeDocument/2006/relationships/image" Target="../media/image84.png"/><Relationship Id="rId118" Type="http://schemas.openxmlformats.org/officeDocument/2006/relationships/customXml" Target="../ink/ink84.xml"/><Relationship Id="rId80" Type="http://schemas.openxmlformats.org/officeDocument/2006/relationships/customXml" Target="../ink/ink65.xml"/><Relationship Id="rId85" Type="http://schemas.openxmlformats.org/officeDocument/2006/relationships/image" Target="../media/image70.png"/><Relationship Id="rId12" Type="http://schemas.openxmlformats.org/officeDocument/2006/relationships/customXml" Target="../ink/ink31.xml"/><Relationship Id="rId17" Type="http://schemas.openxmlformats.org/officeDocument/2006/relationships/image" Target="../media/image36.png"/><Relationship Id="rId33" Type="http://schemas.openxmlformats.org/officeDocument/2006/relationships/image" Target="../media/image44.png"/><Relationship Id="rId38" Type="http://schemas.openxmlformats.org/officeDocument/2006/relationships/customXml" Target="../ink/ink44.xml"/><Relationship Id="rId59" Type="http://schemas.openxmlformats.org/officeDocument/2006/relationships/image" Target="../media/image57.png"/><Relationship Id="rId103" Type="http://schemas.openxmlformats.org/officeDocument/2006/relationships/image" Target="../media/image79.png"/><Relationship Id="rId108" Type="http://schemas.openxmlformats.org/officeDocument/2006/relationships/customXml" Target="../ink/ink79.xml"/><Relationship Id="rId124" Type="http://schemas.openxmlformats.org/officeDocument/2006/relationships/customXml" Target="../ink/ink87.xml"/><Relationship Id="rId54" Type="http://schemas.openxmlformats.org/officeDocument/2006/relationships/customXml" Target="../ink/ink52.xml"/><Relationship Id="rId70" Type="http://schemas.openxmlformats.org/officeDocument/2006/relationships/customXml" Target="../ink/ink60.xml"/><Relationship Id="rId75" Type="http://schemas.openxmlformats.org/officeDocument/2006/relationships/image" Target="../media/image65.png"/><Relationship Id="rId91" Type="http://schemas.openxmlformats.org/officeDocument/2006/relationships/image" Target="../media/image73.png"/><Relationship Id="rId96" Type="http://schemas.openxmlformats.org/officeDocument/2006/relationships/customXml" Target="../ink/ink73.xml"/><Relationship Id="rId1" Type="http://schemas.openxmlformats.org/officeDocument/2006/relationships/slideLayout" Target="../slideLayouts/slideLayout1.xml"/><Relationship Id="rId6" Type="http://schemas.openxmlformats.org/officeDocument/2006/relationships/customXml" Target="../ink/ink28.xml"/><Relationship Id="rId23" Type="http://schemas.openxmlformats.org/officeDocument/2006/relationships/image" Target="../media/image39.png"/><Relationship Id="rId28" Type="http://schemas.openxmlformats.org/officeDocument/2006/relationships/customXml" Target="../ink/ink39.xml"/><Relationship Id="rId49" Type="http://schemas.openxmlformats.org/officeDocument/2006/relationships/image" Target="../media/image52.png"/><Relationship Id="rId114" Type="http://schemas.openxmlformats.org/officeDocument/2006/relationships/customXml" Target="../ink/ink82.xml"/><Relationship Id="rId119" Type="http://schemas.openxmlformats.org/officeDocument/2006/relationships/image" Target="../media/image87.png"/><Relationship Id="rId44" Type="http://schemas.openxmlformats.org/officeDocument/2006/relationships/customXml" Target="../ink/ink47.xml"/><Relationship Id="rId60" Type="http://schemas.openxmlformats.org/officeDocument/2006/relationships/customXml" Target="../ink/ink55.xml"/><Relationship Id="rId65" Type="http://schemas.openxmlformats.org/officeDocument/2006/relationships/image" Target="../media/image60.png"/><Relationship Id="rId81" Type="http://schemas.openxmlformats.org/officeDocument/2006/relationships/image" Target="../media/image68.png"/><Relationship Id="rId86" Type="http://schemas.openxmlformats.org/officeDocument/2006/relationships/customXml" Target="../ink/ink68.xml"/><Relationship Id="rId13" Type="http://schemas.openxmlformats.org/officeDocument/2006/relationships/image" Target="../media/image34.png"/><Relationship Id="rId18" Type="http://schemas.openxmlformats.org/officeDocument/2006/relationships/customXml" Target="../ink/ink34.xml"/><Relationship Id="rId39" Type="http://schemas.openxmlformats.org/officeDocument/2006/relationships/image" Target="../media/image47.png"/><Relationship Id="rId109" Type="http://schemas.openxmlformats.org/officeDocument/2006/relationships/image" Target="../media/image82.png"/><Relationship Id="rId34" Type="http://schemas.openxmlformats.org/officeDocument/2006/relationships/customXml" Target="../ink/ink42.xml"/><Relationship Id="rId50" Type="http://schemas.openxmlformats.org/officeDocument/2006/relationships/customXml" Target="../ink/ink50.xml"/><Relationship Id="rId55" Type="http://schemas.openxmlformats.org/officeDocument/2006/relationships/image" Target="../media/image55.png"/><Relationship Id="rId76" Type="http://schemas.openxmlformats.org/officeDocument/2006/relationships/customXml" Target="../ink/ink63.xml"/><Relationship Id="rId97" Type="http://schemas.openxmlformats.org/officeDocument/2006/relationships/image" Target="../media/image76.png"/><Relationship Id="rId104" Type="http://schemas.openxmlformats.org/officeDocument/2006/relationships/customXml" Target="../ink/ink77.xml"/><Relationship Id="rId120" Type="http://schemas.openxmlformats.org/officeDocument/2006/relationships/customXml" Target="../ink/ink85.xml"/><Relationship Id="rId125" Type="http://schemas.openxmlformats.org/officeDocument/2006/relationships/image" Target="../media/image90.png"/><Relationship Id="rId7" Type="http://schemas.openxmlformats.org/officeDocument/2006/relationships/image" Target="../media/image31.png"/><Relationship Id="rId71" Type="http://schemas.openxmlformats.org/officeDocument/2006/relationships/image" Target="../media/image63.png"/><Relationship Id="rId92" Type="http://schemas.openxmlformats.org/officeDocument/2006/relationships/customXml" Target="../ink/ink71.xml"/><Relationship Id="rId2" Type="http://schemas.openxmlformats.org/officeDocument/2006/relationships/customXml" Target="../ink/ink26.xml"/><Relationship Id="rId29" Type="http://schemas.openxmlformats.org/officeDocument/2006/relationships/image" Target="../media/image42.png"/><Relationship Id="rId24" Type="http://schemas.openxmlformats.org/officeDocument/2006/relationships/customXml" Target="../ink/ink37.xml"/><Relationship Id="rId40" Type="http://schemas.openxmlformats.org/officeDocument/2006/relationships/customXml" Target="../ink/ink45.xml"/><Relationship Id="rId45" Type="http://schemas.openxmlformats.org/officeDocument/2006/relationships/image" Target="../media/image50.png"/><Relationship Id="rId66" Type="http://schemas.openxmlformats.org/officeDocument/2006/relationships/customXml" Target="../ink/ink58.xml"/><Relationship Id="rId87" Type="http://schemas.openxmlformats.org/officeDocument/2006/relationships/image" Target="../media/image71.png"/><Relationship Id="rId110" Type="http://schemas.openxmlformats.org/officeDocument/2006/relationships/customXml" Target="../ink/ink80.xml"/><Relationship Id="rId115" Type="http://schemas.openxmlformats.org/officeDocument/2006/relationships/image" Target="../media/image85.png"/><Relationship Id="rId61" Type="http://schemas.openxmlformats.org/officeDocument/2006/relationships/image" Target="../media/image58.png"/><Relationship Id="rId82" Type="http://schemas.openxmlformats.org/officeDocument/2006/relationships/customXml" Target="../ink/ink66.xml"/><Relationship Id="rId19" Type="http://schemas.openxmlformats.org/officeDocument/2006/relationships/image" Target="../media/image37.png"/><Relationship Id="rId14" Type="http://schemas.openxmlformats.org/officeDocument/2006/relationships/customXml" Target="../ink/ink32.xml"/><Relationship Id="rId30" Type="http://schemas.openxmlformats.org/officeDocument/2006/relationships/customXml" Target="../ink/ink40.xml"/><Relationship Id="rId35" Type="http://schemas.openxmlformats.org/officeDocument/2006/relationships/image" Target="../media/image45.png"/><Relationship Id="rId56" Type="http://schemas.openxmlformats.org/officeDocument/2006/relationships/customXml" Target="../ink/ink53.xml"/><Relationship Id="rId77" Type="http://schemas.openxmlformats.org/officeDocument/2006/relationships/image" Target="../media/image66.png"/><Relationship Id="rId100" Type="http://schemas.openxmlformats.org/officeDocument/2006/relationships/customXml" Target="../ink/ink75.xml"/><Relationship Id="rId105" Type="http://schemas.openxmlformats.org/officeDocument/2006/relationships/image" Target="../media/image80.png"/><Relationship Id="rId126" Type="http://schemas.openxmlformats.org/officeDocument/2006/relationships/customXml" Target="../ink/ink88.xml"/><Relationship Id="rId8" Type="http://schemas.openxmlformats.org/officeDocument/2006/relationships/customXml" Target="../ink/ink29.xml"/><Relationship Id="rId51" Type="http://schemas.openxmlformats.org/officeDocument/2006/relationships/image" Target="../media/image53.png"/><Relationship Id="rId72" Type="http://schemas.openxmlformats.org/officeDocument/2006/relationships/customXml" Target="../ink/ink61.xml"/><Relationship Id="rId93" Type="http://schemas.openxmlformats.org/officeDocument/2006/relationships/image" Target="../media/image74.png"/><Relationship Id="rId98" Type="http://schemas.openxmlformats.org/officeDocument/2006/relationships/customXml" Target="../ink/ink74.xml"/><Relationship Id="rId121" Type="http://schemas.openxmlformats.org/officeDocument/2006/relationships/image" Target="../media/image88.png"/><Relationship Id="rId3" Type="http://schemas.openxmlformats.org/officeDocument/2006/relationships/image" Target="../media/image29.png"/><Relationship Id="rId25" Type="http://schemas.openxmlformats.org/officeDocument/2006/relationships/image" Target="../media/image40.png"/><Relationship Id="rId46" Type="http://schemas.openxmlformats.org/officeDocument/2006/relationships/customXml" Target="../ink/ink48.xml"/><Relationship Id="rId67" Type="http://schemas.openxmlformats.org/officeDocument/2006/relationships/image" Target="../media/image61.png"/><Relationship Id="rId116" Type="http://schemas.openxmlformats.org/officeDocument/2006/relationships/customXml" Target="../ink/ink83.xml"/><Relationship Id="rId20" Type="http://schemas.openxmlformats.org/officeDocument/2006/relationships/customXml" Target="../ink/ink35.xml"/><Relationship Id="rId41" Type="http://schemas.openxmlformats.org/officeDocument/2006/relationships/image" Target="../media/image48.png"/><Relationship Id="rId62" Type="http://schemas.openxmlformats.org/officeDocument/2006/relationships/customXml" Target="../ink/ink56.xml"/><Relationship Id="rId83" Type="http://schemas.openxmlformats.org/officeDocument/2006/relationships/image" Target="../media/image69.png"/><Relationship Id="rId88" Type="http://schemas.openxmlformats.org/officeDocument/2006/relationships/customXml" Target="../ink/ink69.xml"/><Relationship Id="rId111" Type="http://schemas.openxmlformats.org/officeDocument/2006/relationships/image" Target="../media/image83.png"/><Relationship Id="rId15" Type="http://schemas.openxmlformats.org/officeDocument/2006/relationships/image" Target="../media/image35.png"/><Relationship Id="rId36" Type="http://schemas.openxmlformats.org/officeDocument/2006/relationships/customXml" Target="../ink/ink43.xml"/><Relationship Id="rId57" Type="http://schemas.openxmlformats.org/officeDocument/2006/relationships/image" Target="../media/image56.png"/><Relationship Id="rId106" Type="http://schemas.openxmlformats.org/officeDocument/2006/relationships/customXml" Target="../ink/ink78.xml"/><Relationship Id="rId127" Type="http://schemas.openxmlformats.org/officeDocument/2006/relationships/image" Target="../media/image91.png"/><Relationship Id="rId10" Type="http://schemas.openxmlformats.org/officeDocument/2006/relationships/customXml" Target="../ink/ink30.xml"/><Relationship Id="rId31" Type="http://schemas.openxmlformats.org/officeDocument/2006/relationships/image" Target="../media/image43.png"/><Relationship Id="rId52" Type="http://schemas.openxmlformats.org/officeDocument/2006/relationships/customXml" Target="../ink/ink51.xml"/><Relationship Id="rId73" Type="http://schemas.openxmlformats.org/officeDocument/2006/relationships/image" Target="../media/image64.png"/><Relationship Id="rId78" Type="http://schemas.openxmlformats.org/officeDocument/2006/relationships/customXml" Target="../ink/ink64.xml"/><Relationship Id="rId94" Type="http://schemas.openxmlformats.org/officeDocument/2006/relationships/customXml" Target="../ink/ink72.xml"/><Relationship Id="rId99" Type="http://schemas.openxmlformats.org/officeDocument/2006/relationships/image" Target="../media/image77.png"/><Relationship Id="rId101" Type="http://schemas.openxmlformats.org/officeDocument/2006/relationships/image" Target="../media/image78.png"/><Relationship Id="rId122" Type="http://schemas.openxmlformats.org/officeDocument/2006/relationships/customXml" Target="../ink/ink86.xml"/><Relationship Id="rId4" Type="http://schemas.openxmlformats.org/officeDocument/2006/relationships/customXml" Target="../ink/ink27.xml"/><Relationship Id="rId9"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hyperlink" Target="https://www.investopedia.com/terms/n/ncd.asp" TargetMode="External"/><Relationship Id="rId2" Type="http://schemas.openxmlformats.org/officeDocument/2006/relationships/hyperlink" Target="http://www.youtube.com/watch?v=fB2Ui1HDX98"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www.businesstimes.com.sg/banking-finance/keppel-self-issues-first-tranche-of-us1b-euro-commercial-paper-programme-on-dbs-fix"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www.investopedia.com/terms/u/unsecuredcreditor.asp" TargetMode="External"/><Relationship Id="rId5" Type="http://schemas.openxmlformats.org/officeDocument/2006/relationships/hyperlink" Target="http://www.federalreserve.gov/releases/CP/" TargetMode="External"/><Relationship Id="rId4" Type="http://schemas.openxmlformats.org/officeDocument/2006/relationships/hyperlink" Target="https://www.straitstimes.com/business/property/china-to-order-developers-to-disclose-commercial-paper-debt-every-month-sources"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17" Type="http://schemas.openxmlformats.org/officeDocument/2006/relationships/customXml" Target="../ink/ink146.xml"/><Relationship Id="rId21" Type="http://schemas.openxmlformats.org/officeDocument/2006/relationships/customXml" Target="../ink/ink98.xml"/><Relationship Id="rId42" Type="http://schemas.openxmlformats.org/officeDocument/2006/relationships/image" Target="../media/image111.png"/><Relationship Id="rId63" Type="http://schemas.openxmlformats.org/officeDocument/2006/relationships/customXml" Target="../ink/ink119.xml"/><Relationship Id="rId84" Type="http://schemas.openxmlformats.org/officeDocument/2006/relationships/image" Target="../media/image132.png"/><Relationship Id="rId138" Type="http://schemas.openxmlformats.org/officeDocument/2006/relationships/image" Target="../media/image159.png"/><Relationship Id="rId159" Type="http://schemas.openxmlformats.org/officeDocument/2006/relationships/customXml" Target="../ink/ink167.xml"/><Relationship Id="rId170" Type="http://schemas.openxmlformats.org/officeDocument/2006/relationships/image" Target="../media/image175.png"/><Relationship Id="rId191" Type="http://schemas.openxmlformats.org/officeDocument/2006/relationships/customXml" Target="../ink/ink183.xml"/><Relationship Id="rId205" Type="http://schemas.openxmlformats.org/officeDocument/2006/relationships/customXml" Target="../ink/ink190.xml"/><Relationship Id="rId226" Type="http://schemas.openxmlformats.org/officeDocument/2006/relationships/image" Target="../media/image203.png"/><Relationship Id="rId107" Type="http://schemas.openxmlformats.org/officeDocument/2006/relationships/customXml" Target="../ink/ink141.xml"/><Relationship Id="rId11" Type="http://schemas.openxmlformats.org/officeDocument/2006/relationships/customXml" Target="../ink/ink93.xml"/><Relationship Id="rId32" Type="http://schemas.openxmlformats.org/officeDocument/2006/relationships/image" Target="../media/image106.png"/><Relationship Id="rId53" Type="http://schemas.openxmlformats.org/officeDocument/2006/relationships/customXml" Target="../ink/ink114.xml"/><Relationship Id="rId74" Type="http://schemas.openxmlformats.org/officeDocument/2006/relationships/image" Target="../media/image127.png"/><Relationship Id="rId128" Type="http://schemas.openxmlformats.org/officeDocument/2006/relationships/image" Target="../media/image154.png"/><Relationship Id="rId149" Type="http://schemas.openxmlformats.org/officeDocument/2006/relationships/customXml" Target="../ink/ink162.xml"/><Relationship Id="rId5" Type="http://schemas.openxmlformats.org/officeDocument/2006/relationships/customXml" Target="../ink/ink90.xml"/><Relationship Id="rId95" Type="http://schemas.openxmlformats.org/officeDocument/2006/relationships/customXml" Target="../ink/ink135.xml"/><Relationship Id="rId160" Type="http://schemas.openxmlformats.org/officeDocument/2006/relationships/image" Target="../media/image170.png"/><Relationship Id="rId181" Type="http://schemas.openxmlformats.org/officeDocument/2006/relationships/customXml" Target="../ink/ink178.xml"/><Relationship Id="rId216" Type="http://schemas.openxmlformats.org/officeDocument/2006/relationships/image" Target="../media/image198.png"/><Relationship Id="rId22" Type="http://schemas.openxmlformats.org/officeDocument/2006/relationships/image" Target="../media/image101.png"/><Relationship Id="rId43" Type="http://schemas.openxmlformats.org/officeDocument/2006/relationships/customXml" Target="../ink/ink109.xml"/><Relationship Id="rId64" Type="http://schemas.openxmlformats.org/officeDocument/2006/relationships/image" Target="../media/image122.png"/><Relationship Id="rId118" Type="http://schemas.openxmlformats.org/officeDocument/2006/relationships/image" Target="../media/image149.png"/><Relationship Id="rId139" Type="http://schemas.openxmlformats.org/officeDocument/2006/relationships/customXml" Target="../ink/ink157.xml"/><Relationship Id="rId85" Type="http://schemas.openxmlformats.org/officeDocument/2006/relationships/customXml" Target="../ink/ink130.xml"/><Relationship Id="rId150" Type="http://schemas.openxmlformats.org/officeDocument/2006/relationships/image" Target="../media/image165.png"/><Relationship Id="rId171" Type="http://schemas.openxmlformats.org/officeDocument/2006/relationships/customXml" Target="../ink/ink173.xml"/><Relationship Id="rId192" Type="http://schemas.openxmlformats.org/officeDocument/2006/relationships/image" Target="../media/image186.png"/><Relationship Id="rId206" Type="http://schemas.openxmlformats.org/officeDocument/2006/relationships/image" Target="../media/image193.png"/><Relationship Id="rId227" Type="http://schemas.openxmlformats.org/officeDocument/2006/relationships/customXml" Target="../ink/ink201.xml"/><Relationship Id="rId12" Type="http://schemas.openxmlformats.org/officeDocument/2006/relationships/image" Target="../media/image96.png"/><Relationship Id="rId33" Type="http://schemas.openxmlformats.org/officeDocument/2006/relationships/customXml" Target="../ink/ink104.xml"/><Relationship Id="rId108" Type="http://schemas.openxmlformats.org/officeDocument/2006/relationships/image" Target="../media/image144.png"/><Relationship Id="rId129" Type="http://schemas.openxmlformats.org/officeDocument/2006/relationships/customXml" Target="../ink/ink152.xml"/><Relationship Id="rId54" Type="http://schemas.openxmlformats.org/officeDocument/2006/relationships/image" Target="../media/image117.png"/><Relationship Id="rId75" Type="http://schemas.openxmlformats.org/officeDocument/2006/relationships/customXml" Target="../ink/ink125.xml"/><Relationship Id="rId96" Type="http://schemas.openxmlformats.org/officeDocument/2006/relationships/image" Target="../media/image138.png"/><Relationship Id="rId140" Type="http://schemas.openxmlformats.org/officeDocument/2006/relationships/image" Target="../media/image160.png"/><Relationship Id="rId161" Type="http://schemas.openxmlformats.org/officeDocument/2006/relationships/customXml" Target="../ink/ink168.xml"/><Relationship Id="rId182" Type="http://schemas.openxmlformats.org/officeDocument/2006/relationships/image" Target="../media/image181.png"/><Relationship Id="rId217" Type="http://schemas.openxmlformats.org/officeDocument/2006/relationships/customXml" Target="../ink/ink196.xml"/><Relationship Id="rId6" Type="http://schemas.openxmlformats.org/officeDocument/2006/relationships/image" Target="../media/image93.png"/><Relationship Id="rId23" Type="http://schemas.openxmlformats.org/officeDocument/2006/relationships/customXml" Target="../ink/ink99.xml"/><Relationship Id="rId119" Type="http://schemas.openxmlformats.org/officeDocument/2006/relationships/customXml" Target="../ink/ink147.xml"/><Relationship Id="rId44" Type="http://schemas.openxmlformats.org/officeDocument/2006/relationships/image" Target="../media/image112.png"/><Relationship Id="rId65" Type="http://schemas.openxmlformats.org/officeDocument/2006/relationships/customXml" Target="../ink/ink120.xml"/><Relationship Id="rId86" Type="http://schemas.openxmlformats.org/officeDocument/2006/relationships/image" Target="../media/image133.png"/><Relationship Id="rId130" Type="http://schemas.openxmlformats.org/officeDocument/2006/relationships/image" Target="../media/image155.png"/><Relationship Id="rId151" Type="http://schemas.openxmlformats.org/officeDocument/2006/relationships/customXml" Target="../ink/ink163.xml"/><Relationship Id="rId172" Type="http://schemas.openxmlformats.org/officeDocument/2006/relationships/image" Target="../media/image176.png"/><Relationship Id="rId193" Type="http://schemas.openxmlformats.org/officeDocument/2006/relationships/customXml" Target="../ink/ink184.xml"/><Relationship Id="rId207" Type="http://schemas.openxmlformats.org/officeDocument/2006/relationships/customXml" Target="../ink/ink191.xml"/><Relationship Id="rId228" Type="http://schemas.openxmlformats.org/officeDocument/2006/relationships/image" Target="../media/image204.png"/><Relationship Id="rId13" Type="http://schemas.openxmlformats.org/officeDocument/2006/relationships/customXml" Target="../ink/ink94.xml"/><Relationship Id="rId109" Type="http://schemas.openxmlformats.org/officeDocument/2006/relationships/customXml" Target="../ink/ink142.xml"/><Relationship Id="rId34" Type="http://schemas.openxmlformats.org/officeDocument/2006/relationships/image" Target="../media/image107.png"/><Relationship Id="rId55" Type="http://schemas.openxmlformats.org/officeDocument/2006/relationships/customXml" Target="../ink/ink115.xml"/><Relationship Id="rId76" Type="http://schemas.openxmlformats.org/officeDocument/2006/relationships/image" Target="../media/image128.png"/><Relationship Id="rId97" Type="http://schemas.openxmlformats.org/officeDocument/2006/relationships/customXml" Target="../ink/ink136.xml"/><Relationship Id="rId120" Type="http://schemas.openxmlformats.org/officeDocument/2006/relationships/image" Target="../media/image150.png"/><Relationship Id="rId141" Type="http://schemas.openxmlformats.org/officeDocument/2006/relationships/customXml" Target="../ink/ink158.xml"/><Relationship Id="rId7" Type="http://schemas.openxmlformats.org/officeDocument/2006/relationships/customXml" Target="../ink/ink91.xml"/><Relationship Id="rId162" Type="http://schemas.openxmlformats.org/officeDocument/2006/relationships/image" Target="../media/image171.png"/><Relationship Id="rId183" Type="http://schemas.openxmlformats.org/officeDocument/2006/relationships/customXml" Target="../ink/ink179.xml"/><Relationship Id="rId218" Type="http://schemas.openxmlformats.org/officeDocument/2006/relationships/image" Target="../media/image199.png"/><Relationship Id="rId24" Type="http://schemas.openxmlformats.org/officeDocument/2006/relationships/image" Target="../media/image102.png"/><Relationship Id="rId45" Type="http://schemas.openxmlformats.org/officeDocument/2006/relationships/customXml" Target="../ink/ink110.xml"/><Relationship Id="rId66" Type="http://schemas.openxmlformats.org/officeDocument/2006/relationships/image" Target="../media/image123.png"/><Relationship Id="rId87" Type="http://schemas.openxmlformats.org/officeDocument/2006/relationships/customXml" Target="../ink/ink131.xml"/><Relationship Id="rId110" Type="http://schemas.openxmlformats.org/officeDocument/2006/relationships/image" Target="../media/image145.png"/><Relationship Id="rId131" Type="http://schemas.openxmlformats.org/officeDocument/2006/relationships/customXml" Target="../ink/ink153.xml"/><Relationship Id="rId152" Type="http://schemas.openxmlformats.org/officeDocument/2006/relationships/image" Target="../media/image166.png"/><Relationship Id="rId173" Type="http://schemas.openxmlformats.org/officeDocument/2006/relationships/customXml" Target="../ink/ink174.xml"/><Relationship Id="rId194" Type="http://schemas.openxmlformats.org/officeDocument/2006/relationships/image" Target="../media/image187.png"/><Relationship Id="rId208" Type="http://schemas.openxmlformats.org/officeDocument/2006/relationships/image" Target="../media/image194.png"/><Relationship Id="rId14" Type="http://schemas.openxmlformats.org/officeDocument/2006/relationships/image" Target="../media/image97.png"/><Relationship Id="rId35" Type="http://schemas.openxmlformats.org/officeDocument/2006/relationships/customXml" Target="../ink/ink105.xml"/><Relationship Id="rId56" Type="http://schemas.openxmlformats.org/officeDocument/2006/relationships/image" Target="../media/image118.png"/><Relationship Id="rId77" Type="http://schemas.openxmlformats.org/officeDocument/2006/relationships/customXml" Target="../ink/ink126.xml"/><Relationship Id="rId100" Type="http://schemas.openxmlformats.org/officeDocument/2006/relationships/image" Target="../media/image140.png"/><Relationship Id="rId8" Type="http://schemas.openxmlformats.org/officeDocument/2006/relationships/image" Target="../media/image94.png"/><Relationship Id="rId98" Type="http://schemas.openxmlformats.org/officeDocument/2006/relationships/image" Target="../media/image139.png"/><Relationship Id="rId121" Type="http://schemas.openxmlformats.org/officeDocument/2006/relationships/customXml" Target="../ink/ink148.xml"/><Relationship Id="rId142" Type="http://schemas.openxmlformats.org/officeDocument/2006/relationships/image" Target="../media/image161.png"/><Relationship Id="rId163" Type="http://schemas.openxmlformats.org/officeDocument/2006/relationships/customXml" Target="../ink/ink169.xml"/><Relationship Id="rId184" Type="http://schemas.openxmlformats.org/officeDocument/2006/relationships/image" Target="../media/image182.png"/><Relationship Id="rId219" Type="http://schemas.openxmlformats.org/officeDocument/2006/relationships/customXml" Target="../ink/ink197.xml"/><Relationship Id="rId3" Type="http://schemas.openxmlformats.org/officeDocument/2006/relationships/customXml" Target="../ink/ink89.xml"/><Relationship Id="rId214" Type="http://schemas.openxmlformats.org/officeDocument/2006/relationships/image" Target="../media/image197.png"/><Relationship Id="rId25" Type="http://schemas.openxmlformats.org/officeDocument/2006/relationships/customXml" Target="../ink/ink100.xml"/><Relationship Id="rId46" Type="http://schemas.openxmlformats.org/officeDocument/2006/relationships/image" Target="../media/image113.png"/><Relationship Id="rId67" Type="http://schemas.openxmlformats.org/officeDocument/2006/relationships/customXml" Target="../ink/ink121.xml"/><Relationship Id="rId116" Type="http://schemas.openxmlformats.org/officeDocument/2006/relationships/image" Target="../media/image148.png"/><Relationship Id="rId137" Type="http://schemas.openxmlformats.org/officeDocument/2006/relationships/customXml" Target="../ink/ink156.xml"/><Relationship Id="rId158" Type="http://schemas.openxmlformats.org/officeDocument/2006/relationships/image" Target="../media/image169.png"/><Relationship Id="rId20" Type="http://schemas.openxmlformats.org/officeDocument/2006/relationships/image" Target="../media/image100.png"/><Relationship Id="rId41" Type="http://schemas.openxmlformats.org/officeDocument/2006/relationships/customXml" Target="../ink/ink108.xml"/><Relationship Id="rId62" Type="http://schemas.openxmlformats.org/officeDocument/2006/relationships/image" Target="../media/image121.png"/><Relationship Id="rId83" Type="http://schemas.openxmlformats.org/officeDocument/2006/relationships/customXml" Target="../ink/ink129.xml"/><Relationship Id="rId88" Type="http://schemas.openxmlformats.org/officeDocument/2006/relationships/image" Target="../media/image134.png"/><Relationship Id="rId111" Type="http://schemas.openxmlformats.org/officeDocument/2006/relationships/customXml" Target="../ink/ink143.xml"/><Relationship Id="rId132" Type="http://schemas.openxmlformats.org/officeDocument/2006/relationships/image" Target="../media/image156.png"/><Relationship Id="rId153" Type="http://schemas.openxmlformats.org/officeDocument/2006/relationships/customXml" Target="../ink/ink164.xml"/><Relationship Id="rId174" Type="http://schemas.openxmlformats.org/officeDocument/2006/relationships/image" Target="../media/image177.png"/><Relationship Id="rId179" Type="http://schemas.openxmlformats.org/officeDocument/2006/relationships/customXml" Target="../ink/ink177.xml"/><Relationship Id="rId195" Type="http://schemas.openxmlformats.org/officeDocument/2006/relationships/customXml" Target="../ink/ink185.xml"/><Relationship Id="rId209" Type="http://schemas.openxmlformats.org/officeDocument/2006/relationships/customXml" Target="../ink/ink192.xml"/><Relationship Id="rId190" Type="http://schemas.openxmlformats.org/officeDocument/2006/relationships/image" Target="../media/image185.png"/><Relationship Id="rId204" Type="http://schemas.openxmlformats.org/officeDocument/2006/relationships/image" Target="../media/image192.png"/><Relationship Id="rId220" Type="http://schemas.openxmlformats.org/officeDocument/2006/relationships/image" Target="../media/image200.png"/><Relationship Id="rId225" Type="http://schemas.openxmlformats.org/officeDocument/2006/relationships/customXml" Target="../ink/ink200.xml"/><Relationship Id="rId15" Type="http://schemas.openxmlformats.org/officeDocument/2006/relationships/customXml" Target="../ink/ink95.xml"/><Relationship Id="rId36" Type="http://schemas.openxmlformats.org/officeDocument/2006/relationships/image" Target="../media/image108.png"/><Relationship Id="rId57" Type="http://schemas.openxmlformats.org/officeDocument/2006/relationships/customXml" Target="../ink/ink116.xml"/><Relationship Id="rId106" Type="http://schemas.openxmlformats.org/officeDocument/2006/relationships/image" Target="../media/image143.png"/><Relationship Id="rId127" Type="http://schemas.openxmlformats.org/officeDocument/2006/relationships/customXml" Target="../ink/ink151.xml"/><Relationship Id="rId10" Type="http://schemas.openxmlformats.org/officeDocument/2006/relationships/image" Target="../media/image95.png"/><Relationship Id="rId31" Type="http://schemas.openxmlformats.org/officeDocument/2006/relationships/customXml" Target="../ink/ink103.xml"/><Relationship Id="rId52" Type="http://schemas.openxmlformats.org/officeDocument/2006/relationships/image" Target="../media/image116.png"/><Relationship Id="rId73" Type="http://schemas.openxmlformats.org/officeDocument/2006/relationships/customXml" Target="../ink/ink124.xml"/><Relationship Id="rId78" Type="http://schemas.openxmlformats.org/officeDocument/2006/relationships/image" Target="../media/image129.png"/><Relationship Id="rId94" Type="http://schemas.openxmlformats.org/officeDocument/2006/relationships/image" Target="../media/image137.png"/><Relationship Id="rId99" Type="http://schemas.openxmlformats.org/officeDocument/2006/relationships/customXml" Target="../ink/ink137.xml"/><Relationship Id="rId101" Type="http://schemas.openxmlformats.org/officeDocument/2006/relationships/customXml" Target="../ink/ink138.xml"/><Relationship Id="rId122" Type="http://schemas.openxmlformats.org/officeDocument/2006/relationships/image" Target="../media/image151.png"/><Relationship Id="rId143" Type="http://schemas.openxmlformats.org/officeDocument/2006/relationships/customXml" Target="../ink/ink159.xml"/><Relationship Id="rId148" Type="http://schemas.openxmlformats.org/officeDocument/2006/relationships/image" Target="../media/image164.png"/><Relationship Id="rId164" Type="http://schemas.openxmlformats.org/officeDocument/2006/relationships/image" Target="../media/image172.png"/><Relationship Id="rId169" Type="http://schemas.openxmlformats.org/officeDocument/2006/relationships/customXml" Target="../ink/ink172.xml"/><Relationship Id="rId185" Type="http://schemas.openxmlformats.org/officeDocument/2006/relationships/customXml" Target="../ink/ink180.xml"/><Relationship Id="rId4" Type="http://schemas.openxmlformats.org/officeDocument/2006/relationships/image" Target="../media/image92.png"/><Relationship Id="rId9" Type="http://schemas.openxmlformats.org/officeDocument/2006/relationships/customXml" Target="../ink/ink92.xml"/><Relationship Id="rId180" Type="http://schemas.openxmlformats.org/officeDocument/2006/relationships/image" Target="../media/image180.png"/><Relationship Id="rId210" Type="http://schemas.openxmlformats.org/officeDocument/2006/relationships/image" Target="../media/image195.png"/><Relationship Id="rId215" Type="http://schemas.openxmlformats.org/officeDocument/2006/relationships/customXml" Target="../ink/ink195.xml"/><Relationship Id="rId26" Type="http://schemas.openxmlformats.org/officeDocument/2006/relationships/image" Target="../media/image103.png"/><Relationship Id="rId47" Type="http://schemas.openxmlformats.org/officeDocument/2006/relationships/customXml" Target="../ink/ink111.xml"/><Relationship Id="rId68" Type="http://schemas.openxmlformats.org/officeDocument/2006/relationships/image" Target="../media/image124.png"/><Relationship Id="rId89" Type="http://schemas.openxmlformats.org/officeDocument/2006/relationships/customXml" Target="../ink/ink132.xml"/><Relationship Id="rId112" Type="http://schemas.openxmlformats.org/officeDocument/2006/relationships/image" Target="../media/image146.png"/><Relationship Id="rId133" Type="http://schemas.openxmlformats.org/officeDocument/2006/relationships/customXml" Target="../ink/ink154.xml"/><Relationship Id="rId154" Type="http://schemas.openxmlformats.org/officeDocument/2006/relationships/image" Target="../media/image167.png"/><Relationship Id="rId175" Type="http://schemas.openxmlformats.org/officeDocument/2006/relationships/customXml" Target="../ink/ink175.xml"/><Relationship Id="rId196" Type="http://schemas.openxmlformats.org/officeDocument/2006/relationships/image" Target="../media/image188.png"/><Relationship Id="rId200" Type="http://schemas.openxmlformats.org/officeDocument/2006/relationships/image" Target="../media/image190.png"/><Relationship Id="rId16" Type="http://schemas.openxmlformats.org/officeDocument/2006/relationships/image" Target="../media/image98.png"/><Relationship Id="rId221" Type="http://schemas.openxmlformats.org/officeDocument/2006/relationships/customXml" Target="../ink/ink198.xml"/><Relationship Id="rId37" Type="http://schemas.openxmlformats.org/officeDocument/2006/relationships/customXml" Target="../ink/ink106.xml"/><Relationship Id="rId58" Type="http://schemas.openxmlformats.org/officeDocument/2006/relationships/image" Target="../media/image119.png"/><Relationship Id="rId79" Type="http://schemas.openxmlformats.org/officeDocument/2006/relationships/customXml" Target="../ink/ink127.xml"/><Relationship Id="rId102" Type="http://schemas.openxmlformats.org/officeDocument/2006/relationships/image" Target="../media/image141.png"/><Relationship Id="rId123" Type="http://schemas.openxmlformats.org/officeDocument/2006/relationships/customXml" Target="../ink/ink149.xml"/><Relationship Id="rId144" Type="http://schemas.openxmlformats.org/officeDocument/2006/relationships/image" Target="../media/image162.png"/><Relationship Id="rId90" Type="http://schemas.openxmlformats.org/officeDocument/2006/relationships/image" Target="../media/image135.png"/><Relationship Id="rId165" Type="http://schemas.openxmlformats.org/officeDocument/2006/relationships/customXml" Target="../ink/ink170.xml"/><Relationship Id="rId186" Type="http://schemas.openxmlformats.org/officeDocument/2006/relationships/image" Target="../media/image183.png"/><Relationship Id="rId211" Type="http://schemas.openxmlformats.org/officeDocument/2006/relationships/customXml" Target="../ink/ink193.xml"/><Relationship Id="rId27" Type="http://schemas.openxmlformats.org/officeDocument/2006/relationships/customXml" Target="../ink/ink101.xml"/><Relationship Id="rId48" Type="http://schemas.openxmlformats.org/officeDocument/2006/relationships/image" Target="../media/image114.png"/><Relationship Id="rId69" Type="http://schemas.openxmlformats.org/officeDocument/2006/relationships/customXml" Target="../ink/ink122.xml"/><Relationship Id="rId113" Type="http://schemas.openxmlformats.org/officeDocument/2006/relationships/customXml" Target="../ink/ink144.xml"/><Relationship Id="rId134" Type="http://schemas.openxmlformats.org/officeDocument/2006/relationships/image" Target="../media/image157.png"/><Relationship Id="rId80" Type="http://schemas.openxmlformats.org/officeDocument/2006/relationships/image" Target="../media/image130.png"/><Relationship Id="rId155" Type="http://schemas.openxmlformats.org/officeDocument/2006/relationships/customXml" Target="../ink/ink165.xml"/><Relationship Id="rId176" Type="http://schemas.openxmlformats.org/officeDocument/2006/relationships/image" Target="../media/image178.png"/><Relationship Id="rId197" Type="http://schemas.openxmlformats.org/officeDocument/2006/relationships/customXml" Target="../ink/ink186.xml"/><Relationship Id="rId201" Type="http://schemas.openxmlformats.org/officeDocument/2006/relationships/customXml" Target="../ink/ink188.xml"/><Relationship Id="rId222" Type="http://schemas.openxmlformats.org/officeDocument/2006/relationships/image" Target="../media/image201.png"/><Relationship Id="rId17" Type="http://schemas.openxmlformats.org/officeDocument/2006/relationships/customXml" Target="../ink/ink96.xml"/><Relationship Id="rId38" Type="http://schemas.openxmlformats.org/officeDocument/2006/relationships/image" Target="../media/image109.png"/><Relationship Id="rId59" Type="http://schemas.openxmlformats.org/officeDocument/2006/relationships/customXml" Target="../ink/ink117.xml"/><Relationship Id="rId103" Type="http://schemas.openxmlformats.org/officeDocument/2006/relationships/customXml" Target="../ink/ink139.xml"/><Relationship Id="rId124" Type="http://schemas.openxmlformats.org/officeDocument/2006/relationships/image" Target="../media/image152.png"/><Relationship Id="rId70" Type="http://schemas.openxmlformats.org/officeDocument/2006/relationships/image" Target="../media/image125.png"/><Relationship Id="rId91" Type="http://schemas.openxmlformats.org/officeDocument/2006/relationships/customXml" Target="../ink/ink133.xml"/><Relationship Id="rId145" Type="http://schemas.openxmlformats.org/officeDocument/2006/relationships/customXml" Target="../ink/ink160.xml"/><Relationship Id="rId166" Type="http://schemas.openxmlformats.org/officeDocument/2006/relationships/image" Target="../media/image173.png"/><Relationship Id="rId187" Type="http://schemas.openxmlformats.org/officeDocument/2006/relationships/customXml" Target="../ink/ink181.xml"/><Relationship Id="rId1" Type="http://schemas.openxmlformats.org/officeDocument/2006/relationships/slideLayout" Target="../slideLayouts/slideLayout1.xml"/><Relationship Id="rId212" Type="http://schemas.openxmlformats.org/officeDocument/2006/relationships/image" Target="../media/image196.png"/><Relationship Id="rId28" Type="http://schemas.openxmlformats.org/officeDocument/2006/relationships/image" Target="../media/image104.png"/><Relationship Id="rId49" Type="http://schemas.openxmlformats.org/officeDocument/2006/relationships/customXml" Target="../ink/ink112.xml"/><Relationship Id="rId114" Type="http://schemas.openxmlformats.org/officeDocument/2006/relationships/image" Target="../media/image147.png"/><Relationship Id="rId60" Type="http://schemas.openxmlformats.org/officeDocument/2006/relationships/image" Target="../media/image120.png"/><Relationship Id="rId81" Type="http://schemas.openxmlformats.org/officeDocument/2006/relationships/customXml" Target="../ink/ink128.xml"/><Relationship Id="rId135" Type="http://schemas.openxmlformats.org/officeDocument/2006/relationships/customXml" Target="../ink/ink155.xml"/><Relationship Id="rId156" Type="http://schemas.openxmlformats.org/officeDocument/2006/relationships/image" Target="../media/image168.png"/><Relationship Id="rId177" Type="http://schemas.openxmlformats.org/officeDocument/2006/relationships/customXml" Target="../ink/ink176.xml"/><Relationship Id="rId198" Type="http://schemas.openxmlformats.org/officeDocument/2006/relationships/image" Target="../media/image189.png"/><Relationship Id="rId202" Type="http://schemas.openxmlformats.org/officeDocument/2006/relationships/image" Target="../media/image191.png"/><Relationship Id="rId223" Type="http://schemas.openxmlformats.org/officeDocument/2006/relationships/customXml" Target="../ink/ink199.xml"/><Relationship Id="rId18" Type="http://schemas.openxmlformats.org/officeDocument/2006/relationships/image" Target="../media/image99.png"/><Relationship Id="rId39" Type="http://schemas.openxmlformats.org/officeDocument/2006/relationships/customXml" Target="../ink/ink107.xml"/><Relationship Id="rId50" Type="http://schemas.openxmlformats.org/officeDocument/2006/relationships/image" Target="../media/image115.png"/><Relationship Id="rId104" Type="http://schemas.openxmlformats.org/officeDocument/2006/relationships/image" Target="../media/image142.png"/><Relationship Id="rId125" Type="http://schemas.openxmlformats.org/officeDocument/2006/relationships/customXml" Target="../ink/ink150.xml"/><Relationship Id="rId146" Type="http://schemas.openxmlformats.org/officeDocument/2006/relationships/image" Target="../media/image163.png"/><Relationship Id="rId167" Type="http://schemas.openxmlformats.org/officeDocument/2006/relationships/customXml" Target="../ink/ink171.xml"/><Relationship Id="rId188" Type="http://schemas.openxmlformats.org/officeDocument/2006/relationships/image" Target="../media/image184.png"/><Relationship Id="rId71" Type="http://schemas.openxmlformats.org/officeDocument/2006/relationships/customXml" Target="../ink/ink123.xml"/><Relationship Id="rId92" Type="http://schemas.openxmlformats.org/officeDocument/2006/relationships/image" Target="../media/image136.png"/><Relationship Id="rId213" Type="http://schemas.openxmlformats.org/officeDocument/2006/relationships/customXml" Target="../ink/ink194.xml"/><Relationship Id="rId2" Type="http://schemas.openxmlformats.org/officeDocument/2006/relationships/notesSlide" Target="../notesSlides/notesSlide5.xml"/><Relationship Id="rId29" Type="http://schemas.openxmlformats.org/officeDocument/2006/relationships/customXml" Target="../ink/ink102.xml"/><Relationship Id="rId40" Type="http://schemas.openxmlformats.org/officeDocument/2006/relationships/image" Target="../media/image110.png"/><Relationship Id="rId115" Type="http://schemas.openxmlformats.org/officeDocument/2006/relationships/customXml" Target="../ink/ink145.xml"/><Relationship Id="rId136" Type="http://schemas.openxmlformats.org/officeDocument/2006/relationships/image" Target="../media/image158.png"/><Relationship Id="rId157" Type="http://schemas.openxmlformats.org/officeDocument/2006/relationships/customXml" Target="../ink/ink166.xml"/><Relationship Id="rId178" Type="http://schemas.openxmlformats.org/officeDocument/2006/relationships/image" Target="../media/image179.png"/><Relationship Id="rId61" Type="http://schemas.openxmlformats.org/officeDocument/2006/relationships/customXml" Target="../ink/ink118.xml"/><Relationship Id="rId82" Type="http://schemas.openxmlformats.org/officeDocument/2006/relationships/image" Target="../media/image131.png"/><Relationship Id="rId199" Type="http://schemas.openxmlformats.org/officeDocument/2006/relationships/customXml" Target="../ink/ink187.xml"/><Relationship Id="rId203" Type="http://schemas.openxmlformats.org/officeDocument/2006/relationships/customXml" Target="../ink/ink189.xml"/><Relationship Id="rId19" Type="http://schemas.openxmlformats.org/officeDocument/2006/relationships/customXml" Target="../ink/ink97.xml"/><Relationship Id="rId224" Type="http://schemas.openxmlformats.org/officeDocument/2006/relationships/image" Target="../media/image202.png"/><Relationship Id="rId30" Type="http://schemas.openxmlformats.org/officeDocument/2006/relationships/image" Target="../media/image105.png"/><Relationship Id="rId105" Type="http://schemas.openxmlformats.org/officeDocument/2006/relationships/customXml" Target="../ink/ink140.xml"/><Relationship Id="rId126" Type="http://schemas.openxmlformats.org/officeDocument/2006/relationships/image" Target="../media/image153.png"/><Relationship Id="rId147" Type="http://schemas.openxmlformats.org/officeDocument/2006/relationships/customXml" Target="../ink/ink161.xml"/><Relationship Id="rId168" Type="http://schemas.openxmlformats.org/officeDocument/2006/relationships/image" Target="../media/image174.png"/><Relationship Id="rId51" Type="http://schemas.openxmlformats.org/officeDocument/2006/relationships/customXml" Target="../ink/ink113.xml"/><Relationship Id="rId72" Type="http://schemas.openxmlformats.org/officeDocument/2006/relationships/image" Target="../media/image126.png"/><Relationship Id="rId93" Type="http://schemas.openxmlformats.org/officeDocument/2006/relationships/customXml" Target="../ink/ink134.xml"/><Relationship Id="rId189" Type="http://schemas.openxmlformats.org/officeDocument/2006/relationships/customXml" Target="../ink/ink182.xml"/></Relationships>
</file>

<file path=ppt/slides/_rels/slide14.xml.rels><?xml version="1.0" encoding="UTF-8" standalone="yes"?>
<Relationships xmlns="http://schemas.openxmlformats.org/package/2006/relationships"><Relationship Id="rId13" Type="http://schemas.openxmlformats.org/officeDocument/2006/relationships/image" Target="../media/image210.png"/><Relationship Id="rId18" Type="http://schemas.openxmlformats.org/officeDocument/2006/relationships/customXml" Target="../ink/ink209.xml"/><Relationship Id="rId26" Type="http://schemas.openxmlformats.org/officeDocument/2006/relationships/customXml" Target="../ink/ink213.xml"/><Relationship Id="rId39" Type="http://schemas.openxmlformats.org/officeDocument/2006/relationships/image" Target="../media/image223.png"/><Relationship Id="rId21" Type="http://schemas.openxmlformats.org/officeDocument/2006/relationships/image" Target="../media/image214.png"/><Relationship Id="rId34" Type="http://schemas.openxmlformats.org/officeDocument/2006/relationships/customXml" Target="../ink/ink217.xml"/><Relationship Id="rId42" Type="http://schemas.openxmlformats.org/officeDocument/2006/relationships/customXml" Target="../ink/ink221.xml"/><Relationship Id="rId47" Type="http://schemas.openxmlformats.org/officeDocument/2006/relationships/image" Target="../media/image227.png"/><Relationship Id="rId50" Type="http://schemas.openxmlformats.org/officeDocument/2006/relationships/customXml" Target="../ink/ink225.xml"/><Relationship Id="rId55" Type="http://schemas.openxmlformats.org/officeDocument/2006/relationships/image" Target="../media/image231.png"/><Relationship Id="rId7" Type="http://schemas.openxmlformats.org/officeDocument/2006/relationships/image" Target="../media/image207.png"/><Relationship Id="rId2" Type="http://schemas.openxmlformats.org/officeDocument/2006/relationships/notesSlide" Target="../notesSlides/notesSlide6.xml"/><Relationship Id="rId16" Type="http://schemas.openxmlformats.org/officeDocument/2006/relationships/customXml" Target="../ink/ink208.xml"/><Relationship Id="rId29" Type="http://schemas.openxmlformats.org/officeDocument/2006/relationships/image" Target="../media/image218.png"/><Relationship Id="rId11" Type="http://schemas.openxmlformats.org/officeDocument/2006/relationships/image" Target="../media/image209.png"/><Relationship Id="rId24" Type="http://schemas.openxmlformats.org/officeDocument/2006/relationships/customXml" Target="../ink/ink212.xml"/><Relationship Id="rId32" Type="http://schemas.openxmlformats.org/officeDocument/2006/relationships/customXml" Target="../ink/ink216.xml"/><Relationship Id="rId37" Type="http://schemas.openxmlformats.org/officeDocument/2006/relationships/image" Target="../media/image222.png"/><Relationship Id="rId40" Type="http://schemas.openxmlformats.org/officeDocument/2006/relationships/customXml" Target="../ink/ink220.xml"/><Relationship Id="rId45" Type="http://schemas.openxmlformats.org/officeDocument/2006/relationships/image" Target="../media/image226.png"/><Relationship Id="rId53" Type="http://schemas.openxmlformats.org/officeDocument/2006/relationships/image" Target="../media/image230.png"/><Relationship Id="rId5" Type="http://schemas.openxmlformats.org/officeDocument/2006/relationships/image" Target="../media/image206.png"/><Relationship Id="rId10" Type="http://schemas.openxmlformats.org/officeDocument/2006/relationships/customXml" Target="../ink/ink205.xml"/><Relationship Id="rId19" Type="http://schemas.openxmlformats.org/officeDocument/2006/relationships/image" Target="../media/image213.png"/><Relationship Id="rId31" Type="http://schemas.openxmlformats.org/officeDocument/2006/relationships/image" Target="../media/image219.png"/><Relationship Id="rId44" Type="http://schemas.openxmlformats.org/officeDocument/2006/relationships/customXml" Target="../ink/ink222.xml"/><Relationship Id="rId52" Type="http://schemas.openxmlformats.org/officeDocument/2006/relationships/customXml" Target="../ink/ink226.xml"/><Relationship Id="rId4" Type="http://schemas.openxmlformats.org/officeDocument/2006/relationships/customXml" Target="../ink/ink202.xml"/><Relationship Id="rId9" Type="http://schemas.openxmlformats.org/officeDocument/2006/relationships/image" Target="../media/image208.png"/><Relationship Id="rId14" Type="http://schemas.openxmlformats.org/officeDocument/2006/relationships/customXml" Target="../ink/ink207.xml"/><Relationship Id="rId22" Type="http://schemas.openxmlformats.org/officeDocument/2006/relationships/customXml" Target="../ink/ink211.xml"/><Relationship Id="rId27" Type="http://schemas.openxmlformats.org/officeDocument/2006/relationships/image" Target="../media/image217.png"/><Relationship Id="rId30" Type="http://schemas.openxmlformats.org/officeDocument/2006/relationships/customXml" Target="../ink/ink215.xml"/><Relationship Id="rId35" Type="http://schemas.openxmlformats.org/officeDocument/2006/relationships/image" Target="../media/image221.png"/><Relationship Id="rId43" Type="http://schemas.openxmlformats.org/officeDocument/2006/relationships/image" Target="../media/image225.png"/><Relationship Id="rId48" Type="http://schemas.openxmlformats.org/officeDocument/2006/relationships/customXml" Target="../ink/ink224.xml"/><Relationship Id="rId8" Type="http://schemas.openxmlformats.org/officeDocument/2006/relationships/customXml" Target="../ink/ink204.xml"/><Relationship Id="rId51" Type="http://schemas.openxmlformats.org/officeDocument/2006/relationships/image" Target="../media/image229.png"/><Relationship Id="rId3" Type="http://schemas.openxmlformats.org/officeDocument/2006/relationships/image" Target="../media/image205.png"/><Relationship Id="rId12" Type="http://schemas.openxmlformats.org/officeDocument/2006/relationships/customXml" Target="../ink/ink206.xml"/><Relationship Id="rId17" Type="http://schemas.openxmlformats.org/officeDocument/2006/relationships/image" Target="../media/image212.png"/><Relationship Id="rId25" Type="http://schemas.openxmlformats.org/officeDocument/2006/relationships/image" Target="../media/image216.png"/><Relationship Id="rId33" Type="http://schemas.openxmlformats.org/officeDocument/2006/relationships/image" Target="../media/image220.png"/><Relationship Id="rId38" Type="http://schemas.openxmlformats.org/officeDocument/2006/relationships/customXml" Target="../ink/ink219.xml"/><Relationship Id="rId46" Type="http://schemas.openxmlformats.org/officeDocument/2006/relationships/customXml" Target="../ink/ink223.xml"/><Relationship Id="rId20" Type="http://schemas.openxmlformats.org/officeDocument/2006/relationships/customXml" Target="../ink/ink210.xml"/><Relationship Id="rId41" Type="http://schemas.openxmlformats.org/officeDocument/2006/relationships/image" Target="../media/image224.png"/><Relationship Id="rId54" Type="http://schemas.openxmlformats.org/officeDocument/2006/relationships/customXml" Target="../ink/ink227.xml"/><Relationship Id="rId1" Type="http://schemas.openxmlformats.org/officeDocument/2006/relationships/slideLayout" Target="../slideLayouts/slideLayout1.xml"/><Relationship Id="rId6" Type="http://schemas.openxmlformats.org/officeDocument/2006/relationships/customXml" Target="../ink/ink203.xml"/><Relationship Id="rId15" Type="http://schemas.openxmlformats.org/officeDocument/2006/relationships/image" Target="../media/image211.png"/><Relationship Id="rId23" Type="http://schemas.openxmlformats.org/officeDocument/2006/relationships/image" Target="../media/image215.png"/><Relationship Id="rId28" Type="http://schemas.openxmlformats.org/officeDocument/2006/relationships/customXml" Target="../ink/ink214.xml"/><Relationship Id="rId36" Type="http://schemas.openxmlformats.org/officeDocument/2006/relationships/customXml" Target="../ink/ink218.xml"/><Relationship Id="rId49" Type="http://schemas.openxmlformats.org/officeDocument/2006/relationships/image" Target="../media/image228.png"/></Relationships>
</file>

<file path=ppt/slides/_rels/slide15.xml.rels><?xml version="1.0" encoding="UTF-8" standalone="yes"?>
<Relationships xmlns="http://schemas.openxmlformats.org/package/2006/relationships"><Relationship Id="rId3" Type="http://schemas.openxmlformats.org/officeDocument/2006/relationships/hyperlink" Target="http://www.youtube.com/watch?v=2tRwSCbxt8g"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32.png"/></Relationships>
</file>

<file path=ppt/slides/_rels/slide16.xml.rels><?xml version="1.0" encoding="UTF-8" standalone="yes"?>
<Relationships xmlns="http://schemas.openxmlformats.org/package/2006/relationships"><Relationship Id="rId3" Type="http://schemas.openxmlformats.org/officeDocument/2006/relationships/hyperlink" Target="http://www.youtube.com/watch?v=GnJCOof2HJk"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www.google.com/finance"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www.youtube.com/watch?v=oVVt6P2q-6c"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6" Type="http://schemas.openxmlformats.org/officeDocument/2006/relationships/image" Target="../media/image244.png"/><Relationship Id="rId21" Type="http://schemas.openxmlformats.org/officeDocument/2006/relationships/customXml" Target="../ink/ink237.xml"/><Relationship Id="rId42" Type="http://schemas.openxmlformats.org/officeDocument/2006/relationships/image" Target="../media/image252.png"/><Relationship Id="rId47" Type="http://schemas.openxmlformats.org/officeDocument/2006/relationships/customXml" Target="../ink/ink250.xml"/><Relationship Id="rId63" Type="http://schemas.openxmlformats.org/officeDocument/2006/relationships/customXml" Target="../ink/ink258.xml"/><Relationship Id="rId68" Type="http://schemas.openxmlformats.org/officeDocument/2006/relationships/image" Target="../media/image265.png"/><Relationship Id="rId2" Type="http://schemas.openxmlformats.org/officeDocument/2006/relationships/notesSlide" Target="../notesSlides/notesSlide10.xml"/><Relationship Id="rId16" Type="http://schemas.openxmlformats.org/officeDocument/2006/relationships/image" Target="../media/image239.png"/><Relationship Id="rId29" Type="http://schemas.openxmlformats.org/officeDocument/2006/relationships/customXml" Target="../ink/ink241.xml"/><Relationship Id="rId11" Type="http://schemas.openxmlformats.org/officeDocument/2006/relationships/customXml" Target="../ink/ink232.xml"/><Relationship Id="rId24" Type="http://schemas.openxmlformats.org/officeDocument/2006/relationships/image" Target="../media/image243.png"/><Relationship Id="rId32" Type="http://schemas.openxmlformats.org/officeDocument/2006/relationships/image" Target="../media/image247.png"/><Relationship Id="rId37" Type="http://schemas.openxmlformats.org/officeDocument/2006/relationships/customXml" Target="../ink/ink245.xml"/><Relationship Id="rId40" Type="http://schemas.openxmlformats.org/officeDocument/2006/relationships/image" Target="../media/image251.png"/><Relationship Id="rId45" Type="http://schemas.openxmlformats.org/officeDocument/2006/relationships/customXml" Target="../ink/ink249.xml"/><Relationship Id="rId53" Type="http://schemas.openxmlformats.org/officeDocument/2006/relationships/customXml" Target="../ink/ink253.xml"/><Relationship Id="rId58" Type="http://schemas.openxmlformats.org/officeDocument/2006/relationships/image" Target="../media/image260.png"/><Relationship Id="rId66" Type="http://schemas.openxmlformats.org/officeDocument/2006/relationships/image" Target="../media/image264.png"/><Relationship Id="rId74" Type="http://schemas.openxmlformats.org/officeDocument/2006/relationships/image" Target="../media/image268.png"/><Relationship Id="rId5" Type="http://schemas.openxmlformats.org/officeDocument/2006/relationships/customXml" Target="../ink/ink229.xml"/><Relationship Id="rId61" Type="http://schemas.openxmlformats.org/officeDocument/2006/relationships/customXml" Target="../ink/ink257.xml"/><Relationship Id="rId19" Type="http://schemas.openxmlformats.org/officeDocument/2006/relationships/customXml" Target="../ink/ink236.xml"/><Relationship Id="rId14" Type="http://schemas.openxmlformats.org/officeDocument/2006/relationships/image" Target="../media/image238.png"/><Relationship Id="rId22" Type="http://schemas.openxmlformats.org/officeDocument/2006/relationships/image" Target="../media/image242.png"/><Relationship Id="rId27" Type="http://schemas.openxmlformats.org/officeDocument/2006/relationships/customXml" Target="../ink/ink240.xml"/><Relationship Id="rId30" Type="http://schemas.openxmlformats.org/officeDocument/2006/relationships/image" Target="../media/image246.png"/><Relationship Id="rId35" Type="http://schemas.openxmlformats.org/officeDocument/2006/relationships/customXml" Target="../ink/ink244.xml"/><Relationship Id="rId43" Type="http://schemas.openxmlformats.org/officeDocument/2006/relationships/customXml" Target="../ink/ink248.xml"/><Relationship Id="rId48" Type="http://schemas.openxmlformats.org/officeDocument/2006/relationships/image" Target="../media/image255.png"/><Relationship Id="rId56" Type="http://schemas.openxmlformats.org/officeDocument/2006/relationships/image" Target="../media/image259.png"/><Relationship Id="rId64" Type="http://schemas.openxmlformats.org/officeDocument/2006/relationships/image" Target="../media/image263.png"/><Relationship Id="rId69" Type="http://schemas.openxmlformats.org/officeDocument/2006/relationships/customXml" Target="../ink/ink261.xml"/><Relationship Id="rId8" Type="http://schemas.openxmlformats.org/officeDocument/2006/relationships/image" Target="../media/image235.png"/><Relationship Id="rId51" Type="http://schemas.openxmlformats.org/officeDocument/2006/relationships/customXml" Target="../ink/ink252.xml"/><Relationship Id="rId72" Type="http://schemas.openxmlformats.org/officeDocument/2006/relationships/image" Target="../media/image267.png"/><Relationship Id="rId3" Type="http://schemas.openxmlformats.org/officeDocument/2006/relationships/customXml" Target="../ink/ink228.xml"/><Relationship Id="rId12" Type="http://schemas.openxmlformats.org/officeDocument/2006/relationships/image" Target="../media/image237.png"/><Relationship Id="rId17" Type="http://schemas.openxmlformats.org/officeDocument/2006/relationships/customXml" Target="../ink/ink235.xml"/><Relationship Id="rId25" Type="http://schemas.openxmlformats.org/officeDocument/2006/relationships/customXml" Target="../ink/ink239.xml"/><Relationship Id="rId33" Type="http://schemas.openxmlformats.org/officeDocument/2006/relationships/customXml" Target="../ink/ink243.xml"/><Relationship Id="rId38" Type="http://schemas.openxmlformats.org/officeDocument/2006/relationships/image" Target="../media/image250.png"/><Relationship Id="rId46" Type="http://schemas.openxmlformats.org/officeDocument/2006/relationships/image" Target="../media/image254.png"/><Relationship Id="rId59" Type="http://schemas.openxmlformats.org/officeDocument/2006/relationships/customXml" Target="../ink/ink256.xml"/><Relationship Id="rId67" Type="http://schemas.openxmlformats.org/officeDocument/2006/relationships/customXml" Target="../ink/ink260.xml"/><Relationship Id="rId20" Type="http://schemas.openxmlformats.org/officeDocument/2006/relationships/image" Target="../media/image241.png"/><Relationship Id="rId41" Type="http://schemas.openxmlformats.org/officeDocument/2006/relationships/customXml" Target="../ink/ink247.xml"/><Relationship Id="rId54" Type="http://schemas.openxmlformats.org/officeDocument/2006/relationships/image" Target="../media/image258.png"/><Relationship Id="rId62" Type="http://schemas.openxmlformats.org/officeDocument/2006/relationships/image" Target="../media/image262.png"/><Relationship Id="rId70" Type="http://schemas.openxmlformats.org/officeDocument/2006/relationships/image" Target="../media/image266.png"/><Relationship Id="rId1" Type="http://schemas.openxmlformats.org/officeDocument/2006/relationships/slideLayout" Target="../slideLayouts/slideLayout1.xml"/><Relationship Id="rId6" Type="http://schemas.openxmlformats.org/officeDocument/2006/relationships/image" Target="../media/image234.png"/><Relationship Id="rId15" Type="http://schemas.openxmlformats.org/officeDocument/2006/relationships/customXml" Target="../ink/ink234.xml"/><Relationship Id="rId23" Type="http://schemas.openxmlformats.org/officeDocument/2006/relationships/customXml" Target="../ink/ink238.xml"/><Relationship Id="rId28" Type="http://schemas.openxmlformats.org/officeDocument/2006/relationships/image" Target="../media/image245.png"/><Relationship Id="rId36" Type="http://schemas.openxmlformats.org/officeDocument/2006/relationships/image" Target="../media/image249.png"/><Relationship Id="rId49" Type="http://schemas.openxmlformats.org/officeDocument/2006/relationships/customXml" Target="../ink/ink251.xml"/><Relationship Id="rId57" Type="http://schemas.openxmlformats.org/officeDocument/2006/relationships/customXml" Target="../ink/ink255.xml"/><Relationship Id="rId10" Type="http://schemas.openxmlformats.org/officeDocument/2006/relationships/image" Target="../media/image236.png"/><Relationship Id="rId31" Type="http://schemas.openxmlformats.org/officeDocument/2006/relationships/customXml" Target="../ink/ink242.xml"/><Relationship Id="rId44" Type="http://schemas.openxmlformats.org/officeDocument/2006/relationships/image" Target="../media/image253.png"/><Relationship Id="rId52" Type="http://schemas.openxmlformats.org/officeDocument/2006/relationships/image" Target="../media/image257.png"/><Relationship Id="rId60" Type="http://schemas.openxmlformats.org/officeDocument/2006/relationships/image" Target="../media/image261.png"/><Relationship Id="rId65" Type="http://schemas.openxmlformats.org/officeDocument/2006/relationships/customXml" Target="../ink/ink259.xml"/><Relationship Id="rId73" Type="http://schemas.openxmlformats.org/officeDocument/2006/relationships/customXml" Target="../ink/ink263.xml"/><Relationship Id="rId4" Type="http://schemas.openxmlformats.org/officeDocument/2006/relationships/image" Target="../media/image233.png"/><Relationship Id="rId9" Type="http://schemas.openxmlformats.org/officeDocument/2006/relationships/customXml" Target="../ink/ink231.xml"/><Relationship Id="rId13" Type="http://schemas.openxmlformats.org/officeDocument/2006/relationships/customXml" Target="../ink/ink233.xml"/><Relationship Id="rId18" Type="http://schemas.openxmlformats.org/officeDocument/2006/relationships/image" Target="../media/image240.png"/><Relationship Id="rId39" Type="http://schemas.openxmlformats.org/officeDocument/2006/relationships/customXml" Target="../ink/ink246.xml"/><Relationship Id="rId34" Type="http://schemas.openxmlformats.org/officeDocument/2006/relationships/image" Target="../media/image248.png"/><Relationship Id="rId50" Type="http://schemas.openxmlformats.org/officeDocument/2006/relationships/image" Target="../media/image256.png"/><Relationship Id="rId55" Type="http://schemas.openxmlformats.org/officeDocument/2006/relationships/customXml" Target="../ink/ink254.xml"/><Relationship Id="rId7" Type="http://schemas.openxmlformats.org/officeDocument/2006/relationships/customXml" Target="../ink/ink230.xml"/><Relationship Id="rId71" Type="http://schemas.openxmlformats.org/officeDocument/2006/relationships/customXml" Target="../ink/ink26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www.youtube.com/watch?v=6P2sIQxh_NQ"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www.youtube.com/watch?v=6Shm-h-vqAQ"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www.youtube.com/watch?v=n3w9pLI2X_c"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hyperlink" Target="http://money.cnn.com/2014/06/09/investing/apple-stock-split-reactions/" TargetMode="External"/><Relationship Id="rId4" Type="http://schemas.openxmlformats.org/officeDocument/2006/relationships/hyperlink" Target="https://www.youtube.com/watch?v=sAztOTtnhAU" TargetMode="External"/></Relationships>
</file>

<file path=ppt/slides/_rels/slide23.xml.rels><?xml version="1.0" encoding="UTF-8" standalone="yes"?>
<Relationships xmlns="http://schemas.openxmlformats.org/package/2006/relationships"><Relationship Id="rId117" Type="http://schemas.openxmlformats.org/officeDocument/2006/relationships/customXml" Target="../ink/ink321.xml"/><Relationship Id="rId21" Type="http://schemas.openxmlformats.org/officeDocument/2006/relationships/customXml" Target="../ink/ink273.xml"/><Relationship Id="rId42" Type="http://schemas.openxmlformats.org/officeDocument/2006/relationships/image" Target="../media/image288.png"/><Relationship Id="rId63" Type="http://schemas.openxmlformats.org/officeDocument/2006/relationships/customXml" Target="../ink/ink294.xml"/><Relationship Id="rId84" Type="http://schemas.openxmlformats.org/officeDocument/2006/relationships/image" Target="../media/image309.png"/><Relationship Id="rId138" Type="http://schemas.openxmlformats.org/officeDocument/2006/relationships/image" Target="../media/image336.png"/><Relationship Id="rId159" Type="http://schemas.openxmlformats.org/officeDocument/2006/relationships/customXml" Target="../ink/ink342.xml"/><Relationship Id="rId107" Type="http://schemas.openxmlformats.org/officeDocument/2006/relationships/customXml" Target="../ink/ink316.xml"/><Relationship Id="rId11" Type="http://schemas.openxmlformats.org/officeDocument/2006/relationships/customXml" Target="../ink/ink268.xml"/><Relationship Id="rId32" Type="http://schemas.openxmlformats.org/officeDocument/2006/relationships/image" Target="../media/image283.png"/><Relationship Id="rId53" Type="http://schemas.openxmlformats.org/officeDocument/2006/relationships/customXml" Target="../ink/ink289.xml"/><Relationship Id="rId74" Type="http://schemas.openxmlformats.org/officeDocument/2006/relationships/image" Target="../media/image304.png"/><Relationship Id="rId128" Type="http://schemas.openxmlformats.org/officeDocument/2006/relationships/image" Target="../media/image331.png"/><Relationship Id="rId149" Type="http://schemas.openxmlformats.org/officeDocument/2006/relationships/customXml" Target="../ink/ink337.xml"/><Relationship Id="rId5" Type="http://schemas.openxmlformats.org/officeDocument/2006/relationships/customXml" Target="../ink/ink265.xml"/><Relationship Id="rId95" Type="http://schemas.openxmlformats.org/officeDocument/2006/relationships/customXml" Target="../ink/ink310.xml"/><Relationship Id="rId160" Type="http://schemas.openxmlformats.org/officeDocument/2006/relationships/image" Target="../media/image347.png"/><Relationship Id="rId22" Type="http://schemas.openxmlformats.org/officeDocument/2006/relationships/image" Target="../media/image278.png"/><Relationship Id="rId43" Type="http://schemas.openxmlformats.org/officeDocument/2006/relationships/customXml" Target="../ink/ink284.xml"/><Relationship Id="rId64" Type="http://schemas.openxmlformats.org/officeDocument/2006/relationships/image" Target="../media/image299.png"/><Relationship Id="rId118" Type="http://schemas.openxmlformats.org/officeDocument/2006/relationships/image" Target="../media/image326.png"/><Relationship Id="rId139" Type="http://schemas.openxmlformats.org/officeDocument/2006/relationships/customXml" Target="../ink/ink332.xml"/><Relationship Id="rId85" Type="http://schemas.openxmlformats.org/officeDocument/2006/relationships/customXml" Target="../ink/ink305.xml"/><Relationship Id="rId150" Type="http://schemas.openxmlformats.org/officeDocument/2006/relationships/image" Target="../media/image342.png"/><Relationship Id="rId12" Type="http://schemas.openxmlformats.org/officeDocument/2006/relationships/image" Target="../media/image273.png"/><Relationship Id="rId17" Type="http://schemas.openxmlformats.org/officeDocument/2006/relationships/customXml" Target="../ink/ink271.xml"/><Relationship Id="rId33" Type="http://schemas.openxmlformats.org/officeDocument/2006/relationships/customXml" Target="../ink/ink279.xml"/><Relationship Id="rId38" Type="http://schemas.openxmlformats.org/officeDocument/2006/relationships/image" Target="../media/image286.png"/><Relationship Id="rId59" Type="http://schemas.openxmlformats.org/officeDocument/2006/relationships/customXml" Target="../ink/ink292.xml"/><Relationship Id="rId103" Type="http://schemas.openxmlformats.org/officeDocument/2006/relationships/customXml" Target="../ink/ink314.xml"/><Relationship Id="rId108" Type="http://schemas.openxmlformats.org/officeDocument/2006/relationships/image" Target="../media/image321.png"/><Relationship Id="rId124" Type="http://schemas.openxmlformats.org/officeDocument/2006/relationships/image" Target="../media/image329.png"/><Relationship Id="rId129" Type="http://schemas.openxmlformats.org/officeDocument/2006/relationships/customXml" Target="../ink/ink327.xml"/><Relationship Id="rId54" Type="http://schemas.openxmlformats.org/officeDocument/2006/relationships/image" Target="../media/image294.png"/><Relationship Id="rId70" Type="http://schemas.openxmlformats.org/officeDocument/2006/relationships/image" Target="../media/image302.png"/><Relationship Id="rId75" Type="http://schemas.openxmlformats.org/officeDocument/2006/relationships/customXml" Target="../ink/ink300.xml"/><Relationship Id="rId91" Type="http://schemas.openxmlformats.org/officeDocument/2006/relationships/customXml" Target="../ink/ink308.xml"/><Relationship Id="rId96" Type="http://schemas.openxmlformats.org/officeDocument/2006/relationships/image" Target="../media/image315.png"/><Relationship Id="rId140" Type="http://schemas.openxmlformats.org/officeDocument/2006/relationships/image" Target="../media/image337.png"/><Relationship Id="rId145" Type="http://schemas.openxmlformats.org/officeDocument/2006/relationships/customXml" Target="../ink/ink335.xml"/><Relationship Id="rId161" Type="http://schemas.openxmlformats.org/officeDocument/2006/relationships/customXml" Target="../ink/ink343.xml"/><Relationship Id="rId1" Type="http://schemas.openxmlformats.org/officeDocument/2006/relationships/slideLayout" Target="../slideLayouts/slideLayout1.xml"/><Relationship Id="rId6" Type="http://schemas.openxmlformats.org/officeDocument/2006/relationships/image" Target="../media/image270.png"/><Relationship Id="rId23" Type="http://schemas.openxmlformats.org/officeDocument/2006/relationships/customXml" Target="../ink/ink274.xml"/><Relationship Id="rId28" Type="http://schemas.openxmlformats.org/officeDocument/2006/relationships/image" Target="../media/image281.png"/><Relationship Id="rId49" Type="http://schemas.openxmlformats.org/officeDocument/2006/relationships/customXml" Target="../ink/ink287.xml"/><Relationship Id="rId114" Type="http://schemas.openxmlformats.org/officeDocument/2006/relationships/image" Target="../media/image324.png"/><Relationship Id="rId119" Type="http://schemas.openxmlformats.org/officeDocument/2006/relationships/customXml" Target="../ink/ink322.xml"/><Relationship Id="rId44" Type="http://schemas.openxmlformats.org/officeDocument/2006/relationships/image" Target="../media/image289.png"/><Relationship Id="rId60" Type="http://schemas.openxmlformats.org/officeDocument/2006/relationships/image" Target="../media/image297.png"/><Relationship Id="rId65" Type="http://schemas.openxmlformats.org/officeDocument/2006/relationships/customXml" Target="../ink/ink295.xml"/><Relationship Id="rId81" Type="http://schemas.openxmlformats.org/officeDocument/2006/relationships/customXml" Target="../ink/ink303.xml"/><Relationship Id="rId86" Type="http://schemas.openxmlformats.org/officeDocument/2006/relationships/image" Target="../media/image310.png"/><Relationship Id="rId130" Type="http://schemas.openxmlformats.org/officeDocument/2006/relationships/image" Target="../media/image332.png"/><Relationship Id="rId135" Type="http://schemas.openxmlformats.org/officeDocument/2006/relationships/customXml" Target="../ink/ink330.xml"/><Relationship Id="rId151" Type="http://schemas.openxmlformats.org/officeDocument/2006/relationships/customXml" Target="../ink/ink338.xml"/><Relationship Id="rId156" Type="http://schemas.openxmlformats.org/officeDocument/2006/relationships/image" Target="../media/image345.png"/><Relationship Id="rId13" Type="http://schemas.openxmlformats.org/officeDocument/2006/relationships/customXml" Target="../ink/ink269.xml"/><Relationship Id="rId18" Type="http://schemas.openxmlformats.org/officeDocument/2006/relationships/image" Target="../media/image276.png"/><Relationship Id="rId39" Type="http://schemas.openxmlformats.org/officeDocument/2006/relationships/customXml" Target="../ink/ink282.xml"/><Relationship Id="rId109" Type="http://schemas.openxmlformats.org/officeDocument/2006/relationships/customXml" Target="../ink/ink317.xml"/><Relationship Id="rId34" Type="http://schemas.openxmlformats.org/officeDocument/2006/relationships/image" Target="../media/image284.png"/><Relationship Id="rId50" Type="http://schemas.openxmlformats.org/officeDocument/2006/relationships/image" Target="../media/image292.png"/><Relationship Id="rId55" Type="http://schemas.openxmlformats.org/officeDocument/2006/relationships/customXml" Target="../ink/ink290.xml"/><Relationship Id="rId76" Type="http://schemas.openxmlformats.org/officeDocument/2006/relationships/image" Target="../media/image305.png"/><Relationship Id="rId97" Type="http://schemas.openxmlformats.org/officeDocument/2006/relationships/customXml" Target="../ink/ink311.xml"/><Relationship Id="rId104" Type="http://schemas.openxmlformats.org/officeDocument/2006/relationships/image" Target="../media/image319.png"/><Relationship Id="rId120" Type="http://schemas.openxmlformats.org/officeDocument/2006/relationships/image" Target="../media/image327.png"/><Relationship Id="rId125" Type="http://schemas.openxmlformats.org/officeDocument/2006/relationships/customXml" Target="../ink/ink325.xml"/><Relationship Id="rId141" Type="http://schemas.openxmlformats.org/officeDocument/2006/relationships/customXml" Target="../ink/ink333.xml"/><Relationship Id="rId146" Type="http://schemas.openxmlformats.org/officeDocument/2006/relationships/image" Target="../media/image340.png"/><Relationship Id="rId7" Type="http://schemas.openxmlformats.org/officeDocument/2006/relationships/customXml" Target="../ink/ink266.xml"/><Relationship Id="rId71" Type="http://schemas.openxmlformats.org/officeDocument/2006/relationships/customXml" Target="../ink/ink298.xml"/><Relationship Id="rId92" Type="http://schemas.openxmlformats.org/officeDocument/2006/relationships/image" Target="../media/image313.png"/><Relationship Id="rId162" Type="http://schemas.openxmlformats.org/officeDocument/2006/relationships/image" Target="../media/image348.png"/><Relationship Id="rId2" Type="http://schemas.openxmlformats.org/officeDocument/2006/relationships/notesSlide" Target="../notesSlides/notesSlide15.xml"/><Relationship Id="rId29" Type="http://schemas.openxmlformats.org/officeDocument/2006/relationships/customXml" Target="../ink/ink277.xml"/><Relationship Id="rId24" Type="http://schemas.openxmlformats.org/officeDocument/2006/relationships/image" Target="../media/image279.png"/><Relationship Id="rId40" Type="http://schemas.openxmlformats.org/officeDocument/2006/relationships/image" Target="../media/image287.png"/><Relationship Id="rId45" Type="http://schemas.openxmlformats.org/officeDocument/2006/relationships/customXml" Target="../ink/ink285.xml"/><Relationship Id="rId66" Type="http://schemas.openxmlformats.org/officeDocument/2006/relationships/image" Target="../media/image300.png"/><Relationship Id="rId87" Type="http://schemas.openxmlformats.org/officeDocument/2006/relationships/customXml" Target="../ink/ink306.xml"/><Relationship Id="rId110" Type="http://schemas.openxmlformats.org/officeDocument/2006/relationships/image" Target="../media/image322.png"/><Relationship Id="rId115" Type="http://schemas.openxmlformats.org/officeDocument/2006/relationships/customXml" Target="../ink/ink320.xml"/><Relationship Id="rId131" Type="http://schemas.openxmlformats.org/officeDocument/2006/relationships/customXml" Target="../ink/ink328.xml"/><Relationship Id="rId136" Type="http://schemas.openxmlformats.org/officeDocument/2006/relationships/image" Target="../media/image335.png"/><Relationship Id="rId157" Type="http://schemas.openxmlformats.org/officeDocument/2006/relationships/customXml" Target="../ink/ink341.xml"/><Relationship Id="rId61" Type="http://schemas.openxmlformats.org/officeDocument/2006/relationships/customXml" Target="../ink/ink293.xml"/><Relationship Id="rId82" Type="http://schemas.openxmlformats.org/officeDocument/2006/relationships/image" Target="../media/image308.png"/><Relationship Id="rId152" Type="http://schemas.openxmlformats.org/officeDocument/2006/relationships/image" Target="../media/image343.png"/><Relationship Id="rId19" Type="http://schemas.openxmlformats.org/officeDocument/2006/relationships/customXml" Target="../ink/ink272.xml"/><Relationship Id="rId14" Type="http://schemas.openxmlformats.org/officeDocument/2006/relationships/image" Target="../media/image274.png"/><Relationship Id="rId30" Type="http://schemas.openxmlformats.org/officeDocument/2006/relationships/image" Target="../media/image282.png"/><Relationship Id="rId35" Type="http://schemas.openxmlformats.org/officeDocument/2006/relationships/customXml" Target="../ink/ink280.xml"/><Relationship Id="rId56" Type="http://schemas.openxmlformats.org/officeDocument/2006/relationships/image" Target="../media/image295.png"/><Relationship Id="rId77" Type="http://schemas.openxmlformats.org/officeDocument/2006/relationships/customXml" Target="../ink/ink301.xml"/><Relationship Id="rId100" Type="http://schemas.openxmlformats.org/officeDocument/2006/relationships/image" Target="../media/image317.png"/><Relationship Id="rId105" Type="http://schemas.openxmlformats.org/officeDocument/2006/relationships/customXml" Target="../ink/ink315.xml"/><Relationship Id="rId126" Type="http://schemas.openxmlformats.org/officeDocument/2006/relationships/image" Target="../media/image330.png"/><Relationship Id="rId147" Type="http://schemas.openxmlformats.org/officeDocument/2006/relationships/customXml" Target="../ink/ink336.xml"/><Relationship Id="rId8" Type="http://schemas.openxmlformats.org/officeDocument/2006/relationships/image" Target="../media/image271.png"/><Relationship Id="rId51" Type="http://schemas.openxmlformats.org/officeDocument/2006/relationships/customXml" Target="../ink/ink288.xml"/><Relationship Id="rId72" Type="http://schemas.openxmlformats.org/officeDocument/2006/relationships/image" Target="../media/image303.png"/><Relationship Id="rId93" Type="http://schemas.openxmlformats.org/officeDocument/2006/relationships/customXml" Target="../ink/ink309.xml"/><Relationship Id="rId98" Type="http://schemas.openxmlformats.org/officeDocument/2006/relationships/image" Target="../media/image316.png"/><Relationship Id="rId121" Type="http://schemas.openxmlformats.org/officeDocument/2006/relationships/customXml" Target="../ink/ink323.xml"/><Relationship Id="rId142" Type="http://schemas.openxmlformats.org/officeDocument/2006/relationships/image" Target="../media/image338.png"/><Relationship Id="rId3" Type="http://schemas.openxmlformats.org/officeDocument/2006/relationships/customXml" Target="../ink/ink264.xml"/><Relationship Id="rId25" Type="http://schemas.openxmlformats.org/officeDocument/2006/relationships/customXml" Target="../ink/ink275.xml"/><Relationship Id="rId46" Type="http://schemas.openxmlformats.org/officeDocument/2006/relationships/image" Target="../media/image290.png"/><Relationship Id="rId67" Type="http://schemas.openxmlformats.org/officeDocument/2006/relationships/customXml" Target="../ink/ink296.xml"/><Relationship Id="rId116" Type="http://schemas.openxmlformats.org/officeDocument/2006/relationships/image" Target="../media/image325.png"/><Relationship Id="rId137" Type="http://schemas.openxmlformats.org/officeDocument/2006/relationships/customXml" Target="../ink/ink331.xml"/><Relationship Id="rId158" Type="http://schemas.openxmlformats.org/officeDocument/2006/relationships/image" Target="../media/image346.png"/><Relationship Id="rId20" Type="http://schemas.openxmlformats.org/officeDocument/2006/relationships/image" Target="../media/image277.png"/><Relationship Id="rId41" Type="http://schemas.openxmlformats.org/officeDocument/2006/relationships/customXml" Target="../ink/ink283.xml"/><Relationship Id="rId62" Type="http://schemas.openxmlformats.org/officeDocument/2006/relationships/image" Target="../media/image298.png"/><Relationship Id="rId83" Type="http://schemas.openxmlformats.org/officeDocument/2006/relationships/customXml" Target="../ink/ink304.xml"/><Relationship Id="rId88" Type="http://schemas.openxmlformats.org/officeDocument/2006/relationships/image" Target="../media/image311.png"/><Relationship Id="rId111" Type="http://schemas.openxmlformats.org/officeDocument/2006/relationships/customXml" Target="../ink/ink318.xml"/><Relationship Id="rId132" Type="http://schemas.openxmlformats.org/officeDocument/2006/relationships/image" Target="../media/image333.png"/><Relationship Id="rId153" Type="http://schemas.openxmlformats.org/officeDocument/2006/relationships/customXml" Target="../ink/ink339.xml"/><Relationship Id="rId15" Type="http://schemas.openxmlformats.org/officeDocument/2006/relationships/customXml" Target="../ink/ink270.xml"/><Relationship Id="rId36" Type="http://schemas.openxmlformats.org/officeDocument/2006/relationships/image" Target="../media/image285.png"/><Relationship Id="rId57" Type="http://schemas.openxmlformats.org/officeDocument/2006/relationships/customXml" Target="../ink/ink291.xml"/><Relationship Id="rId106" Type="http://schemas.openxmlformats.org/officeDocument/2006/relationships/image" Target="../media/image320.png"/><Relationship Id="rId127" Type="http://schemas.openxmlformats.org/officeDocument/2006/relationships/customXml" Target="../ink/ink326.xml"/><Relationship Id="rId10" Type="http://schemas.openxmlformats.org/officeDocument/2006/relationships/image" Target="../media/image272.png"/><Relationship Id="rId31" Type="http://schemas.openxmlformats.org/officeDocument/2006/relationships/customXml" Target="../ink/ink278.xml"/><Relationship Id="rId52" Type="http://schemas.openxmlformats.org/officeDocument/2006/relationships/image" Target="../media/image293.png"/><Relationship Id="rId73" Type="http://schemas.openxmlformats.org/officeDocument/2006/relationships/customXml" Target="../ink/ink299.xml"/><Relationship Id="rId78" Type="http://schemas.openxmlformats.org/officeDocument/2006/relationships/image" Target="../media/image306.png"/><Relationship Id="rId94" Type="http://schemas.openxmlformats.org/officeDocument/2006/relationships/image" Target="../media/image314.png"/><Relationship Id="rId99" Type="http://schemas.openxmlformats.org/officeDocument/2006/relationships/customXml" Target="../ink/ink312.xml"/><Relationship Id="rId101" Type="http://schemas.openxmlformats.org/officeDocument/2006/relationships/customXml" Target="../ink/ink313.xml"/><Relationship Id="rId122" Type="http://schemas.openxmlformats.org/officeDocument/2006/relationships/image" Target="../media/image328.png"/><Relationship Id="rId143" Type="http://schemas.openxmlformats.org/officeDocument/2006/relationships/customXml" Target="../ink/ink334.xml"/><Relationship Id="rId148" Type="http://schemas.openxmlformats.org/officeDocument/2006/relationships/image" Target="../media/image341.png"/><Relationship Id="rId4" Type="http://schemas.openxmlformats.org/officeDocument/2006/relationships/image" Target="../media/image269.png"/><Relationship Id="rId9" Type="http://schemas.openxmlformats.org/officeDocument/2006/relationships/customXml" Target="../ink/ink267.xml"/><Relationship Id="rId26" Type="http://schemas.openxmlformats.org/officeDocument/2006/relationships/image" Target="../media/image280.png"/><Relationship Id="rId47" Type="http://schemas.openxmlformats.org/officeDocument/2006/relationships/customXml" Target="../ink/ink286.xml"/><Relationship Id="rId68" Type="http://schemas.openxmlformats.org/officeDocument/2006/relationships/image" Target="../media/image301.png"/><Relationship Id="rId89" Type="http://schemas.openxmlformats.org/officeDocument/2006/relationships/customXml" Target="../ink/ink307.xml"/><Relationship Id="rId112" Type="http://schemas.openxmlformats.org/officeDocument/2006/relationships/image" Target="../media/image323.png"/><Relationship Id="rId133" Type="http://schemas.openxmlformats.org/officeDocument/2006/relationships/customXml" Target="../ink/ink329.xml"/><Relationship Id="rId154" Type="http://schemas.openxmlformats.org/officeDocument/2006/relationships/image" Target="../media/image344.png"/><Relationship Id="rId16" Type="http://schemas.openxmlformats.org/officeDocument/2006/relationships/image" Target="../media/image275.png"/><Relationship Id="rId37" Type="http://schemas.openxmlformats.org/officeDocument/2006/relationships/customXml" Target="../ink/ink281.xml"/><Relationship Id="rId58" Type="http://schemas.openxmlformats.org/officeDocument/2006/relationships/image" Target="../media/image296.png"/><Relationship Id="rId79" Type="http://schemas.openxmlformats.org/officeDocument/2006/relationships/customXml" Target="../ink/ink302.xml"/><Relationship Id="rId102" Type="http://schemas.openxmlformats.org/officeDocument/2006/relationships/image" Target="../media/image318.png"/><Relationship Id="rId123" Type="http://schemas.openxmlformats.org/officeDocument/2006/relationships/customXml" Target="../ink/ink324.xml"/><Relationship Id="rId144" Type="http://schemas.openxmlformats.org/officeDocument/2006/relationships/image" Target="../media/image339.png"/><Relationship Id="rId90" Type="http://schemas.openxmlformats.org/officeDocument/2006/relationships/image" Target="../media/image312.png"/><Relationship Id="rId27" Type="http://schemas.openxmlformats.org/officeDocument/2006/relationships/customXml" Target="../ink/ink276.xml"/><Relationship Id="rId48" Type="http://schemas.openxmlformats.org/officeDocument/2006/relationships/image" Target="../media/image291.png"/><Relationship Id="rId69" Type="http://schemas.openxmlformats.org/officeDocument/2006/relationships/customXml" Target="../ink/ink297.xml"/><Relationship Id="rId113" Type="http://schemas.openxmlformats.org/officeDocument/2006/relationships/customXml" Target="../ink/ink319.xml"/><Relationship Id="rId134" Type="http://schemas.openxmlformats.org/officeDocument/2006/relationships/image" Target="../media/image334.png"/><Relationship Id="rId80" Type="http://schemas.openxmlformats.org/officeDocument/2006/relationships/image" Target="../media/image307.png"/><Relationship Id="rId155" Type="http://schemas.openxmlformats.org/officeDocument/2006/relationships/customXml" Target="../ink/ink340.xml"/></Relationships>
</file>

<file path=ppt/slides/_rels/slide24.xml.rels><?xml version="1.0" encoding="UTF-8" standalone="yes"?>
<Relationships xmlns="http://schemas.openxmlformats.org/package/2006/relationships"><Relationship Id="rId26" Type="http://schemas.openxmlformats.org/officeDocument/2006/relationships/image" Target="../media/image360.png"/><Relationship Id="rId21" Type="http://schemas.openxmlformats.org/officeDocument/2006/relationships/customXml" Target="../ink/ink353.xml"/><Relationship Id="rId42" Type="http://schemas.openxmlformats.org/officeDocument/2006/relationships/image" Target="../media/image368.png"/><Relationship Id="rId47" Type="http://schemas.openxmlformats.org/officeDocument/2006/relationships/customXml" Target="../ink/ink366.xml"/><Relationship Id="rId63" Type="http://schemas.openxmlformats.org/officeDocument/2006/relationships/customXml" Target="../ink/ink374.xml"/><Relationship Id="rId68" Type="http://schemas.openxmlformats.org/officeDocument/2006/relationships/image" Target="../media/image381.png"/><Relationship Id="rId84" Type="http://schemas.openxmlformats.org/officeDocument/2006/relationships/image" Target="../media/image389.png"/><Relationship Id="rId16" Type="http://schemas.openxmlformats.org/officeDocument/2006/relationships/image" Target="../media/image355.png"/><Relationship Id="rId11" Type="http://schemas.openxmlformats.org/officeDocument/2006/relationships/customXml" Target="../ink/ink348.xml"/><Relationship Id="rId32" Type="http://schemas.openxmlformats.org/officeDocument/2006/relationships/image" Target="../media/image363.png"/><Relationship Id="rId37" Type="http://schemas.openxmlformats.org/officeDocument/2006/relationships/customXml" Target="../ink/ink361.xml"/><Relationship Id="rId53" Type="http://schemas.openxmlformats.org/officeDocument/2006/relationships/customXml" Target="../ink/ink369.xml"/><Relationship Id="rId58" Type="http://schemas.openxmlformats.org/officeDocument/2006/relationships/image" Target="../media/image376.png"/><Relationship Id="rId74" Type="http://schemas.openxmlformats.org/officeDocument/2006/relationships/image" Target="../media/image384.png"/><Relationship Id="rId79" Type="http://schemas.openxmlformats.org/officeDocument/2006/relationships/customXml" Target="../ink/ink382.xml"/><Relationship Id="rId5" Type="http://schemas.openxmlformats.org/officeDocument/2006/relationships/customXml" Target="../ink/ink345.xml"/><Relationship Id="rId19" Type="http://schemas.openxmlformats.org/officeDocument/2006/relationships/customXml" Target="../ink/ink352.xml"/><Relationship Id="rId14" Type="http://schemas.openxmlformats.org/officeDocument/2006/relationships/image" Target="../media/image354.png"/><Relationship Id="rId22" Type="http://schemas.openxmlformats.org/officeDocument/2006/relationships/image" Target="../media/image358.png"/><Relationship Id="rId27" Type="http://schemas.openxmlformats.org/officeDocument/2006/relationships/customXml" Target="../ink/ink356.xml"/><Relationship Id="rId30" Type="http://schemas.openxmlformats.org/officeDocument/2006/relationships/image" Target="../media/image362.png"/><Relationship Id="rId35" Type="http://schemas.openxmlformats.org/officeDocument/2006/relationships/customXml" Target="../ink/ink360.xml"/><Relationship Id="rId43" Type="http://schemas.openxmlformats.org/officeDocument/2006/relationships/customXml" Target="../ink/ink364.xml"/><Relationship Id="rId48" Type="http://schemas.openxmlformats.org/officeDocument/2006/relationships/image" Target="../media/image371.png"/><Relationship Id="rId56" Type="http://schemas.openxmlformats.org/officeDocument/2006/relationships/image" Target="../media/image375.png"/><Relationship Id="rId64" Type="http://schemas.openxmlformats.org/officeDocument/2006/relationships/image" Target="../media/image379.png"/><Relationship Id="rId69" Type="http://schemas.openxmlformats.org/officeDocument/2006/relationships/customXml" Target="../ink/ink377.xml"/><Relationship Id="rId77" Type="http://schemas.openxmlformats.org/officeDocument/2006/relationships/customXml" Target="../ink/ink381.xml"/><Relationship Id="rId8" Type="http://schemas.openxmlformats.org/officeDocument/2006/relationships/image" Target="../media/image351.png"/><Relationship Id="rId51" Type="http://schemas.openxmlformats.org/officeDocument/2006/relationships/customXml" Target="../ink/ink368.xml"/><Relationship Id="rId72" Type="http://schemas.openxmlformats.org/officeDocument/2006/relationships/image" Target="../media/image383.png"/><Relationship Id="rId80" Type="http://schemas.openxmlformats.org/officeDocument/2006/relationships/image" Target="../media/image387.png"/><Relationship Id="rId85" Type="http://schemas.openxmlformats.org/officeDocument/2006/relationships/customXml" Target="../ink/ink385.xml"/><Relationship Id="rId3" Type="http://schemas.openxmlformats.org/officeDocument/2006/relationships/customXml" Target="../ink/ink344.xml"/><Relationship Id="rId12" Type="http://schemas.openxmlformats.org/officeDocument/2006/relationships/image" Target="../media/image353.png"/><Relationship Id="rId17" Type="http://schemas.openxmlformats.org/officeDocument/2006/relationships/customXml" Target="../ink/ink351.xml"/><Relationship Id="rId25" Type="http://schemas.openxmlformats.org/officeDocument/2006/relationships/customXml" Target="../ink/ink355.xml"/><Relationship Id="rId33" Type="http://schemas.openxmlformats.org/officeDocument/2006/relationships/customXml" Target="../ink/ink359.xml"/><Relationship Id="rId38" Type="http://schemas.openxmlformats.org/officeDocument/2006/relationships/image" Target="../media/image366.png"/><Relationship Id="rId46" Type="http://schemas.openxmlformats.org/officeDocument/2006/relationships/image" Target="../media/image370.png"/><Relationship Id="rId59" Type="http://schemas.openxmlformats.org/officeDocument/2006/relationships/customXml" Target="../ink/ink372.xml"/><Relationship Id="rId67" Type="http://schemas.openxmlformats.org/officeDocument/2006/relationships/customXml" Target="../ink/ink376.xml"/><Relationship Id="rId20" Type="http://schemas.openxmlformats.org/officeDocument/2006/relationships/image" Target="../media/image357.png"/><Relationship Id="rId41" Type="http://schemas.openxmlformats.org/officeDocument/2006/relationships/customXml" Target="../ink/ink363.xml"/><Relationship Id="rId54" Type="http://schemas.openxmlformats.org/officeDocument/2006/relationships/image" Target="../media/image374.png"/><Relationship Id="rId62" Type="http://schemas.openxmlformats.org/officeDocument/2006/relationships/image" Target="../media/image378.png"/><Relationship Id="rId70" Type="http://schemas.openxmlformats.org/officeDocument/2006/relationships/image" Target="../media/image382.png"/><Relationship Id="rId75" Type="http://schemas.openxmlformats.org/officeDocument/2006/relationships/customXml" Target="../ink/ink380.xml"/><Relationship Id="rId83" Type="http://schemas.openxmlformats.org/officeDocument/2006/relationships/customXml" Target="../ink/ink384.xml"/><Relationship Id="rId1" Type="http://schemas.openxmlformats.org/officeDocument/2006/relationships/slideLayout" Target="../slideLayouts/slideLayout1.xml"/><Relationship Id="rId6" Type="http://schemas.openxmlformats.org/officeDocument/2006/relationships/image" Target="../media/image350.png"/><Relationship Id="rId15" Type="http://schemas.openxmlformats.org/officeDocument/2006/relationships/customXml" Target="../ink/ink350.xml"/><Relationship Id="rId23" Type="http://schemas.openxmlformats.org/officeDocument/2006/relationships/customXml" Target="../ink/ink354.xml"/><Relationship Id="rId28" Type="http://schemas.openxmlformats.org/officeDocument/2006/relationships/image" Target="../media/image361.png"/><Relationship Id="rId36" Type="http://schemas.openxmlformats.org/officeDocument/2006/relationships/image" Target="../media/image365.png"/><Relationship Id="rId49" Type="http://schemas.openxmlformats.org/officeDocument/2006/relationships/customXml" Target="../ink/ink367.xml"/><Relationship Id="rId57" Type="http://schemas.openxmlformats.org/officeDocument/2006/relationships/customXml" Target="../ink/ink371.xml"/><Relationship Id="rId10" Type="http://schemas.openxmlformats.org/officeDocument/2006/relationships/image" Target="../media/image352.png"/><Relationship Id="rId31" Type="http://schemas.openxmlformats.org/officeDocument/2006/relationships/customXml" Target="../ink/ink358.xml"/><Relationship Id="rId44" Type="http://schemas.openxmlformats.org/officeDocument/2006/relationships/image" Target="../media/image369.png"/><Relationship Id="rId52" Type="http://schemas.openxmlformats.org/officeDocument/2006/relationships/image" Target="../media/image373.png"/><Relationship Id="rId60" Type="http://schemas.openxmlformats.org/officeDocument/2006/relationships/image" Target="../media/image377.png"/><Relationship Id="rId65" Type="http://schemas.openxmlformats.org/officeDocument/2006/relationships/customXml" Target="../ink/ink375.xml"/><Relationship Id="rId73" Type="http://schemas.openxmlformats.org/officeDocument/2006/relationships/customXml" Target="../ink/ink379.xml"/><Relationship Id="rId78" Type="http://schemas.openxmlformats.org/officeDocument/2006/relationships/image" Target="../media/image386.png"/><Relationship Id="rId81" Type="http://schemas.openxmlformats.org/officeDocument/2006/relationships/customXml" Target="../ink/ink383.xml"/><Relationship Id="rId86" Type="http://schemas.openxmlformats.org/officeDocument/2006/relationships/image" Target="../media/image390.png"/><Relationship Id="rId4" Type="http://schemas.openxmlformats.org/officeDocument/2006/relationships/image" Target="../media/image349.png"/><Relationship Id="rId9" Type="http://schemas.openxmlformats.org/officeDocument/2006/relationships/customXml" Target="../ink/ink347.xml"/><Relationship Id="rId13" Type="http://schemas.openxmlformats.org/officeDocument/2006/relationships/customXml" Target="../ink/ink349.xml"/><Relationship Id="rId18" Type="http://schemas.openxmlformats.org/officeDocument/2006/relationships/image" Target="../media/image356.png"/><Relationship Id="rId39" Type="http://schemas.openxmlformats.org/officeDocument/2006/relationships/customXml" Target="../ink/ink362.xml"/><Relationship Id="rId34" Type="http://schemas.openxmlformats.org/officeDocument/2006/relationships/image" Target="../media/image364.png"/><Relationship Id="rId50" Type="http://schemas.openxmlformats.org/officeDocument/2006/relationships/image" Target="../media/image372.png"/><Relationship Id="rId55" Type="http://schemas.openxmlformats.org/officeDocument/2006/relationships/customXml" Target="../ink/ink370.xml"/><Relationship Id="rId76" Type="http://schemas.openxmlformats.org/officeDocument/2006/relationships/image" Target="../media/image385.png"/><Relationship Id="rId7" Type="http://schemas.openxmlformats.org/officeDocument/2006/relationships/customXml" Target="../ink/ink346.xml"/><Relationship Id="rId71" Type="http://schemas.openxmlformats.org/officeDocument/2006/relationships/customXml" Target="../ink/ink378.xml"/><Relationship Id="rId2" Type="http://schemas.openxmlformats.org/officeDocument/2006/relationships/notesSlide" Target="../notesSlides/notesSlide16.xml"/><Relationship Id="rId29" Type="http://schemas.openxmlformats.org/officeDocument/2006/relationships/customXml" Target="../ink/ink357.xml"/><Relationship Id="rId24" Type="http://schemas.openxmlformats.org/officeDocument/2006/relationships/image" Target="../media/image359.png"/><Relationship Id="rId40" Type="http://schemas.openxmlformats.org/officeDocument/2006/relationships/image" Target="../media/image367.png"/><Relationship Id="rId45" Type="http://schemas.openxmlformats.org/officeDocument/2006/relationships/customXml" Target="../ink/ink365.xml"/><Relationship Id="rId66" Type="http://schemas.openxmlformats.org/officeDocument/2006/relationships/image" Target="../media/image380.png"/><Relationship Id="rId61" Type="http://schemas.openxmlformats.org/officeDocument/2006/relationships/customXml" Target="../ink/ink373.xml"/><Relationship Id="rId82" Type="http://schemas.openxmlformats.org/officeDocument/2006/relationships/image" Target="../media/image38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12966184" y="1136501"/>
            <a:ext cx="184731" cy="461665"/>
          </a:xfrm>
          <a:prstGeom prst="rect">
            <a:avLst/>
          </a:prstGeom>
          <a:noFill/>
        </p:spPr>
        <p:txBody>
          <a:bodyPr wrap="none" rtlCol="0">
            <a:spAutoFit/>
          </a:bodyPr>
          <a:lstStyle/>
          <a:p>
            <a:pPr defTabSz="1219170"/>
            <a:endParaRPr lang="en-US" sz="2400" dirty="0">
              <a:solidFill>
                <a:prstClr val="white"/>
              </a:solidFill>
              <a:latin typeface="Tw Cen MT"/>
            </a:endParaRPr>
          </a:p>
        </p:txBody>
      </p:sp>
      <p:sp>
        <p:nvSpPr>
          <p:cNvPr id="5" name="Subtitle 2"/>
          <p:cNvSpPr txBox="1">
            <a:spLocks/>
          </p:cNvSpPr>
          <p:nvPr/>
        </p:nvSpPr>
        <p:spPr>
          <a:xfrm>
            <a:off x="365393" y="6070600"/>
            <a:ext cx="2590800" cy="685800"/>
          </a:xfrm>
          <a:prstGeom prst="rect">
            <a:avLst/>
          </a:prstGeom>
        </p:spPr>
        <p:txBody>
          <a:bodyPr vert="horz" anchor="ctr">
            <a:normAutofit/>
          </a:bodyPr>
          <a:lstStyle>
            <a:lvl1pPr marL="0" indent="0" algn="l" rtl="0" eaLnBrk="1" latinLnBrk="0" hangingPunct="1">
              <a:spcBef>
                <a:spcPts val="700"/>
              </a:spcBef>
              <a:buClr>
                <a:schemeClr val="accent2"/>
              </a:buClr>
              <a:buSzPct val="60000"/>
              <a:buFont typeface="Wingdings"/>
              <a:buNone/>
              <a:defRPr sz="2800" kern="1200">
                <a:solidFill>
                  <a:srgbClr val="FFFFFF"/>
                </a:solidFill>
                <a:latin typeface="+mn-lt"/>
                <a:ea typeface="+mn-ea"/>
                <a:cs typeface="+mn-cs"/>
              </a:defRPr>
            </a:lvl1pPr>
            <a:lvl2pPr marL="457200" indent="0" algn="ctr" rtl="0" eaLnBrk="1" latinLnBrk="0" hangingPunct="1">
              <a:spcBef>
                <a:spcPts val="550"/>
              </a:spcBef>
              <a:buClr>
                <a:schemeClr val="accent1"/>
              </a:buClr>
              <a:buSzPct val="70000"/>
              <a:buFont typeface="Wingdings 2"/>
              <a:buNone/>
              <a:defRPr sz="2600" kern="1200">
                <a:solidFill>
                  <a:schemeClr val="tx1"/>
                </a:solidFill>
                <a:latin typeface="+mn-lt"/>
                <a:ea typeface="+mn-ea"/>
                <a:cs typeface="+mn-cs"/>
              </a:defRPr>
            </a:lvl2pPr>
            <a:lvl3pPr marL="914400" indent="0" algn="ctr" rtl="0" eaLnBrk="1" latinLnBrk="0" hangingPunct="1">
              <a:spcBef>
                <a:spcPts val="500"/>
              </a:spcBef>
              <a:buClr>
                <a:schemeClr val="accent2"/>
              </a:buClr>
              <a:buSzPct val="75000"/>
              <a:buFont typeface="Wingdings"/>
              <a:buNone/>
              <a:defRPr sz="2300" kern="1200">
                <a:solidFill>
                  <a:schemeClr val="tx1"/>
                </a:solidFill>
                <a:latin typeface="+mn-lt"/>
                <a:ea typeface="+mn-ea"/>
                <a:cs typeface="+mn-cs"/>
              </a:defRPr>
            </a:lvl3pPr>
            <a:lvl4pPr marL="1371600" indent="0" algn="ctr" rtl="0" eaLnBrk="1" latinLnBrk="0" hangingPunct="1">
              <a:spcBef>
                <a:spcPts val="400"/>
              </a:spcBef>
              <a:buClr>
                <a:schemeClr val="accent3"/>
              </a:buClr>
              <a:buSzPct val="75000"/>
              <a:buFont typeface="Wingdings"/>
              <a:buNone/>
              <a:defRPr sz="2000" kern="1200">
                <a:solidFill>
                  <a:schemeClr val="tx1"/>
                </a:solidFill>
                <a:latin typeface="+mn-lt"/>
                <a:ea typeface="+mn-ea"/>
                <a:cs typeface="+mn-cs"/>
              </a:defRPr>
            </a:lvl4pPr>
            <a:lvl5pPr marL="1828800" indent="0" algn="ctr" rtl="0" eaLnBrk="1" latinLnBrk="0" hangingPunct="1">
              <a:spcBef>
                <a:spcPts val="400"/>
              </a:spcBef>
              <a:buClr>
                <a:schemeClr val="accent4"/>
              </a:buClr>
              <a:buSzPct val="65000"/>
              <a:buFont typeface="Wingdings"/>
              <a:buNone/>
              <a:defRPr sz="2000" kern="1200">
                <a:solidFill>
                  <a:schemeClr val="tx1"/>
                </a:solidFill>
                <a:latin typeface="+mn-lt"/>
                <a:ea typeface="+mn-ea"/>
                <a:cs typeface="+mn-cs"/>
              </a:defRPr>
            </a:lvl5pPr>
            <a:lvl6pPr marL="2286000" indent="0" algn="ctr"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743200" indent="0" algn="ctr" rtl="0" eaLnBrk="1" latinLnBrk="0" hangingPunct="1">
              <a:spcBef>
                <a:spcPct val="20000"/>
              </a:spcBef>
              <a:buClr>
                <a:schemeClr val="accent2"/>
              </a:buClr>
              <a:buFont typeface="Wingdings"/>
              <a:buNone/>
              <a:defRPr sz="1800" kern="1200" baseline="0">
                <a:solidFill>
                  <a:schemeClr val="tx1"/>
                </a:solidFill>
                <a:latin typeface="+mn-lt"/>
                <a:ea typeface="+mn-ea"/>
                <a:cs typeface="+mn-cs"/>
              </a:defRPr>
            </a:lvl7pPr>
            <a:lvl8pPr marL="3200400" indent="0" algn="ctr" rtl="0" eaLnBrk="1" latinLnBrk="0" hangingPunct="1">
              <a:spcBef>
                <a:spcPct val="20000"/>
              </a:spcBef>
              <a:buClr>
                <a:schemeClr val="accent3"/>
              </a:buClr>
              <a:buFont typeface="Wingdings"/>
              <a:buNone/>
              <a:defRPr sz="1800" kern="1200" baseline="0">
                <a:solidFill>
                  <a:schemeClr val="tx1"/>
                </a:solidFill>
                <a:latin typeface="+mn-lt"/>
                <a:ea typeface="+mn-ea"/>
                <a:cs typeface="+mn-cs"/>
              </a:defRPr>
            </a:lvl8pPr>
            <a:lvl9pPr marL="3657600" indent="0" algn="ctr" rtl="0" eaLnBrk="1" latinLnBrk="0" hangingPunct="1">
              <a:spcBef>
                <a:spcPct val="20000"/>
              </a:spcBef>
              <a:buClr>
                <a:schemeClr val="accent4"/>
              </a:buClr>
              <a:buFont typeface="Wingdings"/>
              <a:buNone/>
              <a:defRPr sz="1800" kern="1200" baseline="0">
                <a:solidFill>
                  <a:schemeClr val="tx1"/>
                </a:solidFill>
                <a:latin typeface="+mn-lt"/>
                <a:ea typeface="+mn-ea"/>
                <a:cs typeface="+mn-cs"/>
              </a:defRPr>
            </a:lvl9pPr>
            <a:extLst/>
          </a:lstStyle>
          <a:p>
            <a:pPr defTabSz="1219170">
              <a:spcBef>
                <a:spcPts val="933"/>
              </a:spcBef>
              <a:buClr>
                <a:srgbClr val="DA1F28"/>
              </a:buClr>
            </a:pPr>
            <a:r>
              <a:rPr lang="en-US" sz="3733" dirty="0">
                <a:latin typeface="Tw Cen MT"/>
              </a:rPr>
              <a:t>HE Tai-</a:t>
            </a:r>
            <a:r>
              <a:rPr lang="en-US" sz="3733" dirty="0" err="1">
                <a:latin typeface="Tw Cen MT"/>
              </a:rPr>
              <a:t>Sen</a:t>
            </a:r>
            <a:endParaRPr lang="en-US" sz="3733" dirty="0">
              <a:latin typeface="Tw Cen MT"/>
            </a:endParaRPr>
          </a:p>
        </p:txBody>
      </p:sp>
      <p:sp>
        <p:nvSpPr>
          <p:cNvPr id="7" name="Subtitle 2"/>
          <p:cNvSpPr txBox="1">
            <a:spLocks/>
          </p:cNvSpPr>
          <p:nvPr/>
        </p:nvSpPr>
        <p:spPr>
          <a:xfrm>
            <a:off x="5177794" y="5973618"/>
            <a:ext cx="4963734" cy="812800"/>
          </a:xfrm>
          <a:prstGeom prst="rect">
            <a:avLst/>
          </a:prstGeom>
        </p:spPr>
        <p:txBody>
          <a:bodyPr vert="horz" anchor="ctr">
            <a:normAutofit/>
          </a:bodyPr>
          <a:lstStyle>
            <a:lvl1pPr marL="0" indent="0" algn="l" rtl="0" eaLnBrk="1" latinLnBrk="0" hangingPunct="1">
              <a:spcBef>
                <a:spcPts val="700"/>
              </a:spcBef>
              <a:buClr>
                <a:schemeClr val="accent2"/>
              </a:buClr>
              <a:buSzPct val="60000"/>
              <a:buFont typeface="Wingdings"/>
              <a:buNone/>
              <a:defRPr sz="2800" kern="1200">
                <a:solidFill>
                  <a:srgbClr val="FFFFFF"/>
                </a:solidFill>
                <a:latin typeface="+mn-lt"/>
                <a:ea typeface="+mn-ea"/>
                <a:cs typeface="+mn-cs"/>
              </a:defRPr>
            </a:lvl1pPr>
            <a:lvl2pPr marL="457200" indent="0" algn="ctr" rtl="0" eaLnBrk="1" latinLnBrk="0" hangingPunct="1">
              <a:spcBef>
                <a:spcPts val="550"/>
              </a:spcBef>
              <a:buClr>
                <a:schemeClr val="accent1"/>
              </a:buClr>
              <a:buSzPct val="70000"/>
              <a:buFont typeface="Wingdings 2"/>
              <a:buNone/>
              <a:defRPr sz="2600" kern="1200">
                <a:solidFill>
                  <a:schemeClr val="tx1"/>
                </a:solidFill>
                <a:latin typeface="+mn-lt"/>
                <a:ea typeface="+mn-ea"/>
                <a:cs typeface="+mn-cs"/>
              </a:defRPr>
            </a:lvl2pPr>
            <a:lvl3pPr marL="914400" indent="0" algn="ctr" rtl="0" eaLnBrk="1" latinLnBrk="0" hangingPunct="1">
              <a:spcBef>
                <a:spcPts val="500"/>
              </a:spcBef>
              <a:buClr>
                <a:schemeClr val="accent2"/>
              </a:buClr>
              <a:buSzPct val="75000"/>
              <a:buFont typeface="Wingdings"/>
              <a:buNone/>
              <a:defRPr sz="2300" kern="1200">
                <a:solidFill>
                  <a:schemeClr val="tx1"/>
                </a:solidFill>
                <a:latin typeface="+mn-lt"/>
                <a:ea typeface="+mn-ea"/>
                <a:cs typeface="+mn-cs"/>
              </a:defRPr>
            </a:lvl3pPr>
            <a:lvl4pPr marL="1371600" indent="0" algn="ctr" rtl="0" eaLnBrk="1" latinLnBrk="0" hangingPunct="1">
              <a:spcBef>
                <a:spcPts val="400"/>
              </a:spcBef>
              <a:buClr>
                <a:schemeClr val="accent3"/>
              </a:buClr>
              <a:buSzPct val="75000"/>
              <a:buFont typeface="Wingdings"/>
              <a:buNone/>
              <a:defRPr sz="2000" kern="1200">
                <a:solidFill>
                  <a:schemeClr val="tx1"/>
                </a:solidFill>
                <a:latin typeface="+mn-lt"/>
                <a:ea typeface="+mn-ea"/>
                <a:cs typeface="+mn-cs"/>
              </a:defRPr>
            </a:lvl4pPr>
            <a:lvl5pPr marL="1828800" indent="0" algn="ctr" rtl="0" eaLnBrk="1" latinLnBrk="0" hangingPunct="1">
              <a:spcBef>
                <a:spcPts val="400"/>
              </a:spcBef>
              <a:buClr>
                <a:schemeClr val="accent4"/>
              </a:buClr>
              <a:buSzPct val="65000"/>
              <a:buFont typeface="Wingdings"/>
              <a:buNone/>
              <a:defRPr sz="2000" kern="1200">
                <a:solidFill>
                  <a:schemeClr val="tx1"/>
                </a:solidFill>
                <a:latin typeface="+mn-lt"/>
                <a:ea typeface="+mn-ea"/>
                <a:cs typeface="+mn-cs"/>
              </a:defRPr>
            </a:lvl5pPr>
            <a:lvl6pPr marL="2286000" indent="0" algn="ctr"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743200" indent="0" algn="ctr" rtl="0" eaLnBrk="1" latinLnBrk="0" hangingPunct="1">
              <a:spcBef>
                <a:spcPct val="20000"/>
              </a:spcBef>
              <a:buClr>
                <a:schemeClr val="accent2"/>
              </a:buClr>
              <a:buFont typeface="Wingdings"/>
              <a:buNone/>
              <a:defRPr sz="1800" kern="1200" baseline="0">
                <a:solidFill>
                  <a:schemeClr val="tx1"/>
                </a:solidFill>
                <a:latin typeface="+mn-lt"/>
                <a:ea typeface="+mn-ea"/>
                <a:cs typeface="+mn-cs"/>
              </a:defRPr>
            </a:lvl7pPr>
            <a:lvl8pPr marL="3200400" indent="0" algn="ctr" rtl="0" eaLnBrk="1" latinLnBrk="0" hangingPunct="1">
              <a:spcBef>
                <a:spcPct val="20000"/>
              </a:spcBef>
              <a:buClr>
                <a:schemeClr val="accent3"/>
              </a:buClr>
              <a:buFont typeface="Wingdings"/>
              <a:buNone/>
              <a:defRPr sz="1800" kern="1200" baseline="0">
                <a:solidFill>
                  <a:schemeClr val="tx1"/>
                </a:solidFill>
                <a:latin typeface="+mn-lt"/>
                <a:ea typeface="+mn-ea"/>
                <a:cs typeface="+mn-cs"/>
              </a:defRPr>
            </a:lvl8pPr>
            <a:lvl9pPr marL="3657600" indent="0" algn="ctr" rtl="0" eaLnBrk="1" latinLnBrk="0" hangingPunct="1">
              <a:spcBef>
                <a:spcPct val="20000"/>
              </a:spcBef>
              <a:buClr>
                <a:schemeClr val="accent4"/>
              </a:buClr>
              <a:buFont typeface="Wingdings"/>
              <a:buNone/>
              <a:defRPr sz="1800" kern="1200" baseline="0">
                <a:solidFill>
                  <a:schemeClr val="tx1"/>
                </a:solidFill>
                <a:latin typeface="+mn-lt"/>
                <a:ea typeface="+mn-ea"/>
                <a:cs typeface="+mn-cs"/>
              </a:defRPr>
            </a:lvl9pPr>
            <a:extLst/>
          </a:lstStyle>
          <a:p>
            <a:pPr defTabSz="1219170">
              <a:spcBef>
                <a:spcPts val="933"/>
              </a:spcBef>
              <a:buClr>
                <a:srgbClr val="DA1F28"/>
              </a:buClr>
            </a:pPr>
            <a:r>
              <a:rPr lang="en-US" sz="3067" b="1">
                <a:latin typeface="Tw Cen MT"/>
                <a:cs typeface="Tw Cen MT"/>
              </a:rPr>
              <a:t>FINANCIAL </a:t>
            </a:r>
            <a:r>
              <a:rPr lang="en-US" sz="3067" b="1" dirty="0">
                <a:latin typeface="Tw Cen MT"/>
                <a:cs typeface="Tw Cen MT"/>
              </a:rPr>
              <a:t>ECONOMICS</a:t>
            </a:r>
          </a:p>
        </p:txBody>
      </p:sp>
      <p:sp>
        <p:nvSpPr>
          <p:cNvPr id="11" name="Rectangle 3">
            <a:extLst>
              <a:ext uri="{FF2B5EF4-FFF2-40B4-BE49-F238E27FC236}">
                <a16:creationId xmlns:a16="http://schemas.microsoft.com/office/drawing/2014/main" id="{A465896E-2D61-FA0D-7925-8CDCE51EFB94}"/>
              </a:ext>
            </a:extLst>
          </p:cNvPr>
          <p:cNvSpPr>
            <a:spLocks noGrp="1"/>
          </p:cNvSpPr>
          <p:nvPr>
            <p:ph type="title"/>
          </p:nvPr>
        </p:nvSpPr>
        <p:spPr>
          <a:xfrm>
            <a:off x="560808" y="36066"/>
            <a:ext cx="11259486" cy="3124200"/>
          </a:xfrm>
        </p:spPr>
        <p:txBody>
          <a:bodyPr>
            <a:noAutofit/>
          </a:bodyPr>
          <a:lstStyle/>
          <a:p>
            <a:r>
              <a:rPr kumimoji="0" lang="en-US" sz="4800" b="1" i="0" u="none" strike="noStrike" kern="1200" cap="all" spc="0" normalizeH="0" baseline="0" noProof="0" dirty="0">
                <a:ln>
                  <a:noFill/>
                </a:ln>
                <a:solidFill>
                  <a:srgbClr val="DA1F28">
                    <a:lumMod val="75000"/>
                  </a:srgbClr>
                </a:solidFill>
                <a:effectLst/>
                <a:uLnTx/>
                <a:uFillTx/>
                <a:latin typeface="Tw Cen MT (Headings)"/>
              </a:rPr>
              <a:t>Lecture 2:</a:t>
            </a:r>
            <a:br>
              <a:rPr kumimoji="0" lang="en-US" sz="4800" b="1" i="0" u="none" strike="noStrike" kern="1200" cap="all" spc="0" normalizeH="0" baseline="0" noProof="0" dirty="0">
                <a:ln>
                  <a:noFill/>
                </a:ln>
                <a:solidFill>
                  <a:srgbClr val="DA1F28">
                    <a:lumMod val="75000"/>
                  </a:srgbClr>
                </a:solidFill>
                <a:effectLst/>
                <a:uLnTx/>
                <a:uFillTx/>
                <a:latin typeface="Tw Cen MT (Headings)"/>
              </a:rPr>
            </a:br>
            <a:r>
              <a:rPr kumimoji="0" lang="en-US" sz="4800" b="1" i="0" u="none" strike="noStrike" kern="1200" cap="all" spc="0" normalizeH="0" baseline="0" noProof="0" dirty="0">
                <a:ln>
                  <a:noFill/>
                </a:ln>
                <a:solidFill>
                  <a:srgbClr val="DA1F28">
                    <a:lumMod val="75000"/>
                  </a:srgbClr>
                </a:solidFill>
                <a:effectLst/>
                <a:uLnTx/>
                <a:uFillTx/>
                <a:latin typeface="Tw Cen MT (Headings)"/>
              </a:rPr>
              <a:t>Financial system, financial markets and instruments</a:t>
            </a:r>
            <a:endParaRPr lang="en-US" sz="4800" b="1" dirty="0">
              <a:solidFill>
                <a:schemeClr val="accent2">
                  <a:lumMod val="75000"/>
                </a:schemeClr>
              </a:solidFill>
              <a:latin typeface="Tw Cen MT (Headings)"/>
            </a:endParaRPr>
          </a:p>
        </p:txBody>
      </p:sp>
      <p:pic>
        <p:nvPicPr>
          <p:cNvPr id="6" name="Picture 2" descr="Singapore&amp;#39;s financial system remains sound but sectors should buffer  against rising risks: MAS, Government &amp;amp; Economy - THE BUSINESS TIMES">
            <a:extLst>
              <a:ext uri="{FF2B5EF4-FFF2-40B4-BE49-F238E27FC236}">
                <a16:creationId xmlns:a16="http://schemas.microsoft.com/office/drawing/2014/main" id="{1A20E19D-B056-D038-A848-8B88698591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7977" y="3353935"/>
            <a:ext cx="3987101" cy="26196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Outline</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4000" b="0" i="0" u="none" strike="noStrike" kern="1200" cap="none" spc="0" normalizeH="0" baseline="0" noProof="0" dirty="0">
                <a:ln>
                  <a:noFill/>
                </a:ln>
                <a:solidFill>
                  <a:prstClr val="black"/>
                </a:solidFill>
                <a:effectLst/>
                <a:uLnTx/>
                <a:uFillTx/>
                <a:latin typeface="Tw Cen MT"/>
                <a:ea typeface="+mn-ea"/>
                <a:cs typeface="+mn-cs"/>
              </a:rPr>
              <a:t> </a:t>
            </a:r>
            <a:r>
              <a:rPr kumimoji="0" lang="en-US" sz="3600" b="0" i="0" u="none" strike="noStrike" kern="1200" cap="none" spc="0" normalizeH="0" baseline="0" noProof="0" dirty="0">
                <a:ln>
                  <a:noFill/>
                </a:ln>
                <a:solidFill>
                  <a:prstClr val="black"/>
                </a:solidFill>
                <a:effectLst/>
                <a:uLnTx/>
                <a:uFillTx/>
                <a:latin typeface="Tw Cen MT (body)"/>
              </a:rPr>
              <a:t>Financial System (1.1, 1.2, 1.6)</a:t>
            </a:r>
          </a:p>
          <a:p>
            <a:pPr marL="88011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3600" b="0" i="0" u="none" strike="noStrike" kern="1200" cap="none" spc="0" normalizeH="0" baseline="0" noProof="0" dirty="0">
                <a:ln>
                  <a:noFill/>
                </a:ln>
                <a:solidFill>
                  <a:prstClr val="black"/>
                </a:solidFill>
                <a:effectLst/>
                <a:uLnTx/>
                <a:uFillTx/>
                <a:latin typeface="Tw Cen MT (body)"/>
              </a:rPr>
              <a:t>Financial asset</a:t>
            </a:r>
          </a:p>
          <a:p>
            <a:pPr marL="88011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3600" b="0" i="0" u="none" strike="noStrike" kern="1200" cap="none" spc="0" normalizeH="0" baseline="0" noProof="0" dirty="0">
                <a:ln>
                  <a:noFill/>
                </a:ln>
                <a:solidFill>
                  <a:prstClr val="black"/>
                </a:solidFill>
                <a:effectLst/>
                <a:uLnTx/>
                <a:uFillTx/>
                <a:latin typeface="Tw Cen MT (body)"/>
              </a:rPr>
              <a:t>Financial </a:t>
            </a:r>
            <a:r>
              <a:rPr lang="en-US" sz="3600" dirty="0">
                <a:solidFill>
                  <a:prstClr val="black"/>
                </a:solidFill>
                <a:latin typeface="Tw Cen MT (body)"/>
              </a:rPr>
              <a:t>system</a:t>
            </a:r>
            <a:endParaRPr kumimoji="0" lang="en-US" sz="3600" b="0" i="0" u="none" strike="noStrike" kern="1200" cap="none" spc="0" normalizeH="0" baseline="0" noProof="0" dirty="0">
              <a:ln>
                <a:noFill/>
              </a:ln>
              <a:solidFill>
                <a:prstClr val="black"/>
              </a:solidFill>
              <a:effectLst/>
              <a:uLnTx/>
              <a:uFillTx/>
              <a:latin typeface="Tw Cen MT (body)"/>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prstClr val="black"/>
                </a:solidFill>
                <a:effectLst/>
                <a:uLnTx/>
                <a:uFillTx/>
                <a:latin typeface="Tw Cen MT (body)"/>
              </a:rPr>
              <a:t> Asset Classes and Financial Instruments </a:t>
            </a:r>
            <a:r>
              <a:rPr kumimoji="0" lang="en-US" sz="3600" b="0" i="0" u="none" strike="noStrike" kern="1200" cap="none" spc="0" normalizeH="0" baseline="0" noProof="0" dirty="0">
                <a:ln>
                  <a:noFill/>
                </a:ln>
                <a:solidFill>
                  <a:srgbClr val="000000"/>
                </a:solidFill>
                <a:effectLst/>
                <a:uLnTx/>
                <a:uFillTx/>
                <a:latin typeface="Tw Cen MT (body)"/>
              </a:rPr>
              <a:t>(2.1-2.5)</a:t>
            </a: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723655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Financial System</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4000" b="0" i="0" u="none" strike="noStrike" kern="1200" cap="none" spc="0" normalizeH="0" baseline="0" noProof="0" dirty="0">
                <a:ln>
                  <a:noFill/>
                </a:ln>
                <a:solidFill>
                  <a:prstClr val="black"/>
                </a:solidFill>
                <a:effectLst/>
                <a:uLnTx/>
                <a:uFillTx/>
                <a:latin typeface="Tw Cen MT"/>
                <a:ea typeface="+mn-ea"/>
                <a:cs typeface="+mn-cs"/>
              </a:rPr>
              <a:t> </a:t>
            </a:r>
            <a:r>
              <a:rPr kumimoji="0" lang="en-US" sz="3600" b="0" i="0" u="none" strike="noStrike" kern="1200" cap="none" spc="0" normalizeH="0" baseline="0" noProof="0" dirty="0">
                <a:ln>
                  <a:noFill/>
                </a:ln>
                <a:solidFill>
                  <a:prstClr val="black"/>
                </a:solidFill>
                <a:effectLst/>
                <a:uLnTx/>
                <a:uFillTx/>
                <a:latin typeface="Tw Cen MT"/>
                <a:ea typeface="+mn-ea"/>
                <a:cs typeface="+mn-cs"/>
              </a:rPr>
              <a:t>What is a financial asset?</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3600" b="0" i="0" u="none" strike="noStrike" kern="1200" cap="none" spc="0" normalizeH="0" baseline="0" noProof="0" dirty="0">
                <a:ln>
                  <a:noFill/>
                </a:ln>
                <a:solidFill>
                  <a:srgbClr val="EC767C"/>
                </a:solidFill>
                <a:effectLst/>
                <a:uLnTx/>
                <a:uFillTx/>
                <a:latin typeface="Tw Cen MT"/>
                <a:ea typeface="+mn-ea"/>
                <a:cs typeface="+mn-cs"/>
              </a:rPr>
              <a:t>Real assets </a:t>
            </a:r>
            <a:r>
              <a:rPr kumimoji="0" lang="en-US" sz="3600" b="0" i="0" u="none" strike="noStrike" kern="1200" cap="none" spc="0" normalizeH="0" baseline="0" noProof="0" dirty="0">
                <a:ln>
                  <a:noFill/>
                </a:ln>
                <a:solidFill>
                  <a:prstClr val="black"/>
                </a:solidFill>
                <a:effectLst/>
                <a:uLnTx/>
                <a:uFillTx/>
                <a:latin typeface="Tw Cen MT"/>
                <a:ea typeface="+mn-ea"/>
                <a:cs typeface="+mn-cs"/>
              </a:rPr>
              <a:t>(land, buildings, machines) produce goods and services while </a:t>
            </a:r>
            <a:r>
              <a:rPr kumimoji="0" lang="en-US" sz="3600" b="0" i="0" u="none" strike="noStrike" kern="1200" cap="none" spc="0" normalizeH="0" baseline="0" noProof="0" dirty="0">
                <a:ln>
                  <a:noFill/>
                </a:ln>
                <a:solidFill>
                  <a:srgbClr val="EC767C"/>
                </a:solidFill>
                <a:effectLst/>
                <a:uLnTx/>
                <a:uFillTx/>
                <a:latin typeface="Tw Cen MT"/>
                <a:ea typeface="+mn-ea"/>
                <a:cs typeface="+mn-cs"/>
              </a:rPr>
              <a:t>financials assets </a:t>
            </a:r>
            <a:r>
              <a:rPr kumimoji="0" lang="en-US" sz="3600" b="0" i="0" u="none" strike="noStrike" kern="1200" cap="none" spc="0" normalizeH="0" baseline="0" noProof="0" dirty="0">
                <a:ln>
                  <a:noFill/>
                </a:ln>
                <a:solidFill>
                  <a:prstClr val="black"/>
                </a:solidFill>
                <a:effectLst/>
                <a:uLnTx/>
                <a:uFillTx/>
                <a:latin typeface="Tw Cen MT"/>
                <a:ea typeface="+mn-ea"/>
                <a:cs typeface="+mn-cs"/>
              </a:rPr>
              <a:t>are merely sheets of paper. </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Financial assets represent claims to </a:t>
            </a:r>
            <a:r>
              <a:rPr kumimoji="0" lang="en-US" sz="36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the income generated by real assets</a:t>
            </a:r>
            <a:r>
              <a:rPr kumimoji="0" lang="en-US" sz="3600" b="0" i="0" u="none" strike="noStrike" kern="1200" cap="none" spc="0" normalizeH="0" baseline="0" noProof="0" dirty="0">
                <a:ln>
                  <a:noFill/>
                </a:ln>
                <a:solidFill>
                  <a:prstClr val="black"/>
                </a:solidFill>
                <a:effectLst/>
                <a:uLnTx/>
                <a:uFillTx/>
                <a:latin typeface="Tw Cen MT"/>
                <a:ea typeface="+mn-ea"/>
                <a:cs typeface="+mn-cs"/>
              </a:rPr>
              <a:t>.</a:t>
            </a:r>
          </a:p>
          <a:p>
            <a:pPr marL="1257291" lvl="2" indent="-571500">
              <a:spcBef>
                <a:spcPts val="550"/>
              </a:spcBef>
              <a:buClr>
                <a:srgbClr val="2DA2BF"/>
              </a:buClr>
              <a:defRPr/>
            </a:pPr>
            <a:r>
              <a:rPr kumimoji="0" lang="en-US" sz="3600" b="0" i="0" u="none" strike="noStrike" kern="1200" cap="none" spc="0" normalizeH="0" baseline="0" noProof="0" dirty="0">
                <a:ln>
                  <a:noFill/>
                </a:ln>
                <a:solidFill>
                  <a:srgbClr val="2DA2BF"/>
                </a:solidFill>
                <a:effectLst/>
                <a:uLnTx/>
                <a:uFillTx/>
                <a:latin typeface="Tw Cen MT"/>
                <a:ea typeface="+mn-ea"/>
                <a:cs typeface="+mn-cs"/>
              </a:rPr>
              <a:t> financial instrument=financial asset=financial claim</a:t>
            </a: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327892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Financial System</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426710" lvl="1" indent="0">
              <a:buClr>
                <a:srgbClr val="DA1F28"/>
              </a:buClr>
              <a:buNone/>
              <a:defRPr/>
            </a:pPr>
            <a:endParaRPr lang="en-US" sz="2800" dirty="0">
              <a:solidFill>
                <a:sysClr val="windowText" lastClr="000000"/>
              </a:solidFill>
              <a:latin typeface="Tw Cen MT"/>
            </a:endParaRPr>
          </a:p>
        </p:txBody>
      </p:sp>
      <p:sp>
        <p:nvSpPr>
          <p:cNvPr id="3" name="TextBox 2">
            <a:extLst>
              <a:ext uri="{FF2B5EF4-FFF2-40B4-BE49-F238E27FC236}">
                <a16:creationId xmlns:a16="http://schemas.microsoft.com/office/drawing/2014/main" id="{94384657-5788-899C-EDEB-DD8147FFC625}"/>
              </a:ext>
            </a:extLst>
          </p:cNvPr>
          <p:cNvSpPr txBox="1"/>
          <p:nvPr/>
        </p:nvSpPr>
        <p:spPr>
          <a:xfrm>
            <a:off x="461210" y="759689"/>
            <a:ext cx="11056535" cy="707886"/>
          </a:xfrm>
          <a:prstGeom prst="rect">
            <a:avLst/>
          </a:prstGeom>
          <a:noFill/>
        </p:spPr>
        <p:txBody>
          <a:bodyPr wrap="square">
            <a:spAutoFit/>
          </a:bodyPr>
          <a:lstStyle/>
          <a:p>
            <a:pPr marL="320040" marR="0" lvl="1"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4000" b="0" i="0" u="none" strike="noStrike" kern="1200" cap="none" spc="0" normalizeH="0" baseline="0" noProof="0" dirty="0">
                <a:ln>
                  <a:noFill/>
                </a:ln>
                <a:solidFill>
                  <a:prstClr val="black"/>
                </a:solidFill>
                <a:effectLst/>
                <a:uLnTx/>
                <a:uFillTx/>
                <a:latin typeface="Tw Cen MT"/>
                <a:ea typeface="+mn-ea"/>
                <a:cs typeface="+mn-cs"/>
              </a:rPr>
              <a:t> Example: real asset (</a:t>
            </a:r>
            <a:r>
              <a:rPr kumimoji="0" lang="en-US" sz="4000" b="0" i="0" u="none" strike="noStrike" kern="1200" cap="none" spc="0" normalizeH="0" baseline="0" noProof="0" dirty="0">
                <a:ln>
                  <a:noFill/>
                </a:ln>
                <a:solidFill>
                  <a:srgbClr val="EC767C"/>
                </a:solidFill>
                <a:effectLst/>
                <a:uLnTx/>
                <a:uFillTx/>
                <a:latin typeface="Tw Cen MT"/>
                <a:ea typeface="+mn-ea"/>
                <a:cs typeface="+mn-cs"/>
              </a:rPr>
              <a:t>Hen</a:t>
            </a:r>
            <a:r>
              <a:rPr kumimoji="0" lang="en-US" sz="4000" b="0" i="0" u="none" strike="noStrike" kern="1200" cap="none" spc="0" normalizeH="0" baseline="0" noProof="0" dirty="0">
                <a:ln>
                  <a:noFill/>
                </a:ln>
                <a:solidFill>
                  <a:prstClr val="black"/>
                </a:solidFill>
                <a:effectLst/>
                <a:uLnTx/>
                <a:uFillTx/>
                <a:latin typeface="Tw Cen MT"/>
                <a:ea typeface="+mn-ea"/>
                <a:cs typeface="+mn-cs"/>
              </a:rPr>
              <a:t>) </a:t>
            </a:r>
            <a:r>
              <a:rPr kumimoji="0" lang="en-US" sz="4000" b="0" i="0" u="none" strike="noStrike" kern="1200" cap="none" spc="0" normalizeH="0" baseline="0" noProof="0" dirty="0" err="1">
                <a:ln>
                  <a:noFill/>
                </a:ln>
                <a:solidFill>
                  <a:prstClr val="black"/>
                </a:solidFill>
                <a:effectLst/>
                <a:uLnTx/>
                <a:uFillTx/>
                <a:latin typeface="Tw Cen MT"/>
                <a:ea typeface="+mn-ea"/>
                <a:cs typeface="+mn-cs"/>
              </a:rPr>
              <a:t>v.s</a:t>
            </a:r>
            <a:r>
              <a:rPr kumimoji="0" lang="en-US" sz="4000" b="0" i="0" u="none" strike="noStrike" kern="1200" cap="none" spc="0" normalizeH="0" baseline="0" noProof="0" dirty="0">
                <a:ln>
                  <a:noFill/>
                </a:ln>
                <a:solidFill>
                  <a:prstClr val="black"/>
                </a:solidFill>
                <a:effectLst/>
                <a:uLnTx/>
                <a:uFillTx/>
                <a:latin typeface="Tw Cen MT"/>
                <a:ea typeface="+mn-ea"/>
                <a:cs typeface="+mn-cs"/>
              </a:rPr>
              <a:t>. financial asset (</a:t>
            </a:r>
            <a:r>
              <a:rPr kumimoji="0" lang="en-US" sz="4000" b="0" i="0" u="none" strike="noStrike" kern="1200" cap="none" spc="0" normalizeH="0" baseline="0" noProof="0" dirty="0">
                <a:ln>
                  <a:noFill/>
                </a:ln>
                <a:solidFill>
                  <a:srgbClr val="EC767C"/>
                </a:solidFill>
                <a:effectLst/>
                <a:uLnTx/>
                <a:uFillTx/>
                <a:latin typeface="Tw Cen MT"/>
                <a:ea typeface="+mn-ea"/>
                <a:cs typeface="+mn-cs"/>
              </a:rPr>
              <a:t>Stock</a:t>
            </a:r>
            <a:r>
              <a:rPr kumimoji="0" lang="en-US" sz="4000" b="0" i="0" u="none" strike="noStrike" kern="1200" cap="none" spc="0" normalizeH="0" baseline="0" noProof="0" dirty="0">
                <a:ln>
                  <a:noFill/>
                </a:ln>
                <a:solidFill>
                  <a:prstClr val="black"/>
                </a:solidFill>
                <a:effectLst/>
                <a:uLnTx/>
                <a:uFillTx/>
                <a:latin typeface="Tw Cen MT"/>
                <a:ea typeface="+mn-ea"/>
                <a:cs typeface="+mn-cs"/>
              </a:rPr>
              <a:t>)</a:t>
            </a:r>
          </a:p>
        </p:txBody>
      </p:sp>
      <p:sp>
        <p:nvSpPr>
          <p:cNvPr id="9" name="TextBox 8">
            <a:extLst>
              <a:ext uri="{FF2B5EF4-FFF2-40B4-BE49-F238E27FC236}">
                <a16:creationId xmlns:a16="http://schemas.microsoft.com/office/drawing/2014/main" id="{3C28F42A-43B8-F9D0-C412-F779CD48F06B}"/>
              </a:ext>
            </a:extLst>
          </p:cNvPr>
          <p:cNvSpPr txBox="1"/>
          <p:nvPr/>
        </p:nvSpPr>
        <p:spPr>
          <a:xfrm>
            <a:off x="2879557" y="1700792"/>
            <a:ext cx="7018421" cy="707886"/>
          </a:xfrm>
          <a:prstGeom prst="rect">
            <a:avLst/>
          </a:prstGeom>
          <a:noFill/>
        </p:spPr>
        <p:txBody>
          <a:bodyPr wrap="square" rtlCol="0">
            <a:spAutoFit/>
          </a:bodyPr>
          <a:lstStyle/>
          <a:p>
            <a:r>
              <a:rPr lang="en-US" sz="4000" dirty="0">
                <a:solidFill>
                  <a:prstClr val="black"/>
                </a:solidFill>
                <a:latin typeface="Tw Cen MT"/>
              </a:rPr>
              <a:t>EGG farm’s Balance Sheet</a:t>
            </a:r>
          </a:p>
        </p:txBody>
      </p:sp>
      <p:cxnSp>
        <p:nvCxnSpPr>
          <p:cNvPr id="11" name="Straight Connector 10">
            <a:extLst>
              <a:ext uri="{FF2B5EF4-FFF2-40B4-BE49-F238E27FC236}">
                <a16:creationId xmlns:a16="http://schemas.microsoft.com/office/drawing/2014/main" id="{FADD5E0C-6F47-64B2-40B4-3A2897233152}"/>
              </a:ext>
            </a:extLst>
          </p:cNvPr>
          <p:cNvCxnSpPr>
            <a:cxnSpLocks/>
          </p:cNvCxnSpPr>
          <p:nvPr/>
        </p:nvCxnSpPr>
        <p:spPr>
          <a:xfrm flipV="1">
            <a:off x="2879557" y="2471985"/>
            <a:ext cx="6601327" cy="39184"/>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13" name="Straight Connector 12">
            <a:extLst>
              <a:ext uri="{FF2B5EF4-FFF2-40B4-BE49-F238E27FC236}">
                <a16:creationId xmlns:a16="http://schemas.microsoft.com/office/drawing/2014/main" id="{12AB80D1-748C-07A6-8D9B-2C56536FB4BF}"/>
              </a:ext>
            </a:extLst>
          </p:cNvPr>
          <p:cNvCxnSpPr>
            <a:cxnSpLocks/>
          </p:cNvCxnSpPr>
          <p:nvPr/>
        </p:nvCxnSpPr>
        <p:spPr>
          <a:xfrm>
            <a:off x="5402179" y="2511169"/>
            <a:ext cx="0" cy="3312115"/>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17" name="Straight Connector 16">
            <a:extLst>
              <a:ext uri="{FF2B5EF4-FFF2-40B4-BE49-F238E27FC236}">
                <a16:creationId xmlns:a16="http://schemas.microsoft.com/office/drawing/2014/main" id="{184A7CD8-0103-DD17-A77D-883FDA5EC39A}"/>
              </a:ext>
            </a:extLst>
          </p:cNvPr>
          <p:cNvCxnSpPr>
            <a:cxnSpLocks/>
          </p:cNvCxnSpPr>
          <p:nvPr/>
        </p:nvCxnSpPr>
        <p:spPr>
          <a:xfrm>
            <a:off x="5402179" y="4167226"/>
            <a:ext cx="4078705"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21" name="TextBox 20">
            <a:extLst>
              <a:ext uri="{FF2B5EF4-FFF2-40B4-BE49-F238E27FC236}">
                <a16:creationId xmlns:a16="http://schemas.microsoft.com/office/drawing/2014/main" id="{659777F1-0FAE-8E50-6237-D8901A2BA863}"/>
              </a:ext>
            </a:extLst>
          </p:cNvPr>
          <p:cNvSpPr txBox="1"/>
          <p:nvPr/>
        </p:nvSpPr>
        <p:spPr>
          <a:xfrm>
            <a:off x="2879557" y="2594348"/>
            <a:ext cx="2286000" cy="1323439"/>
          </a:xfrm>
          <a:prstGeom prst="rect">
            <a:avLst/>
          </a:prstGeom>
          <a:noFill/>
        </p:spPr>
        <p:txBody>
          <a:bodyPr wrap="square" rtlCol="0">
            <a:spAutoFit/>
          </a:bodyPr>
          <a:lstStyle/>
          <a:p>
            <a:r>
              <a:rPr lang="en-US" sz="4000" dirty="0">
                <a:solidFill>
                  <a:srgbClr val="DA1F28">
                    <a:lumMod val="60000"/>
                    <a:lumOff val="40000"/>
                  </a:srgbClr>
                </a:solidFill>
                <a:latin typeface="Tw Cen MT"/>
              </a:rPr>
              <a:t>Asset</a:t>
            </a:r>
          </a:p>
          <a:p>
            <a:r>
              <a:rPr lang="en-US" sz="4000" dirty="0">
                <a:solidFill>
                  <a:prstClr val="black"/>
                </a:solidFill>
                <a:latin typeface="Tw Cen MT"/>
              </a:rPr>
              <a:t>Hen 1000</a:t>
            </a:r>
          </a:p>
        </p:txBody>
      </p:sp>
      <p:sp>
        <p:nvSpPr>
          <p:cNvPr id="25" name="TextBox 24">
            <a:extLst>
              <a:ext uri="{FF2B5EF4-FFF2-40B4-BE49-F238E27FC236}">
                <a16:creationId xmlns:a16="http://schemas.microsoft.com/office/drawing/2014/main" id="{5DAE443C-E7BC-08C8-172E-86DF93BF88BD}"/>
              </a:ext>
            </a:extLst>
          </p:cNvPr>
          <p:cNvSpPr txBox="1"/>
          <p:nvPr/>
        </p:nvSpPr>
        <p:spPr>
          <a:xfrm>
            <a:off x="5402179" y="2594348"/>
            <a:ext cx="3469105" cy="1323439"/>
          </a:xfrm>
          <a:prstGeom prst="rect">
            <a:avLst/>
          </a:prstGeom>
          <a:noFill/>
        </p:spPr>
        <p:txBody>
          <a:bodyPr wrap="square" rtlCol="0">
            <a:spAutoFit/>
          </a:bodyPr>
          <a:lstStyle/>
          <a:p>
            <a:r>
              <a:rPr lang="en-US" sz="4000" dirty="0">
                <a:solidFill>
                  <a:srgbClr val="EC767C"/>
                </a:solidFill>
                <a:latin typeface="Tw Cen MT"/>
              </a:rPr>
              <a:t>Debt</a:t>
            </a:r>
          </a:p>
          <a:p>
            <a:r>
              <a:rPr lang="en-US" sz="4000" dirty="0">
                <a:solidFill>
                  <a:prstClr val="black"/>
                </a:solidFill>
                <a:latin typeface="Tw Cen MT"/>
              </a:rPr>
              <a:t>Bank Loan 400</a:t>
            </a:r>
          </a:p>
        </p:txBody>
      </p:sp>
      <p:sp>
        <p:nvSpPr>
          <p:cNvPr id="26" name="TextBox 25">
            <a:extLst>
              <a:ext uri="{FF2B5EF4-FFF2-40B4-BE49-F238E27FC236}">
                <a16:creationId xmlns:a16="http://schemas.microsoft.com/office/drawing/2014/main" id="{8B955384-4950-56DB-1BE0-69F63FAFFD41}"/>
              </a:ext>
            </a:extLst>
          </p:cNvPr>
          <p:cNvSpPr txBox="1"/>
          <p:nvPr/>
        </p:nvSpPr>
        <p:spPr>
          <a:xfrm>
            <a:off x="5439425" y="4416666"/>
            <a:ext cx="4458553" cy="1323439"/>
          </a:xfrm>
          <a:prstGeom prst="rect">
            <a:avLst/>
          </a:prstGeom>
          <a:noFill/>
        </p:spPr>
        <p:txBody>
          <a:bodyPr wrap="square" rtlCol="0">
            <a:spAutoFit/>
          </a:bodyPr>
          <a:lstStyle/>
          <a:p>
            <a:r>
              <a:rPr lang="en-US" sz="4000" dirty="0">
                <a:solidFill>
                  <a:srgbClr val="EC767C"/>
                </a:solidFill>
                <a:latin typeface="Tw Cen MT"/>
              </a:rPr>
              <a:t>Equity</a:t>
            </a:r>
          </a:p>
          <a:p>
            <a:r>
              <a:rPr lang="en-US" sz="4000" dirty="0">
                <a:solidFill>
                  <a:prstClr val="black"/>
                </a:solidFill>
                <a:latin typeface="Tw Cen MT"/>
              </a:rPr>
              <a:t>Common Stock 600</a:t>
            </a:r>
          </a:p>
        </p:txBody>
      </p:sp>
      <p:cxnSp>
        <p:nvCxnSpPr>
          <p:cNvPr id="30" name="Straight Arrow Connector 29">
            <a:extLst>
              <a:ext uri="{FF2B5EF4-FFF2-40B4-BE49-F238E27FC236}">
                <a16:creationId xmlns:a16="http://schemas.microsoft.com/office/drawing/2014/main" id="{F0350CE2-8FF1-8B2A-ECD9-D2905E54DD62}"/>
              </a:ext>
            </a:extLst>
          </p:cNvPr>
          <p:cNvCxnSpPr/>
          <p:nvPr/>
        </p:nvCxnSpPr>
        <p:spPr>
          <a:xfrm flipV="1">
            <a:off x="2193757" y="3730369"/>
            <a:ext cx="685800" cy="45720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sp>
        <p:nvSpPr>
          <p:cNvPr id="32" name="TextBox 31">
            <a:extLst>
              <a:ext uri="{FF2B5EF4-FFF2-40B4-BE49-F238E27FC236}">
                <a16:creationId xmlns:a16="http://schemas.microsoft.com/office/drawing/2014/main" id="{421485E7-AE3C-C7C3-668D-990724D00C58}"/>
              </a:ext>
            </a:extLst>
          </p:cNvPr>
          <p:cNvSpPr txBox="1"/>
          <p:nvPr/>
        </p:nvSpPr>
        <p:spPr>
          <a:xfrm>
            <a:off x="743407" y="4035299"/>
            <a:ext cx="2379336" cy="1477328"/>
          </a:xfrm>
          <a:prstGeom prst="rect">
            <a:avLst/>
          </a:prstGeom>
          <a:noFill/>
        </p:spPr>
        <p:txBody>
          <a:bodyPr wrap="square" rtlCol="0">
            <a:spAutoFit/>
          </a:bodyPr>
          <a:lstStyle/>
          <a:p>
            <a:r>
              <a:rPr lang="en-US" sz="3000" dirty="0">
                <a:solidFill>
                  <a:prstClr val="black"/>
                </a:solidFill>
                <a:latin typeface="Tw Cen MT"/>
              </a:rPr>
              <a:t>What the company </a:t>
            </a:r>
            <a:r>
              <a:rPr lang="en-US" sz="3000" dirty="0">
                <a:solidFill>
                  <a:srgbClr val="EC767C"/>
                </a:solidFill>
                <a:latin typeface="Tw Cen MT"/>
              </a:rPr>
              <a:t>OWNs</a:t>
            </a:r>
          </a:p>
        </p:txBody>
      </p:sp>
      <p:cxnSp>
        <p:nvCxnSpPr>
          <p:cNvPr id="33" name="Straight Arrow Connector 32">
            <a:extLst>
              <a:ext uri="{FF2B5EF4-FFF2-40B4-BE49-F238E27FC236}">
                <a16:creationId xmlns:a16="http://schemas.microsoft.com/office/drawing/2014/main" id="{BC8F34C8-7BEB-CEC7-8D34-F4BCA99EF589}"/>
              </a:ext>
            </a:extLst>
          </p:cNvPr>
          <p:cNvCxnSpPr/>
          <p:nvPr/>
        </p:nvCxnSpPr>
        <p:spPr>
          <a:xfrm flipH="1" flipV="1">
            <a:off x="9818923" y="3501899"/>
            <a:ext cx="609600" cy="53340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cxnSp>
        <p:nvCxnSpPr>
          <p:cNvPr id="34" name="Straight Arrow Connector 33">
            <a:extLst>
              <a:ext uri="{FF2B5EF4-FFF2-40B4-BE49-F238E27FC236}">
                <a16:creationId xmlns:a16="http://schemas.microsoft.com/office/drawing/2014/main" id="{C2753640-AE26-3157-4BAA-6476A907970B}"/>
              </a:ext>
            </a:extLst>
          </p:cNvPr>
          <p:cNvCxnSpPr/>
          <p:nvPr/>
        </p:nvCxnSpPr>
        <p:spPr>
          <a:xfrm flipH="1">
            <a:off x="9971323" y="4035299"/>
            <a:ext cx="457200" cy="68580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sp>
        <p:nvSpPr>
          <p:cNvPr id="35" name="TextBox 34">
            <a:extLst>
              <a:ext uri="{FF2B5EF4-FFF2-40B4-BE49-F238E27FC236}">
                <a16:creationId xmlns:a16="http://schemas.microsoft.com/office/drawing/2014/main" id="{4674808B-C463-9EEE-2461-125FCE39DF8A}"/>
              </a:ext>
            </a:extLst>
          </p:cNvPr>
          <p:cNvSpPr txBox="1"/>
          <p:nvPr/>
        </p:nvSpPr>
        <p:spPr>
          <a:xfrm>
            <a:off x="10462613" y="3345648"/>
            <a:ext cx="1896125" cy="1477328"/>
          </a:xfrm>
          <a:prstGeom prst="rect">
            <a:avLst/>
          </a:prstGeom>
          <a:noFill/>
        </p:spPr>
        <p:txBody>
          <a:bodyPr wrap="square" rtlCol="0">
            <a:spAutoFit/>
          </a:bodyPr>
          <a:lstStyle/>
          <a:p>
            <a:r>
              <a:rPr lang="en-US" sz="3000" dirty="0">
                <a:solidFill>
                  <a:prstClr val="black"/>
                </a:solidFill>
                <a:latin typeface="Tw Cen MT"/>
              </a:rPr>
              <a:t>What the company </a:t>
            </a:r>
            <a:r>
              <a:rPr lang="en-US" sz="3000" dirty="0">
                <a:solidFill>
                  <a:srgbClr val="EC767C"/>
                </a:solidFill>
                <a:latin typeface="Tw Cen MT"/>
              </a:rPr>
              <a:t>OWEs</a:t>
            </a:r>
          </a:p>
        </p:txBody>
      </p:sp>
      <p:sp>
        <p:nvSpPr>
          <p:cNvPr id="37" name="TextBox 36">
            <a:extLst>
              <a:ext uri="{FF2B5EF4-FFF2-40B4-BE49-F238E27FC236}">
                <a16:creationId xmlns:a16="http://schemas.microsoft.com/office/drawing/2014/main" id="{797613BD-0744-A588-E6E5-C52E9AC11066}"/>
              </a:ext>
            </a:extLst>
          </p:cNvPr>
          <p:cNvSpPr txBox="1"/>
          <p:nvPr/>
        </p:nvSpPr>
        <p:spPr>
          <a:xfrm>
            <a:off x="7875031" y="6348858"/>
            <a:ext cx="5106983" cy="830997"/>
          </a:xfrm>
          <a:prstGeom prst="rect">
            <a:avLst/>
          </a:prstGeom>
          <a:noFill/>
        </p:spPr>
        <p:txBody>
          <a:bodyPr wrap="square" rtlCol="0">
            <a:spAutoFit/>
          </a:bodyPr>
          <a:lstStyle/>
          <a:p>
            <a:r>
              <a:rPr lang="en-US" sz="3000" dirty="0">
                <a:solidFill>
                  <a:srgbClr val="DA1F28">
                    <a:lumMod val="60000"/>
                    <a:lumOff val="40000"/>
                  </a:srgbClr>
                </a:solidFill>
                <a:latin typeface="Tw Cen MT"/>
              </a:rPr>
              <a:t>Separate Entity Assumption</a:t>
            </a:r>
          </a:p>
          <a:p>
            <a:endParaRPr lang="en-US" dirty="0">
              <a:solidFill>
                <a:srgbClr val="DA1F28">
                  <a:lumMod val="60000"/>
                  <a:lumOff val="40000"/>
                </a:srgbClr>
              </a:solidFill>
              <a:latin typeface="Tw Cen MT"/>
            </a:endParaRPr>
          </a:p>
        </p:txBody>
      </p:sp>
      <p:grpSp>
        <p:nvGrpSpPr>
          <p:cNvPr id="27" name="Group 26">
            <a:extLst>
              <a:ext uri="{FF2B5EF4-FFF2-40B4-BE49-F238E27FC236}">
                <a16:creationId xmlns:a16="http://schemas.microsoft.com/office/drawing/2014/main" id="{930581E4-5FEA-AAE7-2561-186CDEAFF8E9}"/>
              </a:ext>
            </a:extLst>
          </p:cNvPr>
          <p:cNvGrpSpPr/>
          <p:nvPr/>
        </p:nvGrpSpPr>
        <p:grpSpPr>
          <a:xfrm>
            <a:off x="6543720" y="2746160"/>
            <a:ext cx="1845000" cy="471240"/>
            <a:chOff x="6543720" y="2746160"/>
            <a:chExt cx="1845000" cy="47124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4B27B469-01AA-A836-0217-1007908718B9}"/>
                    </a:ext>
                  </a:extLst>
                </p14:cNvPr>
                <p14:cNvContentPartPr/>
                <p14:nvPr/>
              </p14:nvContentPartPr>
              <p14:xfrm>
                <a:off x="6543720" y="2746160"/>
                <a:ext cx="328320" cy="471240"/>
              </p14:xfrm>
            </p:contentPart>
          </mc:Choice>
          <mc:Fallback xmlns="">
            <p:pic>
              <p:nvPicPr>
                <p:cNvPr id="2" name="Ink 1">
                  <a:extLst>
                    <a:ext uri="{FF2B5EF4-FFF2-40B4-BE49-F238E27FC236}">
                      <a16:creationId xmlns:a16="http://schemas.microsoft.com/office/drawing/2014/main" id="{4B27B469-01AA-A836-0217-1007908718B9}"/>
                    </a:ext>
                  </a:extLst>
                </p:cNvPr>
                <p:cNvPicPr/>
                <p:nvPr/>
              </p:nvPicPr>
              <p:blipFill>
                <a:blip r:embed="rId3"/>
                <a:stretch>
                  <a:fillRect/>
                </a:stretch>
              </p:blipFill>
              <p:spPr>
                <a:xfrm>
                  <a:off x="6537600" y="2740040"/>
                  <a:ext cx="340560" cy="483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2C83BCD9-559D-389D-AC0D-3B4695FFEAE1}"/>
                    </a:ext>
                  </a:extLst>
                </p14:cNvPr>
                <p14:cNvContentPartPr/>
                <p14:nvPr/>
              </p14:nvContentPartPr>
              <p14:xfrm>
                <a:off x="6966360" y="2793320"/>
                <a:ext cx="56520" cy="291240"/>
              </p14:xfrm>
            </p:contentPart>
          </mc:Choice>
          <mc:Fallback xmlns="">
            <p:pic>
              <p:nvPicPr>
                <p:cNvPr id="4" name="Ink 3">
                  <a:extLst>
                    <a:ext uri="{FF2B5EF4-FFF2-40B4-BE49-F238E27FC236}">
                      <a16:creationId xmlns:a16="http://schemas.microsoft.com/office/drawing/2014/main" id="{2C83BCD9-559D-389D-AC0D-3B4695FFEAE1}"/>
                    </a:ext>
                  </a:extLst>
                </p:cNvPr>
                <p:cNvPicPr/>
                <p:nvPr/>
              </p:nvPicPr>
              <p:blipFill>
                <a:blip r:embed="rId5"/>
                <a:stretch>
                  <a:fillRect/>
                </a:stretch>
              </p:blipFill>
              <p:spPr>
                <a:xfrm>
                  <a:off x="6960240" y="2787200"/>
                  <a:ext cx="6876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A8807175-AB8F-A875-7B8B-E85A1E24951B}"/>
                    </a:ext>
                  </a:extLst>
                </p14:cNvPr>
                <p14:cNvContentPartPr/>
                <p14:nvPr/>
              </p14:nvContentPartPr>
              <p14:xfrm>
                <a:off x="7045200" y="3024440"/>
                <a:ext cx="26280" cy="69120"/>
              </p14:xfrm>
            </p:contentPart>
          </mc:Choice>
          <mc:Fallback xmlns="">
            <p:pic>
              <p:nvPicPr>
                <p:cNvPr id="6" name="Ink 5">
                  <a:extLst>
                    <a:ext uri="{FF2B5EF4-FFF2-40B4-BE49-F238E27FC236}">
                      <a16:creationId xmlns:a16="http://schemas.microsoft.com/office/drawing/2014/main" id="{A8807175-AB8F-A875-7B8B-E85A1E24951B}"/>
                    </a:ext>
                  </a:extLst>
                </p:cNvPr>
                <p:cNvPicPr/>
                <p:nvPr/>
              </p:nvPicPr>
              <p:blipFill>
                <a:blip r:embed="rId7"/>
                <a:stretch>
                  <a:fillRect/>
                </a:stretch>
              </p:blipFill>
              <p:spPr>
                <a:xfrm>
                  <a:off x="7039080" y="3018320"/>
                  <a:ext cx="3852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801A4813-29B6-F20E-2270-6E08FBB8C5FF}"/>
                    </a:ext>
                  </a:extLst>
                </p14:cNvPr>
                <p14:cNvContentPartPr/>
                <p14:nvPr/>
              </p14:nvContentPartPr>
              <p14:xfrm>
                <a:off x="7087680" y="2938040"/>
                <a:ext cx="16560" cy="15840"/>
              </p14:xfrm>
            </p:contentPart>
          </mc:Choice>
          <mc:Fallback xmlns="">
            <p:pic>
              <p:nvPicPr>
                <p:cNvPr id="10" name="Ink 9">
                  <a:extLst>
                    <a:ext uri="{FF2B5EF4-FFF2-40B4-BE49-F238E27FC236}">
                      <a16:creationId xmlns:a16="http://schemas.microsoft.com/office/drawing/2014/main" id="{801A4813-29B6-F20E-2270-6E08FBB8C5FF}"/>
                    </a:ext>
                  </a:extLst>
                </p:cNvPr>
                <p:cNvPicPr/>
                <p:nvPr/>
              </p:nvPicPr>
              <p:blipFill>
                <a:blip r:embed="rId9"/>
                <a:stretch>
                  <a:fillRect/>
                </a:stretch>
              </p:blipFill>
              <p:spPr>
                <a:xfrm>
                  <a:off x="7081560" y="2931920"/>
                  <a:ext cx="288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C3A9AEFC-6054-5E51-9EDC-FFE337A08127}"/>
                    </a:ext>
                  </a:extLst>
                </p14:cNvPr>
                <p14:cNvContentPartPr/>
                <p14:nvPr/>
              </p14:nvContentPartPr>
              <p14:xfrm>
                <a:off x="7121520" y="2969720"/>
                <a:ext cx="159480" cy="156600"/>
              </p14:xfrm>
            </p:contentPart>
          </mc:Choice>
          <mc:Fallback xmlns="">
            <p:pic>
              <p:nvPicPr>
                <p:cNvPr id="12" name="Ink 11">
                  <a:extLst>
                    <a:ext uri="{FF2B5EF4-FFF2-40B4-BE49-F238E27FC236}">
                      <a16:creationId xmlns:a16="http://schemas.microsoft.com/office/drawing/2014/main" id="{C3A9AEFC-6054-5E51-9EDC-FFE337A08127}"/>
                    </a:ext>
                  </a:extLst>
                </p:cNvPr>
                <p:cNvPicPr/>
                <p:nvPr/>
              </p:nvPicPr>
              <p:blipFill>
                <a:blip r:embed="rId11"/>
                <a:stretch>
                  <a:fillRect/>
                </a:stretch>
              </p:blipFill>
              <p:spPr>
                <a:xfrm>
                  <a:off x="7115400" y="2963600"/>
                  <a:ext cx="17172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A864D083-20E7-F779-C580-728E8981093A}"/>
                    </a:ext>
                  </a:extLst>
                </p14:cNvPr>
                <p14:cNvContentPartPr/>
                <p14:nvPr/>
              </p14:nvContentPartPr>
              <p14:xfrm>
                <a:off x="7312320" y="2805200"/>
                <a:ext cx="100800" cy="299520"/>
              </p14:xfrm>
            </p:contentPart>
          </mc:Choice>
          <mc:Fallback xmlns="">
            <p:pic>
              <p:nvPicPr>
                <p:cNvPr id="14" name="Ink 13">
                  <a:extLst>
                    <a:ext uri="{FF2B5EF4-FFF2-40B4-BE49-F238E27FC236}">
                      <a16:creationId xmlns:a16="http://schemas.microsoft.com/office/drawing/2014/main" id="{A864D083-20E7-F779-C580-728E8981093A}"/>
                    </a:ext>
                  </a:extLst>
                </p:cNvPr>
                <p:cNvPicPr/>
                <p:nvPr/>
              </p:nvPicPr>
              <p:blipFill>
                <a:blip r:embed="rId13"/>
                <a:stretch>
                  <a:fillRect/>
                </a:stretch>
              </p:blipFill>
              <p:spPr>
                <a:xfrm>
                  <a:off x="7306200" y="2799080"/>
                  <a:ext cx="11304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F1FDD960-7763-D9CA-DC8D-F072BCB23A59}"/>
                    </a:ext>
                  </a:extLst>
                </p14:cNvPr>
                <p14:cNvContentPartPr/>
                <p14:nvPr/>
              </p14:nvContentPartPr>
              <p14:xfrm>
                <a:off x="7450560" y="2850560"/>
                <a:ext cx="43560" cy="273240"/>
              </p14:xfrm>
            </p:contentPart>
          </mc:Choice>
          <mc:Fallback xmlns="">
            <p:pic>
              <p:nvPicPr>
                <p:cNvPr id="15" name="Ink 14">
                  <a:extLst>
                    <a:ext uri="{FF2B5EF4-FFF2-40B4-BE49-F238E27FC236}">
                      <a16:creationId xmlns:a16="http://schemas.microsoft.com/office/drawing/2014/main" id="{F1FDD960-7763-D9CA-DC8D-F072BCB23A59}"/>
                    </a:ext>
                  </a:extLst>
                </p:cNvPr>
                <p:cNvPicPr/>
                <p:nvPr/>
              </p:nvPicPr>
              <p:blipFill>
                <a:blip r:embed="rId15"/>
                <a:stretch>
                  <a:fillRect/>
                </a:stretch>
              </p:blipFill>
              <p:spPr>
                <a:xfrm>
                  <a:off x="7444440" y="2844440"/>
                  <a:ext cx="55800" cy="285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7DE48B34-D8FE-DF16-E949-A48AC9B460C6}"/>
                    </a:ext>
                  </a:extLst>
                </p14:cNvPr>
                <p14:cNvContentPartPr/>
                <p14:nvPr/>
              </p14:nvContentPartPr>
              <p14:xfrm>
                <a:off x="7554600" y="2765240"/>
                <a:ext cx="25560" cy="380160"/>
              </p14:xfrm>
            </p:contentPart>
          </mc:Choice>
          <mc:Fallback xmlns="">
            <p:pic>
              <p:nvPicPr>
                <p:cNvPr id="16" name="Ink 15">
                  <a:extLst>
                    <a:ext uri="{FF2B5EF4-FFF2-40B4-BE49-F238E27FC236}">
                      <a16:creationId xmlns:a16="http://schemas.microsoft.com/office/drawing/2014/main" id="{7DE48B34-D8FE-DF16-E949-A48AC9B460C6}"/>
                    </a:ext>
                  </a:extLst>
                </p:cNvPr>
                <p:cNvPicPr/>
                <p:nvPr/>
              </p:nvPicPr>
              <p:blipFill>
                <a:blip r:embed="rId17"/>
                <a:stretch>
                  <a:fillRect/>
                </a:stretch>
              </p:blipFill>
              <p:spPr>
                <a:xfrm>
                  <a:off x="7548480" y="2759120"/>
                  <a:ext cx="37800" cy="392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FB42A2B2-3C63-5B73-08E0-F63F14F1FEEF}"/>
                    </a:ext>
                  </a:extLst>
                </p14:cNvPr>
                <p14:cNvContentPartPr/>
                <p14:nvPr/>
              </p14:nvContentPartPr>
              <p14:xfrm>
                <a:off x="7646400" y="3081320"/>
                <a:ext cx="16560" cy="82080"/>
              </p14:xfrm>
            </p:contentPart>
          </mc:Choice>
          <mc:Fallback xmlns="">
            <p:pic>
              <p:nvPicPr>
                <p:cNvPr id="18" name="Ink 17">
                  <a:extLst>
                    <a:ext uri="{FF2B5EF4-FFF2-40B4-BE49-F238E27FC236}">
                      <a16:creationId xmlns:a16="http://schemas.microsoft.com/office/drawing/2014/main" id="{FB42A2B2-3C63-5B73-08E0-F63F14F1FEEF}"/>
                    </a:ext>
                  </a:extLst>
                </p:cNvPr>
                <p:cNvPicPr/>
                <p:nvPr/>
              </p:nvPicPr>
              <p:blipFill>
                <a:blip r:embed="rId19"/>
                <a:stretch>
                  <a:fillRect/>
                </a:stretch>
              </p:blipFill>
              <p:spPr>
                <a:xfrm>
                  <a:off x="7640280" y="3075200"/>
                  <a:ext cx="2880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F36630C2-E832-69F1-5C5E-090F874483E1}"/>
                    </a:ext>
                  </a:extLst>
                </p14:cNvPr>
                <p14:cNvContentPartPr/>
                <p14:nvPr/>
              </p14:nvContentPartPr>
              <p14:xfrm>
                <a:off x="7662600" y="2936240"/>
                <a:ext cx="36720" cy="66960"/>
              </p14:xfrm>
            </p:contentPart>
          </mc:Choice>
          <mc:Fallback xmlns="">
            <p:pic>
              <p:nvPicPr>
                <p:cNvPr id="19" name="Ink 18">
                  <a:extLst>
                    <a:ext uri="{FF2B5EF4-FFF2-40B4-BE49-F238E27FC236}">
                      <a16:creationId xmlns:a16="http://schemas.microsoft.com/office/drawing/2014/main" id="{F36630C2-E832-69F1-5C5E-090F874483E1}"/>
                    </a:ext>
                  </a:extLst>
                </p:cNvPr>
                <p:cNvPicPr/>
                <p:nvPr/>
              </p:nvPicPr>
              <p:blipFill>
                <a:blip r:embed="rId21"/>
                <a:stretch>
                  <a:fillRect/>
                </a:stretch>
              </p:blipFill>
              <p:spPr>
                <a:xfrm>
                  <a:off x="7656480" y="2930120"/>
                  <a:ext cx="4896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07362B29-9241-278A-FFE5-95C21F2F9A13}"/>
                    </a:ext>
                  </a:extLst>
                </p14:cNvPr>
                <p14:cNvContentPartPr/>
                <p14:nvPr/>
              </p14:nvContentPartPr>
              <p14:xfrm>
                <a:off x="7786440" y="2898080"/>
                <a:ext cx="154080" cy="222120"/>
              </p14:xfrm>
            </p:contentPart>
          </mc:Choice>
          <mc:Fallback xmlns="">
            <p:pic>
              <p:nvPicPr>
                <p:cNvPr id="20" name="Ink 19">
                  <a:extLst>
                    <a:ext uri="{FF2B5EF4-FFF2-40B4-BE49-F238E27FC236}">
                      <a16:creationId xmlns:a16="http://schemas.microsoft.com/office/drawing/2014/main" id="{07362B29-9241-278A-FFE5-95C21F2F9A13}"/>
                    </a:ext>
                  </a:extLst>
                </p:cNvPr>
                <p:cNvPicPr/>
                <p:nvPr/>
              </p:nvPicPr>
              <p:blipFill>
                <a:blip r:embed="rId23"/>
                <a:stretch>
                  <a:fillRect/>
                </a:stretch>
              </p:blipFill>
              <p:spPr>
                <a:xfrm>
                  <a:off x="7780320" y="2891960"/>
                  <a:ext cx="16632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B340CE5A-48A9-F42F-8E1C-AAA9CC7C1ECB}"/>
                    </a:ext>
                  </a:extLst>
                </p14:cNvPr>
                <p14:cNvContentPartPr/>
                <p14:nvPr/>
              </p14:nvContentPartPr>
              <p14:xfrm>
                <a:off x="7958520" y="2889440"/>
                <a:ext cx="73080" cy="225720"/>
              </p14:xfrm>
            </p:contentPart>
          </mc:Choice>
          <mc:Fallback xmlns="">
            <p:pic>
              <p:nvPicPr>
                <p:cNvPr id="22" name="Ink 21">
                  <a:extLst>
                    <a:ext uri="{FF2B5EF4-FFF2-40B4-BE49-F238E27FC236}">
                      <a16:creationId xmlns:a16="http://schemas.microsoft.com/office/drawing/2014/main" id="{B340CE5A-48A9-F42F-8E1C-AAA9CC7C1ECB}"/>
                    </a:ext>
                  </a:extLst>
                </p:cNvPr>
                <p:cNvPicPr/>
                <p:nvPr/>
              </p:nvPicPr>
              <p:blipFill>
                <a:blip r:embed="rId25"/>
                <a:stretch>
                  <a:fillRect/>
                </a:stretch>
              </p:blipFill>
              <p:spPr>
                <a:xfrm>
                  <a:off x="7952400" y="2883320"/>
                  <a:ext cx="8532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3" name="Ink 22">
                  <a:extLst>
                    <a:ext uri="{FF2B5EF4-FFF2-40B4-BE49-F238E27FC236}">
                      <a16:creationId xmlns:a16="http://schemas.microsoft.com/office/drawing/2014/main" id="{DA1A77F3-4048-D964-19B2-57B8CBE731B3}"/>
                    </a:ext>
                  </a:extLst>
                </p14:cNvPr>
                <p14:cNvContentPartPr/>
                <p14:nvPr/>
              </p14:nvContentPartPr>
              <p14:xfrm>
                <a:off x="8072280" y="2918600"/>
                <a:ext cx="164880" cy="158760"/>
              </p14:xfrm>
            </p:contentPart>
          </mc:Choice>
          <mc:Fallback xmlns="">
            <p:pic>
              <p:nvPicPr>
                <p:cNvPr id="23" name="Ink 22">
                  <a:extLst>
                    <a:ext uri="{FF2B5EF4-FFF2-40B4-BE49-F238E27FC236}">
                      <a16:creationId xmlns:a16="http://schemas.microsoft.com/office/drawing/2014/main" id="{DA1A77F3-4048-D964-19B2-57B8CBE731B3}"/>
                    </a:ext>
                  </a:extLst>
                </p:cNvPr>
                <p:cNvPicPr/>
                <p:nvPr/>
              </p:nvPicPr>
              <p:blipFill>
                <a:blip r:embed="rId27"/>
                <a:stretch>
                  <a:fillRect/>
                </a:stretch>
              </p:blipFill>
              <p:spPr>
                <a:xfrm>
                  <a:off x="8066160" y="2912480"/>
                  <a:ext cx="17712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4" name="Ink 23">
                  <a:extLst>
                    <a:ext uri="{FF2B5EF4-FFF2-40B4-BE49-F238E27FC236}">
                      <a16:creationId xmlns:a16="http://schemas.microsoft.com/office/drawing/2014/main" id="{29B9CE9E-D76B-9286-9F1F-3CAA575C2AC8}"/>
                    </a:ext>
                  </a:extLst>
                </p14:cNvPr>
                <p14:cNvContentPartPr/>
                <p14:nvPr/>
              </p14:nvContentPartPr>
              <p14:xfrm>
                <a:off x="8183520" y="2931920"/>
                <a:ext cx="205200" cy="191880"/>
              </p14:xfrm>
            </p:contentPart>
          </mc:Choice>
          <mc:Fallback xmlns="">
            <p:pic>
              <p:nvPicPr>
                <p:cNvPr id="24" name="Ink 23">
                  <a:extLst>
                    <a:ext uri="{FF2B5EF4-FFF2-40B4-BE49-F238E27FC236}">
                      <a16:creationId xmlns:a16="http://schemas.microsoft.com/office/drawing/2014/main" id="{29B9CE9E-D76B-9286-9F1F-3CAA575C2AC8}"/>
                    </a:ext>
                  </a:extLst>
                </p:cNvPr>
                <p:cNvPicPr/>
                <p:nvPr/>
              </p:nvPicPr>
              <p:blipFill>
                <a:blip r:embed="rId29"/>
                <a:stretch>
                  <a:fillRect/>
                </a:stretch>
              </p:blipFill>
              <p:spPr>
                <a:xfrm>
                  <a:off x="8177400" y="2925800"/>
                  <a:ext cx="217440" cy="204120"/>
                </a:xfrm>
                <a:prstGeom prst="rect">
                  <a:avLst/>
                </a:prstGeom>
              </p:spPr>
            </p:pic>
          </mc:Fallback>
        </mc:AlternateContent>
      </p:grpSp>
    </p:spTree>
    <p:extLst>
      <p:ext uri="{BB962C8B-B14F-4D97-AF65-F5344CB8AC3E}">
        <p14:creationId xmlns:p14="http://schemas.microsoft.com/office/powerpoint/2010/main" val="842462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Financial System</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29714" y="663437"/>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4000" b="0" i="0" u="none" strike="noStrike" kern="1200" cap="none" spc="0" normalizeH="0" baseline="0" noProof="0" dirty="0">
                <a:ln>
                  <a:noFill/>
                </a:ln>
                <a:solidFill>
                  <a:prstClr val="black"/>
                </a:solidFill>
                <a:effectLst/>
                <a:uLnTx/>
                <a:uFillTx/>
                <a:latin typeface="Tw Cen MT"/>
                <a:ea typeface="+mn-ea"/>
                <a:cs typeface="+mn-cs"/>
              </a:rPr>
              <a:t> </a:t>
            </a:r>
            <a:r>
              <a:rPr kumimoji="0" lang="en-US" sz="3600" b="0" i="0" u="none" strike="noStrike" kern="1200" cap="none" spc="0" normalizeH="0" baseline="0" noProof="0" dirty="0">
                <a:ln>
                  <a:noFill/>
                </a:ln>
                <a:solidFill>
                  <a:prstClr val="black"/>
                </a:solidFill>
                <a:effectLst/>
                <a:uLnTx/>
                <a:uFillTx/>
                <a:latin typeface="Tw Cen MT"/>
                <a:ea typeface="+mn-ea"/>
                <a:cs typeface="+mn-cs"/>
              </a:rPr>
              <a:t>Different types of financial assets:</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000" b="1" i="0" u="none" strike="noStrike" kern="1200" cap="none" spc="0" normalizeH="0" baseline="0" noProof="0" dirty="0">
                <a:ln>
                  <a:noFill/>
                </a:ln>
                <a:solidFill>
                  <a:prstClr val="black"/>
                </a:solidFill>
                <a:effectLst/>
                <a:uLnTx/>
                <a:uFillTx/>
                <a:latin typeface="Tw Cen MT"/>
                <a:ea typeface="+mn-ea"/>
                <a:cs typeface="+mn-cs"/>
              </a:rPr>
              <a:t>1. </a:t>
            </a:r>
            <a:r>
              <a:rPr kumimoji="0" lang="en-US" sz="3000" b="1" i="0" u="none" strike="noStrike" kern="1200" cap="none" spc="0" normalizeH="0" baseline="0" noProof="0" dirty="0">
                <a:ln>
                  <a:noFill/>
                </a:ln>
                <a:solidFill>
                  <a:srgbClr val="DA1F28">
                    <a:lumMod val="60000"/>
                    <a:lumOff val="40000"/>
                  </a:srgbClr>
                </a:solidFill>
                <a:effectLst/>
                <a:uLnTx/>
                <a:uFillTx/>
                <a:latin typeface="Tw Cen MT"/>
                <a:ea typeface="+mn-ea"/>
                <a:cs typeface="+mn-cs"/>
              </a:rPr>
              <a:t>Fixed income (Debt) securities</a:t>
            </a:r>
            <a:r>
              <a:rPr kumimoji="0" lang="en-US" sz="3000" b="1" i="0" u="none" strike="noStrike" kern="1200" cap="none" spc="0" normalizeH="0" baseline="0" noProof="0" dirty="0">
                <a:ln>
                  <a:noFill/>
                </a:ln>
                <a:solidFill>
                  <a:prstClr val="black"/>
                </a:solidFill>
                <a:effectLst/>
                <a:uLnTx/>
                <a:uFillTx/>
                <a:latin typeface="Tw Cen MT"/>
                <a:ea typeface="+mn-ea"/>
                <a:cs typeface="+mn-cs"/>
              </a:rPr>
              <a:t>: </a:t>
            </a:r>
          </a:p>
          <a:p>
            <a:pPr marL="685791" lvl="2" indent="0">
              <a:spcBef>
                <a:spcPts val="550"/>
              </a:spcBef>
              <a:buClr>
                <a:srgbClr val="2DA2BF"/>
              </a:buClr>
              <a:buSzPct val="70000"/>
              <a:buNone/>
              <a:defRPr/>
            </a:pPr>
            <a:r>
              <a:rPr kumimoji="0" lang="en-US" sz="2600" b="0" i="0" u="none" strike="noStrike" kern="1200" cap="none" spc="0" normalizeH="0" baseline="0" noProof="0" dirty="0">
                <a:ln>
                  <a:noFill/>
                </a:ln>
                <a:solidFill>
                  <a:prstClr val="black"/>
                </a:solidFill>
                <a:effectLst/>
                <a:uLnTx/>
                <a:uFillTx/>
                <a:latin typeface="Tw Cen MT"/>
                <a:ea typeface="+mn-ea"/>
                <a:cs typeface="+mn-cs"/>
              </a:rPr>
              <a:t>Definition: debt securities </a:t>
            </a:r>
            <a:r>
              <a:rPr kumimoji="0" lang="en-US" sz="26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promise</a:t>
            </a:r>
            <a:r>
              <a:rPr kumimoji="0" lang="en-US" sz="2600" b="0" i="0" u="none" strike="noStrike" kern="1200" cap="none" spc="0" normalizeH="0" baseline="0" noProof="0" dirty="0">
                <a:ln>
                  <a:noFill/>
                </a:ln>
                <a:solidFill>
                  <a:prstClr val="black"/>
                </a:solidFill>
                <a:effectLst/>
                <a:uLnTx/>
                <a:uFillTx/>
                <a:latin typeface="Tw Cen MT"/>
                <a:ea typeface="+mn-ea"/>
                <a:cs typeface="+mn-cs"/>
              </a:rPr>
              <a:t> either </a:t>
            </a:r>
            <a:r>
              <a:rPr kumimoji="0" lang="en-US" sz="2600" b="0" i="0" u="none" strike="noStrike" kern="1200" cap="none" spc="0" normalizeH="0" baseline="0" noProof="0" dirty="0">
                <a:ln>
                  <a:noFill/>
                </a:ln>
                <a:solidFill>
                  <a:srgbClr val="2DA2BF"/>
                </a:solidFill>
                <a:effectLst/>
                <a:uLnTx/>
                <a:uFillTx/>
                <a:latin typeface="Tw Cen MT"/>
                <a:ea typeface="+mn-ea"/>
                <a:cs typeface="+mn-cs"/>
              </a:rPr>
              <a:t>a stream of income </a:t>
            </a:r>
            <a:r>
              <a:rPr kumimoji="0" lang="en-US" sz="2600" b="0" i="0" u="none" strike="noStrike" kern="1200" cap="none" spc="0" normalizeH="0" baseline="0" noProof="0" dirty="0">
                <a:ln>
                  <a:noFill/>
                </a:ln>
                <a:solidFill>
                  <a:prstClr val="black"/>
                </a:solidFill>
                <a:effectLst/>
                <a:uLnTx/>
                <a:uFillTx/>
                <a:latin typeface="Tw Cen MT"/>
                <a:ea typeface="+mn-ea"/>
                <a:cs typeface="+mn-cs"/>
              </a:rPr>
              <a:t>or </a:t>
            </a:r>
            <a:r>
              <a:rPr kumimoji="0" lang="en-US" sz="2600" b="0" i="0" u="none" strike="noStrike" kern="1200" cap="none" spc="0" normalizeH="0" baseline="0" noProof="0" dirty="0">
                <a:ln>
                  <a:noFill/>
                </a:ln>
                <a:solidFill>
                  <a:srgbClr val="2DA2BF"/>
                </a:solidFill>
                <a:effectLst/>
                <a:uLnTx/>
                <a:uFillTx/>
                <a:latin typeface="Tw Cen MT"/>
                <a:ea typeface="+mn-ea"/>
                <a:cs typeface="+mn-cs"/>
              </a:rPr>
              <a:t>a stream of income determined by a specified formula</a:t>
            </a:r>
            <a:r>
              <a:rPr kumimoji="0" lang="en-US" sz="2600" b="0" i="0" u="none" strike="noStrike" kern="1200" cap="none" spc="0" normalizeH="0" baseline="0" noProof="0" dirty="0">
                <a:ln>
                  <a:noFill/>
                </a:ln>
                <a:solidFill>
                  <a:prstClr val="black"/>
                </a:solidFill>
                <a:effectLst/>
                <a:uLnTx/>
                <a:uFillTx/>
                <a:latin typeface="Tw Cen MT"/>
                <a:ea typeface="+mn-ea"/>
                <a:cs typeface="+mn-cs"/>
              </a:rPr>
              <a:t>. </a:t>
            </a:r>
            <a:r>
              <a:rPr kumimoji="0" lang="en-US" sz="2600" b="1" i="0" u="none" strike="noStrike" kern="1200" cap="none" spc="0" normalizeH="0" baseline="0" noProof="0" dirty="0">
                <a:ln>
                  <a:noFill/>
                </a:ln>
                <a:solidFill>
                  <a:prstClr val="black"/>
                </a:solidFill>
                <a:effectLst/>
                <a:uLnTx/>
                <a:uFillTx/>
                <a:latin typeface="Tw Cen MT"/>
                <a:ea typeface="+mn-ea"/>
                <a:cs typeface="+mn-cs"/>
              </a:rPr>
              <a:t>Example: government bonds.</a:t>
            </a:r>
            <a:endParaRPr kumimoji="0" lang="en-US" sz="2600" b="0" i="0" u="none" strike="noStrike" kern="1200" cap="none" spc="0" normalizeH="0" baseline="0" noProof="0" dirty="0">
              <a:ln>
                <a:noFill/>
              </a:ln>
              <a:solidFill>
                <a:prstClr val="black"/>
              </a:solidFill>
              <a:effectLst/>
              <a:uLnTx/>
              <a:uFillTx/>
              <a:latin typeface="Tw Cen MT"/>
              <a:ea typeface="+mn-ea"/>
              <a:cs typeface="+mn-cs"/>
            </a:endParaRP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000" b="1" i="0" u="none" strike="noStrike" kern="1200" cap="none" spc="0" normalizeH="0" baseline="0" noProof="0" dirty="0">
                <a:ln>
                  <a:noFill/>
                </a:ln>
                <a:solidFill>
                  <a:prstClr val="black"/>
                </a:solidFill>
                <a:effectLst/>
                <a:uLnTx/>
                <a:uFillTx/>
                <a:latin typeface="Tw Cen MT"/>
                <a:ea typeface="+mn-ea"/>
                <a:cs typeface="+mn-cs"/>
              </a:rPr>
              <a:t>2. </a:t>
            </a:r>
            <a:r>
              <a:rPr kumimoji="0" lang="en-US" sz="3000" b="1" i="0" u="none" strike="noStrike" kern="1200" cap="none" spc="0" normalizeH="0" baseline="0" noProof="0" dirty="0">
                <a:ln>
                  <a:noFill/>
                </a:ln>
                <a:solidFill>
                  <a:srgbClr val="EC767C"/>
                </a:solidFill>
                <a:effectLst/>
                <a:uLnTx/>
                <a:uFillTx/>
                <a:latin typeface="Tw Cen MT"/>
                <a:ea typeface="+mn-ea"/>
                <a:cs typeface="+mn-cs"/>
              </a:rPr>
              <a:t>Equity </a:t>
            </a:r>
            <a:r>
              <a:rPr kumimoji="0" lang="en-US" sz="3000" b="1" i="0" u="none" strike="noStrike" kern="1200" cap="none" spc="0" normalizeH="0" baseline="0" noProof="0" dirty="0">
                <a:ln>
                  <a:noFill/>
                </a:ln>
                <a:solidFill>
                  <a:srgbClr val="DA1F28">
                    <a:lumMod val="60000"/>
                    <a:lumOff val="40000"/>
                  </a:srgbClr>
                </a:solidFill>
                <a:effectLst/>
                <a:uLnTx/>
                <a:uFillTx/>
                <a:latin typeface="Tw Cen MT"/>
                <a:ea typeface="+mn-ea"/>
                <a:cs typeface="+mn-cs"/>
              </a:rPr>
              <a:t>securities</a:t>
            </a:r>
            <a:r>
              <a:rPr kumimoji="0" lang="en-US" sz="3000" b="1" i="0" u="none" strike="noStrike" kern="1200" cap="none" spc="0" normalizeH="0" baseline="0" noProof="0" dirty="0">
                <a:ln>
                  <a:noFill/>
                </a:ln>
                <a:solidFill>
                  <a:prstClr val="black"/>
                </a:solidFill>
                <a:effectLst/>
                <a:uLnTx/>
                <a:uFillTx/>
                <a:latin typeface="Tw Cen MT"/>
                <a:ea typeface="+mn-ea"/>
                <a:cs typeface="+mn-cs"/>
              </a:rPr>
              <a:t>: </a:t>
            </a:r>
          </a:p>
          <a:p>
            <a:pPr marL="685791" lvl="2" indent="0">
              <a:spcBef>
                <a:spcPts val="550"/>
              </a:spcBef>
              <a:buClr>
                <a:srgbClr val="2DA2BF"/>
              </a:buClr>
              <a:buSzPct val="70000"/>
              <a:buNone/>
              <a:defRPr/>
            </a:pPr>
            <a:r>
              <a:rPr kumimoji="0" lang="en-US" sz="2600" b="0" i="0" u="none" strike="noStrike" kern="1200" cap="none" spc="0" normalizeH="0" baseline="0" noProof="0" dirty="0">
                <a:ln>
                  <a:noFill/>
                </a:ln>
                <a:solidFill>
                  <a:prstClr val="black"/>
                </a:solidFill>
                <a:effectLst/>
                <a:uLnTx/>
                <a:uFillTx/>
                <a:latin typeface="Tw Cen MT"/>
                <a:ea typeface="+mn-ea"/>
                <a:cs typeface="+mn-cs"/>
              </a:rPr>
              <a:t>Definition: equity represents an ownership share. Equity holders are not promised any particular payment. They receive any dividends the firm may pay.</a:t>
            </a:r>
            <a:r>
              <a:rPr kumimoji="0" lang="en-US" sz="2600" b="1" i="0" u="none" strike="noStrike" kern="1200" cap="none" spc="0" normalizeH="0" baseline="0" noProof="0" dirty="0">
                <a:ln>
                  <a:noFill/>
                </a:ln>
                <a:solidFill>
                  <a:prstClr val="black"/>
                </a:solidFill>
                <a:effectLst/>
                <a:uLnTx/>
                <a:uFillTx/>
                <a:latin typeface="Tw Cen MT"/>
                <a:ea typeface="+mn-ea"/>
                <a:cs typeface="+mn-cs"/>
              </a:rPr>
              <a:t> Example: common stocks.</a:t>
            </a:r>
            <a:endParaRPr kumimoji="0" lang="en-US" sz="2600" b="0" i="0" u="none" strike="noStrike" kern="1200" cap="none" spc="0" normalizeH="0" baseline="0" noProof="0" dirty="0">
              <a:ln>
                <a:noFill/>
              </a:ln>
              <a:solidFill>
                <a:prstClr val="black"/>
              </a:solidFill>
              <a:effectLst/>
              <a:uLnTx/>
              <a:uFillTx/>
              <a:latin typeface="Tw Cen MT"/>
              <a:ea typeface="+mn-ea"/>
              <a:cs typeface="+mn-cs"/>
            </a:endParaRP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000" b="1" i="0" u="none" strike="noStrike" kern="1200" cap="none" spc="0" normalizeH="0" baseline="0" noProof="0" dirty="0">
                <a:ln>
                  <a:noFill/>
                </a:ln>
                <a:solidFill>
                  <a:prstClr val="black"/>
                </a:solidFill>
                <a:effectLst/>
                <a:uLnTx/>
                <a:uFillTx/>
                <a:latin typeface="Tw Cen MT"/>
                <a:ea typeface="+mn-ea"/>
                <a:cs typeface="+mn-cs"/>
              </a:rPr>
              <a:t>3. </a:t>
            </a:r>
            <a:r>
              <a:rPr kumimoji="0" lang="en-US" sz="3000" b="1" i="0" u="none" strike="noStrike" kern="1200" cap="none" spc="0" normalizeH="0" baseline="0" noProof="0" dirty="0">
                <a:ln>
                  <a:noFill/>
                </a:ln>
                <a:solidFill>
                  <a:srgbClr val="EC767C"/>
                </a:solidFill>
                <a:effectLst/>
                <a:uLnTx/>
                <a:uFillTx/>
                <a:latin typeface="Tw Cen MT"/>
                <a:ea typeface="+mn-ea"/>
                <a:cs typeface="+mn-cs"/>
              </a:rPr>
              <a:t>Derivatives</a:t>
            </a:r>
            <a:r>
              <a:rPr kumimoji="0" lang="en-US" sz="3000" b="1" i="0" u="none" strike="noStrike" kern="1200" cap="none" spc="0" normalizeH="0" baseline="0" noProof="0" dirty="0">
                <a:ln>
                  <a:noFill/>
                </a:ln>
                <a:solidFill>
                  <a:prstClr val="black"/>
                </a:solidFill>
                <a:effectLst/>
                <a:uLnTx/>
                <a:uFillTx/>
                <a:latin typeface="Tw Cen MT"/>
                <a:ea typeface="+mn-ea"/>
                <a:cs typeface="+mn-cs"/>
              </a:rPr>
              <a:t>: </a:t>
            </a:r>
          </a:p>
          <a:p>
            <a:pPr marL="685791" lvl="2" indent="0">
              <a:spcBef>
                <a:spcPts val="550"/>
              </a:spcBef>
              <a:buClr>
                <a:srgbClr val="2DA2BF"/>
              </a:buClr>
              <a:buSzPct val="70000"/>
              <a:buNone/>
              <a:defRPr/>
            </a:pPr>
            <a:r>
              <a:rPr lang="en-US" sz="2600" dirty="0">
                <a:solidFill>
                  <a:prstClr val="black"/>
                </a:solidFill>
                <a:latin typeface="Tw Cen MT"/>
              </a:rPr>
              <a:t>Definition: financial assets whose values derive from the values of other assets</a:t>
            </a:r>
            <a:r>
              <a:rPr kumimoji="0" lang="en-US" sz="2600" b="0" i="0" u="none" strike="noStrike" kern="1200" cap="none" spc="0" normalizeH="0" baseline="0" noProof="0" dirty="0">
                <a:ln>
                  <a:noFill/>
                </a:ln>
                <a:solidFill>
                  <a:prstClr val="black"/>
                </a:solidFill>
                <a:effectLst/>
                <a:uLnTx/>
                <a:uFillTx/>
                <a:latin typeface="Tw Cen MT"/>
                <a:ea typeface="+mn-ea"/>
                <a:cs typeface="+mn-cs"/>
              </a:rPr>
              <a:t>. </a:t>
            </a:r>
            <a:r>
              <a:rPr kumimoji="0" lang="en-US" sz="2600" b="1" i="0" u="none" strike="noStrike" kern="1200" cap="none" spc="0" normalizeH="0" baseline="0" noProof="0" dirty="0">
                <a:ln>
                  <a:noFill/>
                </a:ln>
                <a:solidFill>
                  <a:prstClr val="black"/>
                </a:solidFill>
                <a:effectLst/>
                <a:uLnTx/>
                <a:uFillTx/>
                <a:latin typeface="Tw Cen MT"/>
                <a:ea typeface="+mn-ea"/>
                <a:cs typeface="+mn-cs"/>
              </a:rPr>
              <a:t>Example: futures, options.</a:t>
            </a: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940024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Financial System</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3" name="TextBox 2">
            <a:extLst>
              <a:ext uri="{FF2B5EF4-FFF2-40B4-BE49-F238E27FC236}">
                <a16:creationId xmlns:a16="http://schemas.microsoft.com/office/drawing/2014/main" id="{410EE32F-7DFF-A48F-535A-C99C94410E5D}"/>
              </a:ext>
            </a:extLst>
          </p:cNvPr>
          <p:cNvSpPr txBox="1"/>
          <p:nvPr/>
        </p:nvSpPr>
        <p:spPr>
          <a:xfrm>
            <a:off x="412835" y="652299"/>
            <a:ext cx="6120062" cy="707886"/>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4000" b="0" i="0" u="none" strike="noStrike" kern="1200" cap="none" spc="0" normalizeH="0" baseline="0" noProof="0" dirty="0">
                <a:ln>
                  <a:noFill/>
                </a:ln>
                <a:solidFill>
                  <a:prstClr val="black"/>
                </a:solidFill>
                <a:effectLst/>
                <a:uLnTx/>
                <a:uFillTx/>
                <a:latin typeface="Tw Cen MT"/>
                <a:ea typeface="+mn-ea"/>
                <a:cs typeface="+mn-cs"/>
              </a:rPr>
              <a:t> </a:t>
            </a:r>
            <a:r>
              <a:rPr kumimoji="0" lang="en-US" sz="3600" b="0" i="0" u="none" strike="noStrike" kern="1200" cap="none" spc="0" normalizeH="0" baseline="0" noProof="0" dirty="0">
                <a:ln>
                  <a:noFill/>
                </a:ln>
                <a:solidFill>
                  <a:prstClr val="black"/>
                </a:solidFill>
                <a:effectLst/>
                <a:uLnTx/>
                <a:uFillTx/>
                <a:latin typeface="Tw Cen MT"/>
                <a:ea typeface="+mn-ea"/>
                <a:cs typeface="+mn-cs"/>
              </a:rPr>
              <a:t>Financial System</a:t>
            </a:r>
          </a:p>
        </p:txBody>
      </p:sp>
      <p:sp>
        <p:nvSpPr>
          <p:cNvPr id="6" name="Content Placeholder 2">
            <a:extLst>
              <a:ext uri="{FF2B5EF4-FFF2-40B4-BE49-F238E27FC236}">
                <a16:creationId xmlns:a16="http://schemas.microsoft.com/office/drawing/2014/main" id="{DB26980A-DB23-372D-C42E-4BA7EB270F4B}"/>
              </a:ext>
            </a:extLst>
          </p:cNvPr>
          <p:cNvSpPr txBox="1">
            <a:spLocks/>
          </p:cNvSpPr>
          <p:nvPr/>
        </p:nvSpPr>
        <p:spPr>
          <a:xfrm>
            <a:off x="4695824" y="1410330"/>
            <a:ext cx="7349290" cy="2942983"/>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0" indent="0">
              <a:buClr>
                <a:srgbClr val="DA1F28"/>
              </a:buClr>
              <a:buFont typeface="Wingdings"/>
              <a:buNone/>
            </a:pPr>
            <a:r>
              <a:rPr lang="en-US" sz="3000" dirty="0">
                <a:solidFill>
                  <a:prstClr val="black"/>
                </a:solidFill>
                <a:latin typeface="Tw Cen MT"/>
              </a:rPr>
              <a:t>A financial system is the system that enables </a:t>
            </a:r>
            <a:r>
              <a:rPr lang="en-US" sz="3000" dirty="0">
                <a:solidFill>
                  <a:srgbClr val="DA1F28">
                    <a:lumMod val="60000"/>
                    <a:lumOff val="40000"/>
                  </a:srgbClr>
                </a:solidFill>
                <a:latin typeface="Tw Cen MT"/>
              </a:rPr>
              <a:t>lenders</a:t>
            </a:r>
            <a:r>
              <a:rPr lang="en-US" sz="3000" dirty="0">
                <a:solidFill>
                  <a:prstClr val="black"/>
                </a:solidFill>
                <a:latin typeface="Tw Cen MT"/>
              </a:rPr>
              <a:t> and </a:t>
            </a:r>
            <a:r>
              <a:rPr lang="en-US" sz="3000" dirty="0">
                <a:solidFill>
                  <a:srgbClr val="EC767C"/>
                </a:solidFill>
                <a:latin typeface="Tw Cen MT"/>
              </a:rPr>
              <a:t>borrowers</a:t>
            </a:r>
            <a:r>
              <a:rPr lang="en-US" sz="3000" dirty="0">
                <a:solidFill>
                  <a:prstClr val="black"/>
                </a:solidFill>
                <a:latin typeface="Tw Cen MT"/>
              </a:rPr>
              <a:t> to exchange funds.</a:t>
            </a:r>
          </a:p>
          <a:p>
            <a:pPr marL="0" indent="0">
              <a:buClr>
                <a:srgbClr val="DA1F28"/>
              </a:buClr>
              <a:buFont typeface="Wingdings"/>
              <a:buNone/>
            </a:pPr>
            <a:r>
              <a:rPr lang="en-US" sz="3000" b="1" dirty="0">
                <a:solidFill>
                  <a:prstClr val="black"/>
                </a:solidFill>
                <a:latin typeface="Tw Cen MT"/>
              </a:rPr>
              <a:t>Question: </a:t>
            </a:r>
            <a:r>
              <a:rPr lang="en-US" sz="3000" dirty="0">
                <a:solidFill>
                  <a:prstClr val="black"/>
                </a:solidFill>
                <a:latin typeface="Tw Cen MT"/>
              </a:rPr>
              <a:t>why do we need a well-functioning financial system?</a:t>
            </a:r>
          </a:p>
          <a:p>
            <a:pPr marL="0" indent="0">
              <a:buClr>
                <a:srgbClr val="DA1F28"/>
              </a:buClr>
              <a:buFont typeface="Wingdings"/>
              <a:buNone/>
            </a:pPr>
            <a:endParaRPr lang="en-US" sz="2000" dirty="0">
              <a:solidFill>
                <a:prstClr val="black"/>
              </a:solidFill>
              <a:latin typeface="Tw Cen MT"/>
            </a:endParaRPr>
          </a:p>
          <a:p>
            <a:pPr>
              <a:buClr>
                <a:srgbClr val="DA1F28"/>
              </a:buClr>
            </a:pPr>
            <a:endParaRPr lang="en-US" sz="1800" dirty="0">
              <a:solidFill>
                <a:prstClr val="black"/>
              </a:solidFill>
              <a:latin typeface="Tw Cen MT"/>
            </a:endParaRPr>
          </a:p>
        </p:txBody>
      </p:sp>
      <p:sp>
        <p:nvSpPr>
          <p:cNvPr id="10" name="Rectangle 9">
            <a:extLst>
              <a:ext uri="{FF2B5EF4-FFF2-40B4-BE49-F238E27FC236}">
                <a16:creationId xmlns:a16="http://schemas.microsoft.com/office/drawing/2014/main" id="{B0AED35B-E062-5CBF-A04D-C491944F0097}"/>
              </a:ext>
            </a:extLst>
          </p:cNvPr>
          <p:cNvSpPr/>
          <p:nvPr/>
        </p:nvSpPr>
        <p:spPr>
          <a:xfrm>
            <a:off x="930442" y="1486013"/>
            <a:ext cx="2803358" cy="567375"/>
          </a:xfrm>
          <a:prstGeom prst="rect">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Tw Cen MT"/>
                <a:ea typeface="+mn-ea"/>
                <a:cs typeface="+mn-cs"/>
              </a:rPr>
              <a:t>Borrowers</a:t>
            </a:r>
          </a:p>
        </p:txBody>
      </p:sp>
      <p:sp>
        <p:nvSpPr>
          <p:cNvPr id="11" name="Rectangle 10">
            <a:extLst>
              <a:ext uri="{FF2B5EF4-FFF2-40B4-BE49-F238E27FC236}">
                <a16:creationId xmlns:a16="http://schemas.microsoft.com/office/drawing/2014/main" id="{CA64A822-6720-4BF5-4AE9-51DFD0942E56}"/>
              </a:ext>
            </a:extLst>
          </p:cNvPr>
          <p:cNvSpPr/>
          <p:nvPr/>
        </p:nvSpPr>
        <p:spPr>
          <a:xfrm>
            <a:off x="913324" y="2420654"/>
            <a:ext cx="2807369" cy="599834"/>
          </a:xfrm>
          <a:prstGeom prst="rect">
            <a:avLst/>
          </a:prstGeom>
          <a:solidFill>
            <a:srgbClr val="EC767C"/>
          </a:solidFill>
          <a:ln w="10000" cap="flat" cmpd="sng" algn="ctr">
            <a:solidFill>
              <a:srgbClr val="DA1F28"/>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Tw Cen MT"/>
                <a:ea typeface="+mn-ea"/>
                <a:cs typeface="+mn-cs"/>
              </a:rPr>
              <a:t>Financial Intermediaries</a:t>
            </a:r>
          </a:p>
        </p:txBody>
      </p:sp>
      <p:sp>
        <p:nvSpPr>
          <p:cNvPr id="12" name="Rectangle 11">
            <a:extLst>
              <a:ext uri="{FF2B5EF4-FFF2-40B4-BE49-F238E27FC236}">
                <a16:creationId xmlns:a16="http://schemas.microsoft.com/office/drawing/2014/main" id="{71AAEE0F-EA3D-FE93-39C5-971EC209C316}"/>
              </a:ext>
            </a:extLst>
          </p:cNvPr>
          <p:cNvSpPr/>
          <p:nvPr/>
        </p:nvSpPr>
        <p:spPr>
          <a:xfrm>
            <a:off x="926430" y="3429000"/>
            <a:ext cx="2803358" cy="639226"/>
          </a:xfrm>
          <a:prstGeom prst="rect">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Tw Cen MT"/>
                <a:ea typeface="+mn-ea"/>
                <a:cs typeface="+mn-cs"/>
              </a:rPr>
              <a:t>Financial Markets</a:t>
            </a:r>
          </a:p>
        </p:txBody>
      </p:sp>
      <p:sp>
        <p:nvSpPr>
          <p:cNvPr id="13" name="Rectangle 12">
            <a:extLst>
              <a:ext uri="{FF2B5EF4-FFF2-40B4-BE49-F238E27FC236}">
                <a16:creationId xmlns:a16="http://schemas.microsoft.com/office/drawing/2014/main" id="{133159C4-0A0B-4AB0-931A-A001869D10B4}"/>
              </a:ext>
            </a:extLst>
          </p:cNvPr>
          <p:cNvSpPr/>
          <p:nvPr/>
        </p:nvSpPr>
        <p:spPr>
          <a:xfrm>
            <a:off x="926430" y="4451921"/>
            <a:ext cx="2803358" cy="651022"/>
          </a:xfrm>
          <a:prstGeom prst="rect">
            <a:avLst/>
          </a:prstGeom>
          <a:solidFill>
            <a:srgbClr val="DA1F28">
              <a:lumMod val="60000"/>
              <a:lumOff val="40000"/>
            </a:srgbClr>
          </a:solidFill>
          <a:ln w="10000" cap="flat" cmpd="sng" algn="ctr">
            <a:solidFill>
              <a:srgbClr val="DA1F28"/>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Tw Cen MT"/>
                <a:ea typeface="+mn-ea"/>
                <a:cs typeface="+mn-cs"/>
              </a:rPr>
              <a:t>Financial Intermediaries</a:t>
            </a:r>
          </a:p>
        </p:txBody>
      </p:sp>
      <p:sp>
        <p:nvSpPr>
          <p:cNvPr id="14" name="Rectangle 13">
            <a:extLst>
              <a:ext uri="{FF2B5EF4-FFF2-40B4-BE49-F238E27FC236}">
                <a16:creationId xmlns:a16="http://schemas.microsoft.com/office/drawing/2014/main" id="{0127BF7A-9B11-6F3B-8C98-87B34E572300}"/>
              </a:ext>
            </a:extLst>
          </p:cNvPr>
          <p:cNvSpPr/>
          <p:nvPr/>
        </p:nvSpPr>
        <p:spPr>
          <a:xfrm>
            <a:off x="926430" y="5524907"/>
            <a:ext cx="2803358" cy="623267"/>
          </a:xfrm>
          <a:prstGeom prst="rect">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Tw Cen MT"/>
                <a:ea typeface="+mn-ea"/>
                <a:cs typeface="+mn-cs"/>
              </a:rPr>
              <a:t>Lenders</a:t>
            </a:r>
          </a:p>
        </p:txBody>
      </p:sp>
      <p:cxnSp>
        <p:nvCxnSpPr>
          <p:cNvPr id="16" name="Straight Arrow Connector 15">
            <a:extLst>
              <a:ext uri="{FF2B5EF4-FFF2-40B4-BE49-F238E27FC236}">
                <a16:creationId xmlns:a16="http://schemas.microsoft.com/office/drawing/2014/main" id="{FCF18610-0919-009A-00FD-0C0843831101}"/>
              </a:ext>
            </a:extLst>
          </p:cNvPr>
          <p:cNvCxnSpPr>
            <a:cxnSpLocks/>
          </p:cNvCxnSpPr>
          <p:nvPr/>
        </p:nvCxnSpPr>
        <p:spPr>
          <a:xfrm flipV="1">
            <a:off x="590803" y="1822942"/>
            <a:ext cx="0" cy="4087427"/>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cxnSp>
        <p:nvCxnSpPr>
          <p:cNvPr id="19" name="Straight Arrow Connector 18">
            <a:extLst>
              <a:ext uri="{FF2B5EF4-FFF2-40B4-BE49-F238E27FC236}">
                <a16:creationId xmlns:a16="http://schemas.microsoft.com/office/drawing/2014/main" id="{704998E7-BC61-B811-8C63-E4FF261A95CB}"/>
              </a:ext>
            </a:extLst>
          </p:cNvPr>
          <p:cNvCxnSpPr>
            <a:cxnSpLocks/>
          </p:cNvCxnSpPr>
          <p:nvPr/>
        </p:nvCxnSpPr>
        <p:spPr>
          <a:xfrm>
            <a:off x="4038600" y="1847083"/>
            <a:ext cx="0" cy="4063286"/>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pic>
        <p:nvPicPr>
          <p:cNvPr id="22" name="Picture 2" descr="Financial system">
            <a:extLst>
              <a:ext uri="{FF2B5EF4-FFF2-40B4-BE49-F238E27FC236}">
                <a16:creationId xmlns:a16="http://schemas.microsoft.com/office/drawing/2014/main" id="{CA40CD13-851D-F89D-F4B2-0D3581F4BC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0208" y="5703128"/>
            <a:ext cx="1631791" cy="1154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916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dissolv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ppt_x"/>
                                          </p:val>
                                        </p:tav>
                                        <p:tav tm="100000">
                                          <p:val>
                                            <p:strVal val="#ppt_x"/>
                                          </p:val>
                                        </p:tav>
                                      </p:tavLst>
                                    </p:anim>
                                    <p:anim calcmode="lin" valueType="num">
                                      <p:cBhvr additive="base">
                                        <p:cTn id="3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Financial System</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341746" y="759689"/>
            <a:ext cx="11176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 The Players</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3200" b="1" i="0" u="none" strike="noStrike" kern="1200" cap="none" spc="0" normalizeH="0" baseline="0" noProof="0" dirty="0">
                <a:ln>
                  <a:noFill/>
                </a:ln>
                <a:solidFill>
                  <a:prstClr val="black"/>
                </a:solidFill>
                <a:effectLst/>
                <a:uLnTx/>
                <a:uFillTx/>
                <a:latin typeface="Tw Cen MT"/>
                <a:ea typeface="+mn-ea"/>
                <a:cs typeface="+mn-cs"/>
              </a:rPr>
              <a:t>Borrowers</a:t>
            </a:r>
            <a:r>
              <a:rPr kumimoji="0" lang="en-US" sz="3200" b="0" i="0" u="none" strike="noStrike" kern="1200" cap="none" spc="0" normalizeH="0" baseline="0" noProof="0" dirty="0">
                <a:ln>
                  <a:noFill/>
                </a:ln>
                <a:solidFill>
                  <a:prstClr val="black"/>
                </a:solidFill>
                <a:effectLst/>
                <a:uLnTx/>
                <a:uFillTx/>
                <a:latin typeface="Tw Cen MT"/>
                <a:ea typeface="+mn-ea"/>
                <a:cs typeface="+mn-cs"/>
              </a:rPr>
              <a:t>: firms, governments, households</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3200" b="1" i="0" u="none" strike="noStrike" kern="1200" cap="none" spc="0" normalizeH="0" baseline="0" noProof="0" dirty="0">
                <a:ln>
                  <a:noFill/>
                </a:ln>
                <a:solidFill>
                  <a:prstClr val="black"/>
                </a:solidFill>
                <a:effectLst/>
                <a:uLnTx/>
                <a:uFillTx/>
                <a:latin typeface="Tw Cen MT"/>
                <a:ea typeface="+mn-ea"/>
                <a:cs typeface="+mn-cs"/>
              </a:rPr>
              <a:t>Savers</a:t>
            </a:r>
            <a:r>
              <a:rPr kumimoji="0" lang="en-US" sz="3200" b="0" i="0" u="none" strike="noStrike" kern="1200" cap="none" spc="0" normalizeH="0" baseline="0" noProof="0" dirty="0">
                <a:ln>
                  <a:noFill/>
                </a:ln>
                <a:solidFill>
                  <a:prstClr val="black"/>
                </a:solidFill>
                <a:effectLst/>
                <a:uLnTx/>
                <a:uFillTx/>
                <a:latin typeface="Tw Cen MT"/>
                <a:ea typeface="+mn-ea"/>
                <a:cs typeface="+mn-cs"/>
              </a:rPr>
              <a:t>: households, governments, firms</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3200" b="1" i="0" u="none" strike="noStrike" kern="1200" cap="none" spc="0" normalizeH="0" baseline="0" noProof="0" dirty="0">
                <a:ln>
                  <a:noFill/>
                </a:ln>
                <a:solidFill>
                  <a:prstClr val="black"/>
                </a:solidFill>
                <a:effectLst/>
                <a:uLnTx/>
                <a:uFillTx/>
                <a:latin typeface="Tw Cen MT"/>
                <a:ea typeface="+mn-ea"/>
                <a:cs typeface="+mn-cs"/>
              </a:rPr>
              <a:t>Financial intermediaries</a:t>
            </a:r>
            <a:r>
              <a:rPr kumimoji="0" lang="en-US" sz="3200" b="0" i="0" u="none" strike="noStrike" kern="1200" cap="none" spc="0" normalizeH="0" baseline="0" noProof="0" dirty="0">
                <a:ln>
                  <a:noFill/>
                </a:ln>
                <a:solidFill>
                  <a:prstClr val="black"/>
                </a:solidFill>
                <a:effectLst/>
                <a:uLnTx/>
                <a:uFillTx/>
                <a:latin typeface="Tw Cen MT"/>
                <a:ea typeface="+mn-ea"/>
                <a:cs typeface="+mn-cs"/>
              </a:rPr>
              <a:t>: the </a:t>
            </a:r>
            <a:r>
              <a:rPr kumimoji="0" lang="en-US" sz="3200" b="0" i="0" u="none" strike="noStrike" kern="1200" cap="none" spc="0" normalizeH="0" baseline="0" noProof="0" dirty="0">
                <a:ln>
                  <a:noFill/>
                </a:ln>
                <a:solidFill>
                  <a:srgbClr val="EC767C"/>
                </a:solidFill>
                <a:effectLst/>
                <a:uLnTx/>
                <a:uFillTx/>
                <a:latin typeface="Tw Cen MT"/>
                <a:ea typeface="+mn-ea"/>
                <a:cs typeface="+mn-cs"/>
              </a:rPr>
              <a:t>financial institutions </a:t>
            </a:r>
            <a:r>
              <a:rPr kumimoji="0" lang="en-US" sz="3200" b="0" i="0" u="none" strike="noStrike" kern="1200" cap="none" spc="0" normalizeH="0" baseline="0" noProof="0" dirty="0">
                <a:ln>
                  <a:noFill/>
                </a:ln>
                <a:solidFill>
                  <a:prstClr val="black"/>
                </a:solidFill>
                <a:effectLst/>
                <a:uLnTx/>
                <a:uFillTx/>
                <a:latin typeface="Tw Cen MT"/>
                <a:ea typeface="+mn-ea"/>
                <a:cs typeface="+mn-cs"/>
              </a:rPr>
              <a:t>which stand between the security issuer and the ultimate owners and bring together lenders and borrowers. </a:t>
            </a:r>
          </a:p>
          <a:p>
            <a:pPr marL="1051560" marR="0" lvl="3" indent="0" algn="l" defTabSz="914400" rtl="0" eaLnBrk="1" fontAlgn="auto" latinLnBrk="0" hangingPunct="1">
              <a:lnSpc>
                <a:spcPct val="100000"/>
              </a:lnSpc>
              <a:spcBef>
                <a:spcPts val="400"/>
              </a:spcBef>
              <a:spcAft>
                <a:spcPts val="0"/>
              </a:spcAft>
              <a:buClr>
                <a:srgbClr val="EB641B"/>
              </a:buClr>
              <a:buSzPct val="75000"/>
              <a:buFont typeface="Wingdings"/>
              <a:buNone/>
              <a:tabLst/>
              <a:defRPr/>
            </a:pPr>
            <a:r>
              <a:rPr kumimoji="0" lang="en-US" sz="2200" b="1" i="0" u="none" strike="noStrike" kern="1200" cap="none" spc="0" normalizeH="0" baseline="0" noProof="0" dirty="0">
                <a:ln>
                  <a:noFill/>
                </a:ln>
                <a:solidFill>
                  <a:prstClr val="black"/>
                </a:solidFill>
                <a:effectLst/>
                <a:uLnTx/>
                <a:uFillTx/>
                <a:latin typeface="Tw Cen MT"/>
                <a:ea typeface="+mn-ea"/>
                <a:cs typeface="+mn-cs"/>
              </a:rPr>
              <a:t>Examples:</a:t>
            </a:r>
            <a:r>
              <a:rPr kumimoji="0" lang="en-US" sz="2200" b="0" i="0" u="none" strike="noStrike" kern="1200" cap="none" spc="0" normalizeH="0" baseline="0" noProof="0" dirty="0">
                <a:ln>
                  <a:noFill/>
                </a:ln>
                <a:solidFill>
                  <a:prstClr val="black"/>
                </a:solidFill>
                <a:effectLst/>
                <a:uLnTx/>
                <a:uFillTx/>
                <a:latin typeface="Tw Cen MT"/>
                <a:ea typeface="+mn-ea"/>
                <a:cs typeface="+mn-cs"/>
              </a:rPr>
              <a:t> </a:t>
            </a:r>
            <a:r>
              <a:rPr kumimoji="0" lang="en-US" sz="2200" b="0" i="0" u="none" strike="noStrike" kern="1200" cap="none" spc="0" normalizeH="0" baseline="0" noProof="0" dirty="0">
                <a:ln>
                  <a:noFill/>
                </a:ln>
                <a:solidFill>
                  <a:srgbClr val="EC767C"/>
                </a:solidFill>
                <a:effectLst/>
                <a:uLnTx/>
                <a:uFillTx/>
                <a:latin typeface="Tw Cen MT"/>
                <a:ea typeface="+mn-ea"/>
                <a:cs typeface="+mn-cs"/>
              </a:rPr>
              <a:t>Commercial banks</a:t>
            </a:r>
            <a:r>
              <a:rPr kumimoji="0" lang="en-US" sz="2200" b="0" i="0" u="none" strike="noStrike" kern="1200" cap="none" spc="0" normalizeH="0" baseline="0" noProof="0" dirty="0">
                <a:ln>
                  <a:noFill/>
                </a:ln>
                <a:solidFill>
                  <a:prstClr val="black"/>
                </a:solidFill>
                <a:effectLst/>
                <a:uLnTx/>
                <a:uFillTx/>
                <a:latin typeface="Tw Cen MT"/>
                <a:ea typeface="+mn-ea"/>
                <a:cs typeface="+mn-cs"/>
              </a:rPr>
              <a:t>, </a:t>
            </a:r>
            <a:r>
              <a:rPr kumimoji="0" lang="en-US" sz="2200" b="0" i="0" u="none" strike="noStrike" kern="1200" cap="none" spc="0" normalizeH="0" baseline="0" noProof="0" dirty="0">
                <a:ln>
                  <a:noFill/>
                </a:ln>
                <a:solidFill>
                  <a:srgbClr val="EC767C"/>
                </a:solidFill>
                <a:effectLst/>
                <a:uLnTx/>
                <a:uFillTx/>
                <a:latin typeface="Tw Cen MT"/>
                <a:ea typeface="+mn-ea"/>
                <a:cs typeface="+mn-cs"/>
              </a:rPr>
              <a:t>investment companies (such as mutual funds)</a:t>
            </a:r>
            <a:r>
              <a:rPr kumimoji="0" lang="en-US" sz="2200" b="0" i="0" u="none" strike="noStrike" kern="1200" cap="none" spc="0" normalizeH="0" baseline="0" noProof="0" dirty="0">
                <a:ln>
                  <a:noFill/>
                </a:ln>
                <a:solidFill>
                  <a:prstClr val="black"/>
                </a:solidFill>
                <a:effectLst/>
                <a:uLnTx/>
                <a:uFillTx/>
                <a:latin typeface="Tw Cen MT"/>
                <a:ea typeface="+mn-ea"/>
                <a:cs typeface="+mn-cs"/>
              </a:rPr>
              <a:t>, </a:t>
            </a:r>
            <a:r>
              <a:rPr kumimoji="0" lang="en-US" sz="2200" b="0" i="0" u="none" strike="noStrike" kern="1200" cap="none" spc="0" normalizeH="0" baseline="0" noProof="0" dirty="0">
                <a:ln>
                  <a:noFill/>
                </a:ln>
                <a:solidFill>
                  <a:srgbClr val="EC767C"/>
                </a:solidFill>
                <a:effectLst/>
                <a:uLnTx/>
                <a:uFillTx/>
                <a:latin typeface="Tw Cen MT"/>
                <a:ea typeface="+mn-ea"/>
                <a:cs typeface="+mn-cs"/>
              </a:rPr>
              <a:t>insurance companies</a:t>
            </a:r>
            <a:r>
              <a:rPr kumimoji="0" lang="en-US" sz="2200" b="0" i="0" u="none" strike="noStrike" kern="1200" cap="none" spc="0" normalizeH="0" baseline="0" noProof="0" dirty="0">
                <a:ln>
                  <a:noFill/>
                </a:ln>
                <a:solidFill>
                  <a:prstClr val="black"/>
                </a:solidFill>
                <a:effectLst/>
                <a:uLnTx/>
                <a:uFillTx/>
                <a:latin typeface="Tw Cen MT"/>
                <a:ea typeface="+mn-ea"/>
                <a:cs typeface="+mn-cs"/>
              </a:rPr>
              <a:t>, and </a:t>
            </a:r>
            <a:r>
              <a:rPr kumimoji="0" lang="en-US" sz="2200" b="0" i="0" u="none" strike="noStrike" kern="1200" cap="none" spc="0" normalizeH="0" baseline="0" noProof="0" dirty="0">
                <a:ln>
                  <a:noFill/>
                </a:ln>
                <a:solidFill>
                  <a:srgbClr val="EC767C"/>
                </a:solidFill>
                <a:effectLst/>
                <a:uLnTx/>
                <a:uFillTx/>
                <a:latin typeface="Tw Cen MT"/>
                <a:ea typeface="+mn-ea"/>
                <a:cs typeface="+mn-cs"/>
              </a:rPr>
              <a:t>investment banks</a:t>
            </a:r>
            <a:r>
              <a:rPr kumimoji="0" lang="en-US" sz="2200" b="0" i="0" u="none" strike="noStrike" kern="1200" cap="none" spc="0" normalizeH="0" baseline="0" noProof="0" dirty="0">
                <a:ln>
                  <a:noFill/>
                </a:ln>
                <a:solidFill>
                  <a:prstClr val="black"/>
                </a:solidFill>
                <a:effectLst/>
                <a:uLnTx/>
                <a:uFillTx/>
                <a:latin typeface="Tw Cen MT"/>
                <a:ea typeface="+mn-ea"/>
                <a:cs typeface="+mn-cs"/>
              </a:rPr>
              <a:t>.</a:t>
            </a:r>
          </a:p>
          <a:p>
            <a:pPr marL="1051560" marR="0" lvl="3" indent="0" algn="l" defTabSz="914400" rtl="0" eaLnBrk="1" fontAlgn="auto" latinLnBrk="0" hangingPunct="1">
              <a:lnSpc>
                <a:spcPct val="100000"/>
              </a:lnSpc>
              <a:spcBef>
                <a:spcPts val="400"/>
              </a:spcBef>
              <a:spcAft>
                <a:spcPts val="0"/>
              </a:spcAft>
              <a:buClr>
                <a:srgbClr val="EB641B"/>
              </a:buClr>
              <a:buSzPct val="75000"/>
              <a:buFont typeface="Wingdings"/>
              <a:buNone/>
              <a:tabLst/>
              <a:defRPr/>
            </a:pPr>
            <a:r>
              <a:rPr lang="en-US" sz="2200" b="1" dirty="0">
                <a:solidFill>
                  <a:sysClr val="windowText" lastClr="000000"/>
                </a:solidFill>
                <a:latin typeface="Tw Cen MT"/>
              </a:rPr>
              <a:t>Notes:</a:t>
            </a:r>
            <a:r>
              <a:rPr lang="en-US" sz="2200" dirty="0">
                <a:solidFill>
                  <a:sysClr val="windowText" lastClr="000000"/>
                </a:solidFill>
                <a:latin typeface="Tw Cen MT"/>
              </a:rPr>
              <a:t> </a:t>
            </a:r>
            <a:r>
              <a:rPr kumimoji="0" lang="en-US" sz="2200" b="0" i="0" u="none" strike="noStrike" kern="1200" cap="none" spc="0" normalizeH="0" baseline="0" noProof="0" dirty="0">
                <a:ln>
                  <a:noFill/>
                </a:ln>
                <a:solidFill>
                  <a:prstClr val="black"/>
                </a:solidFill>
                <a:effectLst/>
                <a:uLnTx/>
                <a:uFillTx/>
                <a:latin typeface="Tw Cen MT"/>
                <a:ea typeface="+mn-ea"/>
                <a:cs typeface="+mn-cs"/>
              </a:rPr>
              <a:t>Firms raises capital by directly selling securities such as stocks and bonds to the public. Because firms do not do so frequently, </a:t>
            </a:r>
            <a:r>
              <a:rPr lang="en-US" sz="2200" dirty="0">
                <a:solidFill>
                  <a:srgbClr val="EC767C"/>
                </a:solidFill>
                <a:latin typeface="Tw Cen MT"/>
              </a:rPr>
              <a:t>investment banks </a:t>
            </a:r>
            <a:r>
              <a:rPr kumimoji="0" lang="en-US" sz="2200" b="0" i="0" u="none" strike="noStrike" kern="1200" cap="none" spc="0" normalizeH="0" baseline="0" noProof="0" dirty="0">
                <a:ln>
                  <a:noFill/>
                </a:ln>
                <a:solidFill>
                  <a:prstClr val="black"/>
                </a:solidFill>
                <a:effectLst/>
                <a:uLnTx/>
                <a:uFillTx/>
                <a:latin typeface="Tw Cen MT"/>
                <a:ea typeface="+mn-ea"/>
                <a:cs typeface="+mn-cs"/>
              </a:rPr>
              <a:t>can do this at a lower cost. In this role, they are called </a:t>
            </a:r>
            <a:r>
              <a:rPr lang="en-US" sz="2200" dirty="0">
                <a:solidFill>
                  <a:srgbClr val="EC767C"/>
                </a:solidFill>
                <a:latin typeface="Tw Cen MT"/>
              </a:rPr>
              <a:t>_______________</a:t>
            </a:r>
            <a:r>
              <a:rPr kumimoji="0" lang="en-US" sz="2200" b="0" i="0" u="none" strike="noStrike" kern="1200" cap="none" spc="0" normalizeH="0" baseline="0" noProof="0" dirty="0">
                <a:ln>
                  <a:noFill/>
                </a:ln>
                <a:solidFill>
                  <a:prstClr val="black"/>
                </a:solidFill>
                <a:effectLst/>
                <a:uLnTx/>
                <a:uFillTx/>
                <a:latin typeface="Tw Cen MT"/>
                <a:ea typeface="+mn-ea"/>
                <a:cs typeface="+mn-cs"/>
              </a:rPr>
              <a:t>.</a:t>
            </a:r>
          </a:p>
          <a:p>
            <a:pPr marL="426710" lvl="1" indent="0">
              <a:buClr>
                <a:srgbClr val="DA1F28"/>
              </a:buClr>
              <a:buNone/>
              <a:defRPr/>
            </a:pPr>
            <a:endParaRPr lang="en-US" sz="2800" dirty="0">
              <a:solidFill>
                <a:sysClr val="windowText" lastClr="000000"/>
              </a:solidFill>
              <a:latin typeface="Tw Cen MT"/>
            </a:endParaRPr>
          </a:p>
        </p:txBody>
      </p:sp>
      <p:grpSp>
        <p:nvGrpSpPr>
          <p:cNvPr id="16" name="Group 15">
            <a:extLst>
              <a:ext uri="{FF2B5EF4-FFF2-40B4-BE49-F238E27FC236}">
                <a16:creationId xmlns:a16="http://schemas.microsoft.com/office/drawing/2014/main" id="{8BFBD74F-38B2-906B-6A31-5048C6B9A262}"/>
              </a:ext>
            </a:extLst>
          </p:cNvPr>
          <p:cNvGrpSpPr/>
          <p:nvPr/>
        </p:nvGrpSpPr>
        <p:grpSpPr>
          <a:xfrm>
            <a:off x="5090400" y="5533640"/>
            <a:ext cx="1504080" cy="198360"/>
            <a:chOff x="5090400" y="5533640"/>
            <a:chExt cx="1504080" cy="198360"/>
          </a:xfrm>
        </p:grpSpPr>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9F93177-155A-3AB4-A8F9-F1211A6553FE}"/>
                    </a:ext>
                  </a:extLst>
                </p14:cNvPr>
                <p14:cNvContentPartPr/>
                <p14:nvPr/>
              </p14:nvContentPartPr>
              <p14:xfrm>
                <a:off x="5090400" y="5544440"/>
                <a:ext cx="97920" cy="106200"/>
              </p14:xfrm>
            </p:contentPart>
          </mc:Choice>
          <mc:Fallback xmlns="">
            <p:pic>
              <p:nvPicPr>
                <p:cNvPr id="2" name="Ink 1">
                  <a:extLst>
                    <a:ext uri="{FF2B5EF4-FFF2-40B4-BE49-F238E27FC236}">
                      <a16:creationId xmlns:a16="http://schemas.microsoft.com/office/drawing/2014/main" id="{09F93177-155A-3AB4-A8F9-F1211A6553FE}"/>
                    </a:ext>
                  </a:extLst>
                </p:cNvPr>
                <p:cNvPicPr/>
                <p:nvPr/>
              </p:nvPicPr>
              <p:blipFill>
                <a:blip r:embed="rId4"/>
                <a:stretch>
                  <a:fillRect/>
                </a:stretch>
              </p:blipFill>
              <p:spPr>
                <a:xfrm>
                  <a:off x="5084280" y="5538320"/>
                  <a:ext cx="11016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95EA15A-C4D3-C6F2-302D-AEDC50E1F7FE}"/>
                    </a:ext>
                  </a:extLst>
                </p14:cNvPr>
                <p14:cNvContentPartPr/>
                <p14:nvPr/>
              </p14:nvContentPartPr>
              <p14:xfrm>
                <a:off x="5241600" y="5578640"/>
                <a:ext cx="89640" cy="106560"/>
              </p14:xfrm>
            </p:contentPart>
          </mc:Choice>
          <mc:Fallback xmlns="">
            <p:pic>
              <p:nvPicPr>
                <p:cNvPr id="3" name="Ink 2">
                  <a:extLst>
                    <a:ext uri="{FF2B5EF4-FFF2-40B4-BE49-F238E27FC236}">
                      <a16:creationId xmlns:a16="http://schemas.microsoft.com/office/drawing/2014/main" id="{A95EA15A-C4D3-C6F2-302D-AEDC50E1F7FE}"/>
                    </a:ext>
                  </a:extLst>
                </p:cNvPr>
                <p:cNvPicPr/>
                <p:nvPr/>
              </p:nvPicPr>
              <p:blipFill>
                <a:blip r:embed="rId6"/>
                <a:stretch>
                  <a:fillRect/>
                </a:stretch>
              </p:blipFill>
              <p:spPr>
                <a:xfrm>
                  <a:off x="5235480" y="5572520"/>
                  <a:ext cx="10188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2475D909-E345-B962-816E-33E27577C13D}"/>
                    </a:ext>
                  </a:extLst>
                </p14:cNvPr>
                <p14:cNvContentPartPr/>
                <p14:nvPr/>
              </p14:nvContentPartPr>
              <p14:xfrm>
                <a:off x="5363280" y="5555600"/>
                <a:ext cx="114120" cy="163080"/>
              </p14:xfrm>
            </p:contentPart>
          </mc:Choice>
          <mc:Fallback xmlns="">
            <p:pic>
              <p:nvPicPr>
                <p:cNvPr id="4" name="Ink 3">
                  <a:extLst>
                    <a:ext uri="{FF2B5EF4-FFF2-40B4-BE49-F238E27FC236}">
                      <a16:creationId xmlns:a16="http://schemas.microsoft.com/office/drawing/2014/main" id="{2475D909-E345-B962-816E-33E27577C13D}"/>
                    </a:ext>
                  </a:extLst>
                </p:cNvPr>
                <p:cNvPicPr/>
                <p:nvPr/>
              </p:nvPicPr>
              <p:blipFill>
                <a:blip r:embed="rId8"/>
                <a:stretch>
                  <a:fillRect/>
                </a:stretch>
              </p:blipFill>
              <p:spPr>
                <a:xfrm>
                  <a:off x="5357160" y="5549480"/>
                  <a:ext cx="12636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3E9ABA38-D6D3-23D5-A4DD-65DFDA4358B6}"/>
                    </a:ext>
                  </a:extLst>
                </p14:cNvPr>
                <p14:cNvContentPartPr/>
                <p14:nvPr/>
              </p14:nvContentPartPr>
              <p14:xfrm>
                <a:off x="5489280" y="5594120"/>
                <a:ext cx="93600" cy="117000"/>
              </p14:xfrm>
            </p:contentPart>
          </mc:Choice>
          <mc:Fallback xmlns="">
            <p:pic>
              <p:nvPicPr>
                <p:cNvPr id="6" name="Ink 5">
                  <a:extLst>
                    <a:ext uri="{FF2B5EF4-FFF2-40B4-BE49-F238E27FC236}">
                      <a16:creationId xmlns:a16="http://schemas.microsoft.com/office/drawing/2014/main" id="{3E9ABA38-D6D3-23D5-A4DD-65DFDA4358B6}"/>
                    </a:ext>
                  </a:extLst>
                </p:cNvPr>
                <p:cNvPicPr/>
                <p:nvPr/>
              </p:nvPicPr>
              <p:blipFill>
                <a:blip r:embed="rId10"/>
                <a:stretch>
                  <a:fillRect/>
                </a:stretch>
              </p:blipFill>
              <p:spPr>
                <a:xfrm>
                  <a:off x="5483160" y="5588000"/>
                  <a:ext cx="10584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C698AC47-2647-0B6F-4953-C6AF27E5FEBB}"/>
                    </a:ext>
                  </a:extLst>
                </p14:cNvPr>
                <p14:cNvContentPartPr/>
                <p14:nvPr/>
              </p14:nvContentPartPr>
              <p14:xfrm>
                <a:off x="5630400" y="5608520"/>
                <a:ext cx="80640" cy="123480"/>
              </p14:xfrm>
            </p:contentPart>
          </mc:Choice>
          <mc:Fallback xmlns="">
            <p:pic>
              <p:nvPicPr>
                <p:cNvPr id="9" name="Ink 8">
                  <a:extLst>
                    <a:ext uri="{FF2B5EF4-FFF2-40B4-BE49-F238E27FC236}">
                      <a16:creationId xmlns:a16="http://schemas.microsoft.com/office/drawing/2014/main" id="{C698AC47-2647-0B6F-4953-C6AF27E5FEBB}"/>
                    </a:ext>
                  </a:extLst>
                </p:cNvPr>
                <p:cNvPicPr/>
                <p:nvPr/>
              </p:nvPicPr>
              <p:blipFill>
                <a:blip r:embed="rId12"/>
                <a:stretch>
                  <a:fillRect/>
                </a:stretch>
              </p:blipFill>
              <p:spPr>
                <a:xfrm>
                  <a:off x="5624280" y="5602400"/>
                  <a:ext cx="9288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1DF763A8-21CF-EB79-CB4A-042F68B61722}"/>
                    </a:ext>
                  </a:extLst>
                </p14:cNvPr>
                <p14:cNvContentPartPr/>
                <p14:nvPr/>
              </p14:nvContentPartPr>
              <p14:xfrm>
                <a:off x="5767560" y="5533640"/>
                <a:ext cx="159840" cy="171000"/>
              </p14:xfrm>
            </p:contentPart>
          </mc:Choice>
          <mc:Fallback xmlns="">
            <p:pic>
              <p:nvPicPr>
                <p:cNvPr id="10" name="Ink 9">
                  <a:extLst>
                    <a:ext uri="{FF2B5EF4-FFF2-40B4-BE49-F238E27FC236}">
                      <a16:creationId xmlns:a16="http://schemas.microsoft.com/office/drawing/2014/main" id="{1DF763A8-21CF-EB79-CB4A-042F68B61722}"/>
                    </a:ext>
                  </a:extLst>
                </p:cNvPr>
                <p:cNvPicPr/>
                <p:nvPr/>
              </p:nvPicPr>
              <p:blipFill>
                <a:blip r:embed="rId14"/>
                <a:stretch>
                  <a:fillRect/>
                </a:stretch>
              </p:blipFill>
              <p:spPr>
                <a:xfrm>
                  <a:off x="5761440" y="5527520"/>
                  <a:ext cx="1720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FDB5100F-9122-235D-C65D-CBA87686D085}"/>
                    </a:ext>
                  </a:extLst>
                </p14:cNvPr>
                <p14:cNvContentPartPr/>
                <p14:nvPr/>
              </p14:nvContentPartPr>
              <p14:xfrm>
                <a:off x="6007320" y="5592320"/>
                <a:ext cx="96480" cy="129600"/>
              </p14:xfrm>
            </p:contentPart>
          </mc:Choice>
          <mc:Fallback xmlns="">
            <p:pic>
              <p:nvPicPr>
                <p:cNvPr id="11" name="Ink 10">
                  <a:extLst>
                    <a:ext uri="{FF2B5EF4-FFF2-40B4-BE49-F238E27FC236}">
                      <a16:creationId xmlns:a16="http://schemas.microsoft.com/office/drawing/2014/main" id="{FDB5100F-9122-235D-C65D-CBA87686D085}"/>
                    </a:ext>
                  </a:extLst>
                </p:cNvPr>
                <p:cNvPicPr/>
                <p:nvPr/>
              </p:nvPicPr>
              <p:blipFill>
                <a:blip r:embed="rId16"/>
                <a:stretch>
                  <a:fillRect/>
                </a:stretch>
              </p:blipFill>
              <p:spPr>
                <a:xfrm>
                  <a:off x="6001200" y="5586200"/>
                  <a:ext cx="10872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147B0107-41A6-3926-248E-21C58DD5AFD4}"/>
                    </a:ext>
                  </a:extLst>
                </p14:cNvPr>
                <p14:cNvContentPartPr/>
                <p14:nvPr/>
              </p14:nvContentPartPr>
              <p14:xfrm>
                <a:off x="6120000" y="5557760"/>
                <a:ext cx="18360" cy="153000"/>
              </p14:xfrm>
            </p:contentPart>
          </mc:Choice>
          <mc:Fallback xmlns="">
            <p:pic>
              <p:nvPicPr>
                <p:cNvPr id="12" name="Ink 11">
                  <a:extLst>
                    <a:ext uri="{FF2B5EF4-FFF2-40B4-BE49-F238E27FC236}">
                      <a16:creationId xmlns:a16="http://schemas.microsoft.com/office/drawing/2014/main" id="{147B0107-41A6-3926-248E-21C58DD5AFD4}"/>
                    </a:ext>
                  </a:extLst>
                </p:cNvPr>
                <p:cNvPicPr/>
                <p:nvPr/>
              </p:nvPicPr>
              <p:blipFill>
                <a:blip r:embed="rId18"/>
                <a:stretch>
                  <a:fillRect/>
                </a:stretch>
              </p:blipFill>
              <p:spPr>
                <a:xfrm>
                  <a:off x="6113880" y="5551640"/>
                  <a:ext cx="306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F3CDAF8E-D2D6-16D1-07AD-28D4E76C2E3F}"/>
                    </a:ext>
                  </a:extLst>
                </p14:cNvPr>
                <p14:cNvContentPartPr/>
                <p14:nvPr/>
              </p14:nvContentPartPr>
              <p14:xfrm>
                <a:off x="6159600" y="5539040"/>
                <a:ext cx="237960" cy="178200"/>
              </p14:xfrm>
            </p:contentPart>
          </mc:Choice>
          <mc:Fallback xmlns="">
            <p:pic>
              <p:nvPicPr>
                <p:cNvPr id="13" name="Ink 12">
                  <a:extLst>
                    <a:ext uri="{FF2B5EF4-FFF2-40B4-BE49-F238E27FC236}">
                      <a16:creationId xmlns:a16="http://schemas.microsoft.com/office/drawing/2014/main" id="{F3CDAF8E-D2D6-16D1-07AD-28D4E76C2E3F}"/>
                    </a:ext>
                  </a:extLst>
                </p:cNvPr>
                <p:cNvPicPr/>
                <p:nvPr/>
              </p:nvPicPr>
              <p:blipFill>
                <a:blip r:embed="rId20"/>
                <a:stretch>
                  <a:fillRect/>
                </a:stretch>
              </p:blipFill>
              <p:spPr>
                <a:xfrm>
                  <a:off x="6153480" y="5532920"/>
                  <a:ext cx="25020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Ink 13">
                  <a:extLst>
                    <a:ext uri="{FF2B5EF4-FFF2-40B4-BE49-F238E27FC236}">
                      <a16:creationId xmlns:a16="http://schemas.microsoft.com/office/drawing/2014/main" id="{01E2222B-4E4C-4D95-B602-F3F3DFF0D23B}"/>
                    </a:ext>
                  </a:extLst>
                </p14:cNvPr>
                <p14:cNvContentPartPr/>
                <p14:nvPr/>
              </p14:nvContentPartPr>
              <p14:xfrm>
                <a:off x="6447240" y="5579360"/>
                <a:ext cx="63000" cy="115560"/>
              </p14:xfrm>
            </p:contentPart>
          </mc:Choice>
          <mc:Fallback xmlns="">
            <p:pic>
              <p:nvPicPr>
                <p:cNvPr id="14" name="Ink 13">
                  <a:extLst>
                    <a:ext uri="{FF2B5EF4-FFF2-40B4-BE49-F238E27FC236}">
                      <a16:creationId xmlns:a16="http://schemas.microsoft.com/office/drawing/2014/main" id="{01E2222B-4E4C-4D95-B602-F3F3DFF0D23B}"/>
                    </a:ext>
                  </a:extLst>
                </p:cNvPr>
                <p:cNvPicPr/>
                <p:nvPr/>
              </p:nvPicPr>
              <p:blipFill>
                <a:blip r:embed="rId22"/>
                <a:stretch>
                  <a:fillRect/>
                </a:stretch>
              </p:blipFill>
              <p:spPr>
                <a:xfrm>
                  <a:off x="6441120" y="5573240"/>
                  <a:ext cx="7524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 name="Ink 14">
                  <a:extLst>
                    <a:ext uri="{FF2B5EF4-FFF2-40B4-BE49-F238E27FC236}">
                      <a16:creationId xmlns:a16="http://schemas.microsoft.com/office/drawing/2014/main" id="{E2EE0CF9-BDC3-6B3E-BEB3-4E3001D62F00}"/>
                    </a:ext>
                  </a:extLst>
                </p14:cNvPr>
                <p14:cNvContentPartPr/>
                <p14:nvPr/>
              </p14:nvContentPartPr>
              <p14:xfrm>
                <a:off x="6490440" y="5556680"/>
                <a:ext cx="104040" cy="157320"/>
              </p14:xfrm>
            </p:contentPart>
          </mc:Choice>
          <mc:Fallback xmlns="">
            <p:pic>
              <p:nvPicPr>
                <p:cNvPr id="15" name="Ink 14">
                  <a:extLst>
                    <a:ext uri="{FF2B5EF4-FFF2-40B4-BE49-F238E27FC236}">
                      <a16:creationId xmlns:a16="http://schemas.microsoft.com/office/drawing/2014/main" id="{E2EE0CF9-BDC3-6B3E-BEB3-4E3001D62F00}"/>
                    </a:ext>
                  </a:extLst>
                </p:cNvPr>
                <p:cNvPicPr/>
                <p:nvPr/>
              </p:nvPicPr>
              <p:blipFill>
                <a:blip r:embed="rId24"/>
                <a:stretch>
                  <a:fillRect/>
                </a:stretch>
              </p:blipFill>
              <p:spPr>
                <a:xfrm>
                  <a:off x="6484320" y="5550560"/>
                  <a:ext cx="116280" cy="169560"/>
                </a:xfrm>
                <a:prstGeom prst="rect">
                  <a:avLst/>
                </a:prstGeom>
              </p:spPr>
            </p:pic>
          </mc:Fallback>
        </mc:AlternateContent>
      </p:grpSp>
    </p:spTree>
    <p:extLst>
      <p:ext uri="{BB962C8B-B14F-4D97-AF65-F5344CB8AC3E}">
        <p14:creationId xmlns:p14="http://schemas.microsoft.com/office/powerpoint/2010/main" val="3227531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2" name="TextBox 1">
            <a:extLst>
              <a:ext uri="{FF2B5EF4-FFF2-40B4-BE49-F238E27FC236}">
                <a16:creationId xmlns:a16="http://schemas.microsoft.com/office/drawing/2014/main" id="{1C86EACC-5434-743E-E4AD-71A1601800F8}"/>
              </a:ext>
            </a:extLst>
          </p:cNvPr>
          <p:cNvSpPr txBox="1"/>
          <p:nvPr/>
        </p:nvSpPr>
        <p:spPr>
          <a:xfrm>
            <a:off x="1437613" y="983570"/>
            <a:ext cx="9157854" cy="707886"/>
          </a:xfrm>
          <a:prstGeom prst="rect">
            <a:avLst/>
          </a:prstGeom>
          <a:noFill/>
        </p:spPr>
        <p:txBody>
          <a:bodyPr wrap="square" rtlCol="0">
            <a:spAutoFit/>
          </a:bodyPr>
          <a:lstStyle/>
          <a:p>
            <a:r>
              <a:rPr lang="en-US" sz="4000" dirty="0">
                <a:solidFill>
                  <a:srgbClr val="EC767C"/>
                </a:solidFill>
                <a:latin typeface="Tw Cen MT"/>
              </a:rPr>
              <a:t>Money Market </a:t>
            </a:r>
            <a:r>
              <a:rPr lang="en-US" sz="4000" dirty="0">
                <a:solidFill>
                  <a:prstClr val="black"/>
                </a:solidFill>
                <a:latin typeface="Tw Cen MT"/>
              </a:rPr>
              <a:t>(T-bills, CD, CP, BA, ……)</a:t>
            </a:r>
          </a:p>
        </p:txBody>
      </p:sp>
      <p:sp>
        <p:nvSpPr>
          <p:cNvPr id="3" name="TextBox 2">
            <a:extLst>
              <a:ext uri="{FF2B5EF4-FFF2-40B4-BE49-F238E27FC236}">
                <a16:creationId xmlns:a16="http://schemas.microsoft.com/office/drawing/2014/main" id="{C80E02B3-D759-267B-055F-BA9F7C4A7051}"/>
              </a:ext>
            </a:extLst>
          </p:cNvPr>
          <p:cNvSpPr txBox="1"/>
          <p:nvPr/>
        </p:nvSpPr>
        <p:spPr>
          <a:xfrm>
            <a:off x="1560179" y="1720292"/>
            <a:ext cx="3718425" cy="477054"/>
          </a:xfrm>
          <a:prstGeom prst="rect">
            <a:avLst/>
          </a:prstGeom>
          <a:noFill/>
        </p:spPr>
        <p:txBody>
          <a:bodyPr wrap="square" rtlCol="0">
            <a:spAutoFit/>
          </a:bodyPr>
          <a:lstStyle/>
          <a:p>
            <a:r>
              <a:rPr lang="en-US" sz="2500" dirty="0">
                <a:solidFill>
                  <a:prstClr val="black"/>
                </a:solidFill>
                <a:latin typeface="Tw Cen MT"/>
              </a:rPr>
              <a:t>Maturity: Up to 1 year</a:t>
            </a:r>
          </a:p>
        </p:txBody>
      </p:sp>
      <p:sp>
        <p:nvSpPr>
          <p:cNvPr id="4" name="Left Brace 3">
            <a:extLst>
              <a:ext uri="{FF2B5EF4-FFF2-40B4-BE49-F238E27FC236}">
                <a16:creationId xmlns:a16="http://schemas.microsoft.com/office/drawing/2014/main" id="{5380F9E6-DE02-8949-4B2E-C214E670C507}"/>
              </a:ext>
            </a:extLst>
          </p:cNvPr>
          <p:cNvSpPr/>
          <p:nvPr/>
        </p:nvSpPr>
        <p:spPr>
          <a:xfrm>
            <a:off x="998308" y="1276821"/>
            <a:ext cx="288091" cy="2428893"/>
          </a:xfrm>
          <a:prstGeom prst="leftBrace">
            <a:avLst/>
          </a:prstGeom>
          <a:noFill/>
          <a:ln w="19050" cap="flat" cmpd="sng" algn="ctr">
            <a:solidFill>
              <a:srgbClr val="DA1F28"/>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Tw Cen MT"/>
              <a:ea typeface="+mn-ea"/>
              <a:cs typeface="+mn-cs"/>
            </a:endParaRPr>
          </a:p>
        </p:txBody>
      </p:sp>
      <p:sp>
        <p:nvSpPr>
          <p:cNvPr id="9" name="TextBox 8">
            <a:extLst>
              <a:ext uri="{FF2B5EF4-FFF2-40B4-BE49-F238E27FC236}">
                <a16:creationId xmlns:a16="http://schemas.microsoft.com/office/drawing/2014/main" id="{8E745B30-E000-78BE-38B2-EE076F8D2B5F}"/>
              </a:ext>
            </a:extLst>
          </p:cNvPr>
          <p:cNvSpPr txBox="1"/>
          <p:nvPr/>
        </p:nvSpPr>
        <p:spPr>
          <a:xfrm>
            <a:off x="1437613" y="3351771"/>
            <a:ext cx="4464448" cy="707886"/>
          </a:xfrm>
          <a:prstGeom prst="rect">
            <a:avLst/>
          </a:prstGeom>
          <a:noFill/>
        </p:spPr>
        <p:txBody>
          <a:bodyPr wrap="square" rtlCol="0">
            <a:spAutoFit/>
          </a:bodyPr>
          <a:lstStyle/>
          <a:p>
            <a:r>
              <a:rPr lang="en-US" sz="4000" dirty="0">
                <a:solidFill>
                  <a:srgbClr val="EC767C"/>
                </a:solidFill>
                <a:latin typeface="Tw Cen MT"/>
              </a:rPr>
              <a:t>Capital Market</a:t>
            </a:r>
          </a:p>
        </p:txBody>
      </p:sp>
      <p:sp>
        <p:nvSpPr>
          <p:cNvPr id="10" name="TextBox 9">
            <a:extLst>
              <a:ext uri="{FF2B5EF4-FFF2-40B4-BE49-F238E27FC236}">
                <a16:creationId xmlns:a16="http://schemas.microsoft.com/office/drawing/2014/main" id="{F0C33BDF-986C-203E-13EB-0CFD2F04E30E}"/>
              </a:ext>
            </a:extLst>
          </p:cNvPr>
          <p:cNvSpPr txBox="1"/>
          <p:nvPr/>
        </p:nvSpPr>
        <p:spPr>
          <a:xfrm>
            <a:off x="1560179" y="4059657"/>
            <a:ext cx="3992205" cy="477054"/>
          </a:xfrm>
          <a:prstGeom prst="rect">
            <a:avLst/>
          </a:prstGeom>
          <a:noFill/>
        </p:spPr>
        <p:txBody>
          <a:bodyPr wrap="square" rtlCol="0">
            <a:spAutoFit/>
          </a:bodyPr>
          <a:lstStyle/>
          <a:p>
            <a:r>
              <a:rPr lang="en-US" sz="2500" dirty="0">
                <a:solidFill>
                  <a:prstClr val="black"/>
                </a:solidFill>
                <a:latin typeface="Tw Cen MT"/>
              </a:rPr>
              <a:t>Maturity: more than 1 year</a:t>
            </a:r>
          </a:p>
        </p:txBody>
      </p:sp>
      <p:sp>
        <p:nvSpPr>
          <p:cNvPr id="11" name="Left Brace 10">
            <a:extLst>
              <a:ext uri="{FF2B5EF4-FFF2-40B4-BE49-F238E27FC236}">
                <a16:creationId xmlns:a16="http://schemas.microsoft.com/office/drawing/2014/main" id="{1B7BE82E-6AA0-E2D1-3B9A-4F929E5D01ED}"/>
              </a:ext>
            </a:extLst>
          </p:cNvPr>
          <p:cNvSpPr/>
          <p:nvPr/>
        </p:nvSpPr>
        <p:spPr>
          <a:xfrm>
            <a:off x="5150664" y="2914299"/>
            <a:ext cx="304800" cy="1748166"/>
          </a:xfrm>
          <a:prstGeom prst="leftBrace">
            <a:avLst/>
          </a:prstGeom>
          <a:noFill/>
          <a:ln w="19050" cap="flat" cmpd="sng" algn="ctr">
            <a:solidFill>
              <a:srgbClr val="DA1F28"/>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Tw Cen MT"/>
              <a:ea typeface="+mn-ea"/>
              <a:cs typeface="+mn-cs"/>
            </a:endParaRPr>
          </a:p>
        </p:txBody>
      </p:sp>
      <p:sp>
        <p:nvSpPr>
          <p:cNvPr id="12" name="TextBox 11">
            <a:extLst>
              <a:ext uri="{FF2B5EF4-FFF2-40B4-BE49-F238E27FC236}">
                <a16:creationId xmlns:a16="http://schemas.microsoft.com/office/drawing/2014/main" id="{307FA098-C5A2-48CE-F9CE-B95F08585879}"/>
              </a:ext>
            </a:extLst>
          </p:cNvPr>
          <p:cNvSpPr txBox="1"/>
          <p:nvPr/>
        </p:nvSpPr>
        <p:spPr>
          <a:xfrm>
            <a:off x="5455464" y="2553416"/>
            <a:ext cx="6207898" cy="1815882"/>
          </a:xfrm>
          <a:prstGeom prst="rect">
            <a:avLst/>
          </a:prstGeom>
          <a:noFill/>
        </p:spPr>
        <p:txBody>
          <a:bodyPr wrap="square" rtlCol="0">
            <a:spAutoFit/>
          </a:bodyPr>
          <a:lstStyle/>
          <a:p>
            <a:r>
              <a:rPr lang="en-US" sz="4000" dirty="0">
                <a:solidFill>
                  <a:srgbClr val="2DA2BF"/>
                </a:solidFill>
                <a:latin typeface="Tw Cen MT"/>
              </a:rPr>
              <a:t>Debt/Fixed income</a:t>
            </a:r>
            <a:r>
              <a:rPr lang="en-US" sz="4000" dirty="0">
                <a:solidFill>
                  <a:prstClr val="black"/>
                </a:solidFill>
                <a:latin typeface="Tw Cen MT"/>
              </a:rPr>
              <a:t>: T-bonds, Corporate bonds, ……</a:t>
            </a:r>
          </a:p>
          <a:p>
            <a:endParaRPr lang="en-US" sz="3200" dirty="0">
              <a:solidFill>
                <a:prstClr val="black"/>
              </a:solidFill>
              <a:latin typeface="Tw Cen MT"/>
            </a:endParaRPr>
          </a:p>
        </p:txBody>
      </p:sp>
      <p:sp>
        <p:nvSpPr>
          <p:cNvPr id="14" name="TextBox 13">
            <a:extLst>
              <a:ext uri="{FF2B5EF4-FFF2-40B4-BE49-F238E27FC236}">
                <a16:creationId xmlns:a16="http://schemas.microsoft.com/office/drawing/2014/main" id="{0A58A575-7696-5169-213D-26F59407D70E}"/>
              </a:ext>
            </a:extLst>
          </p:cNvPr>
          <p:cNvSpPr txBox="1"/>
          <p:nvPr/>
        </p:nvSpPr>
        <p:spPr>
          <a:xfrm>
            <a:off x="5567363" y="4182768"/>
            <a:ext cx="6400799"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2DA2BF"/>
                </a:solidFill>
                <a:effectLst/>
                <a:uLnTx/>
                <a:uFillTx/>
                <a:latin typeface="Tw Cen MT"/>
                <a:ea typeface="+mn-ea"/>
                <a:cs typeface="+mn-cs"/>
              </a:rPr>
              <a:t>Equity</a:t>
            </a:r>
            <a:r>
              <a:rPr kumimoji="0" lang="en-US" sz="4000" b="0" i="0" u="none" strike="noStrike" kern="1200" cap="none" spc="0" normalizeH="0" baseline="0" noProof="0" dirty="0">
                <a:ln>
                  <a:noFill/>
                </a:ln>
                <a:solidFill>
                  <a:prstClr val="black"/>
                </a:solidFill>
                <a:effectLst/>
                <a:uLnTx/>
                <a:uFillTx/>
                <a:latin typeface="Tw Cen MT"/>
                <a:ea typeface="+mn-ea"/>
                <a:cs typeface="+mn-cs"/>
              </a:rPr>
              <a:t>: Common stocks, Preferred stocks</a:t>
            </a:r>
          </a:p>
        </p:txBody>
      </p:sp>
      <p:sp>
        <p:nvSpPr>
          <p:cNvPr id="16" name="TextBox 15">
            <a:extLst>
              <a:ext uri="{FF2B5EF4-FFF2-40B4-BE49-F238E27FC236}">
                <a16:creationId xmlns:a16="http://schemas.microsoft.com/office/drawing/2014/main" id="{098947FF-22A7-0CEA-E563-2A142D826D7F}"/>
              </a:ext>
            </a:extLst>
          </p:cNvPr>
          <p:cNvSpPr txBox="1"/>
          <p:nvPr/>
        </p:nvSpPr>
        <p:spPr>
          <a:xfrm>
            <a:off x="740597" y="5506207"/>
            <a:ext cx="11380202" cy="1200329"/>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1" i="0" u="none" strike="noStrike" kern="1200" cap="none" spc="0" normalizeH="0" baseline="0" noProof="0" dirty="0">
                <a:ln>
                  <a:noFill/>
                </a:ln>
                <a:solidFill>
                  <a:srgbClr val="000000"/>
                </a:solidFill>
                <a:effectLst/>
                <a:uLnTx/>
                <a:uFillTx/>
                <a:latin typeface="Tw Cen MT"/>
                <a:ea typeface="+mn-ea"/>
                <a:cs typeface="+mn-cs"/>
              </a:rPr>
              <a:t> Question: </a:t>
            </a:r>
            <a:r>
              <a:rPr kumimoji="0" lang="en-US" sz="3600" b="0" i="0" u="none" strike="noStrike" kern="1200" cap="none" spc="0" normalizeH="0" baseline="0" noProof="0" dirty="0">
                <a:ln>
                  <a:noFill/>
                </a:ln>
                <a:solidFill>
                  <a:srgbClr val="000000"/>
                </a:solidFill>
                <a:effectLst/>
                <a:uLnTx/>
                <a:uFillTx/>
                <a:latin typeface="Tw Cen MT"/>
                <a:ea typeface="+mn-ea"/>
                <a:cs typeface="+mn-cs"/>
              </a:rPr>
              <a:t>why do we need so many different kinds of financial instruments?</a:t>
            </a:r>
          </a:p>
        </p:txBody>
      </p:sp>
    </p:spTree>
    <p:extLst>
      <p:ext uri="{BB962C8B-B14F-4D97-AF65-F5344CB8AC3E}">
        <p14:creationId xmlns:p14="http://schemas.microsoft.com/office/powerpoint/2010/main" val="50829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2FB464D6-FF2A-3C98-898F-5BBDE5A0018F}"/>
              </a:ext>
            </a:extLst>
          </p:cNvPr>
          <p:cNvSpPr txBox="1">
            <a:spLocks/>
          </p:cNvSpPr>
          <p:nvPr/>
        </p:nvSpPr>
        <p:spPr>
          <a:xfrm>
            <a:off x="385010" y="713781"/>
            <a:ext cx="11421979" cy="5834313"/>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1" i="0" u="none" strike="noStrike" kern="1200" cap="none" spc="0" normalizeH="0" baseline="0" noProof="0" dirty="0">
                <a:ln>
                  <a:noFill/>
                </a:ln>
                <a:solidFill>
                  <a:sysClr val="windowText" lastClr="000000"/>
                </a:solidFill>
                <a:effectLst/>
                <a:uLnTx/>
                <a:uFillTx/>
                <a:latin typeface="Tw Cen MT"/>
                <a:ea typeface="+mn-ea"/>
                <a:cs typeface="+mn-cs"/>
              </a:rPr>
              <a:t>Treasury Bills (T-bills)</a:t>
            </a:r>
            <a:r>
              <a:rPr kumimoji="0" lang="en-US" sz="3600" b="0" i="0" u="none" strike="noStrike" kern="1200" cap="none" spc="0" normalizeH="0" baseline="0" noProof="0" dirty="0">
                <a:ln>
                  <a:noFill/>
                </a:ln>
                <a:solidFill>
                  <a:sysClr val="windowText" lastClr="000000"/>
                </a:solidFill>
                <a:effectLst/>
                <a:uLnTx/>
                <a:uFillTx/>
                <a:latin typeface="Tw Cen MT"/>
                <a:ea typeface="+mn-ea"/>
                <a:cs typeface="+mn-cs"/>
              </a:rPr>
              <a:t>: T-bills are a way for the U.S. government to raise money from the public. They are short-term securities that mature in one year or less from their issue date. </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sysClr val="windowText" lastClr="000000"/>
                </a:solidFill>
                <a:effectLst/>
                <a:uLnTx/>
                <a:uFillTx/>
                <a:latin typeface="Tw Cen MT"/>
                <a:ea typeface="+mn-ea"/>
                <a:cs typeface="+mn-cs"/>
              </a:rPr>
              <a:t>T-bills are issued with maturities of 4, 13, 26, 52 weeks.</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68A84993-1CD2-4561-111B-A98A4ABA96BE}"/>
                  </a:ext>
                </a:extLst>
              </p14:cNvPr>
              <p14:cNvContentPartPr/>
              <p14:nvPr/>
            </p14:nvContentPartPr>
            <p14:xfrm>
              <a:off x="1473120" y="3946760"/>
              <a:ext cx="43560" cy="534240"/>
            </p14:xfrm>
          </p:contentPart>
        </mc:Choice>
        <mc:Fallback xmlns="">
          <p:pic>
            <p:nvPicPr>
              <p:cNvPr id="2" name="Ink 1">
                <a:extLst>
                  <a:ext uri="{FF2B5EF4-FFF2-40B4-BE49-F238E27FC236}">
                    <a16:creationId xmlns:a16="http://schemas.microsoft.com/office/drawing/2014/main" id="{68A84993-1CD2-4561-111B-A98A4ABA96BE}"/>
                  </a:ext>
                </a:extLst>
              </p:cNvPr>
              <p:cNvPicPr/>
              <p:nvPr/>
            </p:nvPicPr>
            <p:blipFill>
              <a:blip r:embed="rId3"/>
              <a:stretch>
                <a:fillRect/>
              </a:stretch>
            </p:blipFill>
            <p:spPr>
              <a:xfrm>
                <a:off x="1467000" y="3940640"/>
                <a:ext cx="55800" cy="546480"/>
              </a:xfrm>
              <a:prstGeom prst="rect">
                <a:avLst/>
              </a:prstGeom>
            </p:spPr>
          </p:pic>
        </mc:Fallback>
      </mc:AlternateContent>
      <p:grpSp>
        <p:nvGrpSpPr>
          <p:cNvPr id="6" name="Group 5">
            <a:extLst>
              <a:ext uri="{FF2B5EF4-FFF2-40B4-BE49-F238E27FC236}">
                <a16:creationId xmlns:a16="http://schemas.microsoft.com/office/drawing/2014/main" id="{2AA0CB38-634A-DA20-5C85-1CB86887610D}"/>
              </a:ext>
            </a:extLst>
          </p:cNvPr>
          <p:cNvGrpSpPr/>
          <p:nvPr/>
        </p:nvGrpSpPr>
        <p:grpSpPr>
          <a:xfrm>
            <a:off x="1955160" y="3977720"/>
            <a:ext cx="248760" cy="471240"/>
            <a:chOff x="1955160" y="3977720"/>
            <a:chExt cx="248760" cy="47124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F73D9503-9FC5-6062-EA73-8E4392746CF5}"/>
                    </a:ext>
                  </a:extLst>
                </p14:cNvPr>
                <p14:cNvContentPartPr/>
                <p14:nvPr/>
              </p14:nvContentPartPr>
              <p14:xfrm>
                <a:off x="1955160" y="3977720"/>
                <a:ext cx="131400" cy="441000"/>
              </p14:xfrm>
            </p:contentPart>
          </mc:Choice>
          <mc:Fallback xmlns="">
            <p:pic>
              <p:nvPicPr>
                <p:cNvPr id="3" name="Ink 2">
                  <a:extLst>
                    <a:ext uri="{FF2B5EF4-FFF2-40B4-BE49-F238E27FC236}">
                      <a16:creationId xmlns:a16="http://schemas.microsoft.com/office/drawing/2014/main" id="{F73D9503-9FC5-6062-EA73-8E4392746CF5}"/>
                    </a:ext>
                  </a:extLst>
                </p:cNvPr>
                <p:cNvPicPr/>
                <p:nvPr/>
              </p:nvPicPr>
              <p:blipFill>
                <a:blip r:embed="rId5"/>
                <a:stretch>
                  <a:fillRect/>
                </a:stretch>
              </p:blipFill>
              <p:spPr>
                <a:xfrm>
                  <a:off x="1949040" y="3971600"/>
                  <a:ext cx="143640" cy="453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9F4C3F0A-F14A-9C7F-513B-836EAEB27B3E}"/>
                    </a:ext>
                  </a:extLst>
                </p14:cNvPr>
                <p14:cNvContentPartPr/>
                <p14:nvPr/>
              </p14:nvContentPartPr>
              <p14:xfrm>
                <a:off x="2084400" y="4243040"/>
                <a:ext cx="119520" cy="205920"/>
              </p14:xfrm>
            </p:contentPart>
          </mc:Choice>
          <mc:Fallback xmlns="">
            <p:pic>
              <p:nvPicPr>
                <p:cNvPr id="4" name="Ink 3">
                  <a:extLst>
                    <a:ext uri="{FF2B5EF4-FFF2-40B4-BE49-F238E27FC236}">
                      <a16:creationId xmlns:a16="http://schemas.microsoft.com/office/drawing/2014/main" id="{9F4C3F0A-F14A-9C7F-513B-836EAEB27B3E}"/>
                    </a:ext>
                  </a:extLst>
                </p:cNvPr>
                <p:cNvPicPr/>
                <p:nvPr/>
              </p:nvPicPr>
              <p:blipFill>
                <a:blip r:embed="rId7"/>
                <a:stretch>
                  <a:fillRect/>
                </a:stretch>
              </p:blipFill>
              <p:spPr>
                <a:xfrm>
                  <a:off x="2078280" y="4236920"/>
                  <a:ext cx="131760" cy="218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605D3DCB-2522-36FC-BD55-2B69E5C00FF5}"/>
                  </a:ext>
                </a:extLst>
              </p14:cNvPr>
              <p14:cNvContentPartPr/>
              <p14:nvPr/>
            </p14:nvContentPartPr>
            <p14:xfrm>
              <a:off x="1738440" y="4233680"/>
              <a:ext cx="150480" cy="54720"/>
            </p14:xfrm>
          </p:contentPart>
        </mc:Choice>
        <mc:Fallback xmlns="">
          <p:pic>
            <p:nvPicPr>
              <p:cNvPr id="9" name="Ink 8">
                <a:extLst>
                  <a:ext uri="{FF2B5EF4-FFF2-40B4-BE49-F238E27FC236}">
                    <a16:creationId xmlns:a16="http://schemas.microsoft.com/office/drawing/2014/main" id="{605D3DCB-2522-36FC-BD55-2B69E5C00FF5}"/>
                  </a:ext>
                </a:extLst>
              </p:cNvPr>
              <p:cNvPicPr/>
              <p:nvPr/>
            </p:nvPicPr>
            <p:blipFill>
              <a:blip r:embed="rId9"/>
              <a:stretch>
                <a:fillRect/>
              </a:stretch>
            </p:blipFill>
            <p:spPr>
              <a:xfrm>
                <a:off x="1732320" y="4227560"/>
                <a:ext cx="16272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D9AE7C14-2660-23BC-0DEC-6BB1FCA13739}"/>
                  </a:ext>
                </a:extLst>
              </p14:cNvPr>
              <p14:cNvContentPartPr/>
              <p14:nvPr/>
            </p14:nvContentPartPr>
            <p14:xfrm>
              <a:off x="2691720" y="3973760"/>
              <a:ext cx="94680" cy="413280"/>
            </p14:xfrm>
          </p:contentPart>
        </mc:Choice>
        <mc:Fallback xmlns="">
          <p:pic>
            <p:nvPicPr>
              <p:cNvPr id="10" name="Ink 9">
                <a:extLst>
                  <a:ext uri="{FF2B5EF4-FFF2-40B4-BE49-F238E27FC236}">
                    <a16:creationId xmlns:a16="http://schemas.microsoft.com/office/drawing/2014/main" id="{D9AE7C14-2660-23BC-0DEC-6BB1FCA13739}"/>
                  </a:ext>
                </a:extLst>
              </p:cNvPr>
              <p:cNvPicPr/>
              <p:nvPr/>
            </p:nvPicPr>
            <p:blipFill>
              <a:blip r:embed="rId11"/>
              <a:stretch>
                <a:fillRect/>
              </a:stretch>
            </p:blipFill>
            <p:spPr>
              <a:xfrm>
                <a:off x="2685600" y="3967640"/>
                <a:ext cx="106920" cy="425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D9838DF9-8F24-B3FA-3B76-DD9ED16F4A3A}"/>
                  </a:ext>
                </a:extLst>
              </p14:cNvPr>
              <p14:cNvContentPartPr/>
              <p14:nvPr/>
            </p14:nvContentPartPr>
            <p14:xfrm>
              <a:off x="2806560" y="4313240"/>
              <a:ext cx="12600" cy="71280"/>
            </p14:xfrm>
          </p:contentPart>
        </mc:Choice>
        <mc:Fallback xmlns="">
          <p:pic>
            <p:nvPicPr>
              <p:cNvPr id="11" name="Ink 10">
                <a:extLst>
                  <a:ext uri="{FF2B5EF4-FFF2-40B4-BE49-F238E27FC236}">
                    <a16:creationId xmlns:a16="http://schemas.microsoft.com/office/drawing/2014/main" id="{D9838DF9-8F24-B3FA-3B76-DD9ED16F4A3A}"/>
                  </a:ext>
                </a:extLst>
              </p:cNvPr>
              <p:cNvPicPr/>
              <p:nvPr/>
            </p:nvPicPr>
            <p:blipFill>
              <a:blip r:embed="rId13"/>
              <a:stretch>
                <a:fillRect/>
              </a:stretch>
            </p:blipFill>
            <p:spPr>
              <a:xfrm>
                <a:off x="2800440" y="4307120"/>
                <a:ext cx="2484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A44FE621-519D-C74F-DED7-A272FD6072F6}"/>
                  </a:ext>
                </a:extLst>
              </p14:cNvPr>
              <p14:cNvContentPartPr/>
              <p14:nvPr/>
            </p14:nvContentPartPr>
            <p14:xfrm>
              <a:off x="2801520" y="4213160"/>
              <a:ext cx="249840" cy="212400"/>
            </p14:xfrm>
          </p:contentPart>
        </mc:Choice>
        <mc:Fallback xmlns="">
          <p:pic>
            <p:nvPicPr>
              <p:cNvPr id="12" name="Ink 11">
                <a:extLst>
                  <a:ext uri="{FF2B5EF4-FFF2-40B4-BE49-F238E27FC236}">
                    <a16:creationId xmlns:a16="http://schemas.microsoft.com/office/drawing/2014/main" id="{A44FE621-519D-C74F-DED7-A272FD6072F6}"/>
                  </a:ext>
                </a:extLst>
              </p:cNvPr>
              <p:cNvPicPr/>
              <p:nvPr/>
            </p:nvPicPr>
            <p:blipFill>
              <a:blip r:embed="rId15"/>
              <a:stretch>
                <a:fillRect/>
              </a:stretch>
            </p:blipFill>
            <p:spPr>
              <a:xfrm>
                <a:off x="2795400" y="4207040"/>
                <a:ext cx="26208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2F1C7C57-D526-F53E-0C93-AA7304B961A4}"/>
                  </a:ext>
                </a:extLst>
              </p14:cNvPr>
              <p14:cNvContentPartPr/>
              <p14:nvPr/>
            </p14:nvContentPartPr>
            <p14:xfrm>
              <a:off x="3125160" y="4163120"/>
              <a:ext cx="23040" cy="183960"/>
            </p14:xfrm>
          </p:contentPart>
        </mc:Choice>
        <mc:Fallback xmlns="">
          <p:pic>
            <p:nvPicPr>
              <p:cNvPr id="13" name="Ink 12">
                <a:extLst>
                  <a:ext uri="{FF2B5EF4-FFF2-40B4-BE49-F238E27FC236}">
                    <a16:creationId xmlns:a16="http://schemas.microsoft.com/office/drawing/2014/main" id="{2F1C7C57-D526-F53E-0C93-AA7304B961A4}"/>
                  </a:ext>
                </a:extLst>
              </p:cNvPr>
              <p:cNvPicPr/>
              <p:nvPr/>
            </p:nvPicPr>
            <p:blipFill>
              <a:blip r:embed="rId17"/>
              <a:stretch>
                <a:fillRect/>
              </a:stretch>
            </p:blipFill>
            <p:spPr>
              <a:xfrm>
                <a:off x="3119040" y="4157000"/>
                <a:ext cx="3528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0B679CA4-B799-3FA2-D5E3-9A005BD3C59F}"/>
                  </a:ext>
                </a:extLst>
              </p14:cNvPr>
              <p14:cNvContentPartPr/>
              <p14:nvPr/>
            </p14:nvContentPartPr>
            <p14:xfrm>
              <a:off x="3151440" y="4103360"/>
              <a:ext cx="100440" cy="383040"/>
            </p14:xfrm>
          </p:contentPart>
        </mc:Choice>
        <mc:Fallback xmlns="">
          <p:pic>
            <p:nvPicPr>
              <p:cNvPr id="14" name="Ink 13">
                <a:extLst>
                  <a:ext uri="{FF2B5EF4-FFF2-40B4-BE49-F238E27FC236}">
                    <a16:creationId xmlns:a16="http://schemas.microsoft.com/office/drawing/2014/main" id="{0B679CA4-B799-3FA2-D5E3-9A005BD3C59F}"/>
                  </a:ext>
                </a:extLst>
              </p:cNvPr>
              <p:cNvPicPr/>
              <p:nvPr/>
            </p:nvPicPr>
            <p:blipFill>
              <a:blip r:embed="rId19"/>
              <a:stretch>
                <a:fillRect/>
              </a:stretch>
            </p:blipFill>
            <p:spPr>
              <a:xfrm>
                <a:off x="3145320" y="4097240"/>
                <a:ext cx="11268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CF15EB09-AACA-0FA2-58ED-03E990675077}"/>
                  </a:ext>
                </a:extLst>
              </p14:cNvPr>
              <p14:cNvContentPartPr/>
              <p14:nvPr/>
            </p14:nvContentPartPr>
            <p14:xfrm>
              <a:off x="3390120" y="4129280"/>
              <a:ext cx="46440" cy="55080"/>
            </p14:xfrm>
          </p:contentPart>
        </mc:Choice>
        <mc:Fallback xmlns="">
          <p:pic>
            <p:nvPicPr>
              <p:cNvPr id="15" name="Ink 14">
                <a:extLst>
                  <a:ext uri="{FF2B5EF4-FFF2-40B4-BE49-F238E27FC236}">
                    <a16:creationId xmlns:a16="http://schemas.microsoft.com/office/drawing/2014/main" id="{CF15EB09-AACA-0FA2-58ED-03E990675077}"/>
                  </a:ext>
                </a:extLst>
              </p:cNvPr>
              <p:cNvPicPr/>
              <p:nvPr/>
            </p:nvPicPr>
            <p:blipFill>
              <a:blip r:embed="rId21"/>
              <a:stretch>
                <a:fillRect/>
              </a:stretch>
            </p:blipFill>
            <p:spPr>
              <a:xfrm>
                <a:off x="3384000" y="4123160"/>
                <a:ext cx="5868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2BBE1641-3EDE-6350-8C90-FD95D97194F4}"/>
                  </a:ext>
                </a:extLst>
              </p14:cNvPr>
              <p14:cNvContentPartPr/>
              <p14:nvPr/>
            </p14:nvContentPartPr>
            <p14:xfrm>
              <a:off x="3392640" y="4328000"/>
              <a:ext cx="51120" cy="101160"/>
            </p14:xfrm>
          </p:contentPart>
        </mc:Choice>
        <mc:Fallback xmlns="">
          <p:pic>
            <p:nvPicPr>
              <p:cNvPr id="16" name="Ink 15">
                <a:extLst>
                  <a:ext uri="{FF2B5EF4-FFF2-40B4-BE49-F238E27FC236}">
                    <a16:creationId xmlns:a16="http://schemas.microsoft.com/office/drawing/2014/main" id="{2BBE1641-3EDE-6350-8C90-FD95D97194F4}"/>
                  </a:ext>
                </a:extLst>
              </p:cNvPr>
              <p:cNvPicPr/>
              <p:nvPr/>
            </p:nvPicPr>
            <p:blipFill>
              <a:blip r:embed="rId23"/>
              <a:stretch>
                <a:fillRect/>
              </a:stretch>
            </p:blipFill>
            <p:spPr>
              <a:xfrm>
                <a:off x="3386520" y="4321880"/>
                <a:ext cx="63360" cy="113400"/>
              </a:xfrm>
              <a:prstGeom prst="rect">
                <a:avLst/>
              </a:prstGeom>
            </p:spPr>
          </p:pic>
        </mc:Fallback>
      </mc:AlternateContent>
      <p:grpSp>
        <p:nvGrpSpPr>
          <p:cNvPr id="29" name="Group 28">
            <a:extLst>
              <a:ext uri="{FF2B5EF4-FFF2-40B4-BE49-F238E27FC236}">
                <a16:creationId xmlns:a16="http://schemas.microsoft.com/office/drawing/2014/main" id="{53AB903C-C168-1A81-C1AB-5E72062CBF03}"/>
              </a:ext>
            </a:extLst>
          </p:cNvPr>
          <p:cNvGrpSpPr/>
          <p:nvPr/>
        </p:nvGrpSpPr>
        <p:grpSpPr>
          <a:xfrm>
            <a:off x="3726360" y="4045400"/>
            <a:ext cx="693720" cy="536400"/>
            <a:chOff x="3726360" y="4045400"/>
            <a:chExt cx="693720" cy="536400"/>
          </a:xfrm>
        </p:grpSpPr>
        <mc:AlternateContent xmlns:mc="http://schemas.openxmlformats.org/markup-compatibility/2006" xmlns:p14="http://schemas.microsoft.com/office/powerpoint/2010/main">
          <mc:Choice Requires="p14">
            <p:contentPart p14:bwMode="auto" r:id="rId24">
              <p14:nvContentPartPr>
                <p14:cNvPr id="25" name="Ink 24">
                  <a:extLst>
                    <a:ext uri="{FF2B5EF4-FFF2-40B4-BE49-F238E27FC236}">
                      <a16:creationId xmlns:a16="http://schemas.microsoft.com/office/drawing/2014/main" id="{66EE1774-8E8F-BEA6-63EB-3C1EEE5F36EC}"/>
                    </a:ext>
                  </a:extLst>
                </p14:cNvPr>
                <p14:cNvContentPartPr/>
                <p14:nvPr/>
              </p14:nvContentPartPr>
              <p14:xfrm>
                <a:off x="3726360" y="4047200"/>
                <a:ext cx="251280" cy="423720"/>
              </p14:xfrm>
            </p:contentPart>
          </mc:Choice>
          <mc:Fallback xmlns="">
            <p:pic>
              <p:nvPicPr>
                <p:cNvPr id="25" name="Ink 24">
                  <a:extLst>
                    <a:ext uri="{FF2B5EF4-FFF2-40B4-BE49-F238E27FC236}">
                      <a16:creationId xmlns:a16="http://schemas.microsoft.com/office/drawing/2014/main" id="{66EE1774-8E8F-BEA6-63EB-3C1EEE5F36EC}"/>
                    </a:ext>
                  </a:extLst>
                </p:cNvPr>
                <p:cNvPicPr/>
                <p:nvPr/>
              </p:nvPicPr>
              <p:blipFill>
                <a:blip r:embed="rId25"/>
                <a:stretch>
                  <a:fillRect/>
                </a:stretch>
              </p:blipFill>
              <p:spPr>
                <a:xfrm>
                  <a:off x="3720240" y="4041080"/>
                  <a:ext cx="26352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6" name="Ink 25">
                  <a:extLst>
                    <a:ext uri="{FF2B5EF4-FFF2-40B4-BE49-F238E27FC236}">
                      <a16:creationId xmlns:a16="http://schemas.microsoft.com/office/drawing/2014/main" id="{36783BD6-5108-7297-B5D2-E4EB3C8D828A}"/>
                    </a:ext>
                  </a:extLst>
                </p14:cNvPr>
                <p14:cNvContentPartPr/>
                <p14:nvPr/>
              </p14:nvContentPartPr>
              <p14:xfrm>
                <a:off x="4140720" y="4045400"/>
                <a:ext cx="110160" cy="101880"/>
              </p14:xfrm>
            </p:contentPart>
          </mc:Choice>
          <mc:Fallback xmlns="">
            <p:pic>
              <p:nvPicPr>
                <p:cNvPr id="26" name="Ink 25">
                  <a:extLst>
                    <a:ext uri="{FF2B5EF4-FFF2-40B4-BE49-F238E27FC236}">
                      <a16:creationId xmlns:a16="http://schemas.microsoft.com/office/drawing/2014/main" id="{36783BD6-5108-7297-B5D2-E4EB3C8D828A}"/>
                    </a:ext>
                  </a:extLst>
                </p:cNvPr>
                <p:cNvPicPr/>
                <p:nvPr/>
              </p:nvPicPr>
              <p:blipFill>
                <a:blip r:embed="rId27"/>
                <a:stretch>
                  <a:fillRect/>
                </a:stretch>
              </p:blipFill>
              <p:spPr>
                <a:xfrm>
                  <a:off x="4134600" y="4039280"/>
                  <a:ext cx="12240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7" name="Ink 26">
                  <a:extLst>
                    <a:ext uri="{FF2B5EF4-FFF2-40B4-BE49-F238E27FC236}">
                      <a16:creationId xmlns:a16="http://schemas.microsoft.com/office/drawing/2014/main" id="{9950EC0D-B7A5-A593-8EFA-340F5C8C5CDA}"/>
                    </a:ext>
                  </a:extLst>
                </p14:cNvPr>
                <p14:cNvContentPartPr/>
                <p14:nvPr/>
              </p14:nvContentPartPr>
              <p14:xfrm>
                <a:off x="4084560" y="4095440"/>
                <a:ext cx="321840" cy="376200"/>
              </p14:xfrm>
            </p:contentPart>
          </mc:Choice>
          <mc:Fallback xmlns="">
            <p:pic>
              <p:nvPicPr>
                <p:cNvPr id="27" name="Ink 26">
                  <a:extLst>
                    <a:ext uri="{FF2B5EF4-FFF2-40B4-BE49-F238E27FC236}">
                      <a16:creationId xmlns:a16="http://schemas.microsoft.com/office/drawing/2014/main" id="{9950EC0D-B7A5-A593-8EFA-340F5C8C5CDA}"/>
                    </a:ext>
                  </a:extLst>
                </p:cNvPr>
                <p:cNvPicPr/>
                <p:nvPr/>
              </p:nvPicPr>
              <p:blipFill>
                <a:blip r:embed="rId29"/>
                <a:stretch>
                  <a:fillRect/>
                </a:stretch>
              </p:blipFill>
              <p:spPr>
                <a:xfrm>
                  <a:off x="4078440" y="4089320"/>
                  <a:ext cx="33408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8" name="Ink 27">
                  <a:extLst>
                    <a:ext uri="{FF2B5EF4-FFF2-40B4-BE49-F238E27FC236}">
                      <a16:creationId xmlns:a16="http://schemas.microsoft.com/office/drawing/2014/main" id="{41CDC2F4-75C9-3DE5-2380-4A9EF994589B}"/>
                    </a:ext>
                  </a:extLst>
                </p14:cNvPr>
                <p14:cNvContentPartPr/>
                <p14:nvPr/>
              </p14:nvContentPartPr>
              <p14:xfrm>
                <a:off x="4272480" y="4458680"/>
                <a:ext cx="147600" cy="123120"/>
              </p14:xfrm>
            </p:contentPart>
          </mc:Choice>
          <mc:Fallback xmlns="">
            <p:pic>
              <p:nvPicPr>
                <p:cNvPr id="28" name="Ink 27">
                  <a:extLst>
                    <a:ext uri="{FF2B5EF4-FFF2-40B4-BE49-F238E27FC236}">
                      <a16:creationId xmlns:a16="http://schemas.microsoft.com/office/drawing/2014/main" id="{41CDC2F4-75C9-3DE5-2380-4A9EF994589B}"/>
                    </a:ext>
                  </a:extLst>
                </p:cNvPr>
                <p:cNvPicPr/>
                <p:nvPr/>
              </p:nvPicPr>
              <p:blipFill>
                <a:blip r:embed="rId31"/>
                <a:stretch>
                  <a:fillRect/>
                </a:stretch>
              </p:blipFill>
              <p:spPr>
                <a:xfrm>
                  <a:off x="4266360" y="4452560"/>
                  <a:ext cx="159840" cy="135360"/>
                </a:xfrm>
                <a:prstGeom prst="rect">
                  <a:avLst/>
                </a:prstGeom>
              </p:spPr>
            </p:pic>
          </mc:Fallback>
        </mc:AlternateContent>
      </p:grpSp>
      <p:grpSp>
        <p:nvGrpSpPr>
          <p:cNvPr id="42" name="Group 41">
            <a:extLst>
              <a:ext uri="{FF2B5EF4-FFF2-40B4-BE49-F238E27FC236}">
                <a16:creationId xmlns:a16="http://schemas.microsoft.com/office/drawing/2014/main" id="{90891B8A-ABE4-85C5-6444-B4B41623F1E1}"/>
              </a:ext>
            </a:extLst>
          </p:cNvPr>
          <p:cNvGrpSpPr/>
          <p:nvPr/>
        </p:nvGrpSpPr>
        <p:grpSpPr>
          <a:xfrm>
            <a:off x="8970840" y="4500440"/>
            <a:ext cx="757800" cy="394920"/>
            <a:chOff x="8970840" y="4500440"/>
            <a:chExt cx="757800" cy="394920"/>
          </a:xfrm>
        </p:grpSpPr>
        <mc:AlternateContent xmlns:mc="http://schemas.openxmlformats.org/markup-compatibility/2006" xmlns:p14="http://schemas.microsoft.com/office/powerpoint/2010/main">
          <mc:Choice Requires="p14">
            <p:contentPart p14:bwMode="auto" r:id="rId32">
              <p14:nvContentPartPr>
                <p14:cNvPr id="30" name="Ink 29">
                  <a:extLst>
                    <a:ext uri="{FF2B5EF4-FFF2-40B4-BE49-F238E27FC236}">
                      <a16:creationId xmlns:a16="http://schemas.microsoft.com/office/drawing/2014/main" id="{5D0AC897-3B2B-6897-6B4D-6CD0A9D164E4}"/>
                    </a:ext>
                  </a:extLst>
                </p14:cNvPr>
                <p14:cNvContentPartPr/>
                <p14:nvPr/>
              </p14:nvContentPartPr>
              <p14:xfrm>
                <a:off x="8974080" y="4619240"/>
                <a:ext cx="154800" cy="41760"/>
              </p14:xfrm>
            </p:contentPart>
          </mc:Choice>
          <mc:Fallback xmlns="">
            <p:pic>
              <p:nvPicPr>
                <p:cNvPr id="30" name="Ink 29">
                  <a:extLst>
                    <a:ext uri="{FF2B5EF4-FFF2-40B4-BE49-F238E27FC236}">
                      <a16:creationId xmlns:a16="http://schemas.microsoft.com/office/drawing/2014/main" id="{5D0AC897-3B2B-6897-6B4D-6CD0A9D164E4}"/>
                    </a:ext>
                  </a:extLst>
                </p:cNvPr>
                <p:cNvPicPr/>
                <p:nvPr/>
              </p:nvPicPr>
              <p:blipFill>
                <a:blip r:embed="rId33"/>
                <a:stretch>
                  <a:fillRect/>
                </a:stretch>
              </p:blipFill>
              <p:spPr>
                <a:xfrm>
                  <a:off x="8967960" y="4613120"/>
                  <a:ext cx="16704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1" name="Ink 30">
                  <a:extLst>
                    <a:ext uri="{FF2B5EF4-FFF2-40B4-BE49-F238E27FC236}">
                      <a16:creationId xmlns:a16="http://schemas.microsoft.com/office/drawing/2014/main" id="{BBEDAC9B-9049-0047-24EE-7D620303D3E5}"/>
                    </a:ext>
                  </a:extLst>
                </p14:cNvPr>
                <p14:cNvContentPartPr/>
                <p14:nvPr/>
              </p14:nvContentPartPr>
              <p14:xfrm>
                <a:off x="8970840" y="4500440"/>
                <a:ext cx="173520" cy="391680"/>
              </p14:xfrm>
            </p:contentPart>
          </mc:Choice>
          <mc:Fallback xmlns="">
            <p:pic>
              <p:nvPicPr>
                <p:cNvPr id="31" name="Ink 30">
                  <a:extLst>
                    <a:ext uri="{FF2B5EF4-FFF2-40B4-BE49-F238E27FC236}">
                      <a16:creationId xmlns:a16="http://schemas.microsoft.com/office/drawing/2014/main" id="{BBEDAC9B-9049-0047-24EE-7D620303D3E5}"/>
                    </a:ext>
                  </a:extLst>
                </p:cNvPr>
                <p:cNvPicPr/>
                <p:nvPr/>
              </p:nvPicPr>
              <p:blipFill>
                <a:blip r:embed="rId35"/>
                <a:stretch>
                  <a:fillRect/>
                </a:stretch>
              </p:blipFill>
              <p:spPr>
                <a:xfrm>
                  <a:off x="8964720" y="4494320"/>
                  <a:ext cx="185760" cy="4039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2" name="Ink 31">
                  <a:extLst>
                    <a:ext uri="{FF2B5EF4-FFF2-40B4-BE49-F238E27FC236}">
                      <a16:creationId xmlns:a16="http://schemas.microsoft.com/office/drawing/2014/main" id="{4510A509-E3A0-FA5D-D330-20F72C972017}"/>
                    </a:ext>
                  </a:extLst>
                </p14:cNvPr>
                <p14:cNvContentPartPr/>
                <p14:nvPr/>
              </p14:nvContentPartPr>
              <p14:xfrm>
                <a:off x="9277920" y="4528520"/>
                <a:ext cx="175320" cy="366840"/>
              </p14:xfrm>
            </p:contentPart>
          </mc:Choice>
          <mc:Fallback xmlns="">
            <p:pic>
              <p:nvPicPr>
                <p:cNvPr id="32" name="Ink 31">
                  <a:extLst>
                    <a:ext uri="{FF2B5EF4-FFF2-40B4-BE49-F238E27FC236}">
                      <a16:creationId xmlns:a16="http://schemas.microsoft.com/office/drawing/2014/main" id="{4510A509-E3A0-FA5D-D330-20F72C972017}"/>
                    </a:ext>
                  </a:extLst>
                </p:cNvPr>
                <p:cNvPicPr/>
                <p:nvPr/>
              </p:nvPicPr>
              <p:blipFill>
                <a:blip r:embed="rId37"/>
                <a:stretch>
                  <a:fillRect/>
                </a:stretch>
              </p:blipFill>
              <p:spPr>
                <a:xfrm>
                  <a:off x="9271800" y="4522400"/>
                  <a:ext cx="18756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3" name="Ink 32">
                  <a:extLst>
                    <a:ext uri="{FF2B5EF4-FFF2-40B4-BE49-F238E27FC236}">
                      <a16:creationId xmlns:a16="http://schemas.microsoft.com/office/drawing/2014/main" id="{A5F83A84-A833-C82C-B708-6C8B9E88480A}"/>
                    </a:ext>
                  </a:extLst>
                </p14:cNvPr>
                <p14:cNvContentPartPr/>
                <p14:nvPr/>
              </p14:nvContentPartPr>
              <p14:xfrm>
                <a:off x="9376200" y="4670000"/>
                <a:ext cx="167400" cy="142920"/>
              </p14:xfrm>
            </p:contentPart>
          </mc:Choice>
          <mc:Fallback xmlns="">
            <p:pic>
              <p:nvPicPr>
                <p:cNvPr id="33" name="Ink 32">
                  <a:extLst>
                    <a:ext uri="{FF2B5EF4-FFF2-40B4-BE49-F238E27FC236}">
                      <a16:creationId xmlns:a16="http://schemas.microsoft.com/office/drawing/2014/main" id="{A5F83A84-A833-C82C-B708-6C8B9E88480A}"/>
                    </a:ext>
                  </a:extLst>
                </p:cNvPr>
                <p:cNvPicPr/>
                <p:nvPr/>
              </p:nvPicPr>
              <p:blipFill>
                <a:blip r:embed="rId39"/>
                <a:stretch>
                  <a:fillRect/>
                </a:stretch>
              </p:blipFill>
              <p:spPr>
                <a:xfrm>
                  <a:off x="9370080" y="4663880"/>
                  <a:ext cx="17964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4" name="Ink 33">
                  <a:extLst>
                    <a:ext uri="{FF2B5EF4-FFF2-40B4-BE49-F238E27FC236}">
                      <a16:creationId xmlns:a16="http://schemas.microsoft.com/office/drawing/2014/main" id="{F6FE3F4A-E5DC-EC52-0434-4E7D4F4F29C1}"/>
                    </a:ext>
                  </a:extLst>
                </p14:cNvPr>
                <p14:cNvContentPartPr/>
                <p14:nvPr/>
              </p14:nvContentPartPr>
              <p14:xfrm>
                <a:off x="9572760" y="4509440"/>
                <a:ext cx="155880" cy="305640"/>
              </p14:xfrm>
            </p:contentPart>
          </mc:Choice>
          <mc:Fallback xmlns="">
            <p:pic>
              <p:nvPicPr>
                <p:cNvPr id="34" name="Ink 33">
                  <a:extLst>
                    <a:ext uri="{FF2B5EF4-FFF2-40B4-BE49-F238E27FC236}">
                      <a16:creationId xmlns:a16="http://schemas.microsoft.com/office/drawing/2014/main" id="{F6FE3F4A-E5DC-EC52-0434-4E7D4F4F29C1}"/>
                    </a:ext>
                  </a:extLst>
                </p:cNvPr>
                <p:cNvPicPr/>
                <p:nvPr/>
              </p:nvPicPr>
              <p:blipFill>
                <a:blip r:embed="rId41"/>
                <a:stretch>
                  <a:fillRect/>
                </a:stretch>
              </p:blipFill>
              <p:spPr>
                <a:xfrm>
                  <a:off x="9566640" y="4503320"/>
                  <a:ext cx="168120" cy="317880"/>
                </a:xfrm>
                <a:prstGeom prst="rect">
                  <a:avLst/>
                </a:prstGeom>
              </p:spPr>
            </p:pic>
          </mc:Fallback>
        </mc:AlternateContent>
      </p:grpSp>
      <p:grpSp>
        <p:nvGrpSpPr>
          <p:cNvPr id="41" name="Group 40">
            <a:extLst>
              <a:ext uri="{FF2B5EF4-FFF2-40B4-BE49-F238E27FC236}">
                <a16:creationId xmlns:a16="http://schemas.microsoft.com/office/drawing/2014/main" id="{EC68B25E-0390-1F0F-C0D8-4BE64D70F834}"/>
              </a:ext>
            </a:extLst>
          </p:cNvPr>
          <p:cNvGrpSpPr/>
          <p:nvPr/>
        </p:nvGrpSpPr>
        <p:grpSpPr>
          <a:xfrm>
            <a:off x="10179720" y="4361480"/>
            <a:ext cx="739080" cy="461160"/>
            <a:chOff x="10179720" y="4361480"/>
            <a:chExt cx="739080" cy="461160"/>
          </a:xfrm>
        </p:grpSpPr>
        <mc:AlternateContent xmlns:mc="http://schemas.openxmlformats.org/markup-compatibility/2006" xmlns:p14="http://schemas.microsoft.com/office/powerpoint/2010/main">
          <mc:Choice Requires="p14">
            <p:contentPart p14:bwMode="auto" r:id="rId42">
              <p14:nvContentPartPr>
                <p14:cNvPr id="35" name="Ink 34">
                  <a:extLst>
                    <a:ext uri="{FF2B5EF4-FFF2-40B4-BE49-F238E27FC236}">
                      <a16:creationId xmlns:a16="http://schemas.microsoft.com/office/drawing/2014/main" id="{D9AEFDAB-8A66-A42A-0828-5CADC2D0EAE9}"/>
                    </a:ext>
                  </a:extLst>
                </p14:cNvPr>
                <p14:cNvContentPartPr/>
                <p14:nvPr/>
              </p14:nvContentPartPr>
              <p14:xfrm>
                <a:off x="10179720" y="4475240"/>
                <a:ext cx="141480" cy="285840"/>
              </p14:xfrm>
            </p:contentPart>
          </mc:Choice>
          <mc:Fallback xmlns="">
            <p:pic>
              <p:nvPicPr>
                <p:cNvPr id="35" name="Ink 34">
                  <a:extLst>
                    <a:ext uri="{FF2B5EF4-FFF2-40B4-BE49-F238E27FC236}">
                      <a16:creationId xmlns:a16="http://schemas.microsoft.com/office/drawing/2014/main" id="{D9AEFDAB-8A66-A42A-0828-5CADC2D0EAE9}"/>
                    </a:ext>
                  </a:extLst>
                </p:cNvPr>
                <p:cNvPicPr/>
                <p:nvPr/>
              </p:nvPicPr>
              <p:blipFill>
                <a:blip r:embed="rId43"/>
                <a:stretch>
                  <a:fillRect/>
                </a:stretch>
              </p:blipFill>
              <p:spPr>
                <a:xfrm>
                  <a:off x="10173600" y="4469120"/>
                  <a:ext cx="15372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6" name="Ink 35">
                  <a:extLst>
                    <a:ext uri="{FF2B5EF4-FFF2-40B4-BE49-F238E27FC236}">
                      <a16:creationId xmlns:a16="http://schemas.microsoft.com/office/drawing/2014/main" id="{FBF467B2-FA15-30C7-E92F-253C33FEFC5C}"/>
                    </a:ext>
                  </a:extLst>
                </p14:cNvPr>
                <p14:cNvContentPartPr/>
                <p14:nvPr/>
              </p14:nvContentPartPr>
              <p14:xfrm>
                <a:off x="10429200" y="4755680"/>
                <a:ext cx="17640" cy="66960"/>
              </p14:xfrm>
            </p:contentPart>
          </mc:Choice>
          <mc:Fallback xmlns="">
            <p:pic>
              <p:nvPicPr>
                <p:cNvPr id="36" name="Ink 35">
                  <a:extLst>
                    <a:ext uri="{FF2B5EF4-FFF2-40B4-BE49-F238E27FC236}">
                      <a16:creationId xmlns:a16="http://schemas.microsoft.com/office/drawing/2014/main" id="{FBF467B2-FA15-30C7-E92F-253C33FEFC5C}"/>
                    </a:ext>
                  </a:extLst>
                </p:cNvPr>
                <p:cNvPicPr/>
                <p:nvPr/>
              </p:nvPicPr>
              <p:blipFill>
                <a:blip r:embed="rId45"/>
                <a:stretch>
                  <a:fillRect/>
                </a:stretch>
              </p:blipFill>
              <p:spPr>
                <a:xfrm>
                  <a:off x="10423080" y="4749560"/>
                  <a:ext cx="2988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7" name="Ink 36">
                  <a:extLst>
                    <a:ext uri="{FF2B5EF4-FFF2-40B4-BE49-F238E27FC236}">
                      <a16:creationId xmlns:a16="http://schemas.microsoft.com/office/drawing/2014/main" id="{1E75E9DD-7AFC-7173-AE12-49EBA8C8504D}"/>
                    </a:ext>
                  </a:extLst>
                </p14:cNvPr>
                <p14:cNvContentPartPr/>
                <p14:nvPr/>
              </p14:nvContentPartPr>
              <p14:xfrm>
                <a:off x="10411920" y="4549040"/>
                <a:ext cx="57960" cy="89280"/>
              </p14:xfrm>
            </p:contentPart>
          </mc:Choice>
          <mc:Fallback xmlns="">
            <p:pic>
              <p:nvPicPr>
                <p:cNvPr id="37" name="Ink 36">
                  <a:extLst>
                    <a:ext uri="{FF2B5EF4-FFF2-40B4-BE49-F238E27FC236}">
                      <a16:creationId xmlns:a16="http://schemas.microsoft.com/office/drawing/2014/main" id="{1E75E9DD-7AFC-7173-AE12-49EBA8C8504D}"/>
                    </a:ext>
                  </a:extLst>
                </p:cNvPr>
                <p:cNvPicPr/>
                <p:nvPr/>
              </p:nvPicPr>
              <p:blipFill>
                <a:blip r:embed="rId47"/>
                <a:stretch>
                  <a:fillRect/>
                </a:stretch>
              </p:blipFill>
              <p:spPr>
                <a:xfrm>
                  <a:off x="10405800" y="4542920"/>
                  <a:ext cx="7020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8" name="Ink 37">
                  <a:extLst>
                    <a:ext uri="{FF2B5EF4-FFF2-40B4-BE49-F238E27FC236}">
                      <a16:creationId xmlns:a16="http://schemas.microsoft.com/office/drawing/2014/main" id="{AE63CDDE-9893-676A-6B98-F44A6008A146}"/>
                    </a:ext>
                  </a:extLst>
                </p14:cNvPr>
                <p14:cNvContentPartPr/>
                <p14:nvPr/>
              </p14:nvContentPartPr>
              <p14:xfrm>
                <a:off x="10603080" y="4361480"/>
                <a:ext cx="55080" cy="381960"/>
              </p14:xfrm>
            </p:contentPart>
          </mc:Choice>
          <mc:Fallback xmlns="">
            <p:pic>
              <p:nvPicPr>
                <p:cNvPr id="38" name="Ink 37">
                  <a:extLst>
                    <a:ext uri="{FF2B5EF4-FFF2-40B4-BE49-F238E27FC236}">
                      <a16:creationId xmlns:a16="http://schemas.microsoft.com/office/drawing/2014/main" id="{AE63CDDE-9893-676A-6B98-F44A6008A146}"/>
                    </a:ext>
                  </a:extLst>
                </p:cNvPr>
                <p:cNvPicPr/>
                <p:nvPr/>
              </p:nvPicPr>
              <p:blipFill>
                <a:blip r:embed="rId49"/>
                <a:stretch>
                  <a:fillRect/>
                </a:stretch>
              </p:blipFill>
              <p:spPr>
                <a:xfrm>
                  <a:off x="10596960" y="4355360"/>
                  <a:ext cx="67320" cy="3942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9" name="Ink 38">
                  <a:extLst>
                    <a:ext uri="{FF2B5EF4-FFF2-40B4-BE49-F238E27FC236}">
                      <a16:creationId xmlns:a16="http://schemas.microsoft.com/office/drawing/2014/main" id="{6A8F6D1A-B51A-9E79-9E70-DBE82A2056B2}"/>
                    </a:ext>
                  </a:extLst>
                </p14:cNvPr>
                <p14:cNvContentPartPr/>
                <p14:nvPr/>
              </p14:nvContentPartPr>
              <p14:xfrm>
                <a:off x="10714320" y="4461560"/>
                <a:ext cx="40680" cy="308160"/>
              </p14:xfrm>
            </p:contentPart>
          </mc:Choice>
          <mc:Fallback xmlns="">
            <p:pic>
              <p:nvPicPr>
                <p:cNvPr id="39" name="Ink 38">
                  <a:extLst>
                    <a:ext uri="{FF2B5EF4-FFF2-40B4-BE49-F238E27FC236}">
                      <a16:creationId xmlns:a16="http://schemas.microsoft.com/office/drawing/2014/main" id="{6A8F6D1A-B51A-9E79-9E70-DBE82A2056B2}"/>
                    </a:ext>
                  </a:extLst>
                </p:cNvPr>
                <p:cNvPicPr/>
                <p:nvPr/>
              </p:nvPicPr>
              <p:blipFill>
                <a:blip r:embed="rId51"/>
                <a:stretch>
                  <a:fillRect/>
                </a:stretch>
              </p:blipFill>
              <p:spPr>
                <a:xfrm>
                  <a:off x="10708200" y="4455440"/>
                  <a:ext cx="5292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0" name="Ink 39">
                  <a:extLst>
                    <a:ext uri="{FF2B5EF4-FFF2-40B4-BE49-F238E27FC236}">
                      <a16:creationId xmlns:a16="http://schemas.microsoft.com/office/drawing/2014/main" id="{924751A0-9D41-424E-6816-AF01ECAA6BC5}"/>
                    </a:ext>
                  </a:extLst>
                </p14:cNvPr>
                <p14:cNvContentPartPr/>
                <p14:nvPr/>
              </p14:nvContentPartPr>
              <p14:xfrm>
                <a:off x="10724040" y="4574600"/>
                <a:ext cx="194760" cy="246960"/>
              </p14:xfrm>
            </p:contentPart>
          </mc:Choice>
          <mc:Fallback xmlns="">
            <p:pic>
              <p:nvPicPr>
                <p:cNvPr id="40" name="Ink 39">
                  <a:extLst>
                    <a:ext uri="{FF2B5EF4-FFF2-40B4-BE49-F238E27FC236}">
                      <a16:creationId xmlns:a16="http://schemas.microsoft.com/office/drawing/2014/main" id="{924751A0-9D41-424E-6816-AF01ECAA6BC5}"/>
                    </a:ext>
                  </a:extLst>
                </p:cNvPr>
                <p:cNvPicPr/>
                <p:nvPr/>
              </p:nvPicPr>
              <p:blipFill>
                <a:blip r:embed="rId53"/>
                <a:stretch>
                  <a:fillRect/>
                </a:stretch>
              </p:blipFill>
              <p:spPr>
                <a:xfrm>
                  <a:off x="10717920" y="4568480"/>
                  <a:ext cx="207000" cy="259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
            <p14:nvContentPartPr>
              <p14:cNvPr id="43" name="Ink 42">
                <a:extLst>
                  <a:ext uri="{FF2B5EF4-FFF2-40B4-BE49-F238E27FC236}">
                    <a16:creationId xmlns:a16="http://schemas.microsoft.com/office/drawing/2014/main" id="{8F663CE5-8FEB-0F5E-E8DF-A56A7EF0F0D2}"/>
                  </a:ext>
                </a:extLst>
              </p14:cNvPr>
              <p14:cNvContentPartPr/>
              <p14:nvPr/>
            </p14:nvContentPartPr>
            <p14:xfrm>
              <a:off x="10230480" y="5078240"/>
              <a:ext cx="256680" cy="352440"/>
            </p14:xfrm>
          </p:contentPart>
        </mc:Choice>
        <mc:Fallback xmlns="">
          <p:pic>
            <p:nvPicPr>
              <p:cNvPr id="43" name="Ink 42">
                <a:extLst>
                  <a:ext uri="{FF2B5EF4-FFF2-40B4-BE49-F238E27FC236}">
                    <a16:creationId xmlns:a16="http://schemas.microsoft.com/office/drawing/2014/main" id="{8F663CE5-8FEB-0F5E-E8DF-A56A7EF0F0D2}"/>
                  </a:ext>
                </a:extLst>
              </p:cNvPr>
              <p:cNvPicPr/>
              <p:nvPr/>
            </p:nvPicPr>
            <p:blipFill>
              <a:blip r:embed="rId55"/>
              <a:stretch>
                <a:fillRect/>
              </a:stretch>
            </p:blipFill>
            <p:spPr>
              <a:xfrm>
                <a:off x="10224360" y="5072120"/>
                <a:ext cx="26892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4" name="Ink 43">
                <a:extLst>
                  <a:ext uri="{FF2B5EF4-FFF2-40B4-BE49-F238E27FC236}">
                    <a16:creationId xmlns:a16="http://schemas.microsoft.com/office/drawing/2014/main" id="{25D76CFB-F0D4-CB5E-CC6E-66B93D49CF9D}"/>
                  </a:ext>
                </a:extLst>
              </p14:cNvPr>
              <p14:cNvContentPartPr/>
              <p14:nvPr/>
            </p14:nvContentPartPr>
            <p14:xfrm>
              <a:off x="10543320" y="5382440"/>
              <a:ext cx="164520" cy="73800"/>
            </p14:xfrm>
          </p:contentPart>
        </mc:Choice>
        <mc:Fallback xmlns="">
          <p:pic>
            <p:nvPicPr>
              <p:cNvPr id="44" name="Ink 43">
                <a:extLst>
                  <a:ext uri="{FF2B5EF4-FFF2-40B4-BE49-F238E27FC236}">
                    <a16:creationId xmlns:a16="http://schemas.microsoft.com/office/drawing/2014/main" id="{25D76CFB-F0D4-CB5E-CC6E-66B93D49CF9D}"/>
                  </a:ext>
                </a:extLst>
              </p:cNvPr>
              <p:cNvPicPr/>
              <p:nvPr/>
            </p:nvPicPr>
            <p:blipFill>
              <a:blip r:embed="rId57"/>
              <a:stretch>
                <a:fillRect/>
              </a:stretch>
            </p:blipFill>
            <p:spPr>
              <a:xfrm>
                <a:off x="10537200" y="5376320"/>
                <a:ext cx="17676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5" name="Ink 44">
                <a:extLst>
                  <a:ext uri="{FF2B5EF4-FFF2-40B4-BE49-F238E27FC236}">
                    <a16:creationId xmlns:a16="http://schemas.microsoft.com/office/drawing/2014/main" id="{1294EE6C-1EC9-65A8-441F-CFC61860593D}"/>
                  </a:ext>
                </a:extLst>
              </p14:cNvPr>
              <p14:cNvContentPartPr/>
              <p14:nvPr/>
            </p14:nvContentPartPr>
            <p14:xfrm>
              <a:off x="10691280" y="5227280"/>
              <a:ext cx="117360" cy="264600"/>
            </p14:xfrm>
          </p:contentPart>
        </mc:Choice>
        <mc:Fallback xmlns="">
          <p:pic>
            <p:nvPicPr>
              <p:cNvPr id="45" name="Ink 44">
                <a:extLst>
                  <a:ext uri="{FF2B5EF4-FFF2-40B4-BE49-F238E27FC236}">
                    <a16:creationId xmlns:a16="http://schemas.microsoft.com/office/drawing/2014/main" id="{1294EE6C-1EC9-65A8-441F-CFC61860593D}"/>
                  </a:ext>
                </a:extLst>
              </p:cNvPr>
              <p:cNvPicPr/>
              <p:nvPr/>
            </p:nvPicPr>
            <p:blipFill>
              <a:blip r:embed="rId59"/>
              <a:stretch>
                <a:fillRect/>
              </a:stretch>
            </p:blipFill>
            <p:spPr>
              <a:xfrm>
                <a:off x="10685160" y="5221160"/>
                <a:ext cx="12960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6" name="Ink 45">
                <a:extLst>
                  <a:ext uri="{FF2B5EF4-FFF2-40B4-BE49-F238E27FC236}">
                    <a16:creationId xmlns:a16="http://schemas.microsoft.com/office/drawing/2014/main" id="{60A395C9-B650-3CF0-0B38-E8305735956D}"/>
                  </a:ext>
                </a:extLst>
              </p14:cNvPr>
              <p14:cNvContentPartPr/>
              <p14:nvPr/>
            </p14:nvContentPartPr>
            <p14:xfrm>
              <a:off x="10750680" y="5289920"/>
              <a:ext cx="207000" cy="245160"/>
            </p14:xfrm>
          </p:contentPart>
        </mc:Choice>
        <mc:Fallback xmlns="">
          <p:pic>
            <p:nvPicPr>
              <p:cNvPr id="46" name="Ink 45">
                <a:extLst>
                  <a:ext uri="{FF2B5EF4-FFF2-40B4-BE49-F238E27FC236}">
                    <a16:creationId xmlns:a16="http://schemas.microsoft.com/office/drawing/2014/main" id="{60A395C9-B650-3CF0-0B38-E8305735956D}"/>
                  </a:ext>
                </a:extLst>
              </p:cNvPr>
              <p:cNvPicPr/>
              <p:nvPr/>
            </p:nvPicPr>
            <p:blipFill>
              <a:blip r:embed="rId61"/>
              <a:stretch>
                <a:fillRect/>
              </a:stretch>
            </p:blipFill>
            <p:spPr>
              <a:xfrm>
                <a:off x="10744560" y="5283800"/>
                <a:ext cx="219240" cy="257400"/>
              </a:xfrm>
              <a:prstGeom prst="rect">
                <a:avLst/>
              </a:prstGeom>
            </p:spPr>
          </p:pic>
        </mc:Fallback>
      </mc:AlternateContent>
      <p:grpSp>
        <p:nvGrpSpPr>
          <p:cNvPr id="59" name="Group 58">
            <a:extLst>
              <a:ext uri="{FF2B5EF4-FFF2-40B4-BE49-F238E27FC236}">
                <a16:creationId xmlns:a16="http://schemas.microsoft.com/office/drawing/2014/main" id="{127E42CA-9859-D71C-36B7-D9F3D5553923}"/>
              </a:ext>
            </a:extLst>
          </p:cNvPr>
          <p:cNvGrpSpPr/>
          <p:nvPr/>
        </p:nvGrpSpPr>
        <p:grpSpPr>
          <a:xfrm>
            <a:off x="8047800" y="5226920"/>
            <a:ext cx="1370520" cy="991080"/>
            <a:chOff x="8047800" y="5226920"/>
            <a:chExt cx="1370520" cy="991080"/>
          </a:xfrm>
        </p:grpSpPr>
        <mc:AlternateContent xmlns:mc="http://schemas.openxmlformats.org/markup-compatibility/2006" xmlns:p14="http://schemas.microsoft.com/office/powerpoint/2010/main">
          <mc:Choice Requires="p14">
            <p:contentPart p14:bwMode="auto" r:id="rId62">
              <p14:nvContentPartPr>
                <p14:cNvPr id="51" name="Ink 50">
                  <a:extLst>
                    <a:ext uri="{FF2B5EF4-FFF2-40B4-BE49-F238E27FC236}">
                      <a16:creationId xmlns:a16="http://schemas.microsoft.com/office/drawing/2014/main" id="{67F5B3BF-FE9C-25CF-79F5-31723A1CDE60}"/>
                    </a:ext>
                  </a:extLst>
                </p14:cNvPr>
                <p14:cNvContentPartPr/>
                <p14:nvPr/>
              </p14:nvContentPartPr>
              <p14:xfrm>
                <a:off x="8637480" y="5307560"/>
                <a:ext cx="342720" cy="290520"/>
              </p14:xfrm>
            </p:contentPart>
          </mc:Choice>
          <mc:Fallback xmlns="">
            <p:pic>
              <p:nvPicPr>
                <p:cNvPr id="51" name="Ink 50">
                  <a:extLst>
                    <a:ext uri="{FF2B5EF4-FFF2-40B4-BE49-F238E27FC236}">
                      <a16:creationId xmlns:a16="http://schemas.microsoft.com/office/drawing/2014/main" id="{67F5B3BF-FE9C-25CF-79F5-31723A1CDE60}"/>
                    </a:ext>
                  </a:extLst>
                </p:cNvPr>
                <p:cNvPicPr/>
                <p:nvPr/>
              </p:nvPicPr>
              <p:blipFill>
                <a:blip r:embed="rId63"/>
                <a:stretch>
                  <a:fillRect/>
                </a:stretch>
              </p:blipFill>
              <p:spPr>
                <a:xfrm>
                  <a:off x="8631360" y="5301440"/>
                  <a:ext cx="35496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2" name="Ink 51">
                  <a:extLst>
                    <a:ext uri="{FF2B5EF4-FFF2-40B4-BE49-F238E27FC236}">
                      <a16:creationId xmlns:a16="http://schemas.microsoft.com/office/drawing/2014/main" id="{5CB3C430-AA0F-6DCA-C5B3-8396A78AB723}"/>
                    </a:ext>
                  </a:extLst>
                </p14:cNvPr>
                <p14:cNvContentPartPr/>
                <p14:nvPr/>
              </p14:nvContentPartPr>
              <p14:xfrm>
                <a:off x="8919360" y="5226920"/>
                <a:ext cx="119520" cy="311760"/>
              </p14:xfrm>
            </p:contentPart>
          </mc:Choice>
          <mc:Fallback xmlns="">
            <p:pic>
              <p:nvPicPr>
                <p:cNvPr id="52" name="Ink 51">
                  <a:extLst>
                    <a:ext uri="{FF2B5EF4-FFF2-40B4-BE49-F238E27FC236}">
                      <a16:creationId xmlns:a16="http://schemas.microsoft.com/office/drawing/2014/main" id="{5CB3C430-AA0F-6DCA-C5B3-8396A78AB723}"/>
                    </a:ext>
                  </a:extLst>
                </p:cNvPr>
                <p:cNvPicPr/>
                <p:nvPr/>
              </p:nvPicPr>
              <p:blipFill>
                <a:blip r:embed="rId65"/>
                <a:stretch>
                  <a:fillRect/>
                </a:stretch>
              </p:blipFill>
              <p:spPr>
                <a:xfrm>
                  <a:off x="8913240" y="5220800"/>
                  <a:ext cx="131760" cy="324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3" name="Ink 52">
                  <a:extLst>
                    <a:ext uri="{FF2B5EF4-FFF2-40B4-BE49-F238E27FC236}">
                      <a16:creationId xmlns:a16="http://schemas.microsoft.com/office/drawing/2014/main" id="{28FC4D85-80A9-088D-5081-69B52D93D8F4}"/>
                    </a:ext>
                  </a:extLst>
                </p14:cNvPr>
                <p14:cNvContentPartPr/>
                <p14:nvPr/>
              </p14:nvContentPartPr>
              <p14:xfrm>
                <a:off x="8047800" y="5671880"/>
                <a:ext cx="171720" cy="529200"/>
              </p14:xfrm>
            </p:contentPart>
          </mc:Choice>
          <mc:Fallback xmlns="">
            <p:pic>
              <p:nvPicPr>
                <p:cNvPr id="53" name="Ink 52">
                  <a:extLst>
                    <a:ext uri="{FF2B5EF4-FFF2-40B4-BE49-F238E27FC236}">
                      <a16:creationId xmlns:a16="http://schemas.microsoft.com/office/drawing/2014/main" id="{28FC4D85-80A9-088D-5081-69B52D93D8F4}"/>
                    </a:ext>
                  </a:extLst>
                </p:cNvPr>
                <p:cNvPicPr/>
                <p:nvPr/>
              </p:nvPicPr>
              <p:blipFill>
                <a:blip r:embed="rId67"/>
                <a:stretch>
                  <a:fillRect/>
                </a:stretch>
              </p:blipFill>
              <p:spPr>
                <a:xfrm>
                  <a:off x="8041680" y="5665760"/>
                  <a:ext cx="183960" cy="5414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4" name="Ink 53">
                  <a:extLst>
                    <a:ext uri="{FF2B5EF4-FFF2-40B4-BE49-F238E27FC236}">
                      <a16:creationId xmlns:a16="http://schemas.microsoft.com/office/drawing/2014/main" id="{59E7626F-A84F-A05C-6556-CA891BE3F5BF}"/>
                    </a:ext>
                  </a:extLst>
                </p14:cNvPr>
                <p14:cNvContentPartPr/>
                <p14:nvPr/>
              </p14:nvContentPartPr>
              <p14:xfrm>
                <a:off x="8173440" y="6089840"/>
                <a:ext cx="96120" cy="128160"/>
              </p14:xfrm>
            </p:contentPart>
          </mc:Choice>
          <mc:Fallback xmlns="">
            <p:pic>
              <p:nvPicPr>
                <p:cNvPr id="54" name="Ink 53">
                  <a:extLst>
                    <a:ext uri="{FF2B5EF4-FFF2-40B4-BE49-F238E27FC236}">
                      <a16:creationId xmlns:a16="http://schemas.microsoft.com/office/drawing/2014/main" id="{59E7626F-A84F-A05C-6556-CA891BE3F5BF}"/>
                    </a:ext>
                  </a:extLst>
                </p:cNvPr>
                <p:cNvPicPr/>
                <p:nvPr/>
              </p:nvPicPr>
              <p:blipFill>
                <a:blip r:embed="rId69"/>
                <a:stretch>
                  <a:fillRect/>
                </a:stretch>
              </p:blipFill>
              <p:spPr>
                <a:xfrm>
                  <a:off x="8167320" y="6083720"/>
                  <a:ext cx="10836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5" name="Ink 54">
                  <a:extLst>
                    <a:ext uri="{FF2B5EF4-FFF2-40B4-BE49-F238E27FC236}">
                      <a16:creationId xmlns:a16="http://schemas.microsoft.com/office/drawing/2014/main" id="{B2FA9AC8-5635-C75A-E57B-F6781568B078}"/>
                    </a:ext>
                  </a:extLst>
                </p14:cNvPr>
                <p14:cNvContentPartPr/>
                <p14:nvPr/>
              </p14:nvContentPartPr>
              <p14:xfrm>
                <a:off x="8366400" y="6057440"/>
                <a:ext cx="117360" cy="131760"/>
              </p14:xfrm>
            </p:contentPart>
          </mc:Choice>
          <mc:Fallback xmlns="">
            <p:pic>
              <p:nvPicPr>
                <p:cNvPr id="55" name="Ink 54">
                  <a:extLst>
                    <a:ext uri="{FF2B5EF4-FFF2-40B4-BE49-F238E27FC236}">
                      <a16:creationId xmlns:a16="http://schemas.microsoft.com/office/drawing/2014/main" id="{B2FA9AC8-5635-C75A-E57B-F6781568B078}"/>
                    </a:ext>
                  </a:extLst>
                </p:cNvPr>
                <p:cNvPicPr/>
                <p:nvPr/>
              </p:nvPicPr>
              <p:blipFill>
                <a:blip r:embed="rId71"/>
                <a:stretch>
                  <a:fillRect/>
                </a:stretch>
              </p:blipFill>
              <p:spPr>
                <a:xfrm>
                  <a:off x="8360280" y="6051320"/>
                  <a:ext cx="1296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6" name="Ink 55">
                  <a:extLst>
                    <a:ext uri="{FF2B5EF4-FFF2-40B4-BE49-F238E27FC236}">
                      <a16:creationId xmlns:a16="http://schemas.microsoft.com/office/drawing/2014/main" id="{D2F71CDB-00BB-DCD1-9899-1FCAC089A077}"/>
                    </a:ext>
                  </a:extLst>
                </p14:cNvPr>
                <p14:cNvContentPartPr/>
                <p14:nvPr/>
              </p14:nvContentPartPr>
              <p14:xfrm>
                <a:off x="8866800" y="5710760"/>
                <a:ext cx="279360" cy="472680"/>
              </p14:xfrm>
            </p:contentPart>
          </mc:Choice>
          <mc:Fallback xmlns="">
            <p:pic>
              <p:nvPicPr>
                <p:cNvPr id="56" name="Ink 55">
                  <a:extLst>
                    <a:ext uri="{FF2B5EF4-FFF2-40B4-BE49-F238E27FC236}">
                      <a16:creationId xmlns:a16="http://schemas.microsoft.com/office/drawing/2014/main" id="{D2F71CDB-00BB-DCD1-9899-1FCAC089A077}"/>
                    </a:ext>
                  </a:extLst>
                </p:cNvPr>
                <p:cNvPicPr/>
                <p:nvPr/>
              </p:nvPicPr>
              <p:blipFill>
                <a:blip r:embed="rId73"/>
                <a:stretch>
                  <a:fillRect/>
                </a:stretch>
              </p:blipFill>
              <p:spPr>
                <a:xfrm>
                  <a:off x="8860680" y="5704640"/>
                  <a:ext cx="29160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7" name="Ink 56">
                  <a:extLst>
                    <a:ext uri="{FF2B5EF4-FFF2-40B4-BE49-F238E27FC236}">
                      <a16:creationId xmlns:a16="http://schemas.microsoft.com/office/drawing/2014/main" id="{823A0598-2D16-F38E-13E5-2552095343BF}"/>
                    </a:ext>
                  </a:extLst>
                </p14:cNvPr>
                <p14:cNvContentPartPr/>
                <p14:nvPr/>
              </p14:nvContentPartPr>
              <p14:xfrm>
                <a:off x="9201960" y="5719040"/>
                <a:ext cx="127440" cy="440280"/>
              </p14:xfrm>
            </p:contentPart>
          </mc:Choice>
          <mc:Fallback xmlns="">
            <p:pic>
              <p:nvPicPr>
                <p:cNvPr id="57" name="Ink 56">
                  <a:extLst>
                    <a:ext uri="{FF2B5EF4-FFF2-40B4-BE49-F238E27FC236}">
                      <a16:creationId xmlns:a16="http://schemas.microsoft.com/office/drawing/2014/main" id="{823A0598-2D16-F38E-13E5-2552095343BF}"/>
                    </a:ext>
                  </a:extLst>
                </p:cNvPr>
                <p:cNvPicPr/>
                <p:nvPr/>
              </p:nvPicPr>
              <p:blipFill>
                <a:blip r:embed="rId75"/>
                <a:stretch>
                  <a:fillRect/>
                </a:stretch>
              </p:blipFill>
              <p:spPr>
                <a:xfrm>
                  <a:off x="9195840" y="5712920"/>
                  <a:ext cx="139680" cy="4525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8" name="Ink 57">
                  <a:extLst>
                    <a:ext uri="{FF2B5EF4-FFF2-40B4-BE49-F238E27FC236}">
                      <a16:creationId xmlns:a16="http://schemas.microsoft.com/office/drawing/2014/main" id="{C8E3A9ED-C76A-75FF-EF18-6BA7A0B3E028}"/>
                    </a:ext>
                  </a:extLst>
                </p14:cNvPr>
                <p14:cNvContentPartPr/>
                <p14:nvPr/>
              </p14:nvContentPartPr>
              <p14:xfrm>
                <a:off x="9304920" y="6031160"/>
                <a:ext cx="113400" cy="39600"/>
              </p14:xfrm>
            </p:contentPart>
          </mc:Choice>
          <mc:Fallback xmlns="">
            <p:pic>
              <p:nvPicPr>
                <p:cNvPr id="58" name="Ink 57">
                  <a:extLst>
                    <a:ext uri="{FF2B5EF4-FFF2-40B4-BE49-F238E27FC236}">
                      <a16:creationId xmlns:a16="http://schemas.microsoft.com/office/drawing/2014/main" id="{C8E3A9ED-C76A-75FF-EF18-6BA7A0B3E028}"/>
                    </a:ext>
                  </a:extLst>
                </p:cNvPr>
                <p:cNvPicPr/>
                <p:nvPr/>
              </p:nvPicPr>
              <p:blipFill>
                <a:blip r:embed="rId77"/>
                <a:stretch>
                  <a:fillRect/>
                </a:stretch>
              </p:blipFill>
              <p:spPr>
                <a:xfrm>
                  <a:off x="9298800" y="6025040"/>
                  <a:ext cx="125640" cy="51840"/>
                </a:xfrm>
                <a:prstGeom prst="rect">
                  <a:avLst/>
                </a:prstGeom>
              </p:spPr>
            </p:pic>
          </mc:Fallback>
        </mc:AlternateContent>
      </p:grpSp>
      <p:grpSp>
        <p:nvGrpSpPr>
          <p:cNvPr id="62" name="Group 61">
            <a:extLst>
              <a:ext uri="{FF2B5EF4-FFF2-40B4-BE49-F238E27FC236}">
                <a16:creationId xmlns:a16="http://schemas.microsoft.com/office/drawing/2014/main" id="{046A3D69-48BB-E456-AA75-1D2D58F03BDA}"/>
              </a:ext>
            </a:extLst>
          </p:cNvPr>
          <p:cNvGrpSpPr/>
          <p:nvPr/>
        </p:nvGrpSpPr>
        <p:grpSpPr>
          <a:xfrm>
            <a:off x="313200" y="3943520"/>
            <a:ext cx="611640" cy="440280"/>
            <a:chOff x="313200" y="3943520"/>
            <a:chExt cx="611640" cy="440280"/>
          </a:xfrm>
        </p:grpSpPr>
        <mc:AlternateContent xmlns:mc="http://schemas.openxmlformats.org/markup-compatibility/2006" xmlns:p14="http://schemas.microsoft.com/office/powerpoint/2010/main">
          <mc:Choice Requires="p14">
            <p:contentPart p14:bwMode="auto" r:id="rId78">
              <p14:nvContentPartPr>
                <p14:cNvPr id="60" name="Ink 59">
                  <a:extLst>
                    <a:ext uri="{FF2B5EF4-FFF2-40B4-BE49-F238E27FC236}">
                      <a16:creationId xmlns:a16="http://schemas.microsoft.com/office/drawing/2014/main" id="{C8B2DE95-BFCE-2E29-A177-2493694287C3}"/>
                    </a:ext>
                  </a:extLst>
                </p14:cNvPr>
                <p14:cNvContentPartPr/>
                <p14:nvPr/>
              </p14:nvContentPartPr>
              <p14:xfrm>
                <a:off x="313200" y="3970880"/>
                <a:ext cx="297720" cy="396720"/>
              </p14:xfrm>
            </p:contentPart>
          </mc:Choice>
          <mc:Fallback xmlns="">
            <p:pic>
              <p:nvPicPr>
                <p:cNvPr id="60" name="Ink 59">
                  <a:extLst>
                    <a:ext uri="{FF2B5EF4-FFF2-40B4-BE49-F238E27FC236}">
                      <a16:creationId xmlns:a16="http://schemas.microsoft.com/office/drawing/2014/main" id="{C8B2DE95-BFCE-2E29-A177-2493694287C3}"/>
                    </a:ext>
                  </a:extLst>
                </p:cNvPr>
                <p:cNvPicPr/>
                <p:nvPr/>
              </p:nvPicPr>
              <p:blipFill>
                <a:blip r:embed="rId79"/>
                <a:stretch>
                  <a:fillRect/>
                </a:stretch>
              </p:blipFill>
              <p:spPr>
                <a:xfrm>
                  <a:off x="307080" y="3964760"/>
                  <a:ext cx="309960" cy="4089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1" name="Ink 60">
                  <a:extLst>
                    <a:ext uri="{FF2B5EF4-FFF2-40B4-BE49-F238E27FC236}">
                      <a16:creationId xmlns:a16="http://schemas.microsoft.com/office/drawing/2014/main" id="{13370999-7D13-4732-D498-5A26E8A2B377}"/>
                    </a:ext>
                  </a:extLst>
                </p14:cNvPr>
                <p14:cNvContentPartPr/>
                <p14:nvPr/>
              </p14:nvContentPartPr>
              <p14:xfrm>
                <a:off x="722160" y="3943520"/>
                <a:ext cx="202680" cy="440280"/>
              </p14:xfrm>
            </p:contentPart>
          </mc:Choice>
          <mc:Fallback xmlns="">
            <p:pic>
              <p:nvPicPr>
                <p:cNvPr id="61" name="Ink 60">
                  <a:extLst>
                    <a:ext uri="{FF2B5EF4-FFF2-40B4-BE49-F238E27FC236}">
                      <a16:creationId xmlns:a16="http://schemas.microsoft.com/office/drawing/2014/main" id="{13370999-7D13-4732-D498-5A26E8A2B377}"/>
                    </a:ext>
                  </a:extLst>
                </p:cNvPr>
                <p:cNvPicPr/>
                <p:nvPr/>
              </p:nvPicPr>
              <p:blipFill>
                <a:blip r:embed="rId81"/>
                <a:stretch>
                  <a:fillRect/>
                </a:stretch>
              </p:blipFill>
              <p:spPr>
                <a:xfrm>
                  <a:off x="716040" y="3937400"/>
                  <a:ext cx="214920" cy="452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2">
            <p14:nvContentPartPr>
              <p14:cNvPr id="63" name="Ink 62">
                <a:extLst>
                  <a:ext uri="{FF2B5EF4-FFF2-40B4-BE49-F238E27FC236}">
                    <a16:creationId xmlns:a16="http://schemas.microsoft.com/office/drawing/2014/main" id="{7E557A70-A46E-CF94-1F11-B81C61A0CB22}"/>
                  </a:ext>
                </a:extLst>
              </p14:cNvPr>
              <p14:cNvContentPartPr/>
              <p14:nvPr/>
            </p14:nvContentPartPr>
            <p14:xfrm>
              <a:off x="425520" y="5205320"/>
              <a:ext cx="169560" cy="488880"/>
            </p14:xfrm>
          </p:contentPart>
        </mc:Choice>
        <mc:Fallback xmlns="">
          <p:pic>
            <p:nvPicPr>
              <p:cNvPr id="63" name="Ink 62">
                <a:extLst>
                  <a:ext uri="{FF2B5EF4-FFF2-40B4-BE49-F238E27FC236}">
                    <a16:creationId xmlns:a16="http://schemas.microsoft.com/office/drawing/2014/main" id="{7E557A70-A46E-CF94-1F11-B81C61A0CB22}"/>
                  </a:ext>
                </a:extLst>
              </p:cNvPr>
              <p:cNvPicPr/>
              <p:nvPr/>
            </p:nvPicPr>
            <p:blipFill>
              <a:blip r:embed="rId83"/>
              <a:stretch>
                <a:fillRect/>
              </a:stretch>
            </p:blipFill>
            <p:spPr>
              <a:xfrm>
                <a:off x="419400" y="5199200"/>
                <a:ext cx="181800" cy="501120"/>
              </a:xfrm>
              <a:prstGeom prst="rect">
                <a:avLst/>
              </a:prstGeom>
            </p:spPr>
          </p:pic>
        </mc:Fallback>
      </mc:AlternateContent>
      <p:grpSp>
        <p:nvGrpSpPr>
          <p:cNvPr id="66" name="Group 65">
            <a:extLst>
              <a:ext uri="{FF2B5EF4-FFF2-40B4-BE49-F238E27FC236}">
                <a16:creationId xmlns:a16="http://schemas.microsoft.com/office/drawing/2014/main" id="{F1A67EFF-7CBA-6768-E884-4FB369F452CB}"/>
              </a:ext>
            </a:extLst>
          </p:cNvPr>
          <p:cNvGrpSpPr/>
          <p:nvPr/>
        </p:nvGrpSpPr>
        <p:grpSpPr>
          <a:xfrm>
            <a:off x="828360" y="5221520"/>
            <a:ext cx="254160" cy="449640"/>
            <a:chOff x="828360" y="5221520"/>
            <a:chExt cx="254160" cy="449640"/>
          </a:xfrm>
        </p:grpSpPr>
        <mc:AlternateContent xmlns:mc="http://schemas.openxmlformats.org/markup-compatibility/2006" xmlns:p14="http://schemas.microsoft.com/office/powerpoint/2010/main">
          <mc:Choice Requires="p14">
            <p:contentPart p14:bwMode="auto" r:id="rId84">
              <p14:nvContentPartPr>
                <p14:cNvPr id="64" name="Ink 63">
                  <a:extLst>
                    <a:ext uri="{FF2B5EF4-FFF2-40B4-BE49-F238E27FC236}">
                      <a16:creationId xmlns:a16="http://schemas.microsoft.com/office/drawing/2014/main" id="{15A34A86-45D1-AE57-960C-6BA360AE2A75}"/>
                    </a:ext>
                  </a:extLst>
                </p14:cNvPr>
                <p14:cNvContentPartPr/>
                <p14:nvPr/>
              </p14:nvContentPartPr>
              <p14:xfrm>
                <a:off x="828360" y="5221520"/>
                <a:ext cx="168480" cy="449640"/>
              </p14:xfrm>
            </p:contentPart>
          </mc:Choice>
          <mc:Fallback xmlns="">
            <p:pic>
              <p:nvPicPr>
                <p:cNvPr id="64" name="Ink 63">
                  <a:extLst>
                    <a:ext uri="{FF2B5EF4-FFF2-40B4-BE49-F238E27FC236}">
                      <a16:creationId xmlns:a16="http://schemas.microsoft.com/office/drawing/2014/main" id="{15A34A86-45D1-AE57-960C-6BA360AE2A75}"/>
                    </a:ext>
                  </a:extLst>
                </p:cNvPr>
                <p:cNvPicPr/>
                <p:nvPr/>
              </p:nvPicPr>
              <p:blipFill>
                <a:blip r:embed="rId85"/>
                <a:stretch>
                  <a:fillRect/>
                </a:stretch>
              </p:blipFill>
              <p:spPr>
                <a:xfrm>
                  <a:off x="822240" y="5215400"/>
                  <a:ext cx="180720" cy="4618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5" name="Ink 64">
                  <a:extLst>
                    <a:ext uri="{FF2B5EF4-FFF2-40B4-BE49-F238E27FC236}">
                      <a16:creationId xmlns:a16="http://schemas.microsoft.com/office/drawing/2014/main" id="{58C1B4B5-010C-6E87-82E6-92490A56609D}"/>
                    </a:ext>
                  </a:extLst>
                </p14:cNvPr>
                <p14:cNvContentPartPr/>
                <p14:nvPr/>
              </p14:nvContentPartPr>
              <p14:xfrm>
                <a:off x="938160" y="5496200"/>
                <a:ext cx="144360" cy="68760"/>
              </p14:xfrm>
            </p:contentPart>
          </mc:Choice>
          <mc:Fallback xmlns="">
            <p:pic>
              <p:nvPicPr>
                <p:cNvPr id="65" name="Ink 64">
                  <a:extLst>
                    <a:ext uri="{FF2B5EF4-FFF2-40B4-BE49-F238E27FC236}">
                      <a16:creationId xmlns:a16="http://schemas.microsoft.com/office/drawing/2014/main" id="{58C1B4B5-010C-6E87-82E6-92490A56609D}"/>
                    </a:ext>
                  </a:extLst>
                </p:cNvPr>
                <p:cNvPicPr/>
                <p:nvPr/>
              </p:nvPicPr>
              <p:blipFill>
                <a:blip r:embed="rId87"/>
                <a:stretch>
                  <a:fillRect/>
                </a:stretch>
              </p:blipFill>
              <p:spPr>
                <a:xfrm>
                  <a:off x="932040" y="5490080"/>
                  <a:ext cx="156600" cy="81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8">
            <p14:nvContentPartPr>
              <p14:cNvPr id="67" name="Ink 66">
                <a:extLst>
                  <a:ext uri="{FF2B5EF4-FFF2-40B4-BE49-F238E27FC236}">
                    <a16:creationId xmlns:a16="http://schemas.microsoft.com/office/drawing/2014/main" id="{74B7F2C1-44C1-8BFE-67A6-F18E1BDB8AB9}"/>
                  </a:ext>
                </a:extLst>
              </p14:cNvPr>
              <p14:cNvContentPartPr/>
              <p14:nvPr/>
            </p14:nvContentPartPr>
            <p14:xfrm>
              <a:off x="1715760" y="5093360"/>
              <a:ext cx="79920" cy="517320"/>
            </p14:xfrm>
          </p:contentPart>
        </mc:Choice>
        <mc:Fallback xmlns="">
          <p:pic>
            <p:nvPicPr>
              <p:cNvPr id="67" name="Ink 66">
                <a:extLst>
                  <a:ext uri="{FF2B5EF4-FFF2-40B4-BE49-F238E27FC236}">
                    <a16:creationId xmlns:a16="http://schemas.microsoft.com/office/drawing/2014/main" id="{74B7F2C1-44C1-8BFE-67A6-F18E1BDB8AB9}"/>
                  </a:ext>
                </a:extLst>
              </p:cNvPr>
              <p:cNvPicPr/>
              <p:nvPr/>
            </p:nvPicPr>
            <p:blipFill>
              <a:blip r:embed="rId89"/>
              <a:stretch>
                <a:fillRect/>
              </a:stretch>
            </p:blipFill>
            <p:spPr>
              <a:xfrm>
                <a:off x="1709640" y="5087240"/>
                <a:ext cx="92160" cy="5295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8" name="Ink 67">
                <a:extLst>
                  <a:ext uri="{FF2B5EF4-FFF2-40B4-BE49-F238E27FC236}">
                    <a16:creationId xmlns:a16="http://schemas.microsoft.com/office/drawing/2014/main" id="{EB2C835C-4945-3A86-9C60-40F85A6C06E4}"/>
                  </a:ext>
                </a:extLst>
              </p14:cNvPr>
              <p14:cNvContentPartPr/>
              <p14:nvPr/>
            </p14:nvContentPartPr>
            <p14:xfrm>
              <a:off x="1998720" y="5350040"/>
              <a:ext cx="242640" cy="73800"/>
            </p14:xfrm>
          </p:contentPart>
        </mc:Choice>
        <mc:Fallback xmlns="">
          <p:pic>
            <p:nvPicPr>
              <p:cNvPr id="68" name="Ink 67">
                <a:extLst>
                  <a:ext uri="{FF2B5EF4-FFF2-40B4-BE49-F238E27FC236}">
                    <a16:creationId xmlns:a16="http://schemas.microsoft.com/office/drawing/2014/main" id="{EB2C835C-4945-3A86-9C60-40F85A6C06E4}"/>
                  </a:ext>
                </a:extLst>
              </p:cNvPr>
              <p:cNvPicPr/>
              <p:nvPr/>
            </p:nvPicPr>
            <p:blipFill>
              <a:blip r:embed="rId91"/>
              <a:stretch>
                <a:fillRect/>
              </a:stretch>
            </p:blipFill>
            <p:spPr>
              <a:xfrm>
                <a:off x="1992600" y="5343920"/>
                <a:ext cx="254880" cy="86040"/>
              </a:xfrm>
              <a:prstGeom prst="rect">
                <a:avLst/>
              </a:prstGeom>
            </p:spPr>
          </p:pic>
        </mc:Fallback>
      </mc:AlternateContent>
      <p:grpSp>
        <p:nvGrpSpPr>
          <p:cNvPr id="80" name="Group 79">
            <a:extLst>
              <a:ext uri="{FF2B5EF4-FFF2-40B4-BE49-F238E27FC236}">
                <a16:creationId xmlns:a16="http://schemas.microsoft.com/office/drawing/2014/main" id="{E4703BCD-75E3-0B0B-4923-5E6A9A335360}"/>
              </a:ext>
            </a:extLst>
          </p:cNvPr>
          <p:cNvGrpSpPr/>
          <p:nvPr/>
        </p:nvGrpSpPr>
        <p:grpSpPr>
          <a:xfrm>
            <a:off x="2437200" y="5030360"/>
            <a:ext cx="282960" cy="597960"/>
            <a:chOff x="2437200" y="5030360"/>
            <a:chExt cx="282960" cy="597960"/>
          </a:xfrm>
        </p:grpSpPr>
        <mc:AlternateContent xmlns:mc="http://schemas.openxmlformats.org/markup-compatibility/2006" xmlns:p14="http://schemas.microsoft.com/office/powerpoint/2010/main">
          <mc:Choice Requires="p14">
            <p:contentPart p14:bwMode="auto" r:id="rId92">
              <p14:nvContentPartPr>
                <p14:cNvPr id="69" name="Ink 68">
                  <a:extLst>
                    <a:ext uri="{FF2B5EF4-FFF2-40B4-BE49-F238E27FC236}">
                      <a16:creationId xmlns:a16="http://schemas.microsoft.com/office/drawing/2014/main" id="{2728A45D-FBE6-FB30-631B-50794FE39218}"/>
                    </a:ext>
                  </a:extLst>
                </p14:cNvPr>
                <p14:cNvContentPartPr/>
                <p14:nvPr/>
              </p14:nvContentPartPr>
              <p14:xfrm>
                <a:off x="2437200" y="5030360"/>
                <a:ext cx="147600" cy="563760"/>
              </p14:xfrm>
            </p:contentPart>
          </mc:Choice>
          <mc:Fallback xmlns="">
            <p:pic>
              <p:nvPicPr>
                <p:cNvPr id="69" name="Ink 68">
                  <a:extLst>
                    <a:ext uri="{FF2B5EF4-FFF2-40B4-BE49-F238E27FC236}">
                      <a16:creationId xmlns:a16="http://schemas.microsoft.com/office/drawing/2014/main" id="{2728A45D-FBE6-FB30-631B-50794FE39218}"/>
                    </a:ext>
                  </a:extLst>
                </p:cNvPr>
                <p:cNvPicPr/>
                <p:nvPr/>
              </p:nvPicPr>
              <p:blipFill>
                <a:blip r:embed="rId93"/>
                <a:stretch>
                  <a:fillRect/>
                </a:stretch>
              </p:blipFill>
              <p:spPr>
                <a:xfrm>
                  <a:off x="2431080" y="5024240"/>
                  <a:ext cx="159840" cy="576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0" name="Ink 69">
                  <a:extLst>
                    <a:ext uri="{FF2B5EF4-FFF2-40B4-BE49-F238E27FC236}">
                      <a16:creationId xmlns:a16="http://schemas.microsoft.com/office/drawing/2014/main" id="{C18C8CCC-BB30-A4D5-6D8A-E81EE8A51EDC}"/>
                    </a:ext>
                  </a:extLst>
                </p14:cNvPr>
                <p14:cNvContentPartPr/>
                <p14:nvPr/>
              </p14:nvContentPartPr>
              <p14:xfrm>
                <a:off x="2602440" y="5474600"/>
                <a:ext cx="117720" cy="153720"/>
              </p14:xfrm>
            </p:contentPart>
          </mc:Choice>
          <mc:Fallback xmlns="">
            <p:pic>
              <p:nvPicPr>
                <p:cNvPr id="70" name="Ink 69">
                  <a:extLst>
                    <a:ext uri="{FF2B5EF4-FFF2-40B4-BE49-F238E27FC236}">
                      <a16:creationId xmlns:a16="http://schemas.microsoft.com/office/drawing/2014/main" id="{C18C8CCC-BB30-A4D5-6D8A-E81EE8A51EDC}"/>
                    </a:ext>
                  </a:extLst>
                </p:cNvPr>
                <p:cNvPicPr/>
                <p:nvPr/>
              </p:nvPicPr>
              <p:blipFill>
                <a:blip r:embed="rId95"/>
                <a:stretch>
                  <a:fillRect/>
                </a:stretch>
              </p:blipFill>
              <p:spPr>
                <a:xfrm>
                  <a:off x="2596320" y="5468480"/>
                  <a:ext cx="129960" cy="165960"/>
                </a:xfrm>
                <a:prstGeom prst="rect">
                  <a:avLst/>
                </a:prstGeom>
              </p:spPr>
            </p:pic>
          </mc:Fallback>
        </mc:AlternateContent>
      </p:grpSp>
      <p:grpSp>
        <p:nvGrpSpPr>
          <p:cNvPr id="79" name="Group 78">
            <a:extLst>
              <a:ext uri="{FF2B5EF4-FFF2-40B4-BE49-F238E27FC236}">
                <a16:creationId xmlns:a16="http://schemas.microsoft.com/office/drawing/2014/main" id="{92F6D8F3-7361-00DD-C567-BC99C80788D5}"/>
              </a:ext>
            </a:extLst>
          </p:cNvPr>
          <p:cNvGrpSpPr/>
          <p:nvPr/>
        </p:nvGrpSpPr>
        <p:grpSpPr>
          <a:xfrm>
            <a:off x="3260520" y="4980320"/>
            <a:ext cx="720360" cy="655200"/>
            <a:chOff x="3260520" y="4980320"/>
            <a:chExt cx="720360" cy="655200"/>
          </a:xfrm>
        </p:grpSpPr>
        <mc:AlternateContent xmlns:mc="http://schemas.openxmlformats.org/markup-compatibility/2006" xmlns:p14="http://schemas.microsoft.com/office/powerpoint/2010/main">
          <mc:Choice Requires="p14">
            <p:contentPart p14:bwMode="auto" r:id="rId96">
              <p14:nvContentPartPr>
                <p14:cNvPr id="71" name="Ink 70">
                  <a:extLst>
                    <a:ext uri="{FF2B5EF4-FFF2-40B4-BE49-F238E27FC236}">
                      <a16:creationId xmlns:a16="http://schemas.microsoft.com/office/drawing/2014/main" id="{6C7D4EFF-77D3-28C9-361B-0BF70B7B758D}"/>
                    </a:ext>
                  </a:extLst>
                </p14:cNvPr>
                <p14:cNvContentPartPr/>
                <p14:nvPr/>
              </p14:nvContentPartPr>
              <p14:xfrm>
                <a:off x="3260520" y="4980320"/>
                <a:ext cx="163080" cy="593640"/>
              </p14:xfrm>
            </p:contentPart>
          </mc:Choice>
          <mc:Fallback xmlns="">
            <p:pic>
              <p:nvPicPr>
                <p:cNvPr id="71" name="Ink 70">
                  <a:extLst>
                    <a:ext uri="{FF2B5EF4-FFF2-40B4-BE49-F238E27FC236}">
                      <a16:creationId xmlns:a16="http://schemas.microsoft.com/office/drawing/2014/main" id="{6C7D4EFF-77D3-28C9-361B-0BF70B7B758D}"/>
                    </a:ext>
                  </a:extLst>
                </p:cNvPr>
                <p:cNvPicPr/>
                <p:nvPr/>
              </p:nvPicPr>
              <p:blipFill>
                <a:blip r:embed="rId97"/>
                <a:stretch>
                  <a:fillRect/>
                </a:stretch>
              </p:blipFill>
              <p:spPr>
                <a:xfrm>
                  <a:off x="3254400" y="4974200"/>
                  <a:ext cx="175320" cy="6058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2" name="Ink 71">
                  <a:extLst>
                    <a:ext uri="{FF2B5EF4-FFF2-40B4-BE49-F238E27FC236}">
                      <a16:creationId xmlns:a16="http://schemas.microsoft.com/office/drawing/2014/main" id="{31EE64AD-81BF-BACD-AA0C-0EA1739B5B71}"/>
                    </a:ext>
                  </a:extLst>
                </p14:cNvPr>
                <p14:cNvContentPartPr/>
                <p14:nvPr/>
              </p14:nvContentPartPr>
              <p14:xfrm>
                <a:off x="3396600" y="5563520"/>
                <a:ext cx="19440" cy="72000"/>
              </p14:xfrm>
            </p:contentPart>
          </mc:Choice>
          <mc:Fallback xmlns="">
            <p:pic>
              <p:nvPicPr>
                <p:cNvPr id="72" name="Ink 71">
                  <a:extLst>
                    <a:ext uri="{FF2B5EF4-FFF2-40B4-BE49-F238E27FC236}">
                      <a16:creationId xmlns:a16="http://schemas.microsoft.com/office/drawing/2014/main" id="{31EE64AD-81BF-BACD-AA0C-0EA1739B5B71}"/>
                    </a:ext>
                  </a:extLst>
                </p:cNvPr>
                <p:cNvPicPr/>
                <p:nvPr/>
              </p:nvPicPr>
              <p:blipFill>
                <a:blip r:embed="rId99"/>
                <a:stretch>
                  <a:fillRect/>
                </a:stretch>
              </p:blipFill>
              <p:spPr>
                <a:xfrm>
                  <a:off x="3390480" y="5557400"/>
                  <a:ext cx="3168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3" name="Ink 72">
                  <a:extLst>
                    <a:ext uri="{FF2B5EF4-FFF2-40B4-BE49-F238E27FC236}">
                      <a16:creationId xmlns:a16="http://schemas.microsoft.com/office/drawing/2014/main" id="{5AE5E176-4800-F760-1104-F1D16536D7DB}"/>
                    </a:ext>
                  </a:extLst>
                </p14:cNvPr>
                <p14:cNvContentPartPr/>
                <p14:nvPr/>
              </p14:nvContentPartPr>
              <p14:xfrm>
                <a:off x="3435120" y="5404400"/>
                <a:ext cx="38520" cy="72720"/>
              </p14:xfrm>
            </p:contentPart>
          </mc:Choice>
          <mc:Fallback xmlns="">
            <p:pic>
              <p:nvPicPr>
                <p:cNvPr id="73" name="Ink 72">
                  <a:extLst>
                    <a:ext uri="{FF2B5EF4-FFF2-40B4-BE49-F238E27FC236}">
                      <a16:creationId xmlns:a16="http://schemas.microsoft.com/office/drawing/2014/main" id="{5AE5E176-4800-F760-1104-F1D16536D7DB}"/>
                    </a:ext>
                  </a:extLst>
                </p:cNvPr>
                <p:cNvPicPr/>
                <p:nvPr/>
              </p:nvPicPr>
              <p:blipFill>
                <a:blip r:embed="rId101"/>
                <a:stretch>
                  <a:fillRect/>
                </a:stretch>
              </p:blipFill>
              <p:spPr>
                <a:xfrm>
                  <a:off x="3429000" y="5398280"/>
                  <a:ext cx="5076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4" name="Ink 73">
                  <a:extLst>
                    <a:ext uri="{FF2B5EF4-FFF2-40B4-BE49-F238E27FC236}">
                      <a16:creationId xmlns:a16="http://schemas.microsoft.com/office/drawing/2014/main" id="{53ED4365-447A-9C26-E620-753E7BEFF7AE}"/>
                    </a:ext>
                  </a:extLst>
                </p14:cNvPr>
                <p14:cNvContentPartPr/>
                <p14:nvPr/>
              </p14:nvContentPartPr>
              <p14:xfrm>
                <a:off x="3542760" y="5439320"/>
                <a:ext cx="178920" cy="180360"/>
              </p14:xfrm>
            </p:contentPart>
          </mc:Choice>
          <mc:Fallback xmlns="">
            <p:pic>
              <p:nvPicPr>
                <p:cNvPr id="74" name="Ink 73">
                  <a:extLst>
                    <a:ext uri="{FF2B5EF4-FFF2-40B4-BE49-F238E27FC236}">
                      <a16:creationId xmlns:a16="http://schemas.microsoft.com/office/drawing/2014/main" id="{53ED4365-447A-9C26-E620-753E7BEFF7AE}"/>
                    </a:ext>
                  </a:extLst>
                </p:cNvPr>
                <p:cNvPicPr/>
                <p:nvPr/>
              </p:nvPicPr>
              <p:blipFill>
                <a:blip r:embed="rId103"/>
                <a:stretch>
                  <a:fillRect/>
                </a:stretch>
              </p:blipFill>
              <p:spPr>
                <a:xfrm>
                  <a:off x="3536640" y="5433200"/>
                  <a:ext cx="19116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5" name="Ink 74">
                  <a:extLst>
                    <a:ext uri="{FF2B5EF4-FFF2-40B4-BE49-F238E27FC236}">
                      <a16:creationId xmlns:a16="http://schemas.microsoft.com/office/drawing/2014/main" id="{DF3C2E0B-6B5E-103C-B622-F024C4223079}"/>
                    </a:ext>
                  </a:extLst>
                </p14:cNvPr>
                <p14:cNvContentPartPr/>
                <p14:nvPr/>
              </p14:nvContentPartPr>
              <p14:xfrm>
                <a:off x="3828240" y="5197400"/>
                <a:ext cx="43920" cy="371520"/>
              </p14:xfrm>
            </p:contentPart>
          </mc:Choice>
          <mc:Fallback xmlns="">
            <p:pic>
              <p:nvPicPr>
                <p:cNvPr id="75" name="Ink 74">
                  <a:extLst>
                    <a:ext uri="{FF2B5EF4-FFF2-40B4-BE49-F238E27FC236}">
                      <a16:creationId xmlns:a16="http://schemas.microsoft.com/office/drawing/2014/main" id="{DF3C2E0B-6B5E-103C-B622-F024C4223079}"/>
                    </a:ext>
                  </a:extLst>
                </p:cNvPr>
                <p:cNvPicPr/>
                <p:nvPr/>
              </p:nvPicPr>
              <p:blipFill>
                <a:blip r:embed="rId105"/>
                <a:stretch>
                  <a:fillRect/>
                </a:stretch>
              </p:blipFill>
              <p:spPr>
                <a:xfrm>
                  <a:off x="3822120" y="5191280"/>
                  <a:ext cx="56160" cy="3837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6" name="Ink 75">
                  <a:extLst>
                    <a:ext uri="{FF2B5EF4-FFF2-40B4-BE49-F238E27FC236}">
                      <a16:creationId xmlns:a16="http://schemas.microsoft.com/office/drawing/2014/main" id="{8EAE3897-8940-04B9-9462-96CEB4E9834C}"/>
                    </a:ext>
                  </a:extLst>
                </p14:cNvPr>
                <p14:cNvContentPartPr/>
                <p14:nvPr/>
              </p14:nvContentPartPr>
              <p14:xfrm>
                <a:off x="3893760" y="5263280"/>
                <a:ext cx="87120" cy="369360"/>
              </p14:xfrm>
            </p:contentPart>
          </mc:Choice>
          <mc:Fallback xmlns="">
            <p:pic>
              <p:nvPicPr>
                <p:cNvPr id="76" name="Ink 75">
                  <a:extLst>
                    <a:ext uri="{FF2B5EF4-FFF2-40B4-BE49-F238E27FC236}">
                      <a16:creationId xmlns:a16="http://schemas.microsoft.com/office/drawing/2014/main" id="{8EAE3897-8940-04B9-9462-96CEB4E9834C}"/>
                    </a:ext>
                  </a:extLst>
                </p:cNvPr>
                <p:cNvPicPr/>
                <p:nvPr/>
              </p:nvPicPr>
              <p:blipFill>
                <a:blip r:embed="rId107"/>
                <a:stretch>
                  <a:fillRect/>
                </a:stretch>
              </p:blipFill>
              <p:spPr>
                <a:xfrm>
                  <a:off x="3887640" y="5257160"/>
                  <a:ext cx="99360" cy="381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8">
            <p14:nvContentPartPr>
              <p14:cNvPr id="77" name="Ink 76">
                <a:extLst>
                  <a:ext uri="{FF2B5EF4-FFF2-40B4-BE49-F238E27FC236}">
                    <a16:creationId xmlns:a16="http://schemas.microsoft.com/office/drawing/2014/main" id="{4F060E37-E6C2-185C-E14A-5DB55318C92D}"/>
                  </a:ext>
                </a:extLst>
              </p14:cNvPr>
              <p14:cNvContentPartPr/>
              <p14:nvPr/>
            </p14:nvContentPartPr>
            <p14:xfrm>
              <a:off x="4201920" y="5219720"/>
              <a:ext cx="12240" cy="34920"/>
            </p14:xfrm>
          </p:contentPart>
        </mc:Choice>
        <mc:Fallback xmlns="">
          <p:pic>
            <p:nvPicPr>
              <p:cNvPr id="77" name="Ink 76">
                <a:extLst>
                  <a:ext uri="{FF2B5EF4-FFF2-40B4-BE49-F238E27FC236}">
                    <a16:creationId xmlns:a16="http://schemas.microsoft.com/office/drawing/2014/main" id="{4F060E37-E6C2-185C-E14A-5DB55318C92D}"/>
                  </a:ext>
                </a:extLst>
              </p:cNvPr>
              <p:cNvPicPr/>
              <p:nvPr/>
            </p:nvPicPr>
            <p:blipFill>
              <a:blip r:embed="rId109"/>
              <a:stretch>
                <a:fillRect/>
              </a:stretch>
            </p:blipFill>
            <p:spPr>
              <a:xfrm>
                <a:off x="4195800" y="5213600"/>
                <a:ext cx="2448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8" name="Ink 77">
                <a:extLst>
                  <a:ext uri="{FF2B5EF4-FFF2-40B4-BE49-F238E27FC236}">
                    <a16:creationId xmlns:a16="http://schemas.microsoft.com/office/drawing/2014/main" id="{5725FC82-96F4-2C2B-59B3-AD4756CDAB5A}"/>
                  </a:ext>
                </a:extLst>
              </p14:cNvPr>
              <p14:cNvContentPartPr/>
              <p14:nvPr/>
            </p14:nvContentPartPr>
            <p14:xfrm>
              <a:off x="4253040" y="5487560"/>
              <a:ext cx="5040" cy="27000"/>
            </p14:xfrm>
          </p:contentPart>
        </mc:Choice>
        <mc:Fallback xmlns="">
          <p:pic>
            <p:nvPicPr>
              <p:cNvPr id="78" name="Ink 77">
                <a:extLst>
                  <a:ext uri="{FF2B5EF4-FFF2-40B4-BE49-F238E27FC236}">
                    <a16:creationId xmlns:a16="http://schemas.microsoft.com/office/drawing/2014/main" id="{5725FC82-96F4-2C2B-59B3-AD4756CDAB5A}"/>
                  </a:ext>
                </a:extLst>
              </p:cNvPr>
              <p:cNvPicPr/>
              <p:nvPr/>
            </p:nvPicPr>
            <p:blipFill>
              <a:blip r:embed="rId111"/>
              <a:stretch>
                <a:fillRect/>
              </a:stretch>
            </p:blipFill>
            <p:spPr>
              <a:xfrm>
                <a:off x="4246920" y="5481440"/>
                <a:ext cx="17280" cy="39240"/>
              </a:xfrm>
              <a:prstGeom prst="rect">
                <a:avLst/>
              </a:prstGeom>
            </p:spPr>
          </p:pic>
        </mc:Fallback>
      </mc:AlternateContent>
      <p:grpSp>
        <p:nvGrpSpPr>
          <p:cNvPr id="89" name="Group 88">
            <a:extLst>
              <a:ext uri="{FF2B5EF4-FFF2-40B4-BE49-F238E27FC236}">
                <a16:creationId xmlns:a16="http://schemas.microsoft.com/office/drawing/2014/main" id="{D5C09FB4-1CD9-7064-C439-011B96C5A1C5}"/>
              </a:ext>
            </a:extLst>
          </p:cNvPr>
          <p:cNvGrpSpPr/>
          <p:nvPr/>
        </p:nvGrpSpPr>
        <p:grpSpPr>
          <a:xfrm>
            <a:off x="4449600" y="5247440"/>
            <a:ext cx="1493640" cy="572760"/>
            <a:chOff x="4449600" y="5247440"/>
            <a:chExt cx="1493640" cy="572760"/>
          </a:xfrm>
        </p:grpSpPr>
        <mc:AlternateContent xmlns:mc="http://schemas.openxmlformats.org/markup-compatibility/2006" xmlns:p14="http://schemas.microsoft.com/office/powerpoint/2010/main">
          <mc:Choice Requires="p14">
            <p:contentPart p14:bwMode="auto" r:id="rId112">
              <p14:nvContentPartPr>
                <p14:cNvPr id="81" name="Ink 80">
                  <a:extLst>
                    <a:ext uri="{FF2B5EF4-FFF2-40B4-BE49-F238E27FC236}">
                      <a16:creationId xmlns:a16="http://schemas.microsoft.com/office/drawing/2014/main" id="{6FDDD889-EF23-BECC-9CF1-8FEDFAEDA68A}"/>
                    </a:ext>
                  </a:extLst>
                </p14:cNvPr>
                <p14:cNvContentPartPr/>
                <p14:nvPr/>
              </p14:nvContentPartPr>
              <p14:xfrm>
                <a:off x="4449600" y="5360480"/>
                <a:ext cx="385200" cy="56520"/>
              </p14:xfrm>
            </p:contentPart>
          </mc:Choice>
          <mc:Fallback xmlns="">
            <p:pic>
              <p:nvPicPr>
                <p:cNvPr id="81" name="Ink 80">
                  <a:extLst>
                    <a:ext uri="{FF2B5EF4-FFF2-40B4-BE49-F238E27FC236}">
                      <a16:creationId xmlns:a16="http://schemas.microsoft.com/office/drawing/2014/main" id="{6FDDD889-EF23-BECC-9CF1-8FEDFAEDA68A}"/>
                    </a:ext>
                  </a:extLst>
                </p:cNvPr>
                <p:cNvPicPr/>
                <p:nvPr/>
              </p:nvPicPr>
              <p:blipFill>
                <a:blip r:embed="rId113"/>
                <a:stretch>
                  <a:fillRect/>
                </a:stretch>
              </p:blipFill>
              <p:spPr>
                <a:xfrm>
                  <a:off x="4443480" y="5354360"/>
                  <a:ext cx="39744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2" name="Ink 81">
                  <a:extLst>
                    <a:ext uri="{FF2B5EF4-FFF2-40B4-BE49-F238E27FC236}">
                      <a16:creationId xmlns:a16="http://schemas.microsoft.com/office/drawing/2014/main" id="{F006796B-6366-32D0-B023-50FA713218BA}"/>
                    </a:ext>
                  </a:extLst>
                </p14:cNvPr>
                <p14:cNvContentPartPr/>
                <p14:nvPr/>
              </p14:nvContentPartPr>
              <p14:xfrm>
                <a:off x="4473360" y="5627240"/>
                <a:ext cx="359640" cy="58320"/>
              </p14:xfrm>
            </p:contentPart>
          </mc:Choice>
          <mc:Fallback xmlns="">
            <p:pic>
              <p:nvPicPr>
                <p:cNvPr id="82" name="Ink 81">
                  <a:extLst>
                    <a:ext uri="{FF2B5EF4-FFF2-40B4-BE49-F238E27FC236}">
                      <a16:creationId xmlns:a16="http://schemas.microsoft.com/office/drawing/2014/main" id="{F006796B-6366-32D0-B023-50FA713218BA}"/>
                    </a:ext>
                  </a:extLst>
                </p:cNvPr>
                <p:cNvPicPr/>
                <p:nvPr/>
              </p:nvPicPr>
              <p:blipFill>
                <a:blip r:embed="rId115"/>
                <a:stretch>
                  <a:fillRect/>
                </a:stretch>
              </p:blipFill>
              <p:spPr>
                <a:xfrm>
                  <a:off x="4467240" y="5621120"/>
                  <a:ext cx="37188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3" name="Ink 82">
                  <a:extLst>
                    <a:ext uri="{FF2B5EF4-FFF2-40B4-BE49-F238E27FC236}">
                      <a16:creationId xmlns:a16="http://schemas.microsoft.com/office/drawing/2014/main" id="{E7E55970-4D7B-8216-36BF-B842899EF762}"/>
                    </a:ext>
                  </a:extLst>
                </p14:cNvPr>
                <p14:cNvContentPartPr/>
                <p14:nvPr/>
              </p14:nvContentPartPr>
              <p14:xfrm>
                <a:off x="4963320" y="5247440"/>
                <a:ext cx="169920" cy="383400"/>
              </p14:xfrm>
            </p:contentPart>
          </mc:Choice>
          <mc:Fallback xmlns="">
            <p:pic>
              <p:nvPicPr>
                <p:cNvPr id="83" name="Ink 82">
                  <a:extLst>
                    <a:ext uri="{FF2B5EF4-FFF2-40B4-BE49-F238E27FC236}">
                      <a16:creationId xmlns:a16="http://schemas.microsoft.com/office/drawing/2014/main" id="{E7E55970-4D7B-8216-36BF-B842899EF762}"/>
                    </a:ext>
                  </a:extLst>
                </p:cNvPr>
                <p:cNvPicPr/>
                <p:nvPr/>
              </p:nvPicPr>
              <p:blipFill>
                <a:blip r:embed="rId117"/>
                <a:stretch>
                  <a:fillRect/>
                </a:stretch>
              </p:blipFill>
              <p:spPr>
                <a:xfrm>
                  <a:off x="4957200" y="5241320"/>
                  <a:ext cx="182160" cy="3956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4" name="Ink 83">
                  <a:extLst>
                    <a:ext uri="{FF2B5EF4-FFF2-40B4-BE49-F238E27FC236}">
                      <a16:creationId xmlns:a16="http://schemas.microsoft.com/office/drawing/2014/main" id="{E59D4EAA-C247-2B9D-06E8-67A7FCCC44DE}"/>
                    </a:ext>
                  </a:extLst>
                </p14:cNvPr>
                <p14:cNvContentPartPr/>
                <p14:nvPr/>
              </p14:nvContentPartPr>
              <p14:xfrm>
                <a:off x="5244480" y="5650640"/>
                <a:ext cx="41760" cy="37080"/>
              </p14:xfrm>
            </p:contentPart>
          </mc:Choice>
          <mc:Fallback xmlns="">
            <p:pic>
              <p:nvPicPr>
                <p:cNvPr id="84" name="Ink 83">
                  <a:extLst>
                    <a:ext uri="{FF2B5EF4-FFF2-40B4-BE49-F238E27FC236}">
                      <a16:creationId xmlns:a16="http://schemas.microsoft.com/office/drawing/2014/main" id="{E59D4EAA-C247-2B9D-06E8-67A7FCCC44DE}"/>
                    </a:ext>
                  </a:extLst>
                </p:cNvPr>
                <p:cNvPicPr/>
                <p:nvPr/>
              </p:nvPicPr>
              <p:blipFill>
                <a:blip r:embed="rId119"/>
                <a:stretch>
                  <a:fillRect/>
                </a:stretch>
              </p:blipFill>
              <p:spPr>
                <a:xfrm>
                  <a:off x="5238360" y="5644520"/>
                  <a:ext cx="5400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5" name="Ink 84">
                  <a:extLst>
                    <a:ext uri="{FF2B5EF4-FFF2-40B4-BE49-F238E27FC236}">
                      <a16:creationId xmlns:a16="http://schemas.microsoft.com/office/drawing/2014/main" id="{B06A9B0E-5B8E-05A0-1A2D-9E39DBC68007}"/>
                    </a:ext>
                  </a:extLst>
                </p14:cNvPr>
                <p14:cNvContentPartPr/>
                <p14:nvPr/>
              </p14:nvContentPartPr>
              <p14:xfrm>
                <a:off x="5344920" y="5264360"/>
                <a:ext cx="171360" cy="464400"/>
              </p14:xfrm>
            </p:contentPart>
          </mc:Choice>
          <mc:Fallback xmlns="">
            <p:pic>
              <p:nvPicPr>
                <p:cNvPr id="85" name="Ink 84">
                  <a:extLst>
                    <a:ext uri="{FF2B5EF4-FFF2-40B4-BE49-F238E27FC236}">
                      <a16:creationId xmlns:a16="http://schemas.microsoft.com/office/drawing/2014/main" id="{B06A9B0E-5B8E-05A0-1A2D-9E39DBC68007}"/>
                    </a:ext>
                  </a:extLst>
                </p:cNvPr>
                <p:cNvPicPr/>
                <p:nvPr/>
              </p:nvPicPr>
              <p:blipFill>
                <a:blip r:embed="rId121"/>
                <a:stretch>
                  <a:fillRect/>
                </a:stretch>
              </p:blipFill>
              <p:spPr>
                <a:xfrm>
                  <a:off x="5338800" y="5258240"/>
                  <a:ext cx="183600" cy="4766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6" name="Ink 85">
                  <a:extLst>
                    <a:ext uri="{FF2B5EF4-FFF2-40B4-BE49-F238E27FC236}">
                      <a16:creationId xmlns:a16="http://schemas.microsoft.com/office/drawing/2014/main" id="{3722450A-FF32-4C10-A122-4E17AEC3A379}"/>
                    </a:ext>
                  </a:extLst>
                </p14:cNvPr>
                <p14:cNvContentPartPr/>
                <p14:nvPr/>
              </p14:nvContentPartPr>
              <p14:xfrm>
                <a:off x="5617800" y="5266160"/>
                <a:ext cx="115920" cy="158760"/>
              </p14:xfrm>
            </p:contentPart>
          </mc:Choice>
          <mc:Fallback xmlns="">
            <p:pic>
              <p:nvPicPr>
                <p:cNvPr id="86" name="Ink 85">
                  <a:extLst>
                    <a:ext uri="{FF2B5EF4-FFF2-40B4-BE49-F238E27FC236}">
                      <a16:creationId xmlns:a16="http://schemas.microsoft.com/office/drawing/2014/main" id="{3722450A-FF32-4C10-A122-4E17AEC3A379}"/>
                    </a:ext>
                  </a:extLst>
                </p:cNvPr>
                <p:cNvPicPr/>
                <p:nvPr/>
              </p:nvPicPr>
              <p:blipFill>
                <a:blip r:embed="rId123"/>
                <a:stretch>
                  <a:fillRect/>
                </a:stretch>
              </p:blipFill>
              <p:spPr>
                <a:xfrm>
                  <a:off x="5611680" y="5260040"/>
                  <a:ext cx="12816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7" name="Ink 86">
                  <a:extLst>
                    <a:ext uri="{FF2B5EF4-FFF2-40B4-BE49-F238E27FC236}">
                      <a16:creationId xmlns:a16="http://schemas.microsoft.com/office/drawing/2014/main" id="{8F82484C-991A-5252-A18D-0A380FBC2538}"/>
                    </a:ext>
                  </a:extLst>
                </p14:cNvPr>
                <p14:cNvContentPartPr/>
                <p14:nvPr/>
              </p14:nvContentPartPr>
              <p14:xfrm>
                <a:off x="5610240" y="5271560"/>
                <a:ext cx="333000" cy="473400"/>
              </p14:xfrm>
            </p:contentPart>
          </mc:Choice>
          <mc:Fallback xmlns="">
            <p:pic>
              <p:nvPicPr>
                <p:cNvPr id="87" name="Ink 86">
                  <a:extLst>
                    <a:ext uri="{FF2B5EF4-FFF2-40B4-BE49-F238E27FC236}">
                      <a16:creationId xmlns:a16="http://schemas.microsoft.com/office/drawing/2014/main" id="{8F82484C-991A-5252-A18D-0A380FBC2538}"/>
                    </a:ext>
                  </a:extLst>
                </p:cNvPr>
                <p:cNvPicPr/>
                <p:nvPr/>
              </p:nvPicPr>
              <p:blipFill>
                <a:blip r:embed="rId125"/>
                <a:stretch>
                  <a:fillRect/>
                </a:stretch>
              </p:blipFill>
              <p:spPr>
                <a:xfrm>
                  <a:off x="5604120" y="5265440"/>
                  <a:ext cx="345240" cy="4856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8" name="Ink 87">
                  <a:extLst>
                    <a:ext uri="{FF2B5EF4-FFF2-40B4-BE49-F238E27FC236}">
                      <a16:creationId xmlns:a16="http://schemas.microsoft.com/office/drawing/2014/main" id="{DAA3831B-5AA6-8AE5-A599-170FCFF1D2EA}"/>
                    </a:ext>
                  </a:extLst>
                </p14:cNvPr>
                <p14:cNvContentPartPr/>
                <p14:nvPr/>
              </p14:nvContentPartPr>
              <p14:xfrm>
                <a:off x="5735160" y="5687720"/>
                <a:ext cx="152640" cy="132480"/>
              </p14:xfrm>
            </p:contentPart>
          </mc:Choice>
          <mc:Fallback xmlns="">
            <p:pic>
              <p:nvPicPr>
                <p:cNvPr id="88" name="Ink 87">
                  <a:extLst>
                    <a:ext uri="{FF2B5EF4-FFF2-40B4-BE49-F238E27FC236}">
                      <a16:creationId xmlns:a16="http://schemas.microsoft.com/office/drawing/2014/main" id="{DAA3831B-5AA6-8AE5-A599-170FCFF1D2EA}"/>
                    </a:ext>
                  </a:extLst>
                </p:cNvPr>
                <p:cNvPicPr/>
                <p:nvPr/>
              </p:nvPicPr>
              <p:blipFill>
                <a:blip r:embed="rId127"/>
                <a:stretch>
                  <a:fillRect/>
                </a:stretch>
              </p:blipFill>
              <p:spPr>
                <a:xfrm>
                  <a:off x="5729040" y="5681600"/>
                  <a:ext cx="164880" cy="144720"/>
                </a:xfrm>
                <a:prstGeom prst="rect">
                  <a:avLst/>
                </a:prstGeom>
              </p:spPr>
            </p:pic>
          </mc:Fallback>
        </mc:AlternateContent>
      </p:grpSp>
    </p:spTree>
    <p:extLst>
      <p:ext uri="{BB962C8B-B14F-4D97-AF65-F5344CB8AC3E}">
        <p14:creationId xmlns:p14="http://schemas.microsoft.com/office/powerpoint/2010/main" val="2300609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2FB464D6-FF2A-3C98-898F-5BBDE5A0018F}"/>
              </a:ext>
            </a:extLst>
          </p:cNvPr>
          <p:cNvSpPr txBox="1">
            <a:spLocks/>
          </p:cNvSpPr>
          <p:nvPr/>
        </p:nvSpPr>
        <p:spPr>
          <a:xfrm>
            <a:off x="385010" y="713781"/>
            <a:ext cx="11625758" cy="5834313"/>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1" i="0" u="none" strike="noStrike" kern="1200" cap="none" spc="0" normalizeH="0" baseline="0" noProof="0" dirty="0">
                <a:ln>
                  <a:noFill/>
                </a:ln>
                <a:solidFill>
                  <a:prstClr val="black"/>
                </a:solidFill>
                <a:effectLst/>
                <a:uLnTx/>
                <a:uFillTx/>
                <a:latin typeface="Tw Cen MT"/>
                <a:ea typeface="+mn-ea"/>
                <a:cs typeface="+mn-cs"/>
              </a:rPr>
              <a:t> Time deposit/Fixed deposit/Term deposit/</a:t>
            </a:r>
            <a:r>
              <a:rPr kumimoji="0" lang="en-US" sz="3600" b="1" i="0" u="none" strike="noStrike" kern="1200" cap="none" spc="0" normalizeH="0" baseline="0" noProof="0" dirty="0">
                <a:ln>
                  <a:noFill/>
                </a:ln>
                <a:solidFill>
                  <a:schemeClr val="accent2"/>
                </a:solidFill>
                <a:effectLst/>
                <a:uLnTx/>
                <a:uFillTx/>
                <a:latin typeface="Tw Cen MT"/>
                <a:ea typeface="+mn-ea"/>
                <a:cs typeface="+mn-cs"/>
                <a:hlinkClick r:id="rId2">
                  <a:extLst>
                    <a:ext uri="{A12FA001-AC4F-418D-AE19-62706E023703}">
                      <ahyp:hlinkClr xmlns:ahyp="http://schemas.microsoft.com/office/drawing/2018/hyperlinkcolor" val="tx"/>
                    </a:ext>
                  </a:extLst>
                </a:hlinkClick>
              </a:rPr>
              <a:t>Certificate of deposits (CDs)</a:t>
            </a:r>
            <a:r>
              <a:rPr kumimoji="0" lang="en-US" sz="3600" b="1" i="0" u="none" strike="noStrike" kern="1200" cap="none" spc="0" normalizeH="0" baseline="0" noProof="0" dirty="0">
                <a:ln>
                  <a:noFill/>
                </a:ln>
                <a:solidFill>
                  <a:prstClr val="black"/>
                </a:solidFill>
                <a:effectLst/>
                <a:uLnTx/>
                <a:uFillTx/>
                <a:latin typeface="Tw Cen MT"/>
                <a:ea typeface="+mn-ea"/>
                <a:cs typeface="+mn-cs"/>
              </a:rPr>
              <a:t>:</a:t>
            </a:r>
            <a:r>
              <a:rPr kumimoji="0" lang="en-US" sz="3600" b="0" i="0" u="none" strike="noStrike" kern="1200" cap="none" spc="0" normalizeH="0" baseline="0" noProof="0" dirty="0">
                <a:ln>
                  <a:noFill/>
                </a:ln>
                <a:solidFill>
                  <a:prstClr val="black"/>
                </a:solidFill>
                <a:effectLst/>
                <a:uLnTx/>
                <a:uFillTx/>
                <a:latin typeface="Tw Cen MT"/>
                <a:ea typeface="+mn-ea"/>
                <a:cs typeface="+mn-cs"/>
              </a:rPr>
              <a:t> </a:t>
            </a:r>
            <a:r>
              <a:rPr kumimoji="0" lang="en-US" sz="3000" b="0" i="0" u="none" strike="noStrike" kern="1200" cap="none" spc="0" normalizeH="0" baseline="0" noProof="0" dirty="0">
                <a:ln>
                  <a:noFill/>
                </a:ln>
                <a:solidFill>
                  <a:prstClr val="black"/>
                </a:solidFill>
                <a:effectLst/>
                <a:uLnTx/>
                <a:uFillTx/>
                <a:latin typeface="Tw Cen MT"/>
                <a:ea typeface="+mn-ea"/>
                <a:cs typeface="+mn-cs"/>
              </a:rPr>
              <a:t>a savings certificate entitling the bearer to receive interest. A CD bears a maturity date, a specified fixed interest rate and can be issued in any denomination. CDs are generally issued by </a:t>
            </a:r>
            <a:r>
              <a:rPr kumimoji="0" lang="en-US" sz="30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commercial banks</a:t>
            </a:r>
            <a:r>
              <a:rPr kumimoji="0" lang="en-US" sz="3000" b="0" i="0" u="none" strike="noStrike" kern="1200" cap="none" spc="0" normalizeH="0" baseline="0" noProof="0" dirty="0">
                <a:ln>
                  <a:noFill/>
                </a:ln>
                <a:solidFill>
                  <a:prstClr val="black"/>
                </a:solidFill>
                <a:effectLst/>
                <a:uLnTx/>
                <a:uFillTx/>
                <a:latin typeface="Tw Cen MT"/>
                <a:ea typeface="+mn-ea"/>
                <a:cs typeface="+mn-cs"/>
              </a:rPr>
              <a:t>. The term of a CD generally ranges from one month to five years.</a:t>
            </a:r>
          </a:p>
          <a:p>
            <a:pPr marL="834390" lvl="1" indent="-514350">
              <a:spcBef>
                <a:spcPts val="700"/>
              </a:spcBef>
              <a:buClr>
                <a:srgbClr val="DA1F28"/>
              </a:buClr>
              <a:buSzPct val="60000"/>
              <a:buFont typeface="+mj-lt"/>
              <a:buAutoNum type="arabicPeriod"/>
              <a:defRPr/>
            </a:pPr>
            <a:r>
              <a:rPr kumimoji="0" lang="en-US" b="0" i="0" u="none" strike="noStrike" kern="1200" cap="none" spc="0" normalizeH="0" baseline="0" noProof="0" dirty="0">
                <a:ln>
                  <a:noFill/>
                </a:ln>
                <a:solidFill>
                  <a:prstClr val="black"/>
                </a:solidFill>
                <a:effectLst/>
                <a:uLnTx/>
                <a:uFillTx/>
                <a:latin typeface="Tw Cen MT"/>
                <a:ea typeface="+mn-ea"/>
                <a:cs typeface="+mn-cs"/>
              </a:rPr>
              <a:t>CDs offer a slightly higher yield than T-Bills because of the slightly higher default risk for a bank.</a:t>
            </a:r>
          </a:p>
          <a:p>
            <a:pPr marL="834390" lvl="1" indent="-514350">
              <a:spcBef>
                <a:spcPts val="700"/>
              </a:spcBef>
              <a:buClr>
                <a:srgbClr val="DA1F28"/>
              </a:buClr>
              <a:buSzPct val="60000"/>
              <a:buFont typeface="+mj-lt"/>
              <a:buAutoNum type="arabicPeriod"/>
              <a:defRPr/>
            </a:pPr>
            <a:r>
              <a:rPr kumimoji="0" lang="en-US" b="0" i="0" u="none" strike="noStrike" kern="1200" cap="none" spc="0" normalizeH="0" baseline="0" noProof="0" dirty="0">
                <a:ln>
                  <a:noFill/>
                </a:ln>
                <a:solidFill>
                  <a:prstClr val="black"/>
                </a:solidFill>
                <a:effectLst/>
                <a:uLnTx/>
                <a:uFillTx/>
                <a:latin typeface="Tw Cen MT"/>
                <a:ea typeface="+mn-ea"/>
                <a:cs typeface="+mn-cs"/>
              </a:rPr>
              <a:t>Time deposits may not be withdrawn on demand.</a:t>
            </a:r>
          </a:p>
          <a:p>
            <a:pPr marL="834390" lvl="1" indent="-514350">
              <a:buClr>
                <a:srgbClr val="DA1F28"/>
              </a:buClr>
              <a:buFont typeface="+mj-lt"/>
              <a:buAutoNum type="arabicPeriod"/>
              <a:defRPr/>
            </a:pPr>
            <a:r>
              <a:rPr kumimoji="0" lang="en-US" b="1" i="0" u="none" strike="noStrike" kern="1200" cap="none" spc="0" normalizeH="0" baseline="0" noProof="0" dirty="0">
                <a:ln>
                  <a:noFill/>
                </a:ln>
                <a:solidFill>
                  <a:schemeClr val="accent2"/>
                </a:solidFill>
                <a:effectLst/>
                <a:uLnTx/>
                <a:uFillTx/>
                <a:latin typeface="Tw Cen MT"/>
                <a:ea typeface="+mn-ea"/>
                <a:cs typeface="+mn-cs"/>
                <a:hlinkClick r:id="rId3">
                  <a:extLst>
                    <a:ext uri="{A12FA001-AC4F-418D-AE19-62706E023703}">
                      <ahyp:hlinkClr xmlns:ahyp="http://schemas.microsoft.com/office/drawing/2018/hyperlinkcolor" val="tx"/>
                    </a:ext>
                  </a:extLst>
                </a:hlinkClick>
              </a:rPr>
              <a:t>Negotible Certificate of deposit (NCD)</a:t>
            </a:r>
            <a:r>
              <a:rPr kumimoji="0" lang="en-US" b="1" i="0" u="none" strike="noStrike" kern="1200" cap="none" spc="0" normalizeH="0" baseline="0" noProof="0" dirty="0">
                <a:ln>
                  <a:noFill/>
                </a:ln>
                <a:solidFill>
                  <a:schemeClr val="accent2"/>
                </a:solidFill>
                <a:effectLst/>
                <a:uLnTx/>
                <a:uFillTx/>
                <a:latin typeface="Tw Cen MT"/>
                <a:ea typeface="+mn-ea"/>
                <a:cs typeface="+mn-cs"/>
              </a:rPr>
              <a:t>: </a:t>
            </a:r>
            <a:r>
              <a:rPr kumimoji="0" lang="en-US" b="0" i="0" u="none" strike="noStrike" kern="1200" cap="none" spc="0" normalizeH="0" baseline="0" noProof="0" dirty="0">
                <a:ln>
                  <a:noFill/>
                </a:ln>
                <a:solidFill>
                  <a:prstClr val="black"/>
                </a:solidFill>
                <a:effectLst/>
                <a:uLnTx/>
                <a:uFillTx/>
                <a:latin typeface="Tw Cen MT"/>
                <a:ea typeface="+mn-ea"/>
                <a:cs typeface="+mn-cs"/>
              </a:rPr>
              <a:t>also known as jumbo CD,  NCD is large certificate of deposit that has minimum face value of $100,000 (typically 1 million). NCD can be easily traded in the market.</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p:txBody>
      </p:sp>
    </p:spTree>
    <p:extLst>
      <p:ext uri="{BB962C8B-B14F-4D97-AF65-F5344CB8AC3E}">
        <p14:creationId xmlns:p14="http://schemas.microsoft.com/office/powerpoint/2010/main" val="59757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3" name="TextBox 2">
            <a:extLst>
              <a:ext uri="{FF2B5EF4-FFF2-40B4-BE49-F238E27FC236}">
                <a16:creationId xmlns:a16="http://schemas.microsoft.com/office/drawing/2014/main" id="{2F2EFEF5-4731-B775-DCF4-D59B1E1FF869}"/>
              </a:ext>
            </a:extLst>
          </p:cNvPr>
          <p:cNvSpPr txBox="1"/>
          <p:nvPr/>
        </p:nvSpPr>
        <p:spPr>
          <a:xfrm>
            <a:off x="288758" y="628742"/>
            <a:ext cx="11614484" cy="5616922"/>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1" i="0" u="none" strike="noStrike" kern="1200" cap="none" spc="0" normalizeH="0" baseline="0" noProof="0" dirty="0">
                <a:ln>
                  <a:noFill/>
                </a:ln>
                <a:solidFill>
                  <a:prstClr val="black"/>
                </a:solidFill>
                <a:effectLst/>
                <a:uLnTx/>
                <a:uFillTx/>
                <a:latin typeface="Tw Cen MT"/>
                <a:ea typeface="+mn-ea"/>
                <a:cs typeface="+mn-cs"/>
              </a:rPr>
              <a:t>Commercial paper </a:t>
            </a:r>
            <a:r>
              <a:rPr kumimoji="0" lang="en-US" sz="3600" b="0" i="0" u="none" strike="noStrike" kern="1200" cap="none" spc="0" normalizeH="0" baseline="0" noProof="0" dirty="0">
                <a:ln>
                  <a:noFill/>
                </a:ln>
                <a:solidFill>
                  <a:prstClr val="black"/>
                </a:solidFill>
                <a:effectLst/>
                <a:uLnTx/>
                <a:uFillTx/>
                <a:latin typeface="Tw Cen MT"/>
                <a:ea typeface="+mn-ea"/>
                <a:cs typeface="+mn-cs"/>
              </a:rPr>
              <a:t>is </a:t>
            </a:r>
            <a:r>
              <a:rPr kumimoji="0" lang="en-US" sz="3600" b="0" i="0" u="none" strike="noStrike" kern="1200" cap="none" spc="0" normalizeH="0" baseline="0" noProof="0" dirty="0">
                <a:ln>
                  <a:noFill/>
                </a:ln>
                <a:solidFill>
                  <a:srgbClr val="000000"/>
                </a:solidFill>
                <a:effectLst/>
                <a:uLnTx/>
                <a:uFillTx/>
                <a:latin typeface="Tw Cen MT"/>
                <a:ea typeface="+mn-ea"/>
                <a:cs typeface="+mn-cs"/>
              </a:rPr>
              <a:t>an </a:t>
            </a:r>
            <a:r>
              <a:rPr kumimoji="0" lang="en-US" sz="3600" b="0" i="0" u="none" strike="noStrike" kern="1200" cap="none" spc="0" normalizeH="0" baseline="0" noProof="0" dirty="0">
                <a:ln>
                  <a:noFill/>
                </a:ln>
                <a:solidFill>
                  <a:srgbClr val="EC767C"/>
                </a:solidFill>
                <a:effectLst/>
                <a:uLnTx/>
                <a:uFillTx/>
                <a:latin typeface="Tw Cen MT"/>
                <a:ea typeface="+mn-ea"/>
                <a:cs typeface="+mn-cs"/>
              </a:rPr>
              <a:t>unsecured</a:t>
            </a:r>
            <a:r>
              <a:rPr kumimoji="0" lang="en-US" sz="3600" b="0" i="0" u="none" strike="noStrike" kern="1200" cap="none" spc="0" normalizeH="0" baseline="0" noProof="0" dirty="0">
                <a:ln>
                  <a:noFill/>
                </a:ln>
                <a:solidFill>
                  <a:srgbClr val="000000"/>
                </a:solidFill>
                <a:effectLst/>
                <a:uLnTx/>
                <a:uFillTx/>
                <a:latin typeface="Tw Cen MT"/>
                <a:ea typeface="+mn-ea"/>
                <a:cs typeface="+mn-cs"/>
              </a:rPr>
              <a:t>, short-term loan issued by </a:t>
            </a:r>
            <a:r>
              <a:rPr kumimoji="0" lang="en-US" sz="36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a large, well-known companies</a:t>
            </a:r>
            <a:r>
              <a:rPr kumimoji="0" lang="en-US" sz="3600" b="0" i="0" u="none" strike="noStrike" kern="1200" cap="none" spc="0" normalizeH="0" baseline="0" noProof="0" dirty="0">
                <a:ln>
                  <a:noFill/>
                </a:ln>
                <a:solidFill>
                  <a:srgbClr val="000000"/>
                </a:solidFill>
                <a:effectLst/>
                <a:uLnTx/>
                <a:uFillTx/>
                <a:latin typeface="Tw Cen MT"/>
                <a:ea typeface="+mn-ea"/>
                <a:cs typeface="+mn-cs"/>
              </a:rPr>
              <a:t>.</a:t>
            </a:r>
          </a:p>
          <a:p>
            <a:pPr marL="971550" lvl="1" indent="-514350">
              <a:spcBef>
                <a:spcPts val="700"/>
              </a:spcBef>
              <a:buClr>
                <a:srgbClr val="DA1F28"/>
              </a:buClr>
              <a:buSzPct val="60000"/>
              <a:buFont typeface="+mj-lt"/>
              <a:buAutoNum type="arabicPeriod"/>
              <a:defRPr/>
            </a:pPr>
            <a:r>
              <a:rPr kumimoji="0" lang="en-US" sz="2800" b="0" i="0" u="none" strike="noStrike" kern="1200" cap="none" spc="0" normalizeH="0" baseline="0" noProof="0" dirty="0">
                <a:ln>
                  <a:noFill/>
                </a:ln>
                <a:solidFill>
                  <a:srgbClr val="000000"/>
                </a:solidFill>
                <a:effectLst/>
                <a:uLnTx/>
                <a:uFillTx/>
                <a:latin typeface="Tw Cen MT"/>
                <a:ea typeface="+mn-ea"/>
                <a:cs typeface="+mn-cs"/>
              </a:rPr>
              <a:t>Typically for financing operations, such as inventories, accounts receivable, and payroll (</a:t>
            </a:r>
            <a:r>
              <a:rPr kumimoji="0" lang="en-US" sz="2800" b="0" i="0" u="none" strike="noStrike" kern="1200" cap="none" spc="0" normalizeH="0" baseline="0" noProof="0" dirty="0">
                <a:ln>
                  <a:noFill/>
                </a:ln>
                <a:solidFill>
                  <a:srgbClr val="000000"/>
                </a:solidFill>
                <a:effectLst/>
                <a:uLnTx/>
                <a:uFillTx/>
                <a:latin typeface="Tw Cen MT"/>
                <a:ea typeface="+mn-ea"/>
                <a:cs typeface="+mn-cs"/>
                <a:hlinkClick r:id="rId3"/>
              </a:rPr>
              <a:t>news</a:t>
            </a:r>
            <a:r>
              <a:rPr kumimoji="0" lang="en-US" sz="2800" b="0" i="0" u="none" strike="noStrike" kern="1200" cap="none" spc="0" normalizeH="0" baseline="0" noProof="0" dirty="0">
                <a:ln>
                  <a:noFill/>
                </a:ln>
                <a:solidFill>
                  <a:srgbClr val="000000"/>
                </a:solidFill>
                <a:effectLst/>
                <a:uLnTx/>
                <a:uFillTx/>
                <a:latin typeface="Tw Cen MT"/>
                <a:ea typeface="+mn-ea"/>
                <a:cs typeface="+mn-cs"/>
              </a:rPr>
              <a:t>).</a:t>
            </a:r>
          </a:p>
          <a:p>
            <a:pPr marL="971550" lvl="1" indent="-514350">
              <a:spcBef>
                <a:spcPts val="700"/>
              </a:spcBef>
              <a:buClr>
                <a:srgbClr val="DA1F28"/>
              </a:buClr>
              <a:buSzPct val="60000"/>
              <a:buFont typeface="+mj-lt"/>
              <a:buAutoNum type="arabicPeriod"/>
              <a:defRPr/>
            </a:pPr>
            <a:r>
              <a:rPr kumimoji="0" lang="en-US" sz="2800" b="0" i="0" u="none" strike="noStrike" kern="1200" cap="none" spc="0" normalizeH="0" baseline="0" noProof="0" dirty="0">
                <a:ln>
                  <a:noFill/>
                </a:ln>
                <a:solidFill>
                  <a:srgbClr val="000000"/>
                </a:solidFill>
                <a:effectLst/>
                <a:uLnTx/>
                <a:uFillTx/>
                <a:latin typeface="Tw Cen MT"/>
                <a:ea typeface="+mn-ea"/>
                <a:cs typeface="+mn-cs"/>
              </a:rPr>
              <a:t>Maturities range up to 270 days. Most often, commercial paper is issued with maturities of less than 1 or 2 months and is issued with multiple of $100,000 (this rules out lots of investors).</a:t>
            </a:r>
          </a:p>
          <a:p>
            <a:pPr marL="971550" lvl="1" indent="-514350">
              <a:spcBef>
                <a:spcPts val="700"/>
              </a:spcBef>
              <a:buClr>
                <a:srgbClr val="DA1F28"/>
              </a:buClr>
              <a:buSzPct val="60000"/>
              <a:buFont typeface="+mj-lt"/>
              <a:buAutoNum type="arabicPeriod"/>
              <a:defRPr/>
            </a:pPr>
            <a:r>
              <a:rPr kumimoji="0" lang="en-US" sz="2800" i="0" u="none" strike="noStrike" kern="1200" cap="none" spc="0" normalizeH="0" baseline="0" noProof="0" dirty="0">
                <a:ln>
                  <a:noFill/>
                </a:ln>
                <a:solidFill>
                  <a:prstClr val="black"/>
                </a:solidFill>
                <a:effectLst/>
                <a:uLnTx/>
                <a:uFillTx/>
                <a:latin typeface="Tw Cen MT"/>
                <a:ea typeface="+mn-ea"/>
                <a:cs typeface="+mn-cs"/>
              </a:rPr>
              <a:t>Commercial paper </a:t>
            </a:r>
            <a:r>
              <a:rPr kumimoji="0" lang="en-US" sz="2800" b="0" i="0" u="none" strike="noStrike" kern="1200" cap="none" spc="0" normalizeH="0" baseline="0" noProof="0" dirty="0">
                <a:ln>
                  <a:noFill/>
                </a:ln>
                <a:solidFill>
                  <a:prstClr val="black"/>
                </a:solidFill>
                <a:effectLst/>
                <a:uLnTx/>
                <a:uFillTx/>
                <a:latin typeface="Tw Cen MT"/>
                <a:ea typeface="+mn-ea"/>
                <a:cs typeface="+mn-cs"/>
              </a:rPr>
              <a:t>is </a:t>
            </a:r>
            <a:r>
              <a:rPr kumimoji="0" lang="en-US" sz="2800" b="0" i="0" u="none" strike="noStrike" kern="1200" cap="none" spc="0" normalizeH="0" baseline="0" noProof="0" dirty="0">
                <a:ln>
                  <a:noFill/>
                </a:ln>
                <a:solidFill>
                  <a:srgbClr val="000000"/>
                </a:solidFill>
                <a:effectLst/>
                <a:uLnTx/>
                <a:uFillTx/>
                <a:latin typeface="Tw Cen MT"/>
                <a:ea typeface="+mn-ea"/>
                <a:cs typeface="+mn-cs"/>
              </a:rPr>
              <a:t>considered to be a </a:t>
            </a:r>
            <a:r>
              <a:rPr kumimoji="0" lang="en-US" sz="28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fairly safe </a:t>
            </a:r>
            <a:r>
              <a:rPr kumimoji="0" lang="en-US" sz="2800" b="0" i="0" u="none" strike="noStrike" kern="1200" cap="none" spc="0" normalizeH="0" baseline="0" noProof="0" dirty="0">
                <a:ln>
                  <a:noFill/>
                </a:ln>
                <a:solidFill>
                  <a:srgbClr val="000000"/>
                </a:solidFill>
                <a:effectLst/>
                <a:uLnTx/>
                <a:uFillTx/>
                <a:latin typeface="Tw Cen MT"/>
                <a:ea typeface="+mn-ea"/>
                <a:cs typeface="+mn-cs"/>
              </a:rPr>
              <a:t>asset (</a:t>
            </a:r>
            <a:r>
              <a:rPr kumimoji="0" lang="en-US" sz="2800" b="0" i="0" u="none" strike="noStrike" kern="1200" cap="none" spc="0" normalizeH="0" baseline="0" noProof="0" dirty="0">
                <a:ln>
                  <a:noFill/>
                </a:ln>
                <a:solidFill>
                  <a:schemeClr val="accent2"/>
                </a:solidFill>
                <a:effectLst/>
                <a:uLnTx/>
                <a:uFillTx/>
                <a:latin typeface="Tw Cen MT"/>
                <a:ea typeface="+mn-ea"/>
                <a:cs typeface="+mn-cs"/>
                <a:hlinkClick r:id="rId4">
                  <a:extLst>
                    <a:ext uri="{A12FA001-AC4F-418D-AE19-62706E023703}">
                      <ahyp:hlinkClr xmlns:ahyp="http://schemas.microsoft.com/office/drawing/2018/hyperlinkcolor" val="tx"/>
                    </a:ext>
                  </a:extLst>
                </a:hlinkClick>
              </a:rPr>
              <a:t>news</a:t>
            </a:r>
            <a:r>
              <a:rPr kumimoji="0" lang="en-US" sz="2800" b="0" i="0" u="none" strike="noStrike" kern="1200" cap="none" spc="0" normalizeH="0" baseline="0" noProof="0" dirty="0">
                <a:ln>
                  <a:noFill/>
                </a:ln>
                <a:solidFill>
                  <a:srgbClr val="000000"/>
                </a:solidFill>
                <a:effectLst/>
                <a:uLnTx/>
                <a:uFillTx/>
                <a:latin typeface="Tw Cen MT"/>
                <a:ea typeface="+mn-ea"/>
                <a:cs typeface="+mn-cs"/>
              </a:rPr>
              <a:t>).</a:t>
            </a:r>
          </a:p>
          <a:p>
            <a:pPr marL="971550" lvl="1" indent="-514350">
              <a:spcBef>
                <a:spcPts val="700"/>
              </a:spcBef>
              <a:buClr>
                <a:srgbClr val="DA1F28"/>
              </a:buClr>
              <a:buSzPct val="60000"/>
              <a:buFont typeface="+mj-lt"/>
              <a:buAutoNum type="arabicPeriod"/>
              <a:defRPr/>
            </a:pPr>
            <a:r>
              <a:rPr kumimoji="0" lang="en-US" sz="2800" b="0" i="0" u="sng" strike="noStrike" kern="1200" cap="none" spc="0" normalizeH="0" baseline="0" noProof="0" dirty="0">
                <a:ln>
                  <a:noFill/>
                </a:ln>
                <a:solidFill>
                  <a:schemeClr val="accent2"/>
                </a:solidFill>
                <a:effectLst/>
                <a:uLnTx/>
                <a:uFillTx/>
                <a:latin typeface="Tw Cen MT"/>
                <a:ea typeface="+mn-ea"/>
                <a:cs typeface="+mn-cs"/>
                <a:hlinkClick r:id="rId5">
                  <a:extLst>
                    <a:ext uri="{A12FA001-AC4F-418D-AE19-62706E023703}">
                      <ahyp:hlinkClr xmlns:ahyp="http://schemas.microsoft.com/office/drawing/2018/hyperlinkcolor" val="tx"/>
                    </a:ext>
                  </a:extLst>
                </a:hlinkClick>
              </a:rPr>
              <a:t>Commerical</a:t>
            </a:r>
            <a:r>
              <a:rPr lang="en-US" sz="2800" u="sng" dirty="0">
                <a:solidFill>
                  <a:schemeClr val="accent2"/>
                </a:solidFill>
                <a:latin typeface="Tw Cen MT"/>
                <a:hlinkClick r:id="rId5">
                  <a:extLst>
                    <a:ext uri="{A12FA001-AC4F-418D-AE19-62706E023703}">
                      <ahyp:hlinkClr xmlns:ahyp="http://schemas.microsoft.com/office/drawing/2018/hyperlinkcolor" val="tx"/>
                    </a:ext>
                  </a:extLst>
                </a:hlinkClick>
              </a:rPr>
              <a:t> papers</a:t>
            </a:r>
            <a:r>
              <a:rPr kumimoji="0" lang="en-US" sz="2800" b="0" i="0" u="sng" strike="noStrike" kern="1200" cap="none" spc="0" normalizeH="0" baseline="0" noProof="0" dirty="0">
                <a:ln>
                  <a:noFill/>
                </a:ln>
                <a:solidFill>
                  <a:schemeClr val="accent2"/>
                </a:solidFill>
                <a:effectLst/>
                <a:uLnTx/>
                <a:uFillTx/>
                <a:latin typeface="Tw Cen MT"/>
                <a:ea typeface="+mn-ea"/>
                <a:cs typeface="+mn-cs"/>
                <a:hlinkClick r:id="rId5">
                  <a:extLst>
                    <a:ext uri="{A12FA001-AC4F-418D-AE19-62706E023703}">
                      <ahyp:hlinkClr xmlns:ahyp="http://schemas.microsoft.com/office/drawing/2018/hyperlinkcolor" val="tx"/>
                    </a:ext>
                  </a:extLst>
                </a:hlinkClick>
              </a:rPr>
              <a:t> </a:t>
            </a:r>
            <a:r>
              <a:rPr lang="en-US" sz="2800" u="sng" dirty="0">
                <a:solidFill>
                  <a:schemeClr val="accent2"/>
                </a:solidFill>
                <a:latin typeface="Tw Cen MT"/>
                <a:hlinkClick r:id="rId5">
                  <a:extLst>
                    <a:ext uri="{A12FA001-AC4F-418D-AE19-62706E023703}">
                      <ahyp:hlinkClr xmlns:ahyp="http://schemas.microsoft.com/office/drawing/2018/hyperlinkcolor" val="tx"/>
                    </a:ext>
                  </a:extLst>
                </a:hlinkClick>
              </a:rPr>
              <a:t>o</a:t>
            </a:r>
            <a:r>
              <a:rPr kumimoji="0" lang="en-US" sz="2800" b="0" i="0" u="sng" strike="noStrike" kern="1200" cap="none" spc="0" normalizeH="0" baseline="0" noProof="0" dirty="0">
                <a:ln>
                  <a:noFill/>
                </a:ln>
                <a:solidFill>
                  <a:schemeClr val="accent2"/>
                </a:solidFill>
                <a:effectLst/>
                <a:uLnTx/>
                <a:uFillTx/>
                <a:latin typeface="Tw Cen MT"/>
                <a:ea typeface="+mn-ea"/>
                <a:cs typeface="+mn-cs"/>
                <a:hlinkClick r:id="rId5">
                  <a:extLst>
                    <a:ext uri="{A12FA001-AC4F-418D-AE19-62706E023703}">
                      <ahyp:hlinkClr xmlns:ahyp="http://schemas.microsoft.com/office/drawing/2018/hyperlinkcolor" val="tx"/>
                    </a:ext>
                  </a:extLst>
                </a:hlinkClick>
              </a:rPr>
              <a:t>utstanding</a:t>
            </a:r>
            <a:endParaRPr lang="en-US" sz="2800" u="sng" noProof="0" dirty="0">
              <a:solidFill>
                <a:schemeClr val="accent2"/>
              </a:solidFill>
              <a:latin typeface="Tw Cen MT"/>
            </a:endParaRPr>
          </a:p>
          <a:p>
            <a:pPr marL="971550" lvl="1" indent="-514350">
              <a:spcBef>
                <a:spcPts val="700"/>
              </a:spcBef>
              <a:buClr>
                <a:srgbClr val="DA1F28"/>
              </a:buClr>
              <a:buSzPct val="60000"/>
              <a:buFont typeface="+mj-lt"/>
              <a:buAutoNum type="arabicPeriod"/>
              <a:defRPr/>
            </a:pPr>
            <a:r>
              <a:rPr kumimoji="0" lang="en-US" sz="2800" b="0" i="0" u="none" strike="noStrike" kern="1200" cap="none" spc="0" normalizeH="0" baseline="0" noProof="0" dirty="0">
                <a:ln>
                  <a:noFill/>
                </a:ln>
                <a:solidFill>
                  <a:srgbClr val="000000"/>
                </a:solidFill>
                <a:effectLst/>
                <a:uLnTx/>
                <a:uFillTx/>
                <a:latin typeface="Tw Cen MT"/>
                <a:ea typeface="+mn-ea"/>
                <a:cs typeface="+mn-cs"/>
              </a:rPr>
              <a:t>Market size: about 1 trillion  (U.S. stock market size :16 trillion)</a:t>
            </a:r>
          </a:p>
          <a:p>
            <a:pPr marL="971550" lvl="1" indent="-514350">
              <a:spcBef>
                <a:spcPts val="700"/>
              </a:spcBef>
              <a:buClr>
                <a:srgbClr val="DA1F28"/>
              </a:buClr>
              <a:buSzPct val="60000"/>
              <a:buFont typeface="+mj-lt"/>
              <a:buAutoNum type="arabicPeriod"/>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hlinkClick r:id="rId6"/>
            </a:endParaRPr>
          </a:p>
        </p:txBody>
      </p:sp>
    </p:spTree>
    <p:extLst>
      <p:ext uri="{BB962C8B-B14F-4D97-AF65-F5344CB8AC3E}">
        <p14:creationId xmlns:p14="http://schemas.microsoft.com/office/powerpoint/2010/main" val="2923355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3" name="TextBox 2">
            <a:extLst>
              <a:ext uri="{FF2B5EF4-FFF2-40B4-BE49-F238E27FC236}">
                <a16:creationId xmlns:a16="http://schemas.microsoft.com/office/drawing/2014/main" id="{2F2EFEF5-4731-B775-DCF4-D59B1E1FF869}"/>
              </a:ext>
            </a:extLst>
          </p:cNvPr>
          <p:cNvSpPr txBox="1"/>
          <p:nvPr/>
        </p:nvSpPr>
        <p:spPr>
          <a:xfrm>
            <a:off x="357262" y="688908"/>
            <a:ext cx="11477476" cy="4088299"/>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1" i="0" u="none" strike="noStrike" kern="1200" cap="none" spc="0" normalizeH="0" baseline="0" noProof="0" dirty="0">
                <a:ln>
                  <a:noFill/>
                </a:ln>
                <a:solidFill>
                  <a:prstClr val="black"/>
                </a:solidFill>
                <a:effectLst/>
                <a:uLnTx/>
                <a:uFillTx/>
                <a:latin typeface="Tw Cen MT"/>
                <a:ea typeface="+mn-ea"/>
                <a:cs typeface="+mn-cs"/>
              </a:rPr>
              <a:t> Bankers' acceptance (BA) </a:t>
            </a:r>
            <a:r>
              <a:rPr kumimoji="0" lang="en-US" sz="3600" b="0" i="0" u="none" strike="noStrike" kern="1200" cap="none" spc="0" normalizeH="0" baseline="0" noProof="0" dirty="0">
                <a:ln>
                  <a:noFill/>
                </a:ln>
                <a:solidFill>
                  <a:prstClr val="black"/>
                </a:solidFill>
                <a:effectLst/>
                <a:uLnTx/>
                <a:uFillTx/>
                <a:latin typeface="Tw Cen MT"/>
                <a:ea typeface="+mn-ea"/>
                <a:cs typeface="+mn-cs"/>
              </a:rPr>
              <a:t>is a short-term credit investment created by a non-financial firm and guaranteed by a bank to make payment.</a:t>
            </a:r>
          </a:p>
          <a:p>
            <a:pPr marL="1200150" lvl="1" indent="-742950">
              <a:spcBef>
                <a:spcPts val="700"/>
              </a:spcBef>
              <a:buClr>
                <a:srgbClr val="DA1F28"/>
              </a:buClr>
              <a:buSzPct val="60000"/>
              <a:buFont typeface="+mj-lt"/>
              <a:buAutoNum type="arabicPeriod"/>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When a bank endorses the order for payment as “accepted,” it assumes responsibility for ultimate payment to the holder of the acceptance. Thus, they are considered as very safe assets.</a:t>
            </a:r>
          </a:p>
          <a:p>
            <a:pPr marL="1200150" lvl="1" indent="-742950">
              <a:spcBef>
                <a:spcPts val="700"/>
              </a:spcBef>
              <a:buClr>
                <a:srgbClr val="DA1F28"/>
              </a:buClr>
              <a:buSzPct val="60000"/>
              <a:buFont typeface="+mj-lt"/>
              <a:buAutoNum type="arabicPeriod"/>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They are widely used in </a:t>
            </a:r>
            <a:r>
              <a:rPr kumimoji="0" lang="en-US" sz="2800" b="0" i="0" u="sng" strike="noStrike" kern="1200" cap="none" spc="0" normalizeH="0" baseline="0" noProof="0" dirty="0">
                <a:ln>
                  <a:noFill/>
                </a:ln>
                <a:solidFill>
                  <a:prstClr val="black"/>
                </a:solidFill>
                <a:effectLst/>
                <a:uLnTx/>
                <a:uFillTx/>
                <a:latin typeface="Tw Cen MT"/>
                <a:ea typeface="+mn-ea"/>
                <a:cs typeface="+mn-cs"/>
              </a:rPr>
              <a:t>foreign trade </a:t>
            </a:r>
            <a:r>
              <a:rPr kumimoji="0" lang="en-US" sz="2800" b="0" i="0" u="none" strike="noStrike" kern="1200" cap="none" spc="0" normalizeH="0" baseline="0" noProof="0" dirty="0">
                <a:ln>
                  <a:noFill/>
                </a:ln>
                <a:solidFill>
                  <a:prstClr val="black"/>
                </a:solidFill>
                <a:effectLst/>
                <a:uLnTx/>
                <a:uFillTx/>
                <a:latin typeface="Tw Cen MT"/>
                <a:ea typeface="+mn-ea"/>
                <a:cs typeface="+mn-cs"/>
              </a:rPr>
              <a:t>where the creditworthiness of one trader is unknown to the trading partner.</a:t>
            </a:r>
            <a:endParaRPr kumimoji="0" lang="en-US" sz="2800" b="0" i="0" u="none" strike="noStrike" kern="1200" cap="none" spc="0" normalizeH="0" baseline="0" noProof="0" dirty="0">
              <a:ln>
                <a:noFill/>
              </a:ln>
              <a:solidFill>
                <a:srgbClr val="000000"/>
              </a:solidFill>
              <a:effectLst/>
              <a:uLnTx/>
              <a:uFillTx/>
              <a:latin typeface="Tw Cen MT"/>
              <a:ea typeface="+mn-ea"/>
              <a:cs typeface="+mn-cs"/>
            </a:endParaRPr>
          </a:p>
        </p:txBody>
      </p:sp>
    </p:spTree>
    <p:extLst>
      <p:ext uri="{BB962C8B-B14F-4D97-AF65-F5344CB8AC3E}">
        <p14:creationId xmlns:p14="http://schemas.microsoft.com/office/powerpoint/2010/main" val="3799344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4" name="TextBox 3">
            <a:extLst>
              <a:ext uri="{FF2B5EF4-FFF2-40B4-BE49-F238E27FC236}">
                <a16:creationId xmlns:a16="http://schemas.microsoft.com/office/drawing/2014/main" id="{775E6308-7332-0EDB-9F26-5231307AC171}"/>
              </a:ext>
            </a:extLst>
          </p:cNvPr>
          <p:cNvSpPr txBox="1"/>
          <p:nvPr/>
        </p:nvSpPr>
        <p:spPr>
          <a:xfrm>
            <a:off x="434636" y="665761"/>
            <a:ext cx="11576131" cy="3041858"/>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1" i="0" u="none" strike="noStrike" kern="1200" cap="none" spc="0" normalizeH="0" baseline="0" noProof="0" dirty="0">
                <a:ln>
                  <a:noFill/>
                </a:ln>
                <a:solidFill>
                  <a:prstClr val="black"/>
                </a:solidFill>
                <a:effectLst/>
                <a:uLnTx/>
                <a:uFillTx/>
                <a:latin typeface="Tw Cen MT"/>
                <a:ea typeface="+mn-ea"/>
                <a:cs typeface="+mn-cs"/>
              </a:rPr>
              <a:t> Treasury Notes </a:t>
            </a:r>
            <a:r>
              <a:rPr kumimoji="0" lang="en-US" sz="3600" b="0" i="0" u="none" strike="noStrike" kern="1200" cap="none" spc="0" normalizeH="0" baseline="0" noProof="0" dirty="0">
                <a:ln>
                  <a:noFill/>
                </a:ln>
                <a:solidFill>
                  <a:prstClr val="black"/>
                </a:solidFill>
                <a:effectLst/>
                <a:uLnTx/>
                <a:uFillTx/>
                <a:latin typeface="Tw Cen MT"/>
                <a:ea typeface="+mn-ea"/>
                <a:cs typeface="+mn-cs"/>
              </a:rPr>
              <a:t>(</a:t>
            </a:r>
            <a:r>
              <a:rPr kumimoji="0" lang="en-US" sz="3600" b="1" i="0" u="none" strike="noStrike" kern="1200" cap="none" spc="0" normalizeH="0" baseline="0" noProof="0" dirty="0">
                <a:ln>
                  <a:noFill/>
                </a:ln>
                <a:solidFill>
                  <a:srgbClr val="DA1F28">
                    <a:lumMod val="60000"/>
                    <a:lumOff val="40000"/>
                  </a:srgbClr>
                </a:solidFill>
                <a:effectLst/>
                <a:uLnTx/>
                <a:uFillTx/>
                <a:latin typeface="Tw Cen MT"/>
                <a:ea typeface="+mn-ea"/>
                <a:cs typeface="+mn-cs"/>
              </a:rPr>
              <a:t>T-notes</a:t>
            </a:r>
            <a:r>
              <a:rPr kumimoji="0" lang="en-US" sz="3600" b="0" i="0" u="none" strike="noStrike" kern="1200" cap="none" spc="0" normalizeH="0" baseline="0" noProof="0" dirty="0">
                <a:ln>
                  <a:noFill/>
                </a:ln>
                <a:solidFill>
                  <a:prstClr val="black"/>
                </a:solidFill>
                <a:effectLst/>
                <a:uLnTx/>
                <a:uFillTx/>
                <a:latin typeface="Tw Cen MT"/>
                <a:ea typeface="+mn-ea"/>
                <a:cs typeface="+mn-cs"/>
              </a:rPr>
              <a:t>) and </a:t>
            </a:r>
            <a:r>
              <a:rPr kumimoji="0" lang="en-US" sz="3600" b="1" i="0" u="none" strike="noStrike" kern="1200" cap="none" spc="0" normalizeH="0" baseline="0" noProof="0" dirty="0">
                <a:ln>
                  <a:noFill/>
                </a:ln>
                <a:solidFill>
                  <a:prstClr val="black"/>
                </a:solidFill>
                <a:effectLst/>
                <a:uLnTx/>
                <a:uFillTx/>
                <a:latin typeface="Tw Cen MT"/>
                <a:ea typeface="+mn-ea"/>
                <a:cs typeface="+mn-cs"/>
              </a:rPr>
              <a:t>Treasury Bonds </a:t>
            </a:r>
            <a:r>
              <a:rPr kumimoji="0" lang="en-US" sz="3600" b="0" i="0" u="none" strike="noStrike" kern="1200" cap="none" spc="0" normalizeH="0" baseline="0" noProof="0" dirty="0">
                <a:ln>
                  <a:noFill/>
                </a:ln>
                <a:solidFill>
                  <a:prstClr val="black"/>
                </a:solidFill>
                <a:effectLst/>
                <a:uLnTx/>
                <a:uFillTx/>
                <a:latin typeface="Tw Cen MT"/>
                <a:ea typeface="+mn-ea"/>
                <a:cs typeface="+mn-cs"/>
              </a:rPr>
              <a:t>(</a:t>
            </a:r>
            <a:r>
              <a:rPr kumimoji="0" lang="en-US" sz="3600" b="1" i="0" u="none" strike="noStrike" kern="1200" cap="none" spc="0" normalizeH="0" baseline="0" noProof="0" dirty="0">
                <a:ln>
                  <a:noFill/>
                </a:ln>
                <a:solidFill>
                  <a:srgbClr val="EC767C"/>
                </a:solidFill>
                <a:effectLst/>
                <a:uLnTx/>
                <a:uFillTx/>
                <a:latin typeface="Tw Cen MT"/>
                <a:ea typeface="+mn-ea"/>
                <a:cs typeface="+mn-cs"/>
              </a:rPr>
              <a:t>T-bonds</a:t>
            </a:r>
            <a:r>
              <a:rPr kumimoji="0" lang="en-US" sz="3600" b="0" i="0" u="none" strike="noStrike" kern="1200" cap="none" spc="0" normalizeH="0" baseline="0" noProof="0" dirty="0">
                <a:ln>
                  <a:noFill/>
                </a:ln>
                <a:solidFill>
                  <a:prstClr val="black"/>
                </a:solidFill>
                <a:effectLst/>
                <a:uLnTx/>
                <a:uFillTx/>
                <a:latin typeface="Tw Cen MT"/>
                <a:ea typeface="+mn-ea"/>
                <a:cs typeface="+mn-cs"/>
              </a:rPr>
              <a:t>):</a:t>
            </a:r>
          </a:p>
          <a:p>
            <a:pPr marL="1200150" lvl="1" indent="-742950">
              <a:spcBef>
                <a:spcPts val="700"/>
              </a:spcBef>
              <a:buClr>
                <a:srgbClr val="DA1F28"/>
              </a:buClr>
              <a:buSzPct val="60000"/>
              <a:buFont typeface="+mj-lt"/>
              <a:buAutoNum type="arabicPeriod"/>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T-notes are issued with maturities ranging up to 10 years while T-bonds are issued with maturities ranging from 10-30 years.</a:t>
            </a:r>
          </a:p>
          <a:p>
            <a:pPr marL="1200150" lvl="1" indent="-742950">
              <a:spcBef>
                <a:spcPts val="700"/>
              </a:spcBef>
              <a:buClr>
                <a:srgbClr val="DA1F28"/>
              </a:buClr>
              <a:buSzPct val="60000"/>
              <a:buFont typeface="+mj-lt"/>
              <a:buAutoNum type="arabicPeriod"/>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They typically make semiannual coupon payments.</a:t>
            </a:r>
          </a:p>
        </p:txBody>
      </p:sp>
      <p:grpSp>
        <p:nvGrpSpPr>
          <p:cNvPr id="29" name="Group 28">
            <a:extLst>
              <a:ext uri="{FF2B5EF4-FFF2-40B4-BE49-F238E27FC236}">
                <a16:creationId xmlns:a16="http://schemas.microsoft.com/office/drawing/2014/main" id="{77642116-7D09-001C-656B-7EEBCDD52280}"/>
              </a:ext>
            </a:extLst>
          </p:cNvPr>
          <p:cNvGrpSpPr/>
          <p:nvPr/>
        </p:nvGrpSpPr>
        <p:grpSpPr>
          <a:xfrm>
            <a:off x="3128400" y="4003280"/>
            <a:ext cx="1056960" cy="549000"/>
            <a:chOff x="3128400" y="4003280"/>
            <a:chExt cx="1056960" cy="549000"/>
          </a:xfrm>
        </p:grpSpPr>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5461DAF-8F0C-A0FA-DD22-307097339052}"/>
                    </a:ext>
                  </a:extLst>
                </p14:cNvPr>
                <p14:cNvContentPartPr/>
                <p14:nvPr/>
              </p14:nvContentPartPr>
              <p14:xfrm>
                <a:off x="3128400" y="4003280"/>
                <a:ext cx="159120" cy="425880"/>
              </p14:xfrm>
            </p:contentPart>
          </mc:Choice>
          <mc:Fallback xmlns="">
            <p:pic>
              <p:nvPicPr>
                <p:cNvPr id="2" name="Ink 1">
                  <a:extLst>
                    <a:ext uri="{FF2B5EF4-FFF2-40B4-BE49-F238E27FC236}">
                      <a16:creationId xmlns:a16="http://schemas.microsoft.com/office/drawing/2014/main" id="{F5461DAF-8F0C-A0FA-DD22-307097339052}"/>
                    </a:ext>
                  </a:extLst>
                </p:cNvPr>
                <p:cNvPicPr/>
                <p:nvPr/>
              </p:nvPicPr>
              <p:blipFill>
                <a:blip r:embed="rId4"/>
                <a:stretch>
                  <a:fillRect/>
                </a:stretch>
              </p:blipFill>
              <p:spPr>
                <a:xfrm>
                  <a:off x="3122280" y="3997160"/>
                  <a:ext cx="171360" cy="438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6C866522-2091-C3A6-2852-9F6964E0954E}"/>
                    </a:ext>
                  </a:extLst>
                </p14:cNvPr>
                <p14:cNvContentPartPr/>
                <p14:nvPr/>
              </p14:nvContentPartPr>
              <p14:xfrm>
                <a:off x="3364200" y="4247000"/>
                <a:ext cx="115560" cy="126360"/>
              </p14:xfrm>
            </p:contentPart>
          </mc:Choice>
          <mc:Fallback xmlns="">
            <p:pic>
              <p:nvPicPr>
                <p:cNvPr id="3" name="Ink 2">
                  <a:extLst>
                    <a:ext uri="{FF2B5EF4-FFF2-40B4-BE49-F238E27FC236}">
                      <a16:creationId xmlns:a16="http://schemas.microsoft.com/office/drawing/2014/main" id="{6C866522-2091-C3A6-2852-9F6964E0954E}"/>
                    </a:ext>
                  </a:extLst>
                </p:cNvPr>
                <p:cNvPicPr/>
                <p:nvPr/>
              </p:nvPicPr>
              <p:blipFill>
                <a:blip r:embed="rId6"/>
                <a:stretch>
                  <a:fillRect/>
                </a:stretch>
              </p:blipFill>
              <p:spPr>
                <a:xfrm>
                  <a:off x="3358080" y="4240880"/>
                  <a:ext cx="12780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255A1AAA-2395-CC44-872C-8F6E68A02455}"/>
                    </a:ext>
                  </a:extLst>
                </p14:cNvPr>
                <p14:cNvContentPartPr/>
                <p14:nvPr/>
              </p14:nvContentPartPr>
              <p14:xfrm>
                <a:off x="3596400" y="4206320"/>
                <a:ext cx="226800" cy="109080"/>
              </p14:xfrm>
            </p:contentPart>
          </mc:Choice>
          <mc:Fallback xmlns="">
            <p:pic>
              <p:nvPicPr>
                <p:cNvPr id="5" name="Ink 4">
                  <a:extLst>
                    <a:ext uri="{FF2B5EF4-FFF2-40B4-BE49-F238E27FC236}">
                      <a16:creationId xmlns:a16="http://schemas.microsoft.com/office/drawing/2014/main" id="{255A1AAA-2395-CC44-872C-8F6E68A02455}"/>
                    </a:ext>
                  </a:extLst>
                </p:cNvPr>
                <p:cNvPicPr/>
                <p:nvPr/>
              </p:nvPicPr>
              <p:blipFill>
                <a:blip r:embed="rId8"/>
                <a:stretch>
                  <a:fillRect/>
                </a:stretch>
              </p:blipFill>
              <p:spPr>
                <a:xfrm>
                  <a:off x="3590280" y="4200200"/>
                  <a:ext cx="23904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DAE419B1-D1FD-BF07-749E-4F68CD6B51FD}"/>
                    </a:ext>
                  </a:extLst>
                </p14:cNvPr>
                <p14:cNvContentPartPr/>
                <p14:nvPr/>
              </p14:nvContentPartPr>
              <p14:xfrm>
                <a:off x="3846600" y="4113440"/>
                <a:ext cx="100080" cy="438840"/>
              </p14:xfrm>
            </p:contentPart>
          </mc:Choice>
          <mc:Fallback xmlns="">
            <p:pic>
              <p:nvPicPr>
                <p:cNvPr id="6" name="Ink 5">
                  <a:extLst>
                    <a:ext uri="{FF2B5EF4-FFF2-40B4-BE49-F238E27FC236}">
                      <a16:creationId xmlns:a16="http://schemas.microsoft.com/office/drawing/2014/main" id="{DAE419B1-D1FD-BF07-749E-4F68CD6B51FD}"/>
                    </a:ext>
                  </a:extLst>
                </p:cNvPr>
                <p:cNvPicPr/>
                <p:nvPr/>
              </p:nvPicPr>
              <p:blipFill>
                <a:blip r:embed="rId10"/>
                <a:stretch>
                  <a:fillRect/>
                </a:stretch>
              </p:blipFill>
              <p:spPr>
                <a:xfrm>
                  <a:off x="3840480" y="4107320"/>
                  <a:ext cx="112320" cy="451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45234F57-8FE0-0257-8FBF-4A737453AB68}"/>
                    </a:ext>
                  </a:extLst>
                </p14:cNvPr>
                <p14:cNvContentPartPr/>
                <p14:nvPr/>
              </p14:nvContentPartPr>
              <p14:xfrm>
                <a:off x="3933360" y="4237640"/>
                <a:ext cx="109440" cy="159480"/>
              </p14:xfrm>
            </p:contentPart>
          </mc:Choice>
          <mc:Fallback xmlns="">
            <p:pic>
              <p:nvPicPr>
                <p:cNvPr id="9" name="Ink 8">
                  <a:extLst>
                    <a:ext uri="{FF2B5EF4-FFF2-40B4-BE49-F238E27FC236}">
                      <a16:creationId xmlns:a16="http://schemas.microsoft.com/office/drawing/2014/main" id="{45234F57-8FE0-0257-8FBF-4A737453AB68}"/>
                    </a:ext>
                  </a:extLst>
                </p:cNvPr>
                <p:cNvPicPr/>
                <p:nvPr/>
              </p:nvPicPr>
              <p:blipFill>
                <a:blip r:embed="rId12"/>
                <a:stretch>
                  <a:fillRect/>
                </a:stretch>
              </p:blipFill>
              <p:spPr>
                <a:xfrm>
                  <a:off x="3927240" y="4231520"/>
                  <a:ext cx="12168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09221421-A084-1817-CAEA-AE4DFD517B65}"/>
                    </a:ext>
                  </a:extLst>
                </p14:cNvPr>
                <p14:cNvContentPartPr/>
                <p14:nvPr/>
              </p14:nvContentPartPr>
              <p14:xfrm>
                <a:off x="4030200" y="4256720"/>
                <a:ext cx="155160" cy="140400"/>
              </p14:xfrm>
            </p:contentPart>
          </mc:Choice>
          <mc:Fallback xmlns="">
            <p:pic>
              <p:nvPicPr>
                <p:cNvPr id="10" name="Ink 9">
                  <a:extLst>
                    <a:ext uri="{FF2B5EF4-FFF2-40B4-BE49-F238E27FC236}">
                      <a16:creationId xmlns:a16="http://schemas.microsoft.com/office/drawing/2014/main" id="{09221421-A084-1817-CAEA-AE4DFD517B65}"/>
                    </a:ext>
                  </a:extLst>
                </p:cNvPr>
                <p:cNvPicPr/>
                <p:nvPr/>
              </p:nvPicPr>
              <p:blipFill>
                <a:blip r:embed="rId14"/>
                <a:stretch>
                  <a:fillRect/>
                </a:stretch>
              </p:blipFill>
              <p:spPr>
                <a:xfrm>
                  <a:off x="4024080" y="4250600"/>
                  <a:ext cx="167400" cy="152640"/>
                </a:xfrm>
                <a:prstGeom prst="rect">
                  <a:avLst/>
                </a:prstGeom>
              </p:spPr>
            </p:pic>
          </mc:Fallback>
        </mc:AlternateContent>
      </p:grpSp>
      <p:grpSp>
        <p:nvGrpSpPr>
          <p:cNvPr id="28" name="Group 27">
            <a:extLst>
              <a:ext uri="{FF2B5EF4-FFF2-40B4-BE49-F238E27FC236}">
                <a16:creationId xmlns:a16="http://schemas.microsoft.com/office/drawing/2014/main" id="{4503081F-A206-1D5C-A2CE-7633662027F8}"/>
              </a:ext>
            </a:extLst>
          </p:cNvPr>
          <p:cNvGrpSpPr/>
          <p:nvPr/>
        </p:nvGrpSpPr>
        <p:grpSpPr>
          <a:xfrm>
            <a:off x="4608000" y="4067000"/>
            <a:ext cx="529560" cy="254520"/>
            <a:chOff x="4608000" y="4067000"/>
            <a:chExt cx="529560" cy="254520"/>
          </a:xfrm>
        </p:grpSpPr>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C52727D8-517A-82E0-32C6-EC4AFC898D00}"/>
                    </a:ext>
                  </a:extLst>
                </p14:cNvPr>
                <p14:cNvContentPartPr/>
                <p14:nvPr/>
              </p14:nvContentPartPr>
              <p14:xfrm>
                <a:off x="4608000" y="4121000"/>
                <a:ext cx="146160" cy="200520"/>
              </p14:xfrm>
            </p:contentPart>
          </mc:Choice>
          <mc:Fallback xmlns="">
            <p:pic>
              <p:nvPicPr>
                <p:cNvPr id="11" name="Ink 10">
                  <a:extLst>
                    <a:ext uri="{FF2B5EF4-FFF2-40B4-BE49-F238E27FC236}">
                      <a16:creationId xmlns:a16="http://schemas.microsoft.com/office/drawing/2014/main" id="{C52727D8-517A-82E0-32C6-EC4AFC898D00}"/>
                    </a:ext>
                  </a:extLst>
                </p:cNvPr>
                <p:cNvPicPr/>
                <p:nvPr/>
              </p:nvPicPr>
              <p:blipFill>
                <a:blip r:embed="rId16"/>
                <a:stretch>
                  <a:fillRect/>
                </a:stretch>
              </p:blipFill>
              <p:spPr>
                <a:xfrm>
                  <a:off x="4601880" y="4114880"/>
                  <a:ext cx="15840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200B5F98-9C39-58A5-0450-09DFE2E62E43}"/>
                    </a:ext>
                  </a:extLst>
                </p14:cNvPr>
                <p14:cNvContentPartPr/>
                <p14:nvPr/>
              </p14:nvContentPartPr>
              <p14:xfrm>
                <a:off x="4764600" y="4173200"/>
                <a:ext cx="171360" cy="93240"/>
              </p14:xfrm>
            </p:contentPart>
          </mc:Choice>
          <mc:Fallback xmlns="">
            <p:pic>
              <p:nvPicPr>
                <p:cNvPr id="12" name="Ink 11">
                  <a:extLst>
                    <a:ext uri="{FF2B5EF4-FFF2-40B4-BE49-F238E27FC236}">
                      <a16:creationId xmlns:a16="http://schemas.microsoft.com/office/drawing/2014/main" id="{200B5F98-9C39-58A5-0450-09DFE2E62E43}"/>
                    </a:ext>
                  </a:extLst>
                </p:cNvPr>
                <p:cNvPicPr/>
                <p:nvPr/>
              </p:nvPicPr>
              <p:blipFill>
                <a:blip r:embed="rId18"/>
                <a:stretch>
                  <a:fillRect/>
                </a:stretch>
              </p:blipFill>
              <p:spPr>
                <a:xfrm>
                  <a:off x="4758480" y="4167080"/>
                  <a:ext cx="18360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AB068EEC-3764-5B64-A898-36A3770E24CB}"/>
                    </a:ext>
                  </a:extLst>
                </p14:cNvPr>
                <p14:cNvContentPartPr/>
                <p14:nvPr/>
              </p14:nvContentPartPr>
              <p14:xfrm>
                <a:off x="4988160" y="4067000"/>
                <a:ext cx="40680" cy="183600"/>
              </p14:xfrm>
            </p:contentPart>
          </mc:Choice>
          <mc:Fallback xmlns="">
            <p:pic>
              <p:nvPicPr>
                <p:cNvPr id="13" name="Ink 12">
                  <a:extLst>
                    <a:ext uri="{FF2B5EF4-FFF2-40B4-BE49-F238E27FC236}">
                      <a16:creationId xmlns:a16="http://schemas.microsoft.com/office/drawing/2014/main" id="{AB068EEC-3764-5B64-A898-36A3770E24CB}"/>
                    </a:ext>
                  </a:extLst>
                </p:cNvPr>
                <p:cNvPicPr/>
                <p:nvPr/>
              </p:nvPicPr>
              <p:blipFill>
                <a:blip r:embed="rId20"/>
                <a:stretch>
                  <a:fillRect/>
                </a:stretch>
              </p:blipFill>
              <p:spPr>
                <a:xfrm>
                  <a:off x="4982040" y="4060880"/>
                  <a:ext cx="529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Ink 13">
                  <a:extLst>
                    <a:ext uri="{FF2B5EF4-FFF2-40B4-BE49-F238E27FC236}">
                      <a16:creationId xmlns:a16="http://schemas.microsoft.com/office/drawing/2014/main" id="{001FAF7B-9F80-3F50-584D-A462574AFA46}"/>
                    </a:ext>
                  </a:extLst>
                </p14:cNvPr>
                <p14:cNvContentPartPr/>
                <p14:nvPr/>
              </p14:nvContentPartPr>
              <p14:xfrm>
                <a:off x="4932720" y="4132880"/>
                <a:ext cx="86400" cy="75600"/>
              </p14:xfrm>
            </p:contentPart>
          </mc:Choice>
          <mc:Fallback xmlns="">
            <p:pic>
              <p:nvPicPr>
                <p:cNvPr id="14" name="Ink 13">
                  <a:extLst>
                    <a:ext uri="{FF2B5EF4-FFF2-40B4-BE49-F238E27FC236}">
                      <a16:creationId xmlns:a16="http://schemas.microsoft.com/office/drawing/2014/main" id="{001FAF7B-9F80-3F50-584D-A462574AFA46}"/>
                    </a:ext>
                  </a:extLst>
                </p:cNvPr>
                <p:cNvPicPr/>
                <p:nvPr/>
              </p:nvPicPr>
              <p:blipFill>
                <a:blip r:embed="rId22"/>
                <a:stretch>
                  <a:fillRect/>
                </a:stretch>
              </p:blipFill>
              <p:spPr>
                <a:xfrm>
                  <a:off x="4926600" y="4126760"/>
                  <a:ext cx="986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 name="Ink 14">
                  <a:extLst>
                    <a:ext uri="{FF2B5EF4-FFF2-40B4-BE49-F238E27FC236}">
                      <a16:creationId xmlns:a16="http://schemas.microsoft.com/office/drawing/2014/main" id="{5CDF1671-913E-7B85-25CC-B8E769807489}"/>
                    </a:ext>
                  </a:extLst>
                </p14:cNvPr>
                <p14:cNvContentPartPr/>
                <p14:nvPr/>
              </p14:nvContentPartPr>
              <p14:xfrm>
                <a:off x="5016600" y="4100480"/>
                <a:ext cx="120960" cy="211320"/>
              </p14:xfrm>
            </p:contentPart>
          </mc:Choice>
          <mc:Fallback xmlns="">
            <p:pic>
              <p:nvPicPr>
                <p:cNvPr id="15" name="Ink 14">
                  <a:extLst>
                    <a:ext uri="{FF2B5EF4-FFF2-40B4-BE49-F238E27FC236}">
                      <a16:creationId xmlns:a16="http://schemas.microsoft.com/office/drawing/2014/main" id="{5CDF1671-913E-7B85-25CC-B8E769807489}"/>
                    </a:ext>
                  </a:extLst>
                </p:cNvPr>
                <p:cNvPicPr/>
                <p:nvPr/>
              </p:nvPicPr>
              <p:blipFill>
                <a:blip r:embed="rId24"/>
                <a:stretch>
                  <a:fillRect/>
                </a:stretch>
              </p:blipFill>
              <p:spPr>
                <a:xfrm>
                  <a:off x="5010480" y="4094360"/>
                  <a:ext cx="133200" cy="223560"/>
                </a:xfrm>
                <a:prstGeom prst="rect">
                  <a:avLst/>
                </a:prstGeom>
              </p:spPr>
            </p:pic>
          </mc:Fallback>
        </mc:AlternateContent>
      </p:grpSp>
      <p:grpSp>
        <p:nvGrpSpPr>
          <p:cNvPr id="27" name="Group 26">
            <a:extLst>
              <a:ext uri="{FF2B5EF4-FFF2-40B4-BE49-F238E27FC236}">
                <a16:creationId xmlns:a16="http://schemas.microsoft.com/office/drawing/2014/main" id="{E82F503C-CC56-40AF-60C5-A64373A9EF02}"/>
              </a:ext>
            </a:extLst>
          </p:cNvPr>
          <p:cNvGrpSpPr/>
          <p:nvPr/>
        </p:nvGrpSpPr>
        <p:grpSpPr>
          <a:xfrm>
            <a:off x="5602680" y="4019480"/>
            <a:ext cx="269640" cy="295920"/>
            <a:chOff x="5602680" y="4019480"/>
            <a:chExt cx="269640" cy="295920"/>
          </a:xfrm>
        </p:grpSpPr>
        <mc:AlternateContent xmlns:mc="http://schemas.openxmlformats.org/markup-compatibility/2006" xmlns:p14="http://schemas.microsoft.com/office/powerpoint/2010/main">
          <mc:Choice Requires="p14">
            <p:contentPart p14:bwMode="auto" r:id="rId25">
              <p14:nvContentPartPr>
                <p14:cNvPr id="16" name="Ink 15">
                  <a:extLst>
                    <a:ext uri="{FF2B5EF4-FFF2-40B4-BE49-F238E27FC236}">
                      <a16:creationId xmlns:a16="http://schemas.microsoft.com/office/drawing/2014/main" id="{4D34D92B-A21F-D24B-39C1-9A84EBCDDA20}"/>
                    </a:ext>
                  </a:extLst>
                </p14:cNvPr>
                <p14:cNvContentPartPr/>
                <p14:nvPr/>
              </p14:nvContentPartPr>
              <p14:xfrm>
                <a:off x="5615640" y="4157000"/>
                <a:ext cx="18000" cy="97920"/>
              </p14:xfrm>
            </p:contentPart>
          </mc:Choice>
          <mc:Fallback xmlns="">
            <p:pic>
              <p:nvPicPr>
                <p:cNvPr id="16" name="Ink 15">
                  <a:extLst>
                    <a:ext uri="{FF2B5EF4-FFF2-40B4-BE49-F238E27FC236}">
                      <a16:creationId xmlns:a16="http://schemas.microsoft.com/office/drawing/2014/main" id="{4D34D92B-A21F-D24B-39C1-9A84EBCDDA20}"/>
                    </a:ext>
                  </a:extLst>
                </p:cNvPr>
                <p:cNvPicPr/>
                <p:nvPr/>
              </p:nvPicPr>
              <p:blipFill>
                <a:blip r:embed="rId26"/>
                <a:stretch>
                  <a:fillRect/>
                </a:stretch>
              </p:blipFill>
              <p:spPr>
                <a:xfrm>
                  <a:off x="5609520" y="4150880"/>
                  <a:ext cx="3024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 name="Ink 16">
                  <a:extLst>
                    <a:ext uri="{FF2B5EF4-FFF2-40B4-BE49-F238E27FC236}">
                      <a16:creationId xmlns:a16="http://schemas.microsoft.com/office/drawing/2014/main" id="{8F80719D-5656-DE6D-389B-E7431D7888BE}"/>
                    </a:ext>
                  </a:extLst>
                </p14:cNvPr>
                <p14:cNvContentPartPr/>
                <p14:nvPr/>
              </p14:nvContentPartPr>
              <p14:xfrm>
                <a:off x="5602680" y="4022000"/>
                <a:ext cx="60840" cy="19440"/>
              </p14:xfrm>
            </p:contentPart>
          </mc:Choice>
          <mc:Fallback xmlns="">
            <p:pic>
              <p:nvPicPr>
                <p:cNvPr id="17" name="Ink 16">
                  <a:extLst>
                    <a:ext uri="{FF2B5EF4-FFF2-40B4-BE49-F238E27FC236}">
                      <a16:creationId xmlns:a16="http://schemas.microsoft.com/office/drawing/2014/main" id="{8F80719D-5656-DE6D-389B-E7431D7888BE}"/>
                    </a:ext>
                  </a:extLst>
                </p:cNvPr>
                <p:cNvPicPr/>
                <p:nvPr/>
              </p:nvPicPr>
              <p:blipFill>
                <a:blip r:embed="rId28"/>
                <a:stretch>
                  <a:fillRect/>
                </a:stretch>
              </p:blipFill>
              <p:spPr>
                <a:xfrm>
                  <a:off x="5596560" y="4015880"/>
                  <a:ext cx="7308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 name="Ink 17">
                  <a:extLst>
                    <a:ext uri="{FF2B5EF4-FFF2-40B4-BE49-F238E27FC236}">
                      <a16:creationId xmlns:a16="http://schemas.microsoft.com/office/drawing/2014/main" id="{B3EA4F4C-81DB-0090-5AF8-E17F5C7D99D7}"/>
                    </a:ext>
                  </a:extLst>
                </p14:cNvPr>
                <p14:cNvContentPartPr/>
                <p14:nvPr/>
              </p14:nvContentPartPr>
              <p14:xfrm>
                <a:off x="5708160" y="4019480"/>
                <a:ext cx="164160" cy="295920"/>
              </p14:xfrm>
            </p:contentPart>
          </mc:Choice>
          <mc:Fallback xmlns="">
            <p:pic>
              <p:nvPicPr>
                <p:cNvPr id="18" name="Ink 17">
                  <a:extLst>
                    <a:ext uri="{FF2B5EF4-FFF2-40B4-BE49-F238E27FC236}">
                      <a16:creationId xmlns:a16="http://schemas.microsoft.com/office/drawing/2014/main" id="{B3EA4F4C-81DB-0090-5AF8-E17F5C7D99D7}"/>
                    </a:ext>
                  </a:extLst>
                </p:cNvPr>
                <p:cNvPicPr/>
                <p:nvPr/>
              </p:nvPicPr>
              <p:blipFill>
                <a:blip r:embed="rId30"/>
                <a:stretch>
                  <a:fillRect/>
                </a:stretch>
              </p:blipFill>
              <p:spPr>
                <a:xfrm>
                  <a:off x="5702040" y="4013360"/>
                  <a:ext cx="176400" cy="308160"/>
                </a:xfrm>
                <a:prstGeom prst="rect">
                  <a:avLst/>
                </a:prstGeom>
              </p:spPr>
            </p:pic>
          </mc:Fallback>
        </mc:AlternateContent>
      </p:grpSp>
      <p:grpSp>
        <p:nvGrpSpPr>
          <p:cNvPr id="26" name="Group 25">
            <a:extLst>
              <a:ext uri="{FF2B5EF4-FFF2-40B4-BE49-F238E27FC236}">
                <a16:creationId xmlns:a16="http://schemas.microsoft.com/office/drawing/2014/main" id="{11A9B95F-CF21-92FD-6F62-0514CC349772}"/>
              </a:ext>
            </a:extLst>
          </p:cNvPr>
          <p:cNvGrpSpPr/>
          <p:nvPr/>
        </p:nvGrpSpPr>
        <p:grpSpPr>
          <a:xfrm>
            <a:off x="6404400" y="3871520"/>
            <a:ext cx="1261080" cy="477720"/>
            <a:chOff x="6404400" y="3871520"/>
            <a:chExt cx="1261080" cy="477720"/>
          </a:xfrm>
        </p:grpSpPr>
        <mc:AlternateContent xmlns:mc="http://schemas.openxmlformats.org/markup-compatibility/2006" xmlns:p14="http://schemas.microsoft.com/office/powerpoint/2010/main">
          <mc:Choice Requires="p14">
            <p:contentPart p14:bwMode="auto" r:id="rId31">
              <p14:nvContentPartPr>
                <p14:cNvPr id="19" name="Ink 18">
                  <a:extLst>
                    <a:ext uri="{FF2B5EF4-FFF2-40B4-BE49-F238E27FC236}">
                      <a16:creationId xmlns:a16="http://schemas.microsoft.com/office/drawing/2014/main" id="{B0655C64-1D89-9B37-799C-E702C31D4682}"/>
                    </a:ext>
                  </a:extLst>
                </p14:cNvPr>
                <p14:cNvContentPartPr/>
                <p14:nvPr/>
              </p14:nvContentPartPr>
              <p14:xfrm>
                <a:off x="6404400" y="3871520"/>
                <a:ext cx="255240" cy="475920"/>
              </p14:xfrm>
            </p:contentPart>
          </mc:Choice>
          <mc:Fallback xmlns="">
            <p:pic>
              <p:nvPicPr>
                <p:cNvPr id="19" name="Ink 18">
                  <a:extLst>
                    <a:ext uri="{FF2B5EF4-FFF2-40B4-BE49-F238E27FC236}">
                      <a16:creationId xmlns:a16="http://schemas.microsoft.com/office/drawing/2014/main" id="{B0655C64-1D89-9B37-799C-E702C31D4682}"/>
                    </a:ext>
                  </a:extLst>
                </p:cNvPr>
                <p:cNvPicPr/>
                <p:nvPr/>
              </p:nvPicPr>
              <p:blipFill>
                <a:blip r:embed="rId32"/>
                <a:stretch>
                  <a:fillRect/>
                </a:stretch>
              </p:blipFill>
              <p:spPr>
                <a:xfrm>
                  <a:off x="6398280" y="3865400"/>
                  <a:ext cx="267480" cy="4881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0" name="Ink 19">
                  <a:extLst>
                    <a:ext uri="{FF2B5EF4-FFF2-40B4-BE49-F238E27FC236}">
                      <a16:creationId xmlns:a16="http://schemas.microsoft.com/office/drawing/2014/main" id="{743E1252-024D-124A-70D0-6379247EF116}"/>
                    </a:ext>
                  </a:extLst>
                </p14:cNvPr>
                <p14:cNvContentPartPr/>
                <p14:nvPr/>
              </p14:nvContentPartPr>
              <p14:xfrm>
                <a:off x="6462720" y="4194080"/>
                <a:ext cx="197280" cy="64440"/>
              </p14:xfrm>
            </p:contentPart>
          </mc:Choice>
          <mc:Fallback xmlns="">
            <p:pic>
              <p:nvPicPr>
                <p:cNvPr id="20" name="Ink 19">
                  <a:extLst>
                    <a:ext uri="{FF2B5EF4-FFF2-40B4-BE49-F238E27FC236}">
                      <a16:creationId xmlns:a16="http://schemas.microsoft.com/office/drawing/2014/main" id="{743E1252-024D-124A-70D0-6379247EF116}"/>
                    </a:ext>
                  </a:extLst>
                </p:cNvPr>
                <p:cNvPicPr/>
                <p:nvPr/>
              </p:nvPicPr>
              <p:blipFill>
                <a:blip r:embed="rId34"/>
                <a:stretch>
                  <a:fillRect/>
                </a:stretch>
              </p:blipFill>
              <p:spPr>
                <a:xfrm>
                  <a:off x="6456600" y="4187960"/>
                  <a:ext cx="20952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1" name="Ink 20">
                  <a:extLst>
                    <a:ext uri="{FF2B5EF4-FFF2-40B4-BE49-F238E27FC236}">
                      <a16:creationId xmlns:a16="http://schemas.microsoft.com/office/drawing/2014/main" id="{CB10B4BD-496E-4530-512B-83949F3C6CFF}"/>
                    </a:ext>
                  </a:extLst>
                </p14:cNvPr>
                <p14:cNvContentPartPr/>
                <p14:nvPr/>
              </p14:nvContentPartPr>
              <p14:xfrm>
                <a:off x="6758640" y="4138280"/>
                <a:ext cx="145080" cy="176760"/>
              </p14:xfrm>
            </p:contentPart>
          </mc:Choice>
          <mc:Fallback xmlns="">
            <p:pic>
              <p:nvPicPr>
                <p:cNvPr id="21" name="Ink 20">
                  <a:extLst>
                    <a:ext uri="{FF2B5EF4-FFF2-40B4-BE49-F238E27FC236}">
                      <a16:creationId xmlns:a16="http://schemas.microsoft.com/office/drawing/2014/main" id="{CB10B4BD-496E-4530-512B-83949F3C6CFF}"/>
                    </a:ext>
                  </a:extLst>
                </p:cNvPr>
                <p:cNvPicPr/>
                <p:nvPr/>
              </p:nvPicPr>
              <p:blipFill>
                <a:blip r:embed="rId36"/>
                <a:stretch>
                  <a:fillRect/>
                </a:stretch>
              </p:blipFill>
              <p:spPr>
                <a:xfrm>
                  <a:off x="6752520" y="4132160"/>
                  <a:ext cx="15732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2" name="Ink 21">
                  <a:extLst>
                    <a:ext uri="{FF2B5EF4-FFF2-40B4-BE49-F238E27FC236}">
                      <a16:creationId xmlns:a16="http://schemas.microsoft.com/office/drawing/2014/main" id="{35C3C014-BF24-AF5F-45AF-89E0D6D32DB6}"/>
                    </a:ext>
                  </a:extLst>
                </p14:cNvPr>
                <p14:cNvContentPartPr/>
                <p14:nvPr/>
              </p14:nvContentPartPr>
              <p14:xfrm>
                <a:off x="6958080" y="4167080"/>
                <a:ext cx="152640" cy="171000"/>
              </p14:xfrm>
            </p:contentPart>
          </mc:Choice>
          <mc:Fallback xmlns="">
            <p:pic>
              <p:nvPicPr>
                <p:cNvPr id="22" name="Ink 21">
                  <a:extLst>
                    <a:ext uri="{FF2B5EF4-FFF2-40B4-BE49-F238E27FC236}">
                      <a16:creationId xmlns:a16="http://schemas.microsoft.com/office/drawing/2014/main" id="{35C3C014-BF24-AF5F-45AF-89E0D6D32DB6}"/>
                    </a:ext>
                  </a:extLst>
                </p:cNvPr>
                <p:cNvPicPr/>
                <p:nvPr/>
              </p:nvPicPr>
              <p:blipFill>
                <a:blip r:embed="rId38"/>
                <a:stretch>
                  <a:fillRect/>
                </a:stretch>
              </p:blipFill>
              <p:spPr>
                <a:xfrm>
                  <a:off x="6951960" y="4160960"/>
                  <a:ext cx="1648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3" name="Ink 22">
                  <a:extLst>
                    <a:ext uri="{FF2B5EF4-FFF2-40B4-BE49-F238E27FC236}">
                      <a16:creationId xmlns:a16="http://schemas.microsoft.com/office/drawing/2014/main" id="{B5F0B002-35A0-6610-5984-CF25EA255CD4}"/>
                    </a:ext>
                  </a:extLst>
                </p14:cNvPr>
                <p14:cNvContentPartPr/>
                <p14:nvPr/>
              </p14:nvContentPartPr>
              <p14:xfrm>
                <a:off x="7213320" y="4183280"/>
                <a:ext cx="120600" cy="101520"/>
              </p14:xfrm>
            </p:contentPart>
          </mc:Choice>
          <mc:Fallback xmlns="">
            <p:pic>
              <p:nvPicPr>
                <p:cNvPr id="23" name="Ink 22">
                  <a:extLst>
                    <a:ext uri="{FF2B5EF4-FFF2-40B4-BE49-F238E27FC236}">
                      <a16:creationId xmlns:a16="http://schemas.microsoft.com/office/drawing/2014/main" id="{B5F0B002-35A0-6610-5984-CF25EA255CD4}"/>
                    </a:ext>
                  </a:extLst>
                </p:cNvPr>
                <p:cNvPicPr/>
                <p:nvPr/>
              </p:nvPicPr>
              <p:blipFill>
                <a:blip r:embed="rId40"/>
                <a:stretch>
                  <a:fillRect/>
                </a:stretch>
              </p:blipFill>
              <p:spPr>
                <a:xfrm>
                  <a:off x="7207200" y="4177160"/>
                  <a:ext cx="13284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4" name="Ink 23">
                  <a:extLst>
                    <a:ext uri="{FF2B5EF4-FFF2-40B4-BE49-F238E27FC236}">
                      <a16:creationId xmlns:a16="http://schemas.microsoft.com/office/drawing/2014/main" id="{487DA123-EE97-A7DF-7EF3-DC1EE4A3E1D5}"/>
                    </a:ext>
                  </a:extLst>
                </p14:cNvPr>
                <p14:cNvContentPartPr/>
                <p14:nvPr/>
              </p14:nvContentPartPr>
              <p14:xfrm>
                <a:off x="7405560" y="4226120"/>
                <a:ext cx="145080" cy="88920"/>
              </p14:xfrm>
            </p:contentPart>
          </mc:Choice>
          <mc:Fallback xmlns="">
            <p:pic>
              <p:nvPicPr>
                <p:cNvPr id="24" name="Ink 23">
                  <a:extLst>
                    <a:ext uri="{FF2B5EF4-FFF2-40B4-BE49-F238E27FC236}">
                      <a16:creationId xmlns:a16="http://schemas.microsoft.com/office/drawing/2014/main" id="{487DA123-EE97-A7DF-7EF3-DC1EE4A3E1D5}"/>
                    </a:ext>
                  </a:extLst>
                </p:cNvPr>
                <p:cNvPicPr/>
                <p:nvPr/>
              </p:nvPicPr>
              <p:blipFill>
                <a:blip r:embed="rId42"/>
                <a:stretch>
                  <a:fillRect/>
                </a:stretch>
              </p:blipFill>
              <p:spPr>
                <a:xfrm>
                  <a:off x="7399440" y="4220000"/>
                  <a:ext cx="15732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5" name="Ink 24">
                  <a:extLst>
                    <a:ext uri="{FF2B5EF4-FFF2-40B4-BE49-F238E27FC236}">
                      <a16:creationId xmlns:a16="http://schemas.microsoft.com/office/drawing/2014/main" id="{CA0869E5-F133-0FF0-A708-7DD8C1925E8A}"/>
                    </a:ext>
                  </a:extLst>
                </p14:cNvPr>
                <p14:cNvContentPartPr/>
                <p14:nvPr/>
              </p14:nvContentPartPr>
              <p14:xfrm>
                <a:off x="7630200" y="4009400"/>
                <a:ext cx="35280" cy="339840"/>
              </p14:xfrm>
            </p:contentPart>
          </mc:Choice>
          <mc:Fallback xmlns="">
            <p:pic>
              <p:nvPicPr>
                <p:cNvPr id="25" name="Ink 24">
                  <a:extLst>
                    <a:ext uri="{FF2B5EF4-FFF2-40B4-BE49-F238E27FC236}">
                      <a16:creationId xmlns:a16="http://schemas.microsoft.com/office/drawing/2014/main" id="{CA0869E5-F133-0FF0-A708-7DD8C1925E8A}"/>
                    </a:ext>
                  </a:extLst>
                </p:cNvPr>
                <p:cNvPicPr/>
                <p:nvPr/>
              </p:nvPicPr>
              <p:blipFill>
                <a:blip r:embed="rId44"/>
                <a:stretch>
                  <a:fillRect/>
                </a:stretch>
              </p:blipFill>
              <p:spPr>
                <a:xfrm>
                  <a:off x="7624080" y="4003280"/>
                  <a:ext cx="47520" cy="352080"/>
                </a:xfrm>
                <a:prstGeom prst="rect">
                  <a:avLst/>
                </a:prstGeom>
              </p:spPr>
            </p:pic>
          </mc:Fallback>
        </mc:AlternateContent>
      </p:grpSp>
      <p:grpSp>
        <p:nvGrpSpPr>
          <p:cNvPr id="47" name="Group 46">
            <a:extLst>
              <a:ext uri="{FF2B5EF4-FFF2-40B4-BE49-F238E27FC236}">
                <a16:creationId xmlns:a16="http://schemas.microsoft.com/office/drawing/2014/main" id="{52CF7610-5C4E-78B7-4C08-877450DC16F9}"/>
              </a:ext>
            </a:extLst>
          </p:cNvPr>
          <p:cNvGrpSpPr/>
          <p:nvPr/>
        </p:nvGrpSpPr>
        <p:grpSpPr>
          <a:xfrm>
            <a:off x="3376440" y="4670360"/>
            <a:ext cx="606960" cy="376200"/>
            <a:chOff x="3376440" y="4670360"/>
            <a:chExt cx="606960" cy="376200"/>
          </a:xfrm>
        </p:grpSpPr>
        <mc:AlternateContent xmlns:mc="http://schemas.openxmlformats.org/markup-compatibility/2006" xmlns:p14="http://schemas.microsoft.com/office/powerpoint/2010/main">
          <mc:Choice Requires="p14">
            <p:contentPart p14:bwMode="auto" r:id="rId45">
              <p14:nvContentPartPr>
                <p14:cNvPr id="30" name="Ink 29">
                  <a:extLst>
                    <a:ext uri="{FF2B5EF4-FFF2-40B4-BE49-F238E27FC236}">
                      <a16:creationId xmlns:a16="http://schemas.microsoft.com/office/drawing/2014/main" id="{FC66C5B1-E6B5-9819-FF6D-97BA912B98BB}"/>
                    </a:ext>
                  </a:extLst>
                </p14:cNvPr>
                <p14:cNvContentPartPr/>
                <p14:nvPr/>
              </p14:nvContentPartPr>
              <p14:xfrm>
                <a:off x="3376440" y="4670360"/>
                <a:ext cx="297720" cy="360360"/>
              </p14:xfrm>
            </p:contentPart>
          </mc:Choice>
          <mc:Fallback xmlns="">
            <p:pic>
              <p:nvPicPr>
                <p:cNvPr id="30" name="Ink 29">
                  <a:extLst>
                    <a:ext uri="{FF2B5EF4-FFF2-40B4-BE49-F238E27FC236}">
                      <a16:creationId xmlns:a16="http://schemas.microsoft.com/office/drawing/2014/main" id="{FC66C5B1-E6B5-9819-FF6D-97BA912B98BB}"/>
                    </a:ext>
                  </a:extLst>
                </p:cNvPr>
                <p:cNvPicPr/>
                <p:nvPr/>
              </p:nvPicPr>
              <p:blipFill>
                <a:blip r:embed="rId46"/>
                <a:stretch>
                  <a:fillRect/>
                </a:stretch>
              </p:blipFill>
              <p:spPr>
                <a:xfrm>
                  <a:off x="3370320" y="4664240"/>
                  <a:ext cx="309960" cy="3726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1" name="Ink 30">
                  <a:extLst>
                    <a:ext uri="{FF2B5EF4-FFF2-40B4-BE49-F238E27FC236}">
                      <a16:creationId xmlns:a16="http://schemas.microsoft.com/office/drawing/2014/main" id="{93F9DA7F-1870-C363-FB7D-9AFFDDADEF0D}"/>
                    </a:ext>
                  </a:extLst>
                </p14:cNvPr>
                <p14:cNvContentPartPr/>
                <p14:nvPr/>
              </p14:nvContentPartPr>
              <p14:xfrm>
                <a:off x="3409920" y="4956200"/>
                <a:ext cx="292320" cy="66240"/>
              </p14:xfrm>
            </p:contentPart>
          </mc:Choice>
          <mc:Fallback xmlns="">
            <p:pic>
              <p:nvPicPr>
                <p:cNvPr id="31" name="Ink 30">
                  <a:extLst>
                    <a:ext uri="{FF2B5EF4-FFF2-40B4-BE49-F238E27FC236}">
                      <a16:creationId xmlns:a16="http://schemas.microsoft.com/office/drawing/2014/main" id="{93F9DA7F-1870-C363-FB7D-9AFFDDADEF0D}"/>
                    </a:ext>
                  </a:extLst>
                </p:cNvPr>
                <p:cNvPicPr/>
                <p:nvPr/>
              </p:nvPicPr>
              <p:blipFill>
                <a:blip r:embed="rId48"/>
                <a:stretch>
                  <a:fillRect/>
                </a:stretch>
              </p:blipFill>
              <p:spPr>
                <a:xfrm>
                  <a:off x="3403800" y="4950080"/>
                  <a:ext cx="30456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2" name="Ink 31">
                  <a:extLst>
                    <a:ext uri="{FF2B5EF4-FFF2-40B4-BE49-F238E27FC236}">
                      <a16:creationId xmlns:a16="http://schemas.microsoft.com/office/drawing/2014/main" id="{E8794B81-904C-CF38-B6B9-2341270A05F7}"/>
                    </a:ext>
                  </a:extLst>
                </p14:cNvPr>
                <p14:cNvContentPartPr/>
                <p14:nvPr/>
              </p14:nvContentPartPr>
              <p14:xfrm>
                <a:off x="3843000" y="4857920"/>
                <a:ext cx="67320" cy="188640"/>
              </p14:xfrm>
            </p:contentPart>
          </mc:Choice>
          <mc:Fallback xmlns="">
            <p:pic>
              <p:nvPicPr>
                <p:cNvPr id="32" name="Ink 31">
                  <a:extLst>
                    <a:ext uri="{FF2B5EF4-FFF2-40B4-BE49-F238E27FC236}">
                      <a16:creationId xmlns:a16="http://schemas.microsoft.com/office/drawing/2014/main" id="{E8794B81-904C-CF38-B6B9-2341270A05F7}"/>
                    </a:ext>
                  </a:extLst>
                </p:cNvPr>
                <p:cNvPicPr/>
                <p:nvPr/>
              </p:nvPicPr>
              <p:blipFill>
                <a:blip r:embed="rId50"/>
                <a:stretch>
                  <a:fillRect/>
                </a:stretch>
              </p:blipFill>
              <p:spPr>
                <a:xfrm>
                  <a:off x="3836880" y="4851800"/>
                  <a:ext cx="7956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3" name="Ink 32">
                  <a:extLst>
                    <a:ext uri="{FF2B5EF4-FFF2-40B4-BE49-F238E27FC236}">
                      <a16:creationId xmlns:a16="http://schemas.microsoft.com/office/drawing/2014/main" id="{9F25D0AE-6A87-881C-F29B-E9ED00A912EF}"/>
                    </a:ext>
                  </a:extLst>
                </p14:cNvPr>
                <p14:cNvContentPartPr/>
                <p14:nvPr/>
              </p14:nvContentPartPr>
              <p14:xfrm>
                <a:off x="3802680" y="4970600"/>
                <a:ext cx="180720" cy="29880"/>
              </p14:xfrm>
            </p:contentPart>
          </mc:Choice>
          <mc:Fallback xmlns="">
            <p:pic>
              <p:nvPicPr>
                <p:cNvPr id="33" name="Ink 32">
                  <a:extLst>
                    <a:ext uri="{FF2B5EF4-FFF2-40B4-BE49-F238E27FC236}">
                      <a16:creationId xmlns:a16="http://schemas.microsoft.com/office/drawing/2014/main" id="{9F25D0AE-6A87-881C-F29B-E9ED00A912EF}"/>
                    </a:ext>
                  </a:extLst>
                </p:cNvPr>
                <p:cNvPicPr/>
                <p:nvPr/>
              </p:nvPicPr>
              <p:blipFill>
                <a:blip r:embed="rId52"/>
                <a:stretch>
                  <a:fillRect/>
                </a:stretch>
              </p:blipFill>
              <p:spPr>
                <a:xfrm>
                  <a:off x="3796560" y="4964480"/>
                  <a:ext cx="192960" cy="42120"/>
                </a:xfrm>
                <a:prstGeom prst="rect">
                  <a:avLst/>
                </a:prstGeom>
              </p:spPr>
            </p:pic>
          </mc:Fallback>
        </mc:AlternateContent>
      </p:grpSp>
      <p:grpSp>
        <p:nvGrpSpPr>
          <p:cNvPr id="46" name="Group 45">
            <a:extLst>
              <a:ext uri="{FF2B5EF4-FFF2-40B4-BE49-F238E27FC236}">
                <a16:creationId xmlns:a16="http://schemas.microsoft.com/office/drawing/2014/main" id="{5F5A703D-BEC6-6551-D01B-A63452D720AF}"/>
              </a:ext>
            </a:extLst>
          </p:cNvPr>
          <p:cNvGrpSpPr/>
          <p:nvPr/>
        </p:nvGrpSpPr>
        <p:grpSpPr>
          <a:xfrm>
            <a:off x="4311360" y="4838120"/>
            <a:ext cx="534960" cy="249480"/>
            <a:chOff x="4311360" y="4838120"/>
            <a:chExt cx="534960" cy="249480"/>
          </a:xfrm>
        </p:grpSpPr>
        <mc:AlternateContent xmlns:mc="http://schemas.openxmlformats.org/markup-compatibility/2006" xmlns:p14="http://schemas.microsoft.com/office/powerpoint/2010/main">
          <mc:Choice Requires="p14">
            <p:contentPart p14:bwMode="auto" r:id="rId53">
              <p14:nvContentPartPr>
                <p14:cNvPr id="34" name="Ink 33">
                  <a:extLst>
                    <a:ext uri="{FF2B5EF4-FFF2-40B4-BE49-F238E27FC236}">
                      <a16:creationId xmlns:a16="http://schemas.microsoft.com/office/drawing/2014/main" id="{9B2B0676-7C19-4A06-BA8C-B019E40A3C7B}"/>
                    </a:ext>
                  </a:extLst>
                </p14:cNvPr>
                <p14:cNvContentPartPr/>
                <p14:nvPr/>
              </p14:nvContentPartPr>
              <p14:xfrm>
                <a:off x="4311360" y="4840640"/>
                <a:ext cx="122400" cy="139320"/>
              </p14:xfrm>
            </p:contentPart>
          </mc:Choice>
          <mc:Fallback xmlns="">
            <p:pic>
              <p:nvPicPr>
                <p:cNvPr id="34" name="Ink 33">
                  <a:extLst>
                    <a:ext uri="{FF2B5EF4-FFF2-40B4-BE49-F238E27FC236}">
                      <a16:creationId xmlns:a16="http://schemas.microsoft.com/office/drawing/2014/main" id="{9B2B0676-7C19-4A06-BA8C-B019E40A3C7B}"/>
                    </a:ext>
                  </a:extLst>
                </p:cNvPr>
                <p:cNvPicPr/>
                <p:nvPr/>
              </p:nvPicPr>
              <p:blipFill>
                <a:blip r:embed="rId54"/>
                <a:stretch>
                  <a:fillRect/>
                </a:stretch>
              </p:blipFill>
              <p:spPr>
                <a:xfrm>
                  <a:off x="4305240" y="4834520"/>
                  <a:ext cx="13464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5" name="Ink 34">
                  <a:extLst>
                    <a:ext uri="{FF2B5EF4-FFF2-40B4-BE49-F238E27FC236}">
                      <a16:creationId xmlns:a16="http://schemas.microsoft.com/office/drawing/2014/main" id="{FB26B8FB-390B-2E07-820F-B49475A9B231}"/>
                    </a:ext>
                  </a:extLst>
                </p14:cNvPr>
                <p14:cNvContentPartPr/>
                <p14:nvPr/>
              </p14:nvContentPartPr>
              <p14:xfrm>
                <a:off x="4413960" y="4838120"/>
                <a:ext cx="301680" cy="158760"/>
              </p14:xfrm>
            </p:contentPart>
          </mc:Choice>
          <mc:Fallback xmlns="">
            <p:pic>
              <p:nvPicPr>
                <p:cNvPr id="35" name="Ink 34">
                  <a:extLst>
                    <a:ext uri="{FF2B5EF4-FFF2-40B4-BE49-F238E27FC236}">
                      <a16:creationId xmlns:a16="http://schemas.microsoft.com/office/drawing/2014/main" id="{FB26B8FB-390B-2E07-820F-B49475A9B231}"/>
                    </a:ext>
                  </a:extLst>
                </p:cNvPr>
                <p:cNvPicPr/>
                <p:nvPr/>
              </p:nvPicPr>
              <p:blipFill>
                <a:blip r:embed="rId56"/>
                <a:stretch>
                  <a:fillRect/>
                </a:stretch>
              </p:blipFill>
              <p:spPr>
                <a:xfrm>
                  <a:off x="4407840" y="4832000"/>
                  <a:ext cx="31392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6" name="Ink 35">
                  <a:extLst>
                    <a:ext uri="{FF2B5EF4-FFF2-40B4-BE49-F238E27FC236}">
                      <a16:creationId xmlns:a16="http://schemas.microsoft.com/office/drawing/2014/main" id="{41D79015-B1A1-92F0-C85B-CBF8660F6DCA}"/>
                    </a:ext>
                  </a:extLst>
                </p14:cNvPr>
                <p14:cNvContentPartPr/>
                <p14:nvPr/>
              </p14:nvContentPartPr>
              <p14:xfrm>
                <a:off x="4728600" y="4899680"/>
                <a:ext cx="117720" cy="187920"/>
              </p14:xfrm>
            </p:contentPart>
          </mc:Choice>
          <mc:Fallback xmlns="">
            <p:pic>
              <p:nvPicPr>
                <p:cNvPr id="36" name="Ink 35">
                  <a:extLst>
                    <a:ext uri="{FF2B5EF4-FFF2-40B4-BE49-F238E27FC236}">
                      <a16:creationId xmlns:a16="http://schemas.microsoft.com/office/drawing/2014/main" id="{41D79015-B1A1-92F0-C85B-CBF8660F6DCA}"/>
                    </a:ext>
                  </a:extLst>
                </p:cNvPr>
                <p:cNvPicPr/>
                <p:nvPr/>
              </p:nvPicPr>
              <p:blipFill>
                <a:blip r:embed="rId58"/>
                <a:stretch>
                  <a:fillRect/>
                </a:stretch>
              </p:blipFill>
              <p:spPr>
                <a:xfrm>
                  <a:off x="4722480" y="4893560"/>
                  <a:ext cx="129960" cy="200160"/>
                </a:xfrm>
                <a:prstGeom prst="rect">
                  <a:avLst/>
                </a:prstGeom>
              </p:spPr>
            </p:pic>
          </mc:Fallback>
        </mc:AlternateContent>
      </p:grpSp>
      <p:grpSp>
        <p:nvGrpSpPr>
          <p:cNvPr id="45" name="Group 44">
            <a:extLst>
              <a:ext uri="{FF2B5EF4-FFF2-40B4-BE49-F238E27FC236}">
                <a16:creationId xmlns:a16="http://schemas.microsoft.com/office/drawing/2014/main" id="{EFE3CE7B-A421-8FA5-C5A4-63B9D94C8F2A}"/>
              </a:ext>
            </a:extLst>
          </p:cNvPr>
          <p:cNvGrpSpPr/>
          <p:nvPr/>
        </p:nvGrpSpPr>
        <p:grpSpPr>
          <a:xfrm>
            <a:off x="5518800" y="4796360"/>
            <a:ext cx="283320" cy="261720"/>
            <a:chOff x="5518800" y="4796360"/>
            <a:chExt cx="283320" cy="261720"/>
          </a:xfrm>
        </p:grpSpPr>
        <mc:AlternateContent xmlns:mc="http://schemas.openxmlformats.org/markup-compatibility/2006" xmlns:p14="http://schemas.microsoft.com/office/powerpoint/2010/main">
          <mc:Choice Requires="p14">
            <p:contentPart p14:bwMode="auto" r:id="rId59">
              <p14:nvContentPartPr>
                <p14:cNvPr id="37" name="Ink 36">
                  <a:extLst>
                    <a:ext uri="{FF2B5EF4-FFF2-40B4-BE49-F238E27FC236}">
                      <a16:creationId xmlns:a16="http://schemas.microsoft.com/office/drawing/2014/main" id="{A7DD7D11-EF0C-9A2B-8ED6-0D8AF8DC357B}"/>
                    </a:ext>
                  </a:extLst>
                </p14:cNvPr>
                <p14:cNvContentPartPr/>
                <p14:nvPr/>
              </p14:nvContentPartPr>
              <p14:xfrm>
                <a:off x="5518800" y="4922720"/>
                <a:ext cx="20880" cy="114840"/>
              </p14:xfrm>
            </p:contentPart>
          </mc:Choice>
          <mc:Fallback xmlns="">
            <p:pic>
              <p:nvPicPr>
                <p:cNvPr id="37" name="Ink 36">
                  <a:extLst>
                    <a:ext uri="{FF2B5EF4-FFF2-40B4-BE49-F238E27FC236}">
                      <a16:creationId xmlns:a16="http://schemas.microsoft.com/office/drawing/2014/main" id="{A7DD7D11-EF0C-9A2B-8ED6-0D8AF8DC357B}"/>
                    </a:ext>
                  </a:extLst>
                </p:cNvPr>
                <p:cNvPicPr/>
                <p:nvPr/>
              </p:nvPicPr>
              <p:blipFill>
                <a:blip r:embed="rId60"/>
                <a:stretch>
                  <a:fillRect/>
                </a:stretch>
              </p:blipFill>
              <p:spPr>
                <a:xfrm>
                  <a:off x="5512680" y="4916600"/>
                  <a:ext cx="3312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8" name="Ink 37">
                  <a:extLst>
                    <a:ext uri="{FF2B5EF4-FFF2-40B4-BE49-F238E27FC236}">
                      <a16:creationId xmlns:a16="http://schemas.microsoft.com/office/drawing/2014/main" id="{627C75CA-E13E-2043-AC52-85713A91ECEF}"/>
                    </a:ext>
                  </a:extLst>
                </p14:cNvPr>
                <p14:cNvContentPartPr/>
                <p14:nvPr/>
              </p14:nvContentPartPr>
              <p14:xfrm>
                <a:off x="5569920" y="4796360"/>
                <a:ext cx="73080" cy="39240"/>
              </p14:xfrm>
            </p:contentPart>
          </mc:Choice>
          <mc:Fallback xmlns="">
            <p:pic>
              <p:nvPicPr>
                <p:cNvPr id="38" name="Ink 37">
                  <a:extLst>
                    <a:ext uri="{FF2B5EF4-FFF2-40B4-BE49-F238E27FC236}">
                      <a16:creationId xmlns:a16="http://schemas.microsoft.com/office/drawing/2014/main" id="{627C75CA-E13E-2043-AC52-85713A91ECEF}"/>
                    </a:ext>
                  </a:extLst>
                </p:cNvPr>
                <p:cNvPicPr/>
                <p:nvPr/>
              </p:nvPicPr>
              <p:blipFill>
                <a:blip r:embed="rId62"/>
                <a:stretch>
                  <a:fillRect/>
                </a:stretch>
              </p:blipFill>
              <p:spPr>
                <a:xfrm>
                  <a:off x="5563800" y="4790240"/>
                  <a:ext cx="8532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9" name="Ink 38">
                  <a:extLst>
                    <a:ext uri="{FF2B5EF4-FFF2-40B4-BE49-F238E27FC236}">
                      <a16:creationId xmlns:a16="http://schemas.microsoft.com/office/drawing/2014/main" id="{D3FD274A-84DC-7F0A-D062-234D2448C128}"/>
                    </a:ext>
                  </a:extLst>
                </p14:cNvPr>
                <p14:cNvContentPartPr/>
                <p14:nvPr/>
              </p14:nvContentPartPr>
              <p14:xfrm>
                <a:off x="5687280" y="4816880"/>
                <a:ext cx="114840" cy="241200"/>
              </p14:xfrm>
            </p:contentPart>
          </mc:Choice>
          <mc:Fallback xmlns="">
            <p:pic>
              <p:nvPicPr>
                <p:cNvPr id="39" name="Ink 38">
                  <a:extLst>
                    <a:ext uri="{FF2B5EF4-FFF2-40B4-BE49-F238E27FC236}">
                      <a16:creationId xmlns:a16="http://schemas.microsoft.com/office/drawing/2014/main" id="{D3FD274A-84DC-7F0A-D062-234D2448C128}"/>
                    </a:ext>
                  </a:extLst>
                </p:cNvPr>
                <p:cNvPicPr/>
                <p:nvPr/>
              </p:nvPicPr>
              <p:blipFill>
                <a:blip r:embed="rId64"/>
                <a:stretch>
                  <a:fillRect/>
                </a:stretch>
              </p:blipFill>
              <p:spPr>
                <a:xfrm>
                  <a:off x="5681160" y="4810760"/>
                  <a:ext cx="127080" cy="253440"/>
                </a:xfrm>
                <a:prstGeom prst="rect">
                  <a:avLst/>
                </a:prstGeom>
              </p:spPr>
            </p:pic>
          </mc:Fallback>
        </mc:AlternateContent>
      </p:grpSp>
      <p:grpSp>
        <p:nvGrpSpPr>
          <p:cNvPr id="44" name="Group 43">
            <a:extLst>
              <a:ext uri="{FF2B5EF4-FFF2-40B4-BE49-F238E27FC236}">
                <a16:creationId xmlns:a16="http://schemas.microsoft.com/office/drawing/2014/main" id="{8D15A844-FB55-8D25-2F93-B0ACF95CABE1}"/>
              </a:ext>
            </a:extLst>
          </p:cNvPr>
          <p:cNvGrpSpPr/>
          <p:nvPr/>
        </p:nvGrpSpPr>
        <p:grpSpPr>
          <a:xfrm>
            <a:off x="6742800" y="4645160"/>
            <a:ext cx="281520" cy="445680"/>
            <a:chOff x="6742800" y="4645160"/>
            <a:chExt cx="281520" cy="445680"/>
          </a:xfrm>
        </p:grpSpPr>
        <mc:AlternateContent xmlns:mc="http://schemas.openxmlformats.org/markup-compatibility/2006" xmlns:p14="http://schemas.microsoft.com/office/powerpoint/2010/main">
          <mc:Choice Requires="p14">
            <p:contentPart p14:bwMode="auto" r:id="rId65">
              <p14:nvContentPartPr>
                <p14:cNvPr id="41" name="Ink 40">
                  <a:extLst>
                    <a:ext uri="{FF2B5EF4-FFF2-40B4-BE49-F238E27FC236}">
                      <a16:creationId xmlns:a16="http://schemas.microsoft.com/office/drawing/2014/main" id="{E798138F-31DC-7165-D9E7-F3669BCF6CEC}"/>
                    </a:ext>
                  </a:extLst>
                </p14:cNvPr>
                <p14:cNvContentPartPr/>
                <p14:nvPr/>
              </p14:nvContentPartPr>
              <p14:xfrm>
                <a:off x="6751800" y="4645160"/>
                <a:ext cx="145800" cy="144720"/>
              </p14:xfrm>
            </p:contentPart>
          </mc:Choice>
          <mc:Fallback xmlns="">
            <p:pic>
              <p:nvPicPr>
                <p:cNvPr id="41" name="Ink 40">
                  <a:extLst>
                    <a:ext uri="{FF2B5EF4-FFF2-40B4-BE49-F238E27FC236}">
                      <a16:creationId xmlns:a16="http://schemas.microsoft.com/office/drawing/2014/main" id="{E798138F-31DC-7165-D9E7-F3669BCF6CEC}"/>
                    </a:ext>
                  </a:extLst>
                </p:cNvPr>
                <p:cNvPicPr/>
                <p:nvPr/>
              </p:nvPicPr>
              <p:blipFill>
                <a:blip r:embed="rId66"/>
                <a:stretch>
                  <a:fillRect/>
                </a:stretch>
              </p:blipFill>
              <p:spPr>
                <a:xfrm>
                  <a:off x="6745680" y="4639040"/>
                  <a:ext cx="15804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2" name="Ink 41">
                  <a:extLst>
                    <a:ext uri="{FF2B5EF4-FFF2-40B4-BE49-F238E27FC236}">
                      <a16:creationId xmlns:a16="http://schemas.microsoft.com/office/drawing/2014/main" id="{17C11333-192E-8E29-020B-BE5019DFF279}"/>
                    </a:ext>
                  </a:extLst>
                </p14:cNvPr>
                <p14:cNvContentPartPr/>
                <p14:nvPr/>
              </p14:nvContentPartPr>
              <p14:xfrm>
                <a:off x="6742800" y="4786640"/>
                <a:ext cx="230040" cy="300960"/>
              </p14:xfrm>
            </p:contentPart>
          </mc:Choice>
          <mc:Fallback xmlns="">
            <p:pic>
              <p:nvPicPr>
                <p:cNvPr id="42" name="Ink 41">
                  <a:extLst>
                    <a:ext uri="{FF2B5EF4-FFF2-40B4-BE49-F238E27FC236}">
                      <a16:creationId xmlns:a16="http://schemas.microsoft.com/office/drawing/2014/main" id="{17C11333-192E-8E29-020B-BE5019DFF279}"/>
                    </a:ext>
                  </a:extLst>
                </p:cNvPr>
                <p:cNvPicPr/>
                <p:nvPr/>
              </p:nvPicPr>
              <p:blipFill>
                <a:blip r:embed="rId68"/>
                <a:stretch>
                  <a:fillRect/>
                </a:stretch>
              </p:blipFill>
              <p:spPr>
                <a:xfrm>
                  <a:off x="6736680" y="4780520"/>
                  <a:ext cx="24228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3" name="Ink 42">
                  <a:extLst>
                    <a:ext uri="{FF2B5EF4-FFF2-40B4-BE49-F238E27FC236}">
                      <a16:creationId xmlns:a16="http://schemas.microsoft.com/office/drawing/2014/main" id="{CE63D7DA-2AD6-5AD8-791B-1F1C3100E4F3}"/>
                    </a:ext>
                  </a:extLst>
                </p14:cNvPr>
                <p14:cNvContentPartPr/>
                <p14:nvPr/>
              </p14:nvContentPartPr>
              <p14:xfrm>
                <a:off x="6847560" y="4953680"/>
                <a:ext cx="176760" cy="137160"/>
              </p14:xfrm>
            </p:contentPart>
          </mc:Choice>
          <mc:Fallback xmlns="">
            <p:pic>
              <p:nvPicPr>
                <p:cNvPr id="43" name="Ink 42">
                  <a:extLst>
                    <a:ext uri="{FF2B5EF4-FFF2-40B4-BE49-F238E27FC236}">
                      <a16:creationId xmlns:a16="http://schemas.microsoft.com/office/drawing/2014/main" id="{CE63D7DA-2AD6-5AD8-791B-1F1C3100E4F3}"/>
                    </a:ext>
                  </a:extLst>
                </p:cNvPr>
                <p:cNvPicPr/>
                <p:nvPr/>
              </p:nvPicPr>
              <p:blipFill>
                <a:blip r:embed="rId70"/>
                <a:stretch>
                  <a:fillRect/>
                </a:stretch>
              </p:blipFill>
              <p:spPr>
                <a:xfrm>
                  <a:off x="6841440" y="4947560"/>
                  <a:ext cx="189000" cy="149400"/>
                </a:xfrm>
                <a:prstGeom prst="rect">
                  <a:avLst/>
                </a:prstGeom>
              </p:spPr>
            </p:pic>
          </mc:Fallback>
        </mc:AlternateContent>
      </p:grpSp>
      <p:grpSp>
        <p:nvGrpSpPr>
          <p:cNvPr id="60" name="Group 59">
            <a:extLst>
              <a:ext uri="{FF2B5EF4-FFF2-40B4-BE49-F238E27FC236}">
                <a16:creationId xmlns:a16="http://schemas.microsoft.com/office/drawing/2014/main" id="{A0A3201A-C464-5621-E0FE-260B5CFA857A}"/>
              </a:ext>
            </a:extLst>
          </p:cNvPr>
          <p:cNvGrpSpPr/>
          <p:nvPr/>
        </p:nvGrpSpPr>
        <p:grpSpPr>
          <a:xfrm>
            <a:off x="7691400" y="4508360"/>
            <a:ext cx="1448280" cy="545040"/>
            <a:chOff x="7691400" y="4508360"/>
            <a:chExt cx="1448280" cy="545040"/>
          </a:xfrm>
        </p:grpSpPr>
        <mc:AlternateContent xmlns:mc="http://schemas.openxmlformats.org/markup-compatibility/2006" xmlns:p14="http://schemas.microsoft.com/office/powerpoint/2010/main">
          <mc:Choice Requires="p14">
            <p:contentPart p14:bwMode="auto" r:id="rId71">
              <p14:nvContentPartPr>
                <p14:cNvPr id="48" name="Ink 47">
                  <a:extLst>
                    <a:ext uri="{FF2B5EF4-FFF2-40B4-BE49-F238E27FC236}">
                      <a16:creationId xmlns:a16="http://schemas.microsoft.com/office/drawing/2014/main" id="{90AF579C-AE2E-17CD-4AF8-226CEF2E800A}"/>
                    </a:ext>
                  </a:extLst>
                </p14:cNvPr>
                <p14:cNvContentPartPr/>
                <p14:nvPr/>
              </p14:nvContentPartPr>
              <p14:xfrm>
                <a:off x="7691400" y="4508360"/>
                <a:ext cx="488880" cy="496800"/>
              </p14:xfrm>
            </p:contentPart>
          </mc:Choice>
          <mc:Fallback xmlns="">
            <p:pic>
              <p:nvPicPr>
                <p:cNvPr id="48" name="Ink 47">
                  <a:extLst>
                    <a:ext uri="{FF2B5EF4-FFF2-40B4-BE49-F238E27FC236}">
                      <a16:creationId xmlns:a16="http://schemas.microsoft.com/office/drawing/2014/main" id="{90AF579C-AE2E-17CD-4AF8-226CEF2E800A}"/>
                    </a:ext>
                  </a:extLst>
                </p:cNvPr>
                <p:cNvPicPr/>
                <p:nvPr/>
              </p:nvPicPr>
              <p:blipFill>
                <a:blip r:embed="rId72"/>
                <a:stretch>
                  <a:fillRect/>
                </a:stretch>
              </p:blipFill>
              <p:spPr>
                <a:xfrm>
                  <a:off x="7685280" y="4502240"/>
                  <a:ext cx="501120" cy="5090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9" name="Ink 48">
                  <a:extLst>
                    <a:ext uri="{FF2B5EF4-FFF2-40B4-BE49-F238E27FC236}">
                      <a16:creationId xmlns:a16="http://schemas.microsoft.com/office/drawing/2014/main" id="{F45A5C8B-1812-FF12-DAE7-4C61B634C1AA}"/>
                    </a:ext>
                  </a:extLst>
                </p14:cNvPr>
                <p14:cNvContentPartPr/>
                <p14:nvPr/>
              </p14:nvContentPartPr>
              <p14:xfrm>
                <a:off x="8300160" y="4720400"/>
                <a:ext cx="237600" cy="210960"/>
              </p14:xfrm>
            </p:contentPart>
          </mc:Choice>
          <mc:Fallback xmlns="">
            <p:pic>
              <p:nvPicPr>
                <p:cNvPr id="49" name="Ink 48">
                  <a:extLst>
                    <a:ext uri="{FF2B5EF4-FFF2-40B4-BE49-F238E27FC236}">
                      <a16:creationId xmlns:a16="http://schemas.microsoft.com/office/drawing/2014/main" id="{F45A5C8B-1812-FF12-DAE7-4C61B634C1AA}"/>
                    </a:ext>
                  </a:extLst>
                </p:cNvPr>
                <p:cNvPicPr/>
                <p:nvPr/>
              </p:nvPicPr>
              <p:blipFill>
                <a:blip r:embed="rId74"/>
                <a:stretch>
                  <a:fillRect/>
                </a:stretch>
              </p:blipFill>
              <p:spPr>
                <a:xfrm>
                  <a:off x="8294040" y="4714280"/>
                  <a:ext cx="24984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0" name="Ink 49">
                  <a:extLst>
                    <a:ext uri="{FF2B5EF4-FFF2-40B4-BE49-F238E27FC236}">
                      <a16:creationId xmlns:a16="http://schemas.microsoft.com/office/drawing/2014/main" id="{6A526CD5-CB24-D4C9-82AF-50D20FE278B1}"/>
                    </a:ext>
                  </a:extLst>
                </p14:cNvPr>
                <p14:cNvContentPartPr/>
                <p14:nvPr/>
              </p14:nvContentPartPr>
              <p14:xfrm>
                <a:off x="8525160" y="4835240"/>
                <a:ext cx="231480" cy="116640"/>
              </p14:xfrm>
            </p:contentPart>
          </mc:Choice>
          <mc:Fallback xmlns="">
            <p:pic>
              <p:nvPicPr>
                <p:cNvPr id="50" name="Ink 49">
                  <a:extLst>
                    <a:ext uri="{FF2B5EF4-FFF2-40B4-BE49-F238E27FC236}">
                      <a16:creationId xmlns:a16="http://schemas.microsoft.com/office/drawing/2014/main" id="{6A526CD5-CB24-D4C9-82AF-50D20FE278B1}"/>
                    </a:ext>
                  </a:extLst>
                </p:cNvPr>
                <p:cNvPicPr/>
                <p:nvPr/>
              </p:nvPicPr>
              <p:blipFill>
                <a:blip r:embed="rId76"/>
                <a:stretch>
                  <a:fillRect/>
                </a:stretch>
              </p:blipFill>
              <p:spPr>
                <a:xfrm>
                  <a:off x="8519040" y="4829120"/>
                  <a:ext cx="24372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1" name="Ink 50">
                  <a:extLst>
                    <a:ext uri="{FF2B5EF4-FFF2-40B4-BE49-F238E27FC236}">
                      <a16:creationId xmlns:a16="http://schemas.microsoft.com/office/drawing/2014/main" id="{45419C9A-37DB-644B-E887-C9EB6E2740CE}"/>
                    </a:ext>
                  </a:extLst>
                </p14:cNvPr>
                <p14:cNvContentPartPr/>
                <p14:nvPr/>
              </p14:nvContentPartPr>
              <p14:xfrm>
                <a:off x="8818560" y="4617800"/>
                <a:ext cx="23400" cy="328320"/>
              </p14:xfrm>
            </p:contentPart>
          </mc:Choice>
          <mc:Fallback xmlns="">
            <p:pic>
              <p:nvPicPr>
                <p:cNvPr id="51" name="Ink 50">
                  <a:extLst>
                    <a:ext uri="{FF2B5EF4-FFF2-40B4-BE49-F238E27FC236}">
                      <a16:creationId xmlns:a16="http://schemas.microsoft.com/office/drawing/2014/main" id="{45419C9A-37DB-644B-E887-C9EB6E2740CE}"/>
                    </a:ext>
                  </a:extLst>
                </p:cNvPr>
                <p:cNvPicPr/>
                <p:nvPr/>
              </p:nvPicPr>
              <p:blipFill>
                <a:blip r:embed="rId78"/>
                <a:stretch>
                  <a:fillRect/>
                </a:stretch>
              </p:blipFill>
              <p:spPr>
                <a:xfrm>
                  <a:off x="8812440" y="4611680"/>
                  <a:ext cx="3564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2" name="Ink 51">
                  <a:extLst>
                    <a:ext uri="{FF2B5EF4-FFF2-40B4-BE49-F238E27FC236}">
                      <a16:creationId xmlns:a16="http://schemas.microsoft.com/office/drawing/2014/main" id="{F1BB1154-7BD9-7B1E-18FC-569677698466}"/>
                    </a:ext>
                  </a:extLst>
                </p14:cNvPr>
                <p14:cNvContentPartPr/>
                <p14:nvPr/>
              </p14:nvContentPartPr>
              <p14:xfrm>
                <a:off x="8888400" y="4842080"/>
                <a:ext cx="251280" cy="211320"/>
              </p14:xfrm>
            </p:contentPart>
          </mc:Choice>
          <mc:Fallback xmlns="">
            <p:pic>
              <p:nvPicPr>
                <p:cNvPr id="52" name="Ink 51">
                  <a:extLst>
                    <a:ext uri="{FF2B5EF4-FFF2-40B4-BE49-F238E27FC236}">
                      <a16:creationId xmlns:a16="http://schemas.microsoft.com/office/drawing/2014/main" id="{F1BB1154-7BD9-7B1E-18FC-569677698466}"/>
                    </a:ext>
                  </a:extLst>
                </p:cNvPr>
                <p:cNvPicPr/>
                <p:nvPr/>
              </p:nvPicPr>
              <p:blipFill>
                <a:blip r:embed="rId80"/>
                <a:stretch>
                  <a:fillRect/>
                </a:stretch>
              </p:blipFill>
              <p:spPr>
                <a:xfrm>
                  <a:off x="8882280" y="4835960"/>
                  <a:ext cx="263520" cy="223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1">
            <p14:nvContentPartPr>
              <p14:cNvPr id="53" name="Ink 52">
                <a:extLst>
                  <a:ext uri="{FF2B5EF4-FFF2-40B4-BE49-F238E27FC236}">
                    <a16:creationId xmlns:a16="http://schemas.microsoft.com/office/drawing/2014/main" id="{C0A67948-889B-A78D-846E-440B23BBD0A1}"/>
                  </a:ext>
                </a:extLst>
              </p14:cNvPr>
              <p14:cNvContentPartPr/>
              <p14:nvPr/>
            </p14:nvContentPartPr>
            <p14:xfrm>
              <a:off x="9349200" y="4664960"/>
              <a:ext cx="56160" cy="46800"/>
            </p14:xfrm>
          </p:contentPart>
        </mc:Choice>
        <mc:Fallback xmlns="">
          <p:pic>
            <p:nvPicPr>
              <p:cNvPr id="53" name="Ink 52">
                <a:extLst>
                  <a:ext uri="{FF2B5EF4-FFF2-40B4-BE49-F238E27FC236}">
                    <a16:creationId xmlns:a16="http://schemas.microsoft.com/office/drawing/2014/main" id="{C0A67948-889B-A78D-846E-440B23BBD0A1}"/>
                  </a:ext>
                </a:extLst>
              </p:cNvPr>
              <p:cNvPicPr/>
              <p:nvPr/>
            </p:nvPicPr>
            <p:blipFill>
              <a:blip r:embed="rId82"/>
              <a:stretch>
                <a:fillRect/>
              </a:stretch>
            </p:blipFill>
            <p:spPr>
              <a:xfrm>
                <a:off x="9343080" y="4658840"/>
                <a:ext cx="684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4" name="Ink 53">
                <a:extLst>
                  <a:ext uri="{FF2B5EF4-FFF2-40B4-BE49-F238E27FC236}">
                    <a16:creationId xmlns:a16="http://schemas.microsoft.com/office/drawing/2014/main" id="{6D3A4BF1-BD02-A546-5D61-1A00F264A24A}"/>
                  </a:ext>
                </a:extLst>
              </p14:cNvPr>
              <p14:cNvContentPartPr/>
              <p14:nvPr/>
            </p14:nvContentPartPr>
            <p14:xfrm>
              <a:off x="9357840" y="4837760"/>
              <a:ext cx="36000" cy="60840"/>
            </p14:xfrm>
          </p:contentPart>
        </mc:Choice>
        <mc:Fallback xmlns="">
          <p:pic>
            <p:nvPicPr>
              <p:cNvPr id="54" name="Ink 53">
                <a:extLst>
                  <a:ext uri="{FF2B5EF4-FFF2-40B4-BE49-F238E27FC236}">
                    <a16:creationId xmlns:a16="http://schemas.microsoft.com/office/drawing/2014/main" id="{6D3A4BF1-BD02-A546-5D61-1A00F264A24A}"/>
                  </a:ext>
                </a:extLst>
              </p:cNvPr>
              <p:cNvPicPr/>
              <p:nvPr/>
            </p:nvPicPr>
            <p:blipFill>
              <a:blip r:embed="rId84"/>
              <a:stretch>
                <a:fillRect/>
              </a:stretch>
            </p:blipFill>
            <p:spPr>
              <a:xfrm>
                <a:off x="9351720" y="4831640"/>
                <a:ext cx="48240" cy="73080"/>
              </a:xfrm>
              <a:prstGeom prst="rect">
                <a:avLst/>
              </a:prstGeom>
            </p:spPr>
          </p:pic>
        </mc:Fallback>
      </mc:AlternateContent>
      <p:grpSp>
        <p:nvGrpSpPr>
          <p:cNvPr id="59" name="Group 58">
            <a:extLst>
              <a:ext uri="{FF2B5EF4-FFF2-40B4-BE49-F238E27FC236}">
                <a16:creationId xmlns:a16="http://schemas.microsoft.com/office/drawing/2014/main" id="{9FC4A86A-5CF5-6483-5C50-D80C2FC9FBE1}"/>
              </a:ext>
            </a:extLst>
          </p:cNvPr>
          <p:cNvGrpSpPr/>
          <p:nvPr/>
        </p:nvGrpSpPr>
        <p:grpSpPr>
          <a:xfrm>
            <a:off x="9727920" y="4553360"/>
            <a:ext cx="542880" cy="439200"/>
            <a:chOff x="9727920" y="4553360"/>
            <a:chExt cx="542880" cy="439200"/>
          </a:xfrm>
        </p:grpSpPr>
        <mc:AlternateContent xmlns:mc="http://schemas.openxmlformats.org/markup-compatibility/2006" xmlns:p14="http://schemas.microsoft.com/office/powerpoint/2010/main">
          <mc:Choice Requires="p14">
            <p:contentPart p14:bwMode="auto" r:id="rId85">
              <p14:nvContentPartPr>
                <p14:cNvPr id="55" name="Ink 54">
                  <a:extLst>
                    <a:ext uri="{FF2B5EF4-FFF2-40B4-BE49-F238E27FC236}">
                      <a16:creationId xmlns:a16="http://schemas.microsoft.com/office/drawing/2014/main" id="{512B1590-5F04-03FE-461E-76CD857F270A}"/>
                    </a:ext>
                  </a:extLst>
                </p14:cNvPr>
                <p14:cNvContentPartPr/>
                <p14:nvPr/>
              </p14:nvContentPartPr>
              <p14:xfrm>
                <a:off x="9727920" y="4553360"/>
                <a:ext cx="56520" cy="379800"/>
              </p14:xfrm>
            </p:contentPart>
          </mc:Choice>
          <mc:Fallback xmlns="">
            <p:pic>
              <p:nvPicPr>
                <p:cNvPr id="55" name="Ink 54">
                  <a:extLst>
                    <a:ext uri="{FF2B5EF4-FFF2-40B4-BE49-F238E27FC236}">
                      <a16:creationId xmlns:a16="http://schemas.microsoft.com/office/drawing/2014/main" id="{512B1590-5F04-03FE-461E-76CD857F270A}"/>
                    </a:ext>
                  </a:extLst>
                </p:cNvPr>
                <p:cNvPicPr/>
                <p:nvPr/>
              </p:nvPicPr>
              <p:blipFill>
                <a:blip r:embed="rId86"/>
                <a:stretch>
                  <a:fillRect/>
                </a:stretch>
              </p:blipFill>
              <p:spPr>
                <a:xfrm>
                  <a:off x="9721800" y="4547240"/>
                  <a:ext cx="68760" cy="3920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6" name="Ink 55">
                  <a:extLst>
                    <a:ext uri="{FF2B5EF4-FFF2-40B4-BE49-F238E27FC236}">
                      <a16:creationId xmlns:a16="http://schemas.microsoft.com/office/drawing/2014/main" id="{C02F1E21-B928-A2A6-4A3E-D68FF272A104}"/>
                    </a:ext>
                  </a:extLst>
                </p14:cNvPr>
                <p14:cNvContentPartPr/>
                <p14:nvPr/>
              </p14:nvContentPartPr>
              <p14:xfrm>
                <a:off x="9844920" y="4705280"/>
                <a:ext cx="133560" cy="237960"/>
              </p14:xfrm>
            </p:contentPart>
          </mc:Choice>
          <mc:Fallback xmlns="">
            <p:pic>
              <p:nvPicPr>
                <p:cNvPr id="56" name="Ink 55">
                  <a:extLst>
                    <a:ext uri="{FF2B5EF4-FFF2-40B4-BE49-F238E27FC236}">
                      <a16:creationId xmlns:a16="http://schemas.microsoft.com/office/drawing/2014/main" id="{C02F1E21-B928-A2A6-4A3E-D68FF272A104}"/>
                    </a:ext>
                  </a:extLst>
                </p:cNvPr>
                <p:cNvPicPr/>
                <p:nvPr/>
              </p:nvPicPr>
              <p:blipFill>
                <a:blip r:embed="rId88"/>
                <a:stretch>
                  <a:fillRect/>
                </a:stretch>
              </p:blipFill>
              <p:spPr>
                <a:xfrm>
                  <a:off x="9838800" y="4699160"/>
                  <a:ext cx="14580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7" name="Ink 56">
                  <a:extLst>
                    <a:ext uri="{FF2B5EF4-FFF2-40B4-BE49-F238E27FC236}">
                      <a16:creationId xmlns:a16="http://schemas.microsoft.com/office/drawing/2014/main" id="{DFA038BB-8E12-C554-878A-D79C844A9C7F}"/>
                    </a:ext>
                  </a:extLst>
                </p14:cNvPr>
                <p14:cNvContentPartPr/>
                <p14:nvPr/>
              </p14:nvContentPartPr>
              <p14:xfrm>
                <a:off x="10116360" y="4767200"/>
                <a:ext cx="154440" cy="225360"/>
              </p14:xfrm>
            </p:contentPart>
          </mc:Choice>
          <mc:Fallback xmlns="">
            <p:pic>
              <p:nvPicPr>
                <p:cNvPr id="57" name="Ink 56">
                  <a:extLst>
                    <a:ext uri="{FF2B5EF4-FFF2-40B4-BE49-F238E27FC236}">
                      <a16:creationId xmlns:a16="http://schemas.microsoft.com/office/drawing/2014/main" id="{DFA038BB-8E12-C554-878A-D79C844A9C7F}"/>
                    </a:ext>
                  </a:extLst>
                </p:cNvPr>
                <p:cNvPicPr/>
                <p:nvPr/>
              </p:nvPicPr>
              <p:blipFill>
                <a:blip r:embed="rId90"/>
                <a:stretch>
                  <a:fillRect/>
                </a:stretch>
              </p:blipFill>
              <p:spPr>
                <a:xfrm>
                  <a:off x="10110240" y="4761080"/>
                  <a:ext cx="166680" cy="237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1">
            <p14:nvContentPartPr>
              <p14:cNvPr id="58" name="Ink 57">
                <a:extLst>
                  <a:ext uri="{FF2B5EF4-FFF2-40B4-BE49-F238E27FC236}">
                    <a16:creationId xmlns:a16="http://schemas.microsoft.com/office/drawing/2014/main" id="{675E7392-0556-2BB6-F772-37F862D17033}"/>
                  </a:ext>
                </a:extLst>
              </p14:cNvPr>
              <p14:cNvContentPartPr/>
              <p14:nvPr/>
            </p14:nvContentPartPr>
            <p14:xfrm>
              <a:off x="10477080" y="4733720"/>
              <a:ext cx="202320" cy="254160"/>
            </p14:xfrm>
          </p:contentPart>
        </mc:Choice>
        <mc:Fallback xmlns="">
          <p:pic>
            <p:nvPicPr>
              <p:cNvPr id="58" name="Ink 57">
                <a:extLst>
                  <a:ext uri="{FF2B5EF4-FFF2-40B4-BE49-F238E27FC236}">
                    <a16:creationId xmlns:a16="http://schemas.microsoft.com/office/drawing/2014/main" id="{675E7392-0556-2BB6-F772-37F862D17033}"/>
                  </a:ext>
                </a:extLst>
              </p:cNvPr>
              <p:cNvPicPr/>
              <p:nvPr/>
            </p:nvPicPr>
            <p:blipFill>
              <a:blip r:embed="rId92"/>
              <a:stretch>
                <a:fillRect/>
              </a:stretch>
            </p:blipFill>
            <p:spPr>
              <a:xfrm>
                <a:off x="10470960" y="4727600"/>
                <a:ext cx="214560" cy="266400"/>
              </a:xfrm>
              <a:prstGeom prst="rect">
                <a:avLst/>
              </a:prstGeom>
            </p:spPr>
          </p:pic>
        </mc:Fallback>
      </mc:AlternateContent>
      <p:grpSp>
        <p:nvGrpSpPr>
          <p:cNvPr id="78" name="Group 77">
            <a:extLst>
              <a:ext uri="{FF2B5EF4-FFF2-40B4-BE49-F238E27FC236}">
                <a16:creationId xmlns:a16="http://schemas.microsoft.com/office/drawing/2014/main" id="{56B73DBD-1125-CC1D-C2F5-B9402F2BB2AA}"/>
              </a:ext>
            </a:extLst>
          </p:cNvPr>
          <p:cNvGrpSpPr/>
          <p:nvPr/>
        </p:nvGrpSpPr>
        <p:grpSpPr>
          <a:xfrm>
            <a:off x="4088160" y="5446880"/>
            <a:ext cx="1953000" cy="504000"/>
            <a:chOff x="4088160" y="5446880"/>
            <a:chExt cx="1953000" cy="504000"/>
          </a:xfrm>
        </p:grpSpPr>
        <mc:AlternateContent xmlns:mc="http://schemas.openxmlformats.org/markup-compatibility/2006" xmlns:p14="http://schemas.microsoft.com/office/powerpoint/2010/main">
          <mc:Choice Requires="p14">
            <p:contentPart p14:bwMode="auto" r:id="rId93">
              <p14:nvContentPartPr>
                <p14:cNvPr id="61" name="Ink 60">
                  <a:extLst>
                    <a:ext uri="{FF2B5EF4-FFF2-40B4-BE49-F238E27FC236}">
                      <a16:creationId xmlns:a16="http://schemas.microsoft.com/office/drawing/2014/main" id="{57465106-9404-BE6A-80E3-CEE7A5EA6179}"/>
                    </a:ext>
                  </a:extLst>
                </p14:cNvPr>
                <p14:cNvContentPartPr/>
                <p14:nvPr/>
              </p14:nvContentPartPr>
              <p14:xfrm>
                <a:off x="4088160" y="5446880"/>
                <a:ext cx="197640" cy="312840"/>
              </p14:xfrm>
            </p:contentPart>
          </mc:Choice>
          <mc:Fallback xmlns="">
            <p:pic>
              <p:nvPicPr>
                <p:cNvPr id="61" name="Ink 60">
                  <a:extLst>
                    <a:ext uri="{FF2B5EF4-FFF2-40B4-BE49-F238E27FC236}">
                      <a16:creationId xmlns:a16="http://schemas.microsoft.com/office/drawing/2014/main" id="{57465106-9404-BE6A-80E3-CEE7A5EA6179}"/>
                    </a:ext>
                  </a:extLst>
                </p:cNvPr>
                <p:cNvPicPr/>
                <p:nvPr/>
              </p:nvPicPr>
              <p:blipFill>
                <a:blip r:embed="rId94"/>
                <a:stretch>
                  <a:fillRect/>
                </a:stretch>
              </p:blipFill>
              <p:spPr>
                <a:xfrm>
                  <a:off x="4082040" y="5440760"/>
                  <a:ext cx="209880" cy="3250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2" name="Ink 61">
                  <a:extLst>
                    <a:ext uri="{FF2B5EF4-FFF2-40B4-BE49-F238E27FC236}">
                      <a16:creationId xmlns:a16="http://schemas.microsoft.com/office/drawing/2014/main" id="{84132AE9-8800-3FCC-B838-603E1B7964E4}"/>
                    </a:ext>
                  </a:extLst>
                </p14:cNvPr>
                <p14:cNvContentPartPr/>
                <p14:nvPr/>
              </p14:nvContentPartPr>
              <p14:xfrm>
                <a:off x="4280760" y="5665400"/>
                <a:ext cx="182880" cy="176760"/>
              </p14:xfrm>
            </p:contentPart>
          </mc:Choice>
          <mc:Fallback xmlns="">
            <p:pic>
              <p:nvPicPr>
                <p:cNvPr id="62" name="Ink 61">
                  <a:extLst>
                    <a:ext uri="{FF2B5EF4-FFF2-40B4-BE49-F238E27FC236}">
                      <a16:creationId xmlns:a16="http://schemas.microsoft.com/office/drawing/2014/main" id="{84132AE9-8800-3FCC-B838-603E1B7964E4}"/>
                    </a:ext>
                  </a:extLst>
                </p:cNvPr>
                <p:cNvPicPr/>
                <p:nvPr/>
              </p:nvPicPr>
              <p:blipFill>
                <a:blip r:embed="rId96"/>
                <a:stretch>
                  <a:fillRect/>
                </a:stretch>
              </p:blipFill>
              <p:spPr>
                <a:xfrm>
                  <a:off x="4274640" y="5659280"/>
                  <a:ext cx="19512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3" name="Ink 62">
                  <a:extLst>
                    <a:ext uri="{FF2B5EF4-FFF2-40B4-BE49-F238E27FC236}">
                      <a16:creationId xmlns:a16="http://schemas.microsoft.com/office/drawing/2014/main" id="{C5F8AF96-E884-E4A9-2498-EAAA267392B8}"/>
                    </a:ext>
                  </a:extLst>
                </p14:cNvPr>
                <p14:cNvContentPartPr/>
                <p14:nvPr/>
              </p14:nvContentPartPr>
              <p14:xfrm>
                <a:off x="4520160" y="5707520"/>
                <a:ext cx="236160" cy="97200"/>
              </p14:xfrm>
            </p:contentPart>
          </mc:Choice>
          <mc:Fallback xmlns="">
            <p:pic>
              <p:nvPicPr>
                <p:cNvPr id="63" name="Ink 62">
                  <a:extLst>
                    <a:ext uri="{FF2B5EF4-FFF2-40B4-BE49-F238E27FC236}">
                      <a16:creationId xmlns:a16="http://schemas.microsoft.com/office/drawing/2014/main" id="{C5F8AF96-E884-E4A9-2498-EAAA267392B8}"/>
                    </a:ext>
                  </a:extLst>
                </p:cNvPr>
                <p:cNvPicPr/>
                <p:nvPr/>
              </p:nvPicPr>
              <p:blipFill>
                <a:blip r:embed="rId98"/>
                <a:stretch>
                  <a:fillRect/>
                </a:stretch>
              </p:blipFill>
              <p:spPr>
                <a:xfrm>
                  <a:off x="4514040" y="5701400"/>
                  <a:ext cx="24840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4" name="Ink 63">
                  <a:extLst>
                    <a:ext uri="{FF2B5EF4-FFF2-40B4-BE49-F238E27FC236}">
                      <a16:creationId xmlns:a16="http://schemas.microsoft.com/office/drawing/2014/main" id="{FA1395C9-F39C-12CB-5668-461F7B043F1D}"/>
                    </a:ext>
                  </a:extLst>
                </p14:cNvPr>
                <p14:cNvContentPartPr/>
                <p14:nvPr/>
              </p14:nvContentPartPr>
              <p14:xfrm>
                <a:off x="4822920" y="5612840"/>
                <a:ext cx="32760" cy="210960"/>
              </p14:xfrm>
            </p:contentPart>
          </mc:Choice>
          <mc:Fallback xmlns="">
            <p:pic>
              <p:nvPicPr>
                <p:cNvPr id="64" name="Ink 63">
                  <a:extLst>
                    <a:ext uri="{FF2B5EF4-FFF2-40B4-BE49-F238E27FC236}">
                      <a16:creationId xmlns:a16="http://schemas.microsoft.com/office/drawing/2014/main" id="{FA1395C9-F39C-12CB-5668-461F7B043F1D}"/>
                    </a:ext>
                  </a:extLst>
                </p:cNvPr>
                <p:cNvPicPr/>
                <p:nvPr/>
              </p:nvPicPr>
              <p:blipFill>
                <a:blip r:embed="rId100"/>
                <a:stretch>
                  <a:fillRect/>
                </a:stretch>
              </p:blipFill>
              <p:spPr>
                <a:xfrm>
                  <a:off x="4816800" y="5606720"/>
                  <a:ext cx="4500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5" name="Ink 64">
                  <a:extLst>
                    <a:ext uri="{FF2B5EF4-FFF2-40B4-BE49-F238E27FC236}">
                      <a16:creationId xmlns:a16="http://schemas.microsoft.com/office/drawing/2014/main" id="{55CA7B6F-AE2C-89B9-3E85-9B05B3006972}"/>
                    </a:ext>
                  </a:extLst>
                </p14:cNvPr>
                <p14:cNvContentPartPr/>
                <p14:nvPr/>
              </p14:nvContentPartPr>
              <p14:xfrm>
                <a:off x="4921200" y="5703560"/>
                <a:ext cx="211680" cy="185760"/>
              </p14:xfrm>
            </p:contentPart>
          </mc:Choice>
          <mc:Fallback xmlns="">
            <p:pic>
              <p:nvPicPr>
                <p:cNvPr id="65" name="Ink 64">
                  <a:extLst>
                    <a:ext uri="{FF2B5EF4-FFF2-40B4-BE49-F238E27FC236}">
                      <a16:creationId xmlns:a16="http://schemas.microsoft.com/office/drawing/2014/main" id="{55CA7B6F-AE2C-89B9-3E85-9B05B3006972}"/>
                    </a:ext>
                  </a:extLst>
                </p:cNvPr>
                <p:cNvPicPr/>
                <p:nvPr/>
              </p:nvPicPr>
              <p:blipFill>
                <a:blip r:embed="rId102"/>
                <a:stretch>
                  <a:fillRect/>
                </a:stretch>
              </p:blipFill>
              <p:spPr>
                <a:xfrm>
                  <a:off x="4915080" y="5697440"/>
                  <a:ext cx="22392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6" name="Ink 65">
                  <a:extLst>
                    <a:ext uri="{FF2B5EF4-FFF2-40B4-BE49-F238E27FC236}">
                      <a16:creationId xmlns:a16="http://schemas.microsoft.com/office/drawing/2014/main" id="{AF648C57-0D01-401C-890F-FE272E44C322}"/>
                    </a:ext>
                  </a:extLst>
                </p14:cNvPr>
                <p14:cNvContentPartPr/>
                <p14:nvPr/>
              </p14:nvContentPartPr>
              <p14:xfrm>
                <a:off x="5209920" y="5717960"/>
                <a:ext cx="119880" cy="183600"/>
              </p14:xfrm>
            </p:contentPart>
          </mc:Choice>
          <mc:Fallback xmlns="">
            <p:pic>
              <p:nvPicPr>
                <p:cNvPr id="66" name="Ink 65">
                  <a:extLst>
                    <a:ext uri="{FF2B5EF4-FFF2-40B4-BE49-F238E27FC236}">
                      <a16:creationId xmlns:a16="http://schemas.microsoft.com/office/drawing/2014/main" id="{AF648C57-0D01-401C-890F-FE272E44C322}"/>
                    </a:ext>
                  </a:extLst>
                </p:cNvPr>
                <p:cNvPicPr/>
                <p:nvPr/>
              </p:nvPicPr>
              <p:blipFill>
                <a:blip r:embed="rId104"/>
                <a:stretch>
                  <a:fillRect/>
                </a:stretch>
              </p:blipFill>
              <p:spPr>
                <a:xfrm>
                  <a:off x="5203800" y="5711840"/>
                  <a:ext cx="1321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7" name="Ink 66">
                  <a:extLst>
                    <a:ext uri="{FF2B5EF4-FFF2-40B4-BE49-F238E27FC236}">
                      <a16:creationId xmlns:a16="http://schemas.microsoft.com/office/drawing/2014/main" id="{D6A7093A-A0AA-1CB8-40AE-73D3F25FB4A0}"/>
                    </a:ext>
                  </a:extLst>
                </p14:cNvPr>
                <p14:cNvContentPartPr/>
                <p14:nvPr/>
              </p14:nvContentPartPr>
              <p14:xfrm>
                <a:off x="5426640" y="5718320"/>
                <a:ext cx="110880" cy="187200"/>
              </p14:xfrm>
            </p:contentPart>
          </mc:Choice>
          <mc:Fallback xmlns="">
            <p:pic>
              <p:nvPicPr>
                <p:cNvPr id="67" name="Ink 66">
                  <a:extLst>
                    <a:ext uri="{FF2B5EF4-FFF2-40B4-BE49-F238E27FC236}">
                      <a16:creationId xmlns:a16="http://schemas.microsoft.com/office/drawing/2014/main" id="{D6A7093A-A0AA-1CB8-40AE-73D3F25FB4A0}"/>
                    </a:ext>
                  </a:extLst>
                </p:cNvPr>
                <p:cNvPicPr/>
                <p:nvPr/>
              </p:nvPicPr>
              <p:blipFill>
                <a:blip r:embed="rId106"/>
                <a:stretch>
                  <a:fillRect/>
                </a:stretch>
              </p:blipFill>
              <p:spPr>
                <a:xfrm>
                  <a:off x="5420520" y="5712200"/>
                  <a:ext cx="12312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8" name="Ink 67">
                  <a:extLst>
                    <a:ext uri="{FF2B5EF4-FFF2-40B4-BE49-F238E27FC236}">
                      <a16:creationId xmlns:a16="http://schemas.microsoft.com/office/drawing/2014/main" id="{4014C8DD-9777-930D-7265-98AB8D0B1EBA}"/>
                    </a:ext>
                  </a:extLst>
                </p14:cNvPr>
                <p14:cNvContentPartPr/>
                <p14:nvPr/>
              </p14:nvContentPartPr>
              <p14:xfrm>
                <a:off x="5598720" y="5774120"/>
                <a:ext cx="175680" cy="105480"/>
              </p14:xfrm>
            </p:contentPart>
          </mc:Choice>
          <mc:Fallback xmlns="">
            <p:pic>
              <p:nvPicPr>
                <p:cNvPr id="68" name="Ink 67">
                  <a:extLst>
                    <a:ext uri="{FF2B5EF4-FFF2-40B4-BE49-F238E27FC236}">
                      <a16:creationId xmlns:a16="http://schemas.microsoft.com/office/drawing/2014/main" id="{4014C8DD-9777-930D-7265-98AB8D0B1EBA}"/>
                    </a:ext>
                  </a:extLst>
                </p:cNvPr>
                <p:cNvPicPr/>
                <p:nvPr/>
              </p:nvPicPr>
              <p:blipFill>
                <a:blip r:embed="rId108"/>
                <a:stretch>
                  <a:fillRect/>
                </a:stretch>
              </p:blipFill>
              <p:spPr>
                <a:xfrm>
                  <a:off x="5592600" y="5768000"/>
                  <a:ext cx="18792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9" name="Ink 68">
                  <a:extLst>
                    <a:ext uri="{FF2B5EF4-FFF2-40B4-BE49-F238E27FC236}">
                      <a16:creationId xmlns:a16="http://schemas.microsoft.com/office/drawing/2014/main" id="{97BB77C6-653F-D043-98AC-2A9CDEB58AC6}"/>
                    </a:ext>
                  </a:extLst>
                </p14:cNvPr>
                <p14:cNvContentPartPr/>
                <p14:nvPr/>
              </p14:nvContentPartPr>
              <p14:xfrm>
                <a:off x="5807160" y="5802920"/>
                <a:ext cx="166320" cy="98280"/>
              </p14:xfrm>
            </p:contentPart>
          </mc:Choice>
          <mc:Fallback xmlns="">
            <p:pic>
              <p:nvPicPr>
                <p:cNvPr id="69" name="Ink 68">
                  <a:extLst>
                    <a:ext uri="{FF2B5EF4-FFF2-40B4-BE49-F238E27FC236}">
                      <a16:creationId xmlns:a16="http://schemas.microsoft.com/office/drawing/2014/main" id="{97BB77C6-653F-D043-98AC-2A9CDEB58AC6}"/>
                    </a:ext>
                  </a:extLst>
                </p:cNvPr>
                <p:cNvPicPr/>
                <p:nvPr/>
              </p:nvPicPr>
              <p:blipFill>
                <a:blip r:embed="rId110"/>
                <a:stretch>
                  <a:fillRect/>
                </a:stretch>
              </p:blipFill>
              <p:spPr>
                <a:xfrm>
                  <a:off x="5801040" y="5796800"/>
                  <a:ext cx="17856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0" name="Ink 69">
                  <a:extLst>
                    <a:ext uri="{FF2B5EF4-FFF2-40B4-BE49-F238E27FC236}">
                      <a16:creationId xmlns:a16="http://schemas.microsoft.com/office/drawing/2014/main" id="{1C4A36B2-878F-E68B-0F53-E7778865A390}"/>
                    </a:ext>
                  </a:extLst>
                </p14:cNvPr>
                <p14:cNvContentPartPr/>
                <p14:nvPr/>
              </p14:nvContentPartPr>
              <p14:xfrm>
                <a:off x="6009480" y="5575400"/>
                <a:ext cx="31680" cy="375480"/>
              </p14:xfrm>
            </p:contentPart>
          </mc:Choice>
          <mc:Fallback xmlns="">
            <p:pic>
              <p:nvPicPr>
                <p:cNvPr id="70" name="Ink 69">
                  <a:extLst>
                    <a:ext uri="{FF2B5EF4-FFF2-40B4-BE49-F238E27FC236}">
                      <a16:creationId xmlns:a16="http://schemas.microsoft.com/office/drawing/2014/main" id="{1C4A36B2-878F-E68B-0F53-E7778865A390}"/>
                    </a:ext>
                  </a:extLst>
                </p:cNvPr>
                <p:cNvPicPr/>
                <p:nvPr/>
              </p:nvPicPr>
              <p:blipFill>
                <a:blip r:embed="rId112"/>
                <a:stretch>
                  <a:fillRect/>
                </a:stretch>
              </p:blipFill>
              <p:spPr>
                <a:xfrm>
                  <a:off x="6003360" y="5569280"/>
                  <a:ext cx="43920" cy="387720"/>
                </a:xfrm>
                <a:prstGeom prst="rect">
                  <a:avLst/>
                </a:prstGeom>
              </p:spPr>
            </p:pic>
          </mc:Fallback>
        </mc:AlternateContent>
      </p:grpSp>
      <p:grpSp>
        <p:nvGrpSpPr>
          <p:cNvPr id="77" name="Group 76">
            <a:extLst>
              <a:ext uri="{FF2B5EF4-FFF2-40B4-BE49-F238E27FC236}">
                <a16:creationId xmlns:a16="http://schemas.microsoft.com/office/drawing/2014/main" id="{429955B5-B57F-1D3A-E826-3C9915BBA587}"/>
              </a:ext>
            </a:extLst>
          </p:cNvPr>
          <p:cNvGrpSpPr/>
          <p:nvPr/>
        </p:nvGrpSpPr>
        <p:grpSpPr>
          <a:xfrm>
            <a:off x="6410520" y="5714360"/>
            <a:ext cx="1375200" cy="421920"/>
            <a:chOff x="6410520" y="5714360"/>
            <a:chExt cx="1375200" cy="421920"/>
          </a:xfrm>
        </p:grpSpPr>
        <mc:AlternateContent xmlns:mc="http://schemas.openxmlformats.org/markup-compatibility/2006" xmlns:p14="http://schemas.microsoft.com/office/powerpoint/2010/main">
          <mc:Choice Requires="p14">
            <p:contentPart p14:bwMode="auto" r:id="rId113">
              <p14:nvContentPartPr>
                <p14:cNvPr id="71" name="Ink 70">
                  <a:extLst>
                    <a:ext uri="{FF2B5EF4-FFF2-40B4-BE49-F238E27FC236}">
                      <a16:creationId xmlns:a16="http://schemas.microsoft.com/office/drawing/2014/main" id="{646884E0-A143-CAF0-35FF-1D98E532C921}"/>
                    </a:ext>
                  </a:extLst>
                </p14:cNvPr>
                <p14:cNvContentPartPr/>
                <p14:nvPr/>
              </p14:nvContentPartPr>
              <p14:xfrm>
                <a:off x="6410520" y="5714360"/>
                <a:ext cx="166680" cy="421920"/>
              </p14:xfrm>
            </p:contentPart>
          </mc:Choice>
          <mc:Fallback xmlns="">
            <p:pic>
              <p:nvPicPr>
                <p:cNvPr id="71" name="Ink 70">
                  <a:extLst>
                    <a:ext uri="{FF2B5EF4-FFF2-40B4-BE49-F238E27FC236}">
                      <a16:creationId xmlns:a16="http://schemas.microsoft.com/office/drawing/2014/main" id="{646884E0-A143-CAF0-35FF-1D98E532C921}"/>
                    </a:ext>
                  </a:extLst>
                </p:cNvPr>
                <p:cNvPicPr/>
                <p:nvPr/>
              </p:nvPicPr>
              <p:blipFill>
                <a:blip r:embed="rId114"/>
                <a:stretch>
                  <a:fillRect/>
                </a:stretch>
              </p:blipFill>
              <p:spPr>
                <a:xfrm>
                  <a:off x="6404400" y="5708240"/>
                  <a:ext cx="178920" cy="4341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2" name="Ink 71">
                  <a:extLst>
                    <a:ext uri="{FF2B5EF4-FFF2-40B4-BE49-F238E27FC236}">
                      <a16:creationId xmlns:a16="http://schemas.microsoft.com/office/drawing/2014/main" id="{871C16D0-30AC-B7A2-A5A6-A5CD28EB787E}"/>
                    </a:ext>
                  </a:extLst>
                </p14:cNvPr>
                <p14:cNvContentPartPr/>
                <p14:nvPr/>
              </p14:nvContentPartPr>
              <p14:xfrm>
                <a:off x="6666120" y="5820560"/>
                <a:ext cx="140400" cy="76320"/>
              </p14:xfrm>
            </p:contentPart>
          </mc:Choice>
          <mc:Fallback xmlns="">
            <p:pic>
              <p:nvPicPr>
                <p:cNvPr id="72" name="Ink 71">
                  <a:extLst>
                    <a:ext uri="{FF2B5EF4-FFF2-40B4-BE49-F238E27FC236}">
                      <a16:creationId xmlns:a16="http://schemas.microsoft.com/office/drawing/2014/main" id="{871C16D0-30AC-B7A2-A5A6-A5CD28EB787E}"/>
                    </a:ext>
                  </a:extLst>
                </p:cNvPr>
                <p:cNvPicPr/>
                <p:nvPr/>
              </p:nvPicPr>
              <p:blipFill>
                <a:blip r:embed="rId116"/>
                <a:stretch>
                  <a:fillRect/>
                </a:stretch>
              </p:blipFill>
              <p:spPr>
                <a:xfrm>
                  <a:off x="6660000" y="5814440"/>
                  <a:ext cx="15264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73" name="Ink 72">
                  <a:extLst>
                    <a:ext uri="{FF2B5EF4-FFF2-40B4-BE49-F238E27FC236}">
                      <a16:creationId xmlns:a16="http://schemas.microsoft.com/office/drawing/2014/main" id="{84C91AC7-042E-2FDD-E370-45E010142C09}"/>
                    </a:ext>
                  </a:extLst>
                </p14:cNvPr>
                <p14:cNvContentPartPr/>
                <p14:nvPr/>
              </p14:nvContentPartPr>
              <p14:xfrm>
                <a:off x="6733080" y="5802560"/>
                <a:ext cx="230400" cy="216720"/>
              </p14:xfrm>
            </p:contentPart>
          </mc:Choice>
          <mc:Fallback xmlns="">
            <p:pic>
              <p:nvPicPr>
                <p:cNvPr id="73" name="Ink 72">
                  <a:extLst>
                    <a:ext uri="{FF2B5EF4-FFF2-40B4-BE49-F238E27FC236}">
                      <a16:creationId xmlns:a16="http://schemas.microsoft.com/office/drawing/2014/main" id="{84C91AC7-042E-2FDD-E370-45E010142C09}"/>
                    </a:ext>
                  </a:extLst>
                </p:cNvPr>
                <p:cNvPicPr/>
                <p:nvPr/>
              </p:nvPicPr>
              <p:blipFill>
                <a:blip r:embed="rId118"/>
                <a:stretch>
                  <a:fillRect/>
                </a:stretch>
              </p:blipFill>
              <p:spPr>
                <a:xfrm>
                  <a:off x="6726960" y="5796440"/>
                  <a:ext cx="24264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4" name="Ink 73">
                  <a:extLst>
                    <a:ext uri="{FF2B5EF4-FFF2-40B4-BE49-F238E27FC236}">
                      <a16:creationId xmlns:a16="http://schemas.microsoft.com/office/drawing/2014/main" id="{66BA64DF-396D-21CC-62AB-92C8B87DF5E3}"/>
                    </a:ext>
                  </a:extLst>
                </p14:cNvPr>
                <p14:cNvContentPartPr/>
                <p14:nvPr/>
              </p14:nvContentPartPr>
              <p14:xfrm>
                <a:off x="6772680" y="5798240"/>
                <a:ext cx="89640" cy="62640"/>
              </p14:xfrm>
            </p:contentPart>
          </mc:Choice>
          <mc:Fallback xmlns="">
            <p:pic>
              <p:nvPicPr>
                <p:cNvPr id="74" name="Ink 73">
                  <a:extLst>
                    <a:ext uri="{FF2B5EF4-FFF2-40B4-BE49-F238E27FC236}">
                      <a16:creationId xmlns:a16="http://schemas.microsoft.com/office/drawing/2014/main" id="{66BA64DF-396D-21CC-62AB-92C8B87DF5E3}"/>
                    </a:ext>
                  </a:extLst>
                </p:cNvPr>
                <p:cNvPicPr/>
                <p:nvPr/>
              </p:nvPicPr>
              <p:blipFill>
                <a:blip r:embed="rId120"/>
                <a:stretch>
                  <a:fillRect/>
                </a:stretch>
              </p:blipFill>
              <p:spPr>
                <a:xfrm>
                  <a:off x="6766560" y="5792120"/>
                  <a:ext cx="10188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5" name="Ink 74">
                  <a:extLst>
                    <a:ext uri="{FF2B5EF4-FFF2-40B4-BE49-F238E27FC236}">
                      <a16:creationId xmlns:a16="http://schemas.microsoft.com/office/drawing/2014/main" id="{D1AD633C-FDDD-F316-3F69-C15575A0037C}"/>
                    </a:ext>
                  </a:extLst>
                </p14:cNvPr>
                <p14:cNvContentPartPr/>
                <p14:nvPr/>
              </p14:nvContentPartPr>
              <p14:xfrm>
                <a:off x="7095240" y="5804360"/>
                <a:ext cx="446760" cy="218160"/>
              </p14:xfrm>
            </p:contentPart>
          </mc:Choice>
          <mc:Fallback xmlns="">
            <p:pic>
              <p:nvPicPr>
                <p:cNvPr id="75" name="Ink 74">
                  <a:extLst>
                    <a:ext uri="{FF2B5EF4-FFF2-40B4-BE49-F238E27FC236}">
                      <a16:creationId xmlns:a16="http://schemas.microsoft.com/office/drawing/2014/main" id="{D1AD633C-FDDD-F316-3F69-C15575A0037C}"/>
                    </a:ext>
                  </a:extLst>
                </p:cNvPr>
                <p:cNvPicPr/>
                <p:nvPr/>
              </p:nvPicPr>
              <p:blipFill>
                <a:blip r:embed="rId122"/>
                <a:stretch>
                  <a:fillRect/>
                </a:stretch>
              </p:blipFill>
              <p:spPr>
                <a:xfrm>
                  <a:off x="7089120" y="5798240"/>
                  <a:ext cx="45900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6" name="Ink 75">
                  <a:extLst>
                    <a:ext uri="{FF2B5EF4-FFF2-40B4-BE49-F238E27FC236}">
                      <a16:creationId xmlns:a16="http://schemas.microsoft.com/office/drawing/2014/main" id="{F2F985D8-047B-FC7A-14C4-32C195C30938}"/>
                    </a:ext>
                  </a:extLst>
                </p14:cNvPr>
                <p14:cNvContentPartPr/>
                <p14:nvPr/>
              </p14:nvContentPartPr>
              <p14:xfrm>
                <a:off x="7649280" y="5771600"/>
                <a:ext cx="136440" cy="277200"/>
              </p14:xfrm>
            </p:contentPart>
          </mc:Choice>
          <mc:Fallback xmlns="">
            <p:pic>
              <p:nvPicPr>
                <p:cNvPr id="76" name="Ink 75">
                  <a:extLst>
                    <a:ext uri="{FF2B5EF4-FFF2-40B4-BE49-F238E27FC236}">
                      <a16:creationId xmlns:a16="http://schemas.microsoft.com/office/drawing/2014/main" id="{F2F985D8-047B-FC7A-14C4-32C195C30938}"/>
                    </a:ext>
                  </a:extLst>
                </p:cNvPr>
                <p:cNvPicPr/>
                <p:nvPr/>
              </p:nvPicPr>
              <p:blipFill>
                <a:blip r:embed="rId124"/>
                <a:stretch>
                  <a:fillRect/>
                </a:stretch>
              </p:blipFill>
              <p:spPr>
                <a:xfrm>
                  <a:off x="7643160" y="5765480"/>
                  <a:ext cx="148680" cy="289440"/>
                </a:xfrm>
                <a:prstGeom prst="rect">
                  <a:avLst/>
                </a:prstGeom>
              </p:spPr>
            </p:pic>
          </mc:Fallback>
        </mc:AlternateContent>
      </p:grpSp>
      <p:grpSp>
        <p:nvGrpSpPr>
          <p:cNvPr id="87" name="Group 86">
            <a:extLst>
              <a:ext uri="{FF2B5EF4-FFF2-40B4-BE49-F238E27FC236}">
                <a16:creationId xmlns:a16="http://schemas.microsoft.com/office/drawing/2014/main" id="{104BDA1B-AB2A-D1F8-9978-F11A010C227B}"/>
              </a:ext>
            </a:extLst>
          </p:cNvPr>
          <p:cNvGrpSpPr/>
          <p:nvPr/>
        </p:nvGrpSpPr>
        <p:grpSpPr>
          <a:xfrm>
            <a:off x="8628480" y="5400080"/>
            <a:ext cx="1463040" cy="742680"/>
            <a:chOff x="8628480" y="5400080"/>
            <a:chExt cx="1463040" cy="742680"/>
          </a:xfrm>
        </p:grpSpPr>
        <mc:AlternateContent xmlns:mc="http://schemas.openxmlformats.org/markup-compatibility/2006" xmlns:p14="http://schemas.microsoft.com/office/powerpoint/2010/main">
          <mc:Choice Requires="p14">
            <p:contentPart p14:bwMode="auto" r:id="rId125">
              <p14:nvContentPartPr>
                <p14:cNvPr id="82" name="Ink 81">
                  <a:extLst>
                    <a:ext uri="{FF2B5EF4-FFF2-40B4-BE49-F238E27FC236}">
                      <a16:creationId xmlns:a16="http://schemas.microsoft.com/office/drawing/2014/main" id="{58BE8A25-DC21-65A9-5E20-AAD175DB79BE}"/>
                    </a:ext>
                  </a:extLst>
                </p14:cNvPr>
                <p14:cNvContentPartPr/>
                <p14:nvPr/>
              </p14:nvContentPartPr>
              <p14:xfrm>
                <a:off x="9554040" y="5608880"/>
                <a:ext cx="305280" cy="356040"/>
              </p14:xfrm>
            </p:contentPart>
          </mc:Choice>
          <mc:Fallback xmlns="">
            <p:pic>
              <p:nvPicPr>
                <p:cNvPr id="82" name="Ink 81">
                  <a:extLst>
                    <a:ext uri="{FF2B5EF4-FFF2-40B4-BE49-F238E27FC236}">
                      <a16:creationId xmlns:a16="http://schemas.microsoft.com/office/drawing/2014/main" id="{58BE8A25-DC21-65A9-5E20-AAD175DB79BE}"/>
                    </a:ext>
                  </a:extLst>
                </p:cNvPr>
                <p:cNvPicPr/>
                <p:nvPr/>
              </p:nvPicPr>
              <p:blipFill>
                <a:blip r:embed="rId126"/>
                <a:stretch>
                  <a:fillRect/>
                </a:stretch>
              </p:blipFill>
              <p:spPr>
                <a:xfrm>
                  <a:off x="9547920" y="5602760"/>
                  <a:ext cx="31752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83" name="Ink 82">
                  <a:extLst>
                    <a:ext uri="{FF2B5EF4-FFF2-40B4-BE49-F238E27FC236}">
                      <a16:creationId xmlns:a16="http://schemas.microsoft.com/office/drawing/2014/main" id="{A343CB73-CF6E-6CC8-5E11-E21FA4144B2F}"/>
                    </a:ext>
                  </a:extLst>
                </p14:cNvPr>
                <p14:cNvContentPartPr/>
                <p14:nvPr/>
              </p14:nvContentPartPr>
              <p14:xfrm>
                <a:off x="9837720" y="5558840"/>
                <a:ext cx="253800" cy="357480"/>
              </p14:xfrm>
            </p:contentPart>
          </mc:Choice>
          <mc:Fallback xmlns="">
            <p:pic>
              <p:nvPicPr>
                <p:cNvPr id="83" name="Ink 82">
                  <a:extLst>
                    <a:ext uri="{FF2B5EF4-FFF2-40B4-BE49-F238E27FC236}">
                      <a16:creationId xmlns:a16="http://schemas.microsoft.com/office/drawing/2014/main" id="{A343CB73-CF6E-6CC8-5E11-E21FA4144B2F}"/>
                    </a:ext>
                  </a:extLst>
                </p:cNvPr>
                <p:cNvPicPr/>
                <p:nvPr/>
              </p:nvPicPr>
              <p:blipFill>
                <a:blip r:embed="rId128"/>
                <a:stretch>
                  <a:fillRect/>
                </a:stretch>
              </p:blipFill>
              <p:spPr>
                <a:xfrm>
                  <a:off x="9831600" y="5552720"/>
                  <a:ext cx="266040" cy="3697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9" name="Ink 78">
                  <a:extLst>
                    <a:ext uri="{FF2B5EF4-FFF2-40B4-BE49-F238E27FC236}">
                      <a16:creationId xmlns:a16="http://schemas.microsoft.com/office/drawing/2014/main" id="{01E1A050-9FED-E05A-EA50-377A7961235A}"/>
                    </a:ext>
                  </a:extLst>
                </p14:cNvPr>
                <p14:cNvContentPartPr/>
                <p14:nvPr/>
              </p14:nvContentPartPr>
              <p14:xfrm>
                <a:off x="8628480" y="5734520"/>
                <a:ext cx="40680" cy="158040"/>
              </p14:xfrm>
            </p:contentPart>
          </mc:Choice>
          <mc:Fallback xmlns="">
            <p:pic>
              <p:nvPicPr>
                <p:cNvPr id="79" name="Ink 78">
                  <a:extLst>
                    <a:ext uri="{FF2B5EF4-FFF2-40B4-BE49-F238E27FC236}">
                      <a16:creationId xmlns:a16="http://schemas.microsoft.com/office/drawing/2014/main" id="{01E1A050-9FED-E05A-EA50-377A7961235A}"/>
                    </a:ext>
                  </a:extLst>
                </p:cNvPr>
                <p:cNvPicPr/>
                <p:nvPr/>
              </p:nvPicPr>
              <p:blipFill>
                <a:blip r:embed="rId130"/>
                <a:stretch>
                  <a:fillRect/>
                </a:stretch>
              </p:blipFill>
              <p:spPr>
                <a:xfrm>
                  <a:off x="8622360" y="5728400"/>
                  <a:ext cx="5292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80" name="Ink 79">
                  <a:extLst>
                    <a:ext uri="{FF2B5EF4-FFF2-40B4-BE49-F238E27FC236}">
                      <a16:creationId xmlns:a16="http://schemas.microsoft.com/office/drawing/2014/main" id="{3E6E5C2A-CDC4-041A-8BB8-A4A50052D224}"/>
                    </a:ext>
                  </a:extLst>
                </p14:cNvPr>
                <p14:cNvContentPartPr/>
                <p14:nvPr/>
              </p14:nvContentPartPr>
              <p14:xfrm>
                <a:off x="8682840" y="5555600"/>
                <a:ext cx="61920" cy="52200"/>
              </p14:xfrm>
            </p:contentPart>
          </mc:Choice>
          <mc:Fallback xmlns="">
            <p:pic>
              <p:nvPicPr>
                <p:cNvPr id="80" name="Ink 79">
                  <a:extLst>
                    <a:ext uri="{FF2B5EF4-FFF2-40B4-BE49-F238E27FC236}">
                      <a16:creationId xmlns:a16="http://schemas.microsoft.com/office/drawing/2014/main" id="{3E6E5C2A-CDC4-041A-8BB8-A4A50052D224}"/>
                    </a:ext>
                  </a:extLst>
                </p:cNvPr>
                <p:cNvPicPr/>
                <p:nvPr/>
              </p:nvPicPr>
              <p:blipFill>
                <a:blip r:embed="rId132"/>
                <a:stretch>
                  <a:fillRect/>
                </a:stretch>
              </p:blipFill>
              <p:spPr>
                <a:xfrm>
                  <a:off x="8676720" y="5549480"/>
                  <a:ext cx="741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81" name="Ink 80">
                  <a:extLst>
                    <a:ext uri="{FF2B5EF4-FFF2-40B4-BE49-F238E27FC236}">
                      <a16:creationId xmlns:a16="http://schemas.microsoft.com/office/drawing/2014/main" id="{457EDA00-CDC6-ABD8-D16F-69C5D08183CF}"/>
                    </a:ext>
                  </a:extLst>
                </p14:cNvPr>
                <p14:cNvContentPartPr/>
                <p14:nvPr/>
              </p14:nvContentPartPr>
              <p14:xfrm>
                <a:off x="8795880" y="5592680"/>
                <a:ext cx="122400" cy="243000"/>
              </p14:xfrm>
            </p:contentPart>
          </mc:Choice>
          <mc:Fallback xmlns="">
            <p:pic>
              <p:nvPicPr>
                <p:cNvPr id="81" name="Ink 80">
                  <a:extLst>
                    <a:ext uri="{FF2B5EF4-FFF2-40B4-BE49-F238E27FC236}">
                      <a16:creationId xmlns:a16="http://schemas.microsoft.com/office/drawing/2014/main" id="{457EDA00-CDC6-ABD8-D16F-69C5D08183CF}"/>
                    </a:ext>
                  </a:extLst>
                </p:cNvPr>
                <p:cNvPicPr/>
                <p:nvPr/>
              </p:nvPicPr>
              <p:blipFill>
                <a:blip r:embed="rId134"/>
                <a:stretch>
                  <a:fillRect/>
                </a:stretch>
              </p:blipFill>
              <p:spPr>
                <a:xfrm>
                  <a:off x="8789760" y="5586560"/>
                  <a:ext cx="13464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4" name="Ink 83">
                  <a:extLst>
                    <a:ext uri="{FF2B5EF4-FFF2-40B4-BE49-F238E27FC236}">
                      <a16:creationId xmlns:a16="http://schemas.microsoft.com/office/drawing/2014/main" id="{827F6243-445B-F9DB-3DB0-7DBD37273A4A}"/>
                    </a:ext>
                  </a:extLst>
                </p14:cNvPr>
                <p14:cNvContentPartPr/>
                <p14:nvPr/>
              </p14:nvContentPartPr>
              <p14:xfrm>
                <a:off x="9114120" y="5400080"/>
                <a:ext cx="237240" cy="570600"/>
              </p14:xfrm>
            </p:contentPart>
          </mc:Choice>
          <mc:Fallback xmlns="">
            <p:pic>
              <p:nvPicPr>
                <p:cNvPr id="84" name="Ink 83">
                  <a:extLst>
                    <a:ext uri="{FF2B5EF4-FFF2-40B4-BE49-F238E27FC236}">
                      <a16:creationId xmlns:a16="http://schemas.microsoft.com/office/drawing/2014/main" id="{827F6243-445B-F9DB-3DB0-7DBD37273A4A}"/>
                    </a:ext>
                  </a:extLst>
                </p:cNvPr>
                <p:cNvPicPr/>
                <p:nvPr/>
              </p:nvPicPr>
              <p:blipFill>
                <a:blip r:embed="rId136"/>
                <a:stretch>
                  <a:fillRect/>
                </a:stretch>
              </p:blipFill>
              <p:spPr>
                <a:xfrm>
                  <a:off x="9108000" y="5393960"/>
                  <a:ext cx="249480" cy="58284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85" name="Ink 84">
                  <a:extLst>
                    <a:ext uri="{FF2B5EF4-FFF2-40B4-BE49-F238E27FC236}">
                      <a16:creationId xmlns:a16="http://schemas.microsoft.com/office/drawing/2014/main" id="{9D41CA7D-7979-E6F9-DD64-826B5F4CCB01}"/>
                    </a:ext>
                  </a:extLst>
                </p14:cNvPr>
                <p14:cNvContentPartPr/>
                <p14:nvPr/>
              </p14:nvContentPartPr>
              <p14:xfrm>
                <a:off x="9163080" y="5445800"/>
                <a:ext cx="82080" cy="696960"/>
              </p14:xfrm>
            </p:contentPart>
          </mc:Choice>
          <mc:Fallback xmlns="">
            <p:pic>
              <p:nvPicPr>
                <p:cNvPr id="85" name="Ink 84">
                  <a:extLst>
                    <a:ext uri="{FF2B5EF4-FFF2-40B4-BE49-F238E27FC236}">
                      <a16:creationId xmlns:a16="http://schemas.microsoft.com/office/drawing/2014/main" id="{9D41CA7D-7979-E6F9-DD64-826B5F4CCB01}"/>
                    </a:ext>
                  </a:extLst>
                </p:cNvPr>
                <p:cNvPicPr/>
                <p:nvPr/>
              </p:nvPicPr>
              <p:blipFill>
                <a:blip r:embed="rId138"/>
                <a:stretch>
                  <a:fillRect/>
                </a:stretch>
              </p:blipFill>
              <p:spPr>
                <a:xfrm>
                  <a:off x="9156960" y="5439680"/>
                  <a:ext cx="94320" cy="709200"/>
                </a:xfrm>
                <a:prstGeom prst="rect">
                  <a:avLst/>
                </a:prstGeom>
              </p:spPr>
            </p:pic>
          </mc:Fallback>
        </mc:AlternateContent>
      </p:grpSp>
      <p:grpSp>
        <p:nvGrpSpPr>
          <p:cNvPr id="92" name="Group 91">
            <a:extLst>
              <a:ext uri="{FF2B5EF4-FFF2-40B4-BE49-F238E27FC236}">
                <a16:creationId xmlns:a16="http://schemas.microsoft.com/office/drawing/2014/main" id="{5BCF6952-9988-9C2E-D158-5C42E09A2798}"/>
              </a:ext>
            </a:extLst>
          </p:cNvPr>
          <p:cNvGrpSpPr/>
          <p:nvPr/>
        </p:nvGrpSpPr>
        <p:grpSpPr>
          <a:xfrm>
            <a:off x="6061680" y="4666760"/>
            <a:ext cx="299880" cy="416880"/>
            <a:chOff x="6061680" y="4666760"/>
            <a:chExt cx="299880" cy="416880"/>
          </a:xfrm>
        </p:grpSpPr>
        <mc:AlternateContent xmlns:mc="http://schemas.openxmlformats.org/markup-compatibility/2006" xmlns:p14="http://schemas.microsoft.com/office/powerpoint/2010/main">
          <mc:Choice Requires="p14">
            <p:contentPart p14:bwMode="auto" r:id="rId139">
              <p14:nvContentPartPr>
                <p14:cNvPr id="88" name="Ink 87">
                  <a:extLst>
                    <a:ext uri="{FF2B5EF4-FFF2-40B4-BE49-F238E27FC236}">
                      <a16:creationId xmlns:a16="http://schemas.microsoft.com/office/drawing/2014/main" id="{8EA24DF9-4B1F-F629-F7A2-990C7FB009DB}"/>
                    </a:ext>
                  </a:extLst>
                </p14:cNvPr>
                <p14:cNvContentPartPr/>
                <p14:nvPr/>
              </p14:nvContentPartPr>
              <p14:xfrm>
                <a:off x="6061680" y="4666760"/>
                <a:ext cx="139320" cy="416880"/>
              </p14:xfrm>
            </p:contentPart>
          </mc:Choice>
          <mc:Fallback xmlns="">
            <p:pic>
              <p:nvPicPr>
                <p:cNvPr id="88" name="Ink 87">
                  <a:extLst>
                    <a:ext uri="{FF2B5EF4-FFF2-40B4-BE49-F238E27FC236}">
                      <a16:creationId xmlns:a16="http://schemas.microsoft.com/office/drawing/2014/main" id="{8EA24DF9-4B1F-F629-F7A2-990C7FB009DB}"/>
                    </a:ext>
                  </a:extLst>
                </p:cNvPr>
                <p:cNvPicPr/>
                <p:nvPr/>
              </p:nvPicPr>
              <p:blipFill>
                <a:blip r:embed="rId140"/>
                <a:stretch>
                  <a:fillRect/>
                </a:stretch>
              </p:blipFill>
              <p:spPr>
                <a:xfrm>
                  <a:off x="6055560" y="4660640"/>
                  <a:ext cx="151560" cy="4291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91" name="Ink 90">
                  <a:extLst>
                    <a:ext uri="{FF2B5EF4-FFF2-40B4-BE49-F238E27FC236}">
                      <a16:creationId xmlns:a16="http://schemas.microsoft.com/office/drawing/2014/main" id="{7CE5EDA2-2A56-230D-4210-CEB58700AFFB}"/>
                    </a:ext>
                  </a:extLst>
                </p14:cNvPr>
                <p14:cNvContentPartPr/>
                <p14:nvPr/>
              </p14:nvContentPartPr>
              <p14:xfrm>
                <a:off x="6091200" y="4669280"/>
                <a:ext cx="270360" cy="34200"/>
              </p14:xfrm>
            </p:contentPart>
          </mc:Choice>
          <mc:Fallback xmlns="">
            <p:pic>
              <p:nvPicPr>
                <p:cNvPr id="91" name="Ink 90">
                  <a:extLst>
                    <a:ext uri="{FF2B5EF4-FFF2-40B4-BE49-F238E27FC236}">
                      <a16:creationId xmlns:a16="http://schemas.microsoft.com/office/drawing/2014/main" id="{7CE5EDA2-2A56-230D-4210-CEB58700AFFB}"/>
                    </a:ext>
                  </a:extLst>
                </p:cNvPr>
                <p:cNvPicPr/>
                <p:nvPr/>
              </p:nvPicPr>
              <p:blipFill>
                <a:blip r:embed="rId142"/>
                <a:stretch>
                  <a:fillRect/>
                </a:stretch>
              </p:blipFill>
              <p:spPr>
                <a:xfrm>
                  <a:off x="6085080" y="4663160"/>
                  <a:ext cx="282600" cy="46440"/>
                </a:xfrm>
                <a:prstGeom prst="rect">
                  <a:avLst/>
                </a:prstGeom>
              </p:spPr>
            </p:pic>
          </mc:Fallback>
        </mc:AlternateContent>
      </p:grpSp>
      <p:grpSp>
        <p:nvGrpSpPr>
          <p:cNvPr id="119" name="Group 118">
            <a:extLst>
              <a:ext uri="{FF2B5EF4-FFF2-40B4-BE49-F238E27FC236}">
                <a16:creationId xmlns:a16="http://schemas.microsoft.com/office/drawing/2014/main" id="{D6EA7581-7C4C-DD57-02CE-8B3F9AFD3E1D}"/>
              </a:ext>
            </a:extLst>
          </p:cNvPr>
          <p:cNvGrpSpPr/>
          <p:nvPr/>
        </p:nvGrpSpPr>
        <p:grpSpPr>
          <a:xfrm>
            <a:off x="177120" y="4012280"/>
            <a:ext cx="421920" cy="453240"/>
            <a:chOff x="177120" y="4012280"/>
            <a:chExt cx="421920" cy="453240"/>
          </a:xfrm>
        </p:grpSpPr>
        <mc:AlternateContent xmlns:mc="http://schemas.openxmlformats.org/markup-compatibility/2006" xmlns:p14="http://schemas.microsoft.com/office/powerpoint/2010/main">
          <mc:Choice Requires="p14">
            <p:contentPart p14:bwMode="auto" r:id="rId143">
              <p14:nvContentPartPr>
                <p14:cNvPr id="93" name="Ink 92">
                  <a:extLst>
                    <a:ext uri="{FF2B5EF4-FFF2-40B4-BE49-F238E27FC236}">
                      <a16:creationId xmlns:a16="http://schemas.microsoft.com/office/drawing/2014/main" id="{25CBD9B9-81E1-4AE2-0F0A-CBBC986230F7}"/>
                    </a:ext>
                  </a:extLst>
                </p14:cNvPr>
                <p14:cNvContentPartPr/>
                <p14:nvPr/>
              </p14:nvContentPartPr>
              <p14:xfrm>
                <a:off x="177120" y="4012280"/>
                <a:ext cx="206640" cy="313560"/>
              </p14:xfrm>
            </p:contentPart>
          </mc:Choice>
          <mc:Fallback xmlns="">
            <p:pic>
              <p:nvPicPr>
                <p:cNvPr id="93" name="Ink 92">
                  <a:extLst>
                    <a:ext uri="{FF2B5EF4-FFF2-40B4-BE49-F238E27FC236}">
                      <a16:creationId xmlns:a16="http://schemas.microsoft.com/office/drawing/2014/main" id="{25CBD9B9-81E1-4AE2-0F0A-CBBC986230F7}"/>
                    </a:ext>
                  </a:extLst>
                </p:cNvPr>
                <p:cNvPicPr/>
                <p:nvPr/>
              </p:nvPicPr>
              <p:blipFill>
                <a:blip r:embed="rId144"/>
                <a:stretch>
                  <a:fillRect/>
                </a:stretch>
              </p:blipFill>
              <p:spPr>
                <a:xfrm>
                  <a:off x="171000" y="4006160"/>
                  <a:ext cx="21888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94" name="Ink 93">
                  <a:extLst>
                    <a:ext uri="{FF2B5EF4-FFF2-40B4-BE49-F238E27FC236}">
                      <a16:creationId xmlns:a16="http://schemas.microsoft.com/office/drawing/2014/main" id="{213B3488-DB6F-C33C-5C66-4E61A1C9A607}"/>
                    </a:ext>
                  </a:extLst>
                </p14:cNvPr>
                <p14:cNvContentPartPr/>
                <p14:nvPr/>
              </p14:nvContentPartPr>
              <p14:xfrm>
                <a:off x="435240" y="4354640"/>
                <a:ext cx="16560" cy="42840"/>
              </p14:xfrm>
            </p:contentPart>
          </mc:Choice>
          <mc:Fallback xmlns="">
            <p:pic>
              <p:nvPicPr>
                <p:cNvPr id="94" name="Ink 93">
                  <a:extLst>
                    <a:ext uri="{FF2B5EF4-FFF2-40B4-BE49-F238E27FC236}">
                      <a16:creationId xmlns:a16="http://schemas.microsoft.com/office/drawing/2014/main" id="{213B3488-DB6F-C33C-5C66-4E61A1C9A607}"/>
                    </a:ext>
                  </a:extLst>
                </p:cNvPr>
                <p:cNvPicPr/>
                <p:nvPr/>
              </p:nvPicPr>
              <p:blipFill>
                <a:blip r:embed="rId146"/>
                <a:stretch>
                  <a:fillRect/>
                </a:stretch>
              </p:blipFill>
              <p:spPr>
                <a:xfrm>
                  <a:off x="429120" y="4348520"/>
                  <a:ext cx="2880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95" name="Ink 94">
                  <a:extLst>
                    <a:ext uri="{FF2B5EF4-FFF2-40B4-BE49-F238E27FC236}">
                      <a16:creationId xmlns:a16="http://schemas.microsoft.com/office/drawing/2014/main" id="{B430E378-00AA-4B1A-1947-7F806FE307D4}"/>
                    </a:ext>
                  </a:extLst>
                </p14:cNvPr>
                <p14:cNvContentPartPr/>
                <p14:nvPr/>
              </p14:nvContentPartPr>
              <p14:xfrm>
                <a:off x="515520" y="4068800"/>
                <a:ext cx="83520" cy="396720"/>
              </p14:xfrm>
            </p:contentPart>
          </mc:Choice>
          <mc:Fallback xmlns="">
            <p:pic>
              <p:nvPicPr>
                <p:cNvPr id="95" name="Ink 94">
                  <a:extLst>
                    <a:ext uri="{FF2B5EF4-FFF2-40B4-BE49-F238E27FC236}">
                      <a16:creationId xmlns:a16="http://schemas.microsoft.com/office/drawing/2014/main" id="{B430E378-00AA-4B1A-1947-7F806FE307D4}"/>
                    </a:ext>
                  </a:extLst>
                </p:cNvPr>
                <p:cNvPicPr/>
                <p:nvPr/>
              </p:nvPicPr>
              <p:blipFill>
                <a:blip r:embed="rId148"/>
                <a:stretch>
                  <a:fillRect/>
                </a:stretch>
              </p:blipFill>
              <p:spPr>
                <a:xfrm>
                  <a:off x="509400" y="4062680"/>
                  <a:ext cx="95760" cy="408960"/>
                </a:xfrm>
                <a:prstGeom prst="rect">
                  <a:avLst/>
                </a:prstGeom>
              </p:spPr>
            </p:pic>
          </mc:Fallback>
        </mc:AlternateContent>
      </p:grpSp>
      <p:grpSp>
        <p:nvGrpSpPr>
          <p:cNvPr id="118" name="Group 117">
            <a:extLst>
              <a:ext uri="{FF2B5EF4-FFF2-40B4-BE49-F238E27FC236}">
                <a16:creationId xmlns:a16="http://schemas.microsoft.com/office/drawing/2014/main" id="{44F43E1A-FEDC-078C-198F-05237B19094B}"/>
              </a:ext>
            </a:extLst>
          </p:cNvPr>
          <p:cNvGrpSpPr/>
          <p:nvPr/>
        </p:nvGrpSpPr>
        <p:grpSpPr>
          <a:xfrm>
            <a:off x="143280" y="4611680"/>
            <a:ext cx="609120" cy="354600"/>
            <a:chOff x="143280" y="4611680"/>
            <a:chExt cx="609120" cy="354600"/>
          </a:xfrm>
        </p:grpSpPr>
        <mc:AlternateContent xmlns:mc="http://schemas.openxmlformats.org/markup-compatibility/2006" xmlns:p14="http://schemas.microsoft.com/office/powerpoint/2010/main">
          <mc:Choice Requires="p14">
            <p:contentPart p14:bwMode="auto" r:id="rId149">
              <p14:nvContentPartPr>
                <p14:cNvPr id="96" name="Ink 95">
                  <a:extLst>
                    <a:ext uri="{FF2B5EF4-FFF2-40B4-BE49-F238E27FC236}">
                      <a16:creationId xmlns:a16="http://schemas.microsoft.com/office/drawing/2014/main" id="{FA48BA24-E023-5309-74FB-19195D8E54ED}"/>
                    </a:ext>
                  </a:extLst>
                </p14:cNvPr>
                <p14:cNvContentPartPr/>
                <p14:nvPr/>
              </p14:nvContentPartPr>
              <p14:xfrm>
                <a:off x="143280" y="4611680"/>
                <a:ext cx="33120" cy="312840"/>
              </p14:xfrm>
            </p:contentPart>
          </mc:Choice>
          <mc:Fallback xmlns="">
            <p:pic>
              <p:nvPicPr>
                <p:cNvPr id="96" name="Ink 95">
                  <a:extLst>
                    <a:ext uri="{FF2B5EF4-FFF2-40B4-BE49-F238E27FC236}">
                      <a16:creationId xmlns:a16="http://schemas.microsoft.com/office/drawing/2014/main" id="{FA48BA24-E023-5309-74FB-19195D8E54ED}"/>
                    </a:ext>
                  </a:extLst>
                </p:cNvPr>
                <p:cNvPicPr/>
                <p:nvPr/>
              </p:nvPicPr>
              <p:blipFill>
                <a:blip r:embed="rId150"/>
                <a:stretch>
                  <a:fillRect/>
                </a:stretch>
              </p:blipFill>
              <p:spPr>
                <a:xfrm>
                  <a:off x="137160" y="4605560"/>
                  <a:ext cx="45360" cy="32508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97" name="Ink 96">
                  <a:extLst>
                    <a:ext uri="{FF2B5EF4-FFF2-40B4-BE49-F238E27FC236}">
                      <a16:creationId xmlns:a16="http://schemas.microsoft.com/office/drawing/2014/main" id="{7D7D6497-7E7A-5E2F-5A0C-A12AE37868BD}"/>
                    </a:ext>
                  </a:extLst>
                </p14:cNvPr>
                <p14:cNvContentPartPr/>
                <p14:nvPr/>
              </p14:nvContentPartPr>
              <p14:xfrm>
                <a:off x="242280" y="4718240"/>
                <a:ext cx="110520" cy="179280"/>
              </p14:xfrm>
            </p:contentPart>
          </mc:Choice>
          <mc:Fallback xmlns="">
            <p:pic>
              <p:nvPicPr>
                <p:cNvPr id="97" name="Ink 96">
                  <a:extLst>
                    <a:ext uri="{FF2B5EF4-FFF2-40B4-BE49-F238E27FC236}">
                      <a16:creationId xmlns:a16="http://schemas.microsoft.com/office/drawing/2014/main" id="{7D7D6497-7E7A-5E2F-5A0C-A12AE37868BD}"/>
                    </a:ext>
                  </a:extLst>
                </p:cNvPr>
                <p:cNvPicPr/>
                <p:nvPr/>
              </p:nvPicPr>
              <p:blipFill>
                <a:blip r:embed="rId152"/>
                <a:stretch>
                  <a:fillRect/>
                </a:stretch>
              </p:blipFill>
              <p:spPr>
                <a:xfrm>
                  <a:off x="236160" y="4712120"/>
                  <a:ext cx="12276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98" name="Ink 97">
                  <a:extLst>
                    <a:ext uri="{FF2B5EF4-FFF2-40B4-BE49-F238E27FC236}">
                      <a16:creationId xmlns:a16="http://schemas.microsoft.com/office/drawing/2014/main" id="{C9109916-36D0-0ECC-4ACE-0C2434960179}"/>
                    </a:ext>
                  </a:extLst>
                </p14:cNvPr>
                <p14:cNvContentPartPr/>
                <p14:nvPr/>
              </p14:nvContentPartPr>
              <p14:xfrm>
                <a:off x="453240" y="4847840"/>
                <a:ext cx="87480" cy="24120"/>
              </p14:xfrm>
            </p:contentPart>
          </mc:Choice>
          <mc:Fallback xmlns="">
            <p:pic>
              <p:nvPicPr>
                <p:cNvPr id="98" name="Ink 97">
                  <a:extLst>
                    <a:ext uri="{FF2B5EF4-FFF2-40B4-BE49-F238E27FC236}">
                      <a16:creationId xmlns:a16="http://schemas.microsoft.com/office/drawing/2014/main" id="{C9109916-36D0-0ECC-4ACE-0C2434960179}"/>
                    </a:ext>
                  </a:extLst>
                </p:cNvPr>
                <p:cNvPicPr/>
                <p:nvPr/>
              </p:nvPicPr>
              <p:blipFill>
                <a:blip r:embed="rId154"/>
                <a:stretch>
                  <a:fillRect/>
                </a:stretch>
              </p:blipFill>
              <p:spPr>
                <a:xfrm>
                  <a:off x="447120" y="4841720"/>
                  <a:ext cx="9972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99" name="Ink 98">
                  <a:extLst>
                    <a:ext uri="{FF2B5EF4-FFF2-40B4-BE49-F238E27FC236}">
                      <a16:creationId xmlns:a16="http://schemas.microsoft.com/office/drawing/2014/main" id="{4007E91C-33F3-1D25-8C32-6D09E72FCE31}"/>
                    </a:ext>
                  </a:extLst>
                </p14:cNvPr>
                <p14:cNvContentPartPr/>
                <p14:nvPr/>
              </p14:nvContentPartPr>
              <p14:xfrm>
                <a:off x="587520" y="4684400"/>
                <a:ext cx="96840" cy="257400"/>
              </p14:xfrm>
            </p:contentPart>
          </mc:Choice>
          <mc:Fallback xmlns="">
            <p:pic>
              <p:nvPicPr>
                <p:cNvPr id="99" name="Ink 98">
                  <a:extLst>
                    <a:ext uri="{FF2B5EF4-FFF2-40B4-BE49-F238E27FC236}">
                      <a16:creationId xmlns:a16="http://schemas.microsoft.com/office/drawing/2014/main" id="{4007E91C-33F3-1D25-8C32-6D09E72FCE31}"/>
                    </a:ext>
                  </a:extLst>
                </p:cNvPr>
                <p:cNvPicPr/>
                <p:nvPr/>
              </p:nvPicPr>
              <p:blipFill>
                <a:blip r:embed="rId156"/>
                <a:stretch>
                  <a:fillRect/>
                </a:stretch>
              </p:blipFill>
              <p:spPr>
                <a:xfrm>
                  <a:off x="581400" y="4678280"/>
                  <a:ext cx="10908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00" name="Ink 99">
                  <a:extLst>
                    <a:ext uri="{FF2B5EF4-FFF2-40B4-BE49-F238E27FC236}">
                      <a16:creationId xmlns:a16="http://schemas.microsoft.com/office/drawing/2014/main" id="{676B9204-F341-FAE2-7EE5-203B1883B073}"/>
                    </a:ext>
                  </a:extLst>
                </p14:cNvPr>
                <p14:cNvContentPartPr/>
                <p14:nvPr/>
              </p14:nvContentPartPr>
              <p14:xfrm>
                <a:off x="685800" y="4913000"/>
                <a:ext cx="66600" cy="53280"/>
              </p14:xfrm>
            </p:contentPart>
          </mc:Choice>
          <mc:Fallback xmlns="">
            <p:pic>
              <p:nvPicPr>
                <p:cNvPr id="100" name="Ink 99">
                  <a:extLst>
                    <a:ext uri="{FF2B5EF4-FFF2-40B4-BE49-F238E27FC236}">
                      <a16:creationId xmlns:a16="http://schemas.microsoft.com/office/drawing/2014/main" id="{676B9204-F341-FAE2-7EE5-203B1883B073}"/>
                    </a:ext>
                  </a:extLst>
                </p:cNvPr>
                <p:cNvPicPr/>
                <p:nvPr/>
              </p:nvPicPr>
              <p:blipFill>
                <a:blip r:embed="rId158"/>
                <a:stretch>
                  <a:fillRect/>
                </a:stretch>
              </p:blipFill>
              <p:spPr>
                <a:xfrm>
                  <a:off x="679680" y="4906880"/>
                  <a:ext cx="78840" cy="65520"/>
                </a:xfrm>
                <a:prstGeom prst="rect">
                  <a:avLst/>
                </a:prstGeom>
              </p:spPr>
            </p:pic>
          </mc:Fallback>
        </mc:AlternateContent>
      </p:grpSp>
      <p:grpSp>
        <p:nvGrpSpPr>
          <p:cNvPr id="117" name="Group 116">
            <a:extLst>
              <a:ext uri="{FF2B5EF4-FFF2-40B4-BE49-F238E27FC236}">
                <a16:creationId xmlns:a16="http://schemas.microsoft.com/office/drawing/2014/main" id="{001B3469-8E8F-935C-12AA-54E9DCB564BE}"/>
              </a:ext>
            </a:extLst>
          </p:cNvPr>
          <p:cNvGrpSpPr/>
          <p:nvPr/>
        </p:nvGrpSpPr>
        <p:grpSpPr>
          <a:xfrm>
            <a:off x="1024920" y="4600520"/>
            <a:ext cx="1424880" cy="665640"/>
            <a:chOff x="1024920" y="4600520"/>
            <a:chExt cx="1424880" cy="665640"/>
          </a:xfrm>
        </p:grpSpPr>
        <mc:AlternateContent xmlns:mc="http://schemas.openxmlformats.org/markup-compatibility/2006" xmlns:p14="http://schemas.microsoft.com/office/powerpoint/2010/main">
          <mc:Choice Requires="p14">
            <p:contentPart p14:bwMode="auto" r:id="rId159">
              <p14:nvContentPartPr>
                <p14:cNvPr id="101" name="Ink 100">
                  <a:extLst>
                    <a:ext uri="{FF2B5EF4-FFF2-40B4-BE49-F238E27FC236}">
                      <a16:creationId xmlns:a16="http://schemas.microsoft.com/office/drawing/2014/main" id="{8560B470-FE4C-C796-4FAD-5C07F31304CC}"/>
                    </a:ext>
                  </a:extLst>
                </p14:cNvPr>
                <p14:cNvContentPartPr/>
                <p14:nvPr/>
              </p14:nvContentPartPr>
              <p14:xfrm>
                <a:off x="1024920" y="4600520"/>
                <a:ext cx="102600" cy="354960"/>
              </p14:xfrm>
            </p:contentPart>
          </mc:Choice>
          <mc:Fallback xmlns="">
            <p:pic>
              <p:nvPicPr>
                <p:cNvPr id="101" name="Ink 100">
                  <a:extLst>
                    <a:ext uri="{FF2B5EF4-FFF2-40B4-BE49-F238E27FC236}">
                      <a16:creationId xmlns:a16="http://schemas.microsoft.com/office/drawing/2014/main" id="{8560B470-FE4C-C796-4FAD-5C07F31304CC}"/>
                    </a:ext>
                  </a:extLst>
                </p:cNvPr>
                <p:cNvPicPr/>
                <p:nvPr/>
              </p:nvPicPr>
              <p:blipFill>
                <a:blip r:embed="rId160"/>
                <a:stretch>
                  <a:fillRect/>
                </a:stretch>
              </p:blipFill>
              <p:spPr>
                <a:xfrm>
                  <a:off x="1018800" y="4594400"/>
                  <a:ext cx="114840" cy="3672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02" name="Ink 101">
                  <a:extLst>
                    <a:ext uri="{FF2B5EF4-FFF2-40B4-BE49-F238E27FC236}">
                      <a16:creationId xmlns:a16="http://schemas.microsoft.com/office/drawing/2014/main" id="{64FC0532-11DD-990E-8153-9A220E7CA915}"/>
                    </a:ext>
                  </a:extLst>
                </p14:cNvPr>
                <p14:cNvContentPartPr/>
                <p14:nvPr/>
              </p14:nvContentPartPr>
              <p14:xfrm>
                <a:off x="1126440" y="4955120"/>
                <a:ext cx="15480" cy="8280"/>
              </p14:xfrm>
            </p:contentPart>
          </mc:Choice>
          <mc:Fallback xmlns="">
            <p:pic>
              <p:nvPicPr>
                <p:cNvPr id="102" name="Ink 101">
                  <a:extLst>
                    <a:ext uri="{FF2B5EF4-FFF2-40B4-BE49-F238E27FC236}">
                      <a16:creationId xmlns:a16="http://schemas.microsoft.com/office/drawing/2014/main" id="{64FC0532-11DD-990E-8153-9A220E7CA915}"/>
                    </a:ext>
                  </a:extLst>
                </p:cNvPr>
                <p:cNvPicPr/>
                <p:nvPr/>
              </p:nvPicPr>
              <p:blipFill>
                <a:blip r:embed="rId162"/>
                <a:stretch>
                  <a:fillRect/>
                </a:stretch>
              </p:blipFill>
              <p:spPr>
                <a:xfrm>
                  <a:off x="1120320" y="4949000"/>
                  <a:ext cx="2772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03" name="Ink 102">
                  <a:extLst>
                    <a:ext uri="{FF2B5EF4-FFF2-40B4-BE49-F238E27FC236}">
                      <a16:creationId xmlns:a16="http://schemas.microsoft.com/office/drawing/2014/main" id="{A1290B67-7999-C6A4-70F1-317E4EC8F4AF}"/>
                    </a:ext>
                  </a:extLst>
                </p14:cNvPr>
                <p14:cNvContentPartPr/>
                <p14:nvPr/>
              </p14:nvContentPartPr>
              <p14:xfrm>
                <a:off x="1186560" y="4793120"/>
                <a:ext cx="141480" cy="239760"/>
              </p14:xfrm>
            </p:contentPart>
          </mc:Choice>
          <mc:Fallback xmlns="">
            <p:pic>
              <p:nvPicPr>
                <p:cNvPr id="103" name="Ink 102">
                  <a:extLst>
                    <a:ext uri="{FF2B5EF4-FFF2-40B4-BE49-F238E27FC236}">
                      <a16:creationId xmlns:a16="http://schemas.microsoft.com/office/drawing/2014/main" id="{A1290B67-7999-C6A4-70F1-317E4EC8F4AF}"/>
                    </a:ext>
                  </a:extLst>
                </p:cNvPr>
                <p:cNvPicPr/>
                <p:nvPr/>
              </p:nvPicPr>
              <p:blipFill>
                <a:blip r:embed="rId164"/>
                <a:stretch>
                  <a:fillRect/>
                </a:stretch>
              </p:blipFill>
              <p:spPr>
                <a:xfrm>
                  <a:off x="1180440" y="4787000"/>
                  <a:ext cx="15372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4" name="Ink 103">
                  <a:extLst>
                    <a:ext uri="{FF2B5EF4-FFF2-40B4-BE49-F238E27FC236}">
                      <a16:creationId xmlns:a16="http://schemas.microsoft.com/office/drawing/2014/main" id="{52F6E917-96C9-121E-2B7B-A0869568C0AD}"/>
                    </a:ext>
                  </a:extLst>
                </p14:cNvPr>
                <p14:cNvContentPartPr/>
                <p14:nvPr/>
              </p14:nvContentPartPr>
              <p14:xfrm>
                <a:off x="1093680" y="4841000"/>
                <a:ext cx="16560" cy="164880"/>
              </p14:xfrm>
            </p:contentPart>
          </mc:Choice>
          <mc:Fallback xmlns="">
            <p:pic>
              <p:nvPicPr>
                <p:cNvPr id="104" name="Ink 103">
                  <a:extLst>
                    <a:ext uri="{FF2B5EF4-FFF2-40B4-BE49-F238E27FC236}">
                      <a16:creationId xmlns:a16="http://schemas.microsoft.com/office/drawing/2014/main" id="{52F6E917-96C9-121E-2B7B-A0869568C0AD}"/>
                    </a:ext>
                  </a:extLst>
                </p:cNvPr>
                <p:cNvPicPr/>
                <p:nvPr/>
              </p:nvPicPr>
              <p:blipFill>
                <a:blip r:embed="rId166"/>
                <a:stretch>
                  <a:fillRect/>
                </a:stretch>
              </p:blipFill>
              <p:spPr>
                <a:xfrm>
                  <a:off x="1087560" y="4834880"/>
                  <a:ext cx="288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05" name="Ink 104">
                  <a:extLst>
                    <a:ext uri="{FF2B5EF4-FFF2-40B4-BE49-F238E27FC236}">
                      <a16:creationId xmlns:a16="http://schemas.microsoft.com/office/drawing/2014/main" id="{9F15D204-2E09-48B9-2F7A-6BD7D5CC9B88}"/>
                    </a:ext>
                  </a:extLst>
                </p14:cNvPr>
                <p14:cNvContentPartPr/>
                <p14:nvPr/>
              </p14:nvContentPartPr>
              <p14:xfrm>
                <a:off x="1153080" y="4699520"/>
                <a:ext cx="7920" cy="15840"/>
              </p14:xfrm>
            </p:contentPart>
          </mc:Choice>
          <mc:Fallback xmlns="">
            <p:pic>
              <p:nvPicPr>
                <p:cNvPr id="105" name="Ink 104">
                  <a:extLst>
                    <a:ext uri="{FF2B5EF4-FFF2-40B4-BE49-F238E27FC236}">
                      <a16:creationId xmlns:a16="http://schemas.microsoft.com/office/drawing/2014/main" id="{9F15D204-2E09-48B9-2F7A-6BD7D5CC9B88}"/>
                    </a:ext>
                  </a:extLst>
                </p:cNvPr>
                <p:cNvPicPr/>
                <p:nvPr/>
              </p:nvPicPr>
              <p:blipFill>
                <a:blip r:embed="rId168"/>
                <a:stretch>
                  <a:fillRect/>
                </a:stretch>
              </p:blipFill>
              <p:spPr>
                <a:xfrm>
                  <a:off x="1146960" y="4693400"/>
                  <a:ext cx="201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06" name="Ink 105">
                  <a:extLst>
                    <a:ext uri="{FF2B5EF4-FFF2-40B4-BE49-F238E27FC236}">
                      <a16:creationId xmlns:a16="http://schemas.microsoft.com/office/drawing/2014/main" id="{F0E85117-E582-2390-7734-C6CA719161A1}"/>
                    </a:ext>
                  </a:extLst>
                </p14:cNvPr>
                <p14:cNvContentPartPr/>
                <p14:nvPr/>
              </p14:nvContentPartPr>
              <p14:xfrm>
                <a:off x="1400760" y="4648400"/>
                <a:ext cx="62640" cy="305280"/>
              </p14:xfrm>
            </p:contentPart>
          </mc:Choice>
          <mc:Fallback xmlns="">
            <p:pic>
              <p:nvPicPr>
                <p:cNvPr id="106" name="Ink 105">
                  <a:extLst>
                    <a:ext uri="{FF2B5EF4-FFF2-40B4-BE49-F238E27FC236}">
                      <a16:creationId xmlns:a16="http://schemas.microsoft.com/office/drawing/2014/main" id="{F0E85117-E582-2390-7734-C6CA719161A1}"/>
                    </a:ext>
                  </a:extLst>
                </p:cNvPr>
                <p:cNvPicPr/>
                <p:nvPr/>
              </p:nvPicPr>
              <p:blipFill>
                <a:blip r:embed="rId170"/>
                <a:stretch>
                  <a:fillRect/>
                </a:stretch>
              </p:blipFill>
              <p:spPr>
                <a:xfrm>
                  <a:off x="1394640" y="4642280"/>
                  <a:ext cx="74880" cy="31752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07" name="Ink 106">
                  <a:extLst>
                    <a:ext uri="{FF2B5EF4-FFF2-40B4-BE49-F238E27FC236}">
                      <a16:creationId xmlns:a16="http://schemas.microsoft.com/office/drawing/2014/main" id="{53B4418E-6655-EB27-86BE-00FE345FB6E1}"/>
                    </a:ext>
                  </a:extLst>
                </p14:cNvPr>
                <p14:cNvContentPartPr/>
                <p14:nvPr/>
              </p14:nvContentPartPr>
              <p14:xfrm>
                <a:off x="1417680" y="4676480"/>
                <a:ext cx="111240" cy="334800"/>
              </p14:xfrm>
            </p:contentPart>
          </mc:Choice>
          <mc:Fallback xmlns="">
            <p:pic>
              <p:nvPicPr>
                <p:cNvPr id="107" name="Ink 106">
                  <a:extLst>
                    <a:ext uri="{FF2B5EF4-FFF2-40B4-BE49-F238E27FC236}">
                      <a16:creationId xmlns:a16="http://schemas.microsoft.com/office/drawing/2014/main" id="{53B4418E-6655-EB27-86BE-00FE345FB6E1}"/>
                    </a:ext>
                  </a:extLst>
                </p:cNvPr>
                <p:cNvPicPr/>
                <p:nvPr/>
              </p:nvPicPr>
              <p:blipFill>
                <a:blip r:embed="rId172"/>
                <a:stretch>
                  <a:fillRect/>
                </a:stretch>
              </p:blipFill>
              <p:spPr>
                <a:xfrm>
                  <a:off x="1411560" y="4670360"/>
                  <a:ext cx="12348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8" name="Ink 107">
                  <a:extLst>
                    <a:ext uri="{FF2B5EF4-FFF2-40B4-BE49-F238E27FC236}">
                      <a16:creationId xmlns:a16="http://schemas.microsoft.com/office/drawing/2014/main" id="{D25C78C8-289B-38E1-D3CB-67A9522D1625}"/>
                    </a:ext>
                  </a:extLst>
                </p14:cNvPr>
                <p14:cNvContentPartPr/>
                <p14:nvPr/>
              </p14:nvContentPartPr>
              <p14:xfrm>
                <a:off x="1673280" y="4777640"/>
                <a:ext cx="48600" cy="55440"/>
              </p14:xfrm>
            </p:contentPart>
          </mc:Choice>
          <mc:Fallback xmlns="">
            <p:pic>
              <p:nvPicPr>
                <p:cNvPr id="108" name="Ink 107">
                  <a:extLst>
                    <a:ext uri="{FF2B5EF4-FFF2-40B4-BE49-F238E27FC236}">
                      <a16:creationId xmlns:a16="http://schemas.microsoft.com/office/drawing/2014/main" id="{D25C78C8-289B-38E1-D3CB-67A9522D1625}"/>
                    </a:ext>
                  </a:extLst>
                </p:cNvPr>
                <p:cNvPicPr/>
                <p:nvPr/>
              </p:nvPicPr>
              <p:blipFill>
                <a:blip r:embed="rId174"/>
                <a:stretch>
                  <a:fillRect/>
                </a:stretch>
              </p:blipFill>
              <p:spPr>
                <a:xfrm>
                  <a:off x="1667160" y="4771520"/>
                  <a:ext cx="6084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09" name="Ink 108">
                  <a:extLst>
                    <a:ext uri="{FF2B5EF4-FFF2-40B4-BE49-F238E27FC236}">
                      <a16:creationId xmlns:a16="http://schemas.microsoft.com/office/drawing/2014/main" id="{1AE027C8-0EE8-2E84-2BAC-7D61AC7AA1F4}"/>
                    </a:ext>
                  </a:extLst>
                </p14:cNvPr>
                <p14:cNvContentPartPr/>
                <p14:nvPr/>
              </p14:nvContentPartPr>
              <p14:xfrm>
                <a:off x="1648080" y="4964840"/>
                <a:ext cx="32400" cy="52200"/>
              </p14:xfrm>
            </p:contentPart>
          </mc:Choice>
          <mc:Fallback xmlns="">
            <p:pic>
              <p:nvPicPr>
                <p:cNvPr id="109" name="Ink 108">
                  <a:extLst>
                    <a:ext uri="{FF2B5EF4-FFF2-40B4-BE49-F238E27FC236}">
                      <a16:creationId xmlns:a16="http://schemas.microsoft.com/office/drawing/2014/main" id="{1AE027C8-0EE8-2E84-2BAC-7D61AC7AA1F4}"/>
                    </a:ext>
                  </a:extLst>
                </p:cNvPr>
                <p:cNvPicPr/>
                <p:nvPr/>
              </p:nvPicPr>
              <p:blipFill>
                <a:blip r:embed="rId176"/>
                <a:stretch>
                  <a:fillRect/>
                </a:stretch>
              </p:blipFill>
              <p:spPr>
                <a:xfrm>
                  <a:off x="1641960" y="4958720"/>
                  <a:ext cx="4464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10" name="Ink 109">
                  <a:extLst>
                    <a:ext uri="{FF2B5EF4-FFF2-40B4-BE49-F238E27FC236}">
                      <a16:creationId xmlns:a16="http://schemas.microsoft.com/office/drawing/2014/main" id="{3F2DC8A5-6805-7DEE-1FB7-168E96CA1F26}"/>
                    </a:ext>
                  </a:extLst>
                </p14:cNvPr>
                <p14:cNvContentPartPr/>
                <p14:nvPr/>
              </p14:nvContentPartPr>
              <p14:xfrm>
                <a:off x="1832040" y="4678280"/>
                <a:ext cx="135360" cy="192600"/>
              </p14:xfrm>
            </p:contentPart>
          </mc:Choice>
          <mc:Fallback xmlns="">
            <p:pic>
              <p:nvPicPr>
                <p:cNvPr id="110" name="Ink 109">
                  <a:extLst>
                    <a:ext uri="{FF2B5EF4-FFF2-40B4-BE49-F238E27FC236}">
                      <a16:creationId xmlns:a16="http://schemas.microsoft.com/office/drawing/2014/main" id="{3F2DC8A5-6805-7DEE-1FB7-168E96CA1F26}"/>
                    </a:ext>
                  </a:extLst>
                </p:cNvPr>
                <p:cNvPicPr/>
                <p:nvPr/>
              </p:nvPicPr>
              <p:blipFill>
                <a:blip r:embed="rId178"/>
                <a:stretch>
                  <a:fillRect/>
                </a:stretch>
              </p:blipFill>
              <p:spPr>
                <a:xfrm>
                  <a:off x="1825920" y="4672160"/>
                  <a:ext cx="14760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11" name="Ink 110">
                  <a:extLst>
                    <a:ext uri="{FF2B5EF4-FFF2-40B4-BE49-F238E27FC236}">
                      <a16:creationId xmlns:a16="http://schemas.microsoft.com/office/drawing/2014/main" id="{E26EB053-E4F7-E606-4917-C3EDE416270E}"/>
                    </a:ext>
                  </a:extLst>
                </p14:cNvPr>
                <p14:cNvContentPartPr/>
                <p14:nvPr/>
              </p14:nvContentPartPr>
              <p14:xfrm>
                <a:off x="1909440" y="4752440"/>
                <a:ext cx="47520" cy="349920"/>
              </p14:xfrm>
            </p:contentPart>
          </mc:Choice>
          <mc:Fallback xmlns="">
            <p:pic>
              <p:nvPicPr>
                <p:cNvPr id="111" name="Ink 110">
                  <a:extLst>
                    <a:ext uri="{FF2B5EF4-FFF2-40B4-BE49-F238E27FC236}">
                      <a16:creationId xmlns:a16="http://schemas.microsoft.com/office/drawing/2014/main" id="{E26EB053-E4F7-E606-4917-C3EDE416270E}"/>
                    </a:ext>
                  </a:extLst>
                </p:cNvPr>
                <p:cNvPicPr/>
                <p:nvPr/>
              </p:nvPicPr>
              <p:blipFill>
                <a:blip r:embed="rId180"/>
                <a:stretch>
                  <a:fillRect/>
                </a:stretch>
              </p:blipFill>
              <p:spPr>
                <a:xfrm>
                  <a:off x="1903320" y="4746320"/>
                  <a:ext cx="59760" cy="36216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12" name="Ink 111">
                  <a:extLst>
                    <a:ext uri="{FF2B5EF4-FFF2-40B4-BE49-F238E27FC236}">
                      <a16:creationId xmlns:a16="http://schemas.microsoft.com/office/drawing/2014/main" id="{FAEB42B0-1653-EEED-1D67-3B79B645A77A}"/>
                    </a:ext>
                  </a:extLst>
                </p14:cNvPr>
                <p14:cNvContentPartPr/>
                <p14:nvPr/>
              </p14:nvContentPartPr>
              <p14:xfrm>
                <a:off x="2018160" y="5062400"/>
                <a:ext cx="14760" cy="34920"/>
              </p14:xfrm>
            </p:contentPart>
          </mc:Choice>
          <mc:Fallback xmlns="">
            <p:pic>
              <p:nvPicPr>
                <p:cNvPr id="112" name="Ink 111">
                  <a:extLst>
                    <a:ext uri="{FF2B5EF4-FFF2-40B4-BE49-F238E27FC236}">
                      <a16:creationId xmlns:a16="http://schemas.microsoft.com/office/drawing/2014/main" id="{FAEB42B0-1653-EEED-1D67-3B79B645A77A}"/>
                    </a:ext>
                  </a:extLst>
                </p:cNvPr>
                <p:cNvPicPr/>
                <p:nvPr/>
              </p:nvPicPr>
              <p:blipFill>
                <a:blip r:embed="rId182"/>
                <a:stretch>
                  <a:fillRect/>
                </a:stretch>
              </p:blipFill>
              <p:spPr>
                <a:xfrm>
                  <a:off x="2012040" y="5056280"/>
                  <a:ext cx="2700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13" name="Ink 112">
                  <a:extLst>
                    <a:ext uri="{FF2B5EF4-FFF2-40B4-BE49-F238E27FC236}">
                      <a16:creationId xmlns:a16="http://schemas.microsoft.com/office/drawing/2014/main" id="{C1D4D2F8-1A58-345C-9DE6-E6164AAD8DB2}"/>
                    </a:ext>
                  </a:extLst>
                </p14:cNvPr>
                <p14:cNvContentPartPr/>
                <p14:nvPr/>
              </p14:nvContentPartPr>
              <p14:xfrm>
                <a:off x="2087640" y="4821920"/>
                <a:ext cx="100080" cy="312840"/>
              </p14:xfrm>
            </p:contentPart>
          </mc:Choice>
          <mc:Fallback xmlns="">
            <p:pic>
              <p:nvPicPr>
                <p:cNvPr id="113" name="Ink 112">
                  <a:extLst>
                    <a:ext uri="{FF2B5EF4-FFF2-40B4-BE49-F238E27FC236}">
                      <a16:creationId xmlns:a16="http://schemas.microsoft.com/office/drawing/2014/main" id="{C1D4D2F8-1A58-345C-9DE6-E6164AAD8DB2}"/>
                    </a:ext>
                  </a:extLst>
                </p:cNvPr>
                <p:cNvPicPr/>
                <p:nvPr/>
              </p:nvPicPr>
              <p:blipFill>
                <a:blip r:embed="rId184"/>
                <a:stretch>
                  <a:fillRect/>
                </a:stretch>
              </p:blipFill>
              <p:spPr>
                <a:xfrm>
                  <a:off x="2081520" y="4815800"/>
                  <a:ext cx="112320" cy="3250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14" name="Ink 113">
                  <a:extLst>
                    <a:ext uri="{FF2B5EF4-FFF2-40B4-BE49-F238E27FC236}">
                      <a16:creationId xmlns:a16="http://schemas.microsoft.com/office/drawing/2014/main" id="{66FC6551-E908-377C-4A42-3EAA8D3CFA31}"/>
                    </a:ext>
                  </a:extLst>
                </p14:cNvPr>
                <p14:cNvContentPartPr/>
                <p14:nvPr/>
              </p14:nvContentPartPr>
              <p14:xfrm>
                <a:off x="2231280" y="4726160"/>
                <a:ext cx="129240" cy="197640"/>
              </p14:xfrm>
            </p:contentPart>
          </mc:Choice>
          <mc:Fallback xmlns="">
            <p:pic>
              <p:nvPicPr>
                <p:cNvPr id="114" name="Ink 113">
                  <a:extLst>
                    <a:ext uri="{FF2B5EF4-FFF2-40B4-BE49-F238E27FC236}">
                      <a16:creationId xmlns:a16="http://schemas.microsoft.com/office/drawing/2014/main" id="{66FC6551-E908-377C-4A42-3EAA8D3CFA31}"/>
                    </a:ext>
                  </a:extLst>
                </p:cNvPr>
                <p:cNvPicPr/>
                <p:nvPr/>
              </p:nvPicPr>
              <p:blipFill>
                <a:blip r:embed="rId186"/>
                <a:stretch>
                  <a:fillRect/>
                </a:stretch>
              </p:blipFill>
              <p:spPr>
                <a:xfrm>
                  <a:off x="2225160" y="4720040"/>
                  <a:ext cx="14148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15" name="Ink 114">
                  <a:extLst>
                    <a:ext uri="{FF2B5EF4-FFF2-40B4-BE49-F238E27FC236}">
                      <a16:creationId xmlns:a16="http://schemas.microsoft.com/office/drawing/2014/main" id="{C7D170DD-5C46-B223-E4A2-33BA6457EA80}"/>
                    </a:ext>
                  </a:extLst>
                </p14:cNvPr>
                <p14:cNvContentPartPr/>
                <p14:nvPr/>
              </p14:nvContentPartPr>
              <p14:xfrm>
                <a:off x="2221920" y="4882760"/>
                <a:ext cx="227880" cy="378720"/>
              </p14:xfrm>
            </p:contentPart>
          </mc:Choice>
          <mc:Fallback xmlns="">
            <p:pic>
              <p:nvPicPr>
                <p:cNvPr id="115" name="Ink 114">
                  <a:extLst>
                    <a:ext uri="{FF2B5EF4-FFF2-40B4-BE49-F238E27FC236}">
                      <a16:creationId xmlns:a16="http://schemas.microsoft.com/office/drawing/2014/main" id="{C7D170DD-5C46-B223-E4A2-33BA6457EA80}"/>
                    </a:ext>
                  </a:extLst>
                </p:cNvPr>
                <p:cNvPicPr/>
                <p:nvPr/>
              </p:nvPicPr>
              <p:blipFill>
                <a:blip r:embed="rId188"/>
                <a:stretch>
                  <a:fillRect/>
                </a:stretch>
              </p:blipFill>
              <p:spPr>
                <a:xfrm>
                  <a:off x="2215800" y="4876640"/>
                  <a:ext cx="240120" cy="39096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16" name="Ink 115">
                  <a:extLst>
                    <a:ext uri="{FF2B5EF4-FFF2-40B4-BE49-F238E27FC236}">
                      <a16:creationId xmlns:a16="http://schemas.microsoft.com/office/drawing/2014/main" id="{EA9348D9-FC43-B95F-DA42-19E0EAF3CA15}"/>
                    </a:ext>
                  </a:extLst>
                </p14:cNvPr>
                <p14:cNvContentPartPr/>
                <p14:nvPr/>
              </p14:nvContentPartPr>
              <p14:xfrm>
                <a:off x="2309760" y="5141960"/>
                <a:ext cx="124200" cy="124200"/>
              </p14:xfrm>
            </p:contentPart>
          </mc:Choice>
          <mc:Fallback xmlns="">
            <p:pic>
              <p:nvPicPr>
                <p:cNvPr id="116" name="Ink 115">
                  <a:extLst>
                    <a:ext uri="{FF2B5EF4-FFF2-40B4-BE49-F238E27FC236}">
                      <a16:creationId xmlns:a16="http://schemas.microsoft.com/office/drawing/2014/main" id="{EA9348D9-FC43-B95F-DA42-19E0EAF3CA15}"/>
                    </a:ext>
                  </a:extLst>
                </p:cNvPr>
                <p:cNvPicPr/>
                <p:nvPr/>
              </p:nvPicPr>
              <p:blipFill>
                <a:blip r:embed="rId190"/>
                <a:stretch>
                  <a:fillRect/>
                </a:stretch>
              </p:blipFill>
              <p:spPr>
                <a:xfrm>
                  <a:off x="2303640" y="5135840"/>
                  <a:ext cx="136440" cy="136440"/>
                </a:xfrm>
                <a:prstGeom prst="rect">
                  <a:avLst/>
                </a:prstGeom>
              </p:spPr>
            </p:pic>
          </mc:Fallback>
        </mc:AlternateContent>
      </p:grpSp>
      <p:grpSp>
        <p:nvGrpSpPr>
          <p:cNvPr id="136" name="Group 135">
            <a:extLst>
              <a:ext uri="{FF2B5EF4-FFF2-40B4-BE49-F238E27FC236}">
                <a16:creationId xmlns:a16="http://schemas.microsoft.com/office/drawing/2014/main" id="{42E1E62A-233C-B3C2-C1D0-285DF91D2192}"/>
              </a:ext>
            </a:extLst>
          </p:cNvPr>
          <p:cNvGrpSpPr/>
          <p:nvPr/>
        </p:nvGrpSpPr>
        <p:grpSpPr>
          <a:xfrm>
            <a:off x="251640" y="5583320"/>
            <a:ext cx="1212120" cy="438120"/>
            <a:chOff x="251640" y="5583320"/>
            <a:chExt cx="1212120" cy="438120"/>
          </a:xfrm>
        </p:grpSpPr>
        <mc:AlternateContent xmlns:mc="http://schemas.openxmlformats.org/markup-compatibility/2006" xmlns:p14="http://schemas.microsoft.com/office/powerpoint/2010/main">
          <mc:Choice Requires="p14">
            <p:contentPart p14:bwMode="auto" r:id="rId191">
              <p14:nvContentPartPr>
                <p14:cNvPr id="120" name="Ink 119">
                  <a:extLst>
                    <a:ext uri="{FF2B5EF4-FFF2-40B4-BE49-F238E27FC236}">
                      <a16:creationId xmlns:a16="http://schemas.microsoft.com/office/drawing/2014/main" id="{47F2B293-512A-5907-C759-A11D8354A1DA}"/>
                    </a:ext>
                  </a:extLst>
                </p14:cNvPr>
                <p14:cNvContentPartPr/>
                <p14:nvPr/>
              </p14:nvContentPartPr>
              <p14:xfrm>
                <a:off x="251640" y="5583320"/>
                <a:ext cx="129960" cy="236880"/>
              </p14:xfrm>
            </p:contentPart>
          </mc:Choice>
          <mc:Fallback xmlns="">
            <p:pic>
              <p:nvPicPr>
                <p:cNvPr id="120" name="Ink 119">
                  <a:extLst>
                    <a:ext uri="{FF2B5EF4-FFF2-40B4-BE49-F238E27FC236}">
                      <a16:creationId xmlns:a16="http://schemas.microsoft.com/office/drawing/2014/main" id="{47F2B293-512A-5907-C759-A11D8354A1DA}"/>
                    </a:ext>
                  </a:extLst>
                </p:cNvPr>
                <p:cNvPicPr/>
                <p:nvPr/>
              </p:nvPicPr>
              <p:blipFill>
                <a:blip r:embed="rId192"/>
                <a:stretch>
                  <a:fillRect/>
                </a:stretch>
              </p:blipFill>
              <p:spPr>
                <a:xfrm>
                  <a:off x="245520" y="5577200"/>
                  <a:ext cx="14220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21" name="Ink 120">
                  <a:extLst>
                    <a:ext uri="{FF2B5EF4-FFF2-40B4-BE49-F238E27FC236}">
                      <a16:creationId xmlns:a16="http://schemas.microsoft.com/office/drawing/2014/main" id="{07E15094-BFAA-7391-132F-A7902155042B}"/>
                    </a:ext>
                  </a:extLst>
                </p14:cNvPr>
                <p14:cNvContentPartPr/>
                <p14:nvPr/>
              </p14:nvContentPartPr>
              <p14:xfrm>
                <a:off x="451080" y="5615360"/>
                <a:ext cx="100440" cy="268560"/>
              </p14:xfrm>
            </p:contentPart>
          </mc:Choice>
          <mc:Fallback xmlns="">
            <p:pic>
              <p:nvPicPr>
                <p:cNvPr id="121" name="Ink 120">
                  <a:extLst>
                    <a:ext uri="{FF2B5EF4-FFF2-40B4-BE49-F238E27FC236}">
                      <a16:creationId xmlns:a16="http://schemas.microsoft.com/office/drawing/2014/main" id="{07E15094-BFAA-7391-132F-A7902155042B}"/>
                    </a:ext>
                  </a:extLst>
                </p:cNvPr>
                <p:cNvPicPr/>
                <p:nvPr/>
              </p:nvPicPr>
              <p:blipFill>
                <a:blip r:embed="rId194"/>
                <a:stretch>
                  <a:fillRect/>
                </a:stretch>
              </p:blipFill>
              <p:spPr>
                <a:xfrm>
                  <a:off x="444960" y="5609240"/>
                  <a:ext cx="11268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22" name="Ink 121">
                  <a:extLst>
                    <a:ext uri="{FF2B5EF4-FFF2-40B4-BE49-F238E27FC236}">
                      <a16:creationId xmlns:a16="http://schemas.microsoft.com/office/drawing/2014/main" id="{625A2C9C-F9F3-AF31-3F82-9C0E85742E52}"/>
                    </a:ext>
                  </a:extLst>
                </p14:cNvPr>
                <p14:cNvContentPartPr/>
                <p14:nvPr/>
              </p14:nvContentPartPr>
              <p14:xfrm>
                <a:off x="500400" y="5744960"/>
                <a:ext cx="148320" cy="14040"/>
              </p14:xfrm>
            </p:contentPart>
          </mc:Choice>
          <mc:Fallback xmlns="">
            <p:pic>
              <p:nvPicPr>
                <p:cNvPr id="122" name="Ink 121">
                  <a:extLst>
                    <a:ext uri="{FF2B5EF4-FFF2-40B4-BE49-F238E27FC236}">
                      <a16:creationId xmlns:a16="http://schemas.microsoft.com/office/drawing/2014/main" id="{625A2C9C-F9F3-AF31-3F82-9C0E85742E52}"/>
                    </a:ext>
                  </a:extLst>
                </p:cNvPr>
                <p:cNvPicPr/>
                <p:nvPr/>
              </p:nvPicPr>
              <p:blipFill>
                <a:blip r:embed="rId196"/>
                <a:stretch>
                  <a:fillRect/>
                </a:stretch>
              </p:blipFill>
              <p:spPr>
                <a:xfrm>
                  <a:off x="494280" y="5738840"/>
                  <a:ext cx="16056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23" name="Ink 122">
                  <a:extLst>
                    <a:ext uri="{FF2B5EF4-FFF2-40B4-BE49-F238E27FC236}">
                      <a16:creationId xmlns:a16="http://schemas.microsoft.com/office/drawing/2014/main" id="{2B6F983F-3EEF-22F5-8EE9-077D9B7A69E0}"/>
                    </a:ext>
                  </a:extLst>
                </p14:cNvPr>
                <p14:cNvContentPartPr/>
                <p14:nvPr/>
              </p14:nvContentPartPr>
              <p14:xfrm>
                <a:off x="781200" y="5652440"/>
                <a:ext cx="59400" cy="226800"/>
              </p14:xfrm>
            </p:contentPart>
          </mc:Choice>
          <mc:Fallback xmlns="">
            <p:pic>
              <p:nvPicPr>
                <p:cNvPr id="123" name="Ink 122">
                  <a:extLst>
                    <a:ext uri="{FF2B5EF4-FFF2-40B4-BE49-F238E27FC236}">
                      <a16:creationId xmlns:a16="http://schemas.microsoft.com/office/drawing/2014/main" id="{2B6F983F-3EEF-22F5-8EE9-077D9B7A69E0}"/>
                    </a:ext>
                  </a:extLst>
                </p:cNvPr>
                <p:cNvPicPr/>
                <p:nvPr/>
              </p:nvPicPr>
              <p:blipFill>
                <a:blip r:embed="rId198"/>
                <a:stretch>
                  <a:fillRect/>
                </a:stretch>
              </p:blipFill>
              <p:spPr>
                <a:xfrm>
                  <a:off x="775080" y="5646320"/>
                  <a:ext cx="7164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24" name="Ink 123">
                  <a:extLst>
                    <a:ext uri="{FF2B5EF4-FFF2-40B4-BE49-F238E27FC236}">
                      <a16:creationId xmlns:a16="http://schemas.microsoft.com/office/drawing/2014/main" id="{30FBBD4C-FD01-6CA1-6853-13D5F1D10561}"/>
                    </a:ext>
                  </a:extLst>
                </p14:cNvPr>
                <p14:cNvContentPartPr/>
                <p14:nvPr/>
              </p14:nvContentPartPr>
              <p14:xfrm>
                <a:off x="869040" y="5740280"/>
                <a:ext cx="99720" cy="174600"/>
              </p14:xfrm>
            </p:contentPart>
          </mc:Choice>
          <mc:Fallback xmlns="">
            <p:pic>
              <p:nvPicPr>
                <p:cNvPr id="124" name="Ink 123">
                  <a:extLst>
                    <a:ext uri="{FF2B5EF4-FFF2-40B4-BE49-F238E27FC236}">
                      <a16:creationId xmlns:a16="http://schemas.microsoft.com/office/drawing/2014/main" id="{30FBBD4C-FD01-6CA1-6853-13D5F1D10561}"/>
                    </a:ext>
                  </a:extLst>
                </p:cNvPr>
                <p:cNvPicPr/>
                <p:nvPr/>
              </p:nvPicPr>
              <p:blipFill>
                <a:blip r:embed="rId200"/>
                <a:stretch>
                  <a:fillRect/>
                </a:stretch>
              </p:blipFill>
              <p:spPr>
                <a:xfrm>
                  <a:off x="862920" y="5734160"/>
                  <a:ext cx="11196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25" name="Ink 124">
                  <a:extLst>
                    <a:ext uri="{FF2B5EF4-FFF2-40B4-BE49-F238E27FC236}">
                      <a16:creationId xmlns:a16="http://schemas.microsoft.com/office/drawing/2014/main" id="{EAD1DB5C-9FA2-1CE7-257D-A3A5B7793DF8}"/>
                    </a:ext>
                  </a:extLst>
                </p14:cNvPr>
                <p14:cNvContentPartPr/>
                <p14:nvPr/>
              </p14:nvContentPartPr>
              <p14:xfrm>
                <a:off x="1055160" y="5901200"/>
                <a:ext cx="132840" cy="21960"/>
              </p14:xfrm>
            </p:contentPart>
          </mc:Choice>
          <mc:Fallback xmlns="">
            <p:pic>
              <p:nvPicPr>
                <p:cNvPr id="125" name="Ink 124">
                  <a:extLst>
                    <a:ext uri="{FF2B5EF4-FFF2-40B4-BE49-F238E27FC236}">
                      <a16:creationId xmlns:a16="http://schemas.microsoft.com/office/drawing/2014/main" id="{EAD1DB5C-9FA2-1CE7-257D-A3A5B7793DF8}"/>
                    </a:ext>
                  </a:extLst>
                </p:cNvPr>
                <p:cNvPicPr/>
                <p:nvPr/>
              </p:nvPicPr>
              <p:blipFill>
                <a:blip r:embed="rId202"/>
                <a:stretch>
                  <a:fillRect/>
                </a:stretch>
              </p:blipFill>
              <p:spPr>
                <a:xfrm>
                  <a:off x="1049040" y="5895080"/>
                  <a:ext cx="1450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26" name="Ink 125">
                  <a:extLst>
                    <a:ext uri="{FF2B5EF4-FFF2-40B4-BE49-F238E27FC236}">
                      <a16:creationId xmlns:a16="http://schemas.microsoft.com/office/drawing/2014/main" id="{4AD29F2E-1A6E-205C-03A4-47E2342A8ACE}"/>
                    </a:ext>
                  </a:extLst>
                </p14:cNvPr>
                <p14:cNvContentPartPr/>
                <p14:nvPr/>
              </p14:nvContentPartPr>
              <p14:xfrm>
                <a:off x="1250280" y="5753600"/>
                <a:ext cx="92880" cy="250200"/>
              </p14:xfrm>
            </p:contentPart>
          </mc:Choice>
          <mc:Fallback xmlns="">
            <p:pic>
              <p:nvPicPr>
                <p:cNvPr id="126" name="Ink 125">
                  <a:extLst>
                    <a:ext uri="{FF2B5EF4-FFF2-40B4-BE49-F238E27FC236}">
                      <a16:creationId xmlns:a16="http://schemas.microsoft.com/office/drawing/2014/main" id="{4AD29F2E-1A6E-205C-03A4-47E2342A8ACE}"/>
                    </a:ext>
                  </a:extLst>
                </p:cNvPr>
                <p:cNvPicPr/>
                <p:nvPr/>
              </p:nvPicPr>
              <p:blipFill>
                <a:blip r:embed="rId204"/>
                <a:stretch>
                  <a:fillRect/>
                </a:stretch>
              </p:blipFill>
              <p:spPr>
                <a:xfrm>
                  <a:off x="1244160" y="5747480"/>
                  <a:ext cx="10512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27" name="Ink 126">
                  <a:extLst>
                    <a:ext uri="{FF2B5EF4-FFF2-40B4-BE49-F238E27FC236}">
                      <a16:creationId xmlns:a16="http://schemas.microsoft.com/office/drawing/2014/main" id="{FD189EBB-1953-EA00-8249-042629E4F6DC}"/>
                    </a:ext>
                  </a:extLst>
                </p14:cNvPr>
                <p14:cNvContentPartPr/>
                <p14:nvPr/>
              </p14:nvContentPartPr>
              <p14:xfrm>
                <a:off x="1373040" y="5931080"/>
                <a:ext cx="90720" cy="90360"/>
              </p14:xfrm>
            </p:contentPart>
          </mc:Choice>
          <mc:Fallback xmlns="">
            <p:pic>
              <p:nvPicPr>
                <p:cNvPr id="127" name="Ink 126">
                  <a:extLst>
                    <a:ext uri="{FF2B5EF4-FFF2-40B4-BE49-F238E27FC236}">
                      <a16:creationId xmlns:a16="http://schemas.microsoft.com/office/drawing/2014/main" id="{FD189EBB-1953-EA00-8249-042629E4F6DC}"/>
                    </a:ext>
                  </a:extLst>
                </p:cNvPr>
                <p:cNvPicPr/>
                <p:nvPr/>
              </p:nvPicPr>
              <p:blipFill>
                <a:blip r:embed="rId206"/>
                <a:stretch>
                  <a:fillRect/>
                </a:stretch>
              </p:blipFill>
              <p:spPr>
                <a:xfrm>
                  <a:off x="1366920" y="5924960"/>
                  <a:ext cx="102960" cy="102600"/>
                </a:xfrm>
                <a:prstGeom prst="rect">
                  <a:avLst/>
                </a:prstGeom>
              </p:spPr>
            </p:pic>
          </mc:Fallback>
        </mc:AlternateContent>
      </p:grpSp>
      <p:grpSp>
        <p:nvGrpSpPr>
          <p:cNvPr id="135" name="Group 134">
            <a:extLst>
              <a:ext uri="{FF2B5EF4-FFF2-40B4-BE49-F238E27FC236}">
                <a16:creationId xmlns:a16="http://schemas.microsoft.com/office/drawing/2014/main" id="{3E73940F-14FA-FE8D-9E53-B957DA30C2D0}"/>
              </a:ext>
            </a:extLst>
          </p:cNvPr>
          <p:cNvGrpSpPr/>
          <p:nvPr/>
        </p:nvGrpSpPr>
        <p:grpSpPr>
          <a:xfrm>
            <a:off x="281520" y="6201080"/>
            <a:ext cx="703080" cy="349200"/>
            <a:chOff x="281520" y="6201080"/>
            <a:chExt cx="703080" cy="349200"/>
          </a:xfrm>
        </p:grpSpPr>
        <mc:AlternateContent xmlns:mc="http://schemas.openxmlformats.org/markup-compatibility/2006" xmlns:p14="http://schemas.microsoft.com/office/powerpoint/2010/main">
          <mc:Choice Requires="p14">
            <p:contentPart p14:bwMode="auto" r:id="rId207">
              <p14:nvContentPartPr>
                <p14:cNvPr id="128" name="Ink 127">
                  <a:extLst>
                    <a:ext uri="{FF2B5EF4-FFF2-40B4-BE49-F238E27FC236}">
                      <a16:creationId xmlns:a16="http://schemas.microsoft.com/office/drawing/2014/main" id="{52D37420-8DDD-5B88-F1E4-5026682F40AD}"/>
                    </a:ext>
                  </a:extLst>
                </p14:cNvPr>
                <p14:cNvContentPartPr/>
                <p14:nvPr/>
              </p14:nvContentPartPr>
              <p14:xfrm>
                <a:off x="281520" y="6201080"/>
                <a:ext cx="124200" cy="349200"/>
              </p14:xfrm>
            </p:contentPart>
          </mc:Choice>
          <mc:Fallback xmlns="">
            <p:pic>
              <p:nvPicPr>
                <p:cNvPr id="128" name="Ink 127">
                  <a:extLst>
                    <a:ext uri="{FF2B5EF4-FFF2-40B4-BE49-F238E27FC236}">
                      <a16:creationId xmlns:a16="http://schemas.microsoft.com/office/drawing/2014/main" id="{52D37420-8DDD-5B88-F1E4-5026682F40AD}"/>
                    </a:ext>
                  </a:extLst>
                </p:cNvPr>
                <p:cNvPicPr/>
                <p:nvPr/>
              </p:nvPicPr>
              <p:blipFill>
                <a:blip r:embed="rId208"/>
                <a:stretch>
                  <a:fillRect/>
                </a:stretch>
              </p:blipFill>
              <p:spPr>
                <a:xfrm>
                  <a:off x="275400" y="6194960"/>
                  <a:ext cx="13644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29" name="Ink 128">
                  <a:extLst>
                    <a:ext uri="{FF2B5EF4-FFF2-40B4-BE49-F238E27FC236}">
                      <a16:creationId xmlns:a16="http://schemas.microsoft.com/office/drawing/2014/main" id="{ACB17043-3522-A95A-EB28-62F8F23E05A5}"/>
                    </a:ext>
                  </a:extLst>
                </p14:cNvPr>
                <p14:cNvContentPartPr/>
                <p14:nvPr/>
              </p14:nvContentPartPr>
              <p14:xfrm>
                <a:off x="477360" y="6469640"/>
                <a:ext cx="6120" cy="61920"/>
              </p14:xfrm>
            </p:contentPart>
          </mc:Choice>
          <mc:Fallback xmlns="">
            <p:pic>
              <p:nvPicPr>
                <p:cNvPr id="129" name="Ink 128">
                  <a:extLst>
                    <a:ext uri="{FF2B5EF4-FFF2-40B4-BE49-F238E27FC236}">
                      <a16:creationId xmlns:a16="http://schemas.microsoft.com/office/drawing/2014/main" id="{ACB17043-3522-A95A-EB28-62F8F23E05A5}"/>
                    </a:ext>
                  </a:extLst>
                </p:cNvPr>
                <p:cNvPicPr/>
                <p:nvPr/>
              </p:nvPicPr>
              <p:blipFill>
                <a:blip r:embed="rId210"/>
                <a:stretch>
                  <a:fillRect/>
                </a:stretch>
              </p:blipFill>
              <p:spPr>
                <a:xfrm>
                  <a:off x="471240" y="6463520"/>
                  <a:ext cx="1836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30" name="Ink 129">
                  <a:extLst>
                    <a:ext uri="{FF2B5EF4-FFF2-40B4-BE49-F238E27FC236}">
                      <a16:creationId xmlns:a16="http://schemas.microsoft.com/office/drawing/2014/main" id="{8741EC15-022C-6017-370D-479B5367B5BD}"/>
                    </a:ext>
                  </a:extLst>
                </p14:cNvPr>
                <p14:cNvContentPartPr/>
                <p14:nvPr/>
              </p14:nvContentPartPr>
              <p14:xfrm>
                <a:off x="502560" y="6354080"/>
                <a:ext cx="29880" cy="9720"/>
              </p14:xfrm>
            </p:contentPart>
          </mc:Choice>
          <mc:Fallback xmlns="">
            <p:pic>
              <p:nvPicPr>
                <p:cNvPr id="130" name="Ink 129">
                  <a:extLst>
                    <a:ext uri="{FF2B5EF4-FFF2-40B4-BE49-F238E27FC236}">
                      <a16:creationId xmlns:a16="http://schemas.microsoft.com/office/drawing/2014/main" id="{8741EC15-022C-6017-370D-479B5367B5BD}"/>
                    </a:ext>
                  </a:extLst>
                </p:cNvPr>
                <p:cNvPicPr/>
                <p:nvPr/>
              </p:nvPicPr>
              <p:blipFill>
                <a:blip r:embed="rId212"/>
                <a:stretch>
                  <a:fillRect/>
                </a:stretch>
              </p:blipFill>
              <p:spPr>
                <a:xfrm>
                  <a:off x="496440" y="6347960"/>
                  <a:ext cx="421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31" name="Ink 130">
                  <a:extLst>
                    <a:ext uri="{FF2B5EF4-FFF2-40B4-BE49-F238E27FC236}">
                      <a16:creationId xmlns:a16="http://schemas.microsoft.com/office/drawing/2014/main" id="{A09777E3-41EB-F1C7-7526-47AF94EB4553}"/>
                    </a:ext>
                  </a:extLst>
                </p14:cNvPr>
                <p14:cNvContentPartPr/>
                <p14:nvPr/>
              </p14:nvContentPartPr>
              <p14:xfrm>
                <a:off x="613800" y="6328520"/>
                <a:ext cx="154080" cy="191520"/>
              </p14:xfrm>
            </p:contentPart>
          </mc:Choice>
          <mc:Fallback xmlns="">
            <p:pic>
              <p:nvPicPr>
                <p:cNvPr id="131" name="Ink 130">
                  <a:extLst>
                    <a:ext uri="{FF2B5EF4-FFF2-40B4-BE49-F238E27FC236}">
                      <a16:creationId xmlns:a16="http://schemas.microsoft.com/office/drawing/2014/main" id="{A09777E3-41EB-F1C7-7526-47AF94EB4553}"/>
                    </a:ext>
                  </a:extLst>
                </p:cNvPr>
                <p:cNvPicPr/>
                <p:nvPr/>
              </p:nvPicPr>
              <p:blipFill>
                <a:blip r:embed="rId214"/>
                <a:stretch>
                  <a:fillRect/>
                </a:stretch>
              </p:blipFill>
              <p:spPr>
                <a:xfrm>
                  <a:off x="607680" y="6322400"/>
                  <a:ext cx="16632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32" name="Ink 131">
                  <a:extLst>
                    <a:ext uri="{FF2B5EF4-FFF2-40B4-BE49-F238E27FC236}">
                      <a16:creationId xmlns:a16="http://schemas.microsoft.com/office/drawing/2014/main" id="{B76552BA-F032-C23C-C6A1-270FD7DA452B}"/>
                    </a:ext>
                  </a:extLst>
                </p14:cNvPr>
                <p14:cNvContentPartPr/>
                <p14:nvPr/>
              </p14:nvContentPartPr>
              <p14:xfrm>
                <a:off x="872640" y="6234920"/>
                <a:ext cx="111960" cy="300600"/>
              </p14:xfrm>
            </p:contentPart>
          </mc:Choice>
          <mc:Fallback xmlns="">
            <p:pic>
              <p:nvPicPr>
                <p:cNvPr id="132" name="Ink 131">
                  <a:extLst>
                    <a:ext uri="{FF2B5EF4-FFF2-40B4-BE49-F238E27FC236}">
                      <a16:creationId xmlns:a16="http://schemas.microsoft.com/office/drawing/2014/main" id="{B76552BA-F032-C23C-C6A1-270FD7DA452B}"/>
                    </a:ext>
                  </a:extLst>
                </p:cNvPr>
                <p:cNvPicPr/>
                <p:nvPr/>
              </p:nvPicPr>
              <p:blipFill>
                <a:blip r:embed="rId216"/>
                <a:stretch>
                  <a:fillRect/>
                </a:stretch>
              </p:blipFill>
              <p:spPr>
                <a:xfrm>
                  <a:off x="866520" y="6228800"/>
                  <a:ext cx="124200" cy="312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7">
            <p14:nvContentPartPr>
              <p14:cNvPr id="133" name="Ink 132">
                <a:extLst>
                  <a:ext uri="{FF2B5EF4-FFF2-40B4-BE49-F238E27FC236}">
                    <a16:creationId xmlns:a16="http://schemas.microsoft.com/office/drawing/2014/main" id="{D9E88D95-28C5-677B-8CD2-B1767B2B39F0}"/>
                  </a:ext>
                </a:extLst>
              </p14:cNvPr>
              <p14:cNvContentPartPr/>
              <p14:nvPr/>
            </p14:nvContentPartPr>
            <p14:xfrm>
              <a:off x="1663560" y="6044480"/>
              <a:ext cx="46800" cy="109080"/>
            </p14:xfrm>
          </p:contentPart>
        </mc:Choice>
        <mc:Fallback xmlns="">
          <p:pic>
            <p:nvPicPr>
              <p:cNvPr id="133" name="Ink 132">
                <a:extLst>
                  <a:ext uri="{FF2B5EF4-FFF2-40B4-BE49-F238E27FC236}">
                    <a16:creationId xmlns:a16="http://schemas.microsoft.com/office/drawing/2014/main" id="{D9E88D95-28C5-677B-8CD2-B1767B2B39F0}"/>
                  </a:ext>
                </a:extLst>
              </p:cNvPr>
              <p:cNvPicPr/>
              <p:nvPr/>
            </p:nvPicPr>
            <p:blipFill>
              <a:blip r:embed="rId218"/>
              <a:stretch>
                <a:fillRect/>
              </a:stretch>
            </p:blipFill>
            <p:spPr>
              <a:xfrm>
                <a:off x="1657440" y="6038360"/>
                <a:ext cx="5904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34" name="Ink 133">
                <a:extLst>
                  <a:ext uri="{FF2B5EF4-FFF2-40B4-BE49-F238E27FC236}">
                    <a16:creationId xmlns:a16="http://schemas.microsoft.com/office/drawing/2014/main" id="{9CBF3FF0-85A5-7474-E72C-88583B857011}"/>
                  </a:ext>
                </a:extLst>
              </p14:cNvPr>
              <p14:cNvContentPartPr/>
              <p14:nvPr/>
            </p14:nvContentPartPr>
            <p14:xfrm>
              <a:off x="1685160" y="6328880"/>
              <a:ext cx="18360" cy="63360"/>
            </p14:xfrm>
          </p:contentPart>
        </mc:Choice>
        <mc:Fallback xmlns="">
          <p:pic>
            <p:nvPicPr>
              <p:cNvPr id="134" name="Ink 133">
                <a:extLst>
                  <a:ext uri="{FF2B5EF4-FFF2-40B4-BE49-F238E27FC236}">
                    <a16:creationId xmlns:a16="http://schemas.microsoft.com/office/drawing/2014/main" id="{9CBF3FF0-85A5-7474-E72C-88583B857011}"/>
                  </a:ext>
                </a:extLst>
              </p:cNvPr>
              <p:cNvPicPr/>
              <p:nvPr/>
            </p:nvPicPr>
            <p:blipFill>
              <a:blip r:embed="rId220"/>
              <a:stretch>
                <a:fillRect/>
              </a:stretch>
            </p:blipFill>
            <p:spPr>
              <a:xfrm>
                <a:off x="1679040" y="6322760"/>
                <a:ext cx="30600" cy="75600"/>
              </a:xfrm>
              <a:prstGeom prst="rect">
                <a:avLst/>
              </a:prstGeom>
            </p:spPr>
          </p:pic>
        </mc:Fallback>
      </mc:AlternateContent>
      <p:grpSp>
        <p:nvGrpSpPr>
          <p:cNvPr id="141" name="Group 140">
            <a:extLst>
              <a:ext uri="{FF2B5EF4-FFF2-40B4-BE49-F238E27FC236}">
                <a16:creationId xmlns:a16="http://schemas.microsoft.com/office/drawing/2014/main" id="{036A00AA-A752-5BC4-EB88-5FF5E6067220}"/>
              </a:ext>
            </a:extLst>
          </p:cNvPr>
          <p:cNvGrpSpPr/>
          <p:nvPr/>
        </p:nvGrpSpPr>
        <p:grpSpPr>
          <a:xfrm>
            <a:off x="1963440" y="6012800"/>
            <a:ext cx="493560" cy="485280"/>
            <a:chOff x="1963440" y="6012800"/>
            <a:chExt cx="493560" cy="485280"/>
          </a:xfrm>
        </p:grpSpPr>
        <mc:AlternateContent xmlns:mc="http://schemas.openxmlformats.org/markup-compatibility/2006" xmlns:p14="http://schemas.microsoft.com/office/powerpoint/2010/main">
          <mc:Choice Requires="p14">
            <p:contentPart p14:bwMode="auto" r:id="rId221">
              <p14:nvContentPartPr>
                <p14:cNvPr id="137" name="Ink 136">
                  <a:extLst>
                    <a:ext uri="{FF2B5EF4-FFF2-40B4-BE49-F238E27FC236}">
                      <a16:creationId xmlns:a16="http://schemas.microsoft.com/office/drawing/2014/main" id="{AA43DCF5-ABEA-0C32-1D38-7526B9966BA3}"/>
                    </a:ext>
                  </a:extLst>
                </p14:cNvPr>
                <p14:cNvContentPartPr/>
                <p14:nvPr/>
              </p14:nvContentPartPr>
              <p14:xfrm>
                <a:off x="1963440" y="6012800"/>
                <a:ext cx="135000" cy="347760"/>
              </p14:xfrm>
            </p:contentPart>
          </mc:Choice>
          <mc:Fallback xmlns="">
            <p:pic>
              <p:nvPicPr>
                <p:cNvPr id="137" name="Ink 136">
                  <a:extLst>
                    <a:ext uri="{FF2B5EF4-FFF2-40B4-BE49-F238E27FC236}">
                      <a16:creationId xmlns:a16="http://schemas.microsoft.com/office/drawing/2014/main" id="{AA43DCF5-ABEA-0C32-1D38-7526B9966BA3}"/>
                    </a:ext>
                  </a:extLst>
                </p:cNvPr>
                <p:cNvPicPr/>
                <p:nvPr/>
              </p:nvPicPr>
              <p:blipFill>
                <a:blip r:embed="rId222"/>
                <a:stretch>
                  <a:fillRect/>
                </a:stretch>
              </p:blipFill>
              <p:spPr>
                <a:xfrm>
                  <a:off x="1957320" y="6006680"/>
                  <a:ext cx="14724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38" name="Ink 137">
                  <a:extLst>
                    <a:ext uri="{FF2B5EF4-FFF2-40B4-BE49-F238E27FC236}">
                      <a16:creationId xmlns:a16="http://schemas.microsoft.com/office/drawing/2014/main" id="{036468B7-6E03-A004-9B04-D84363D5F5B4}"/>
                    </a:ext>
                  </a:extLst>
                </p14:cNvPr>
                <p14:cNvContentPartPr/>
                <p14:nvPr/>
              </p14:nvContentPartPr>
              <p14:xfrm>
                <a:off x="2214000" y="6072560"/>
                <a:ext cx="74160" cy="97560"/>
              </p14:xfrm>
            </p:contentPart>
          </mc:Choice>
          <mc:Fallback xmlns="">
            <p:pic>
              <p:nvPicPr>
                <p:cNvPr id="138" name="Ink 137">
                  <a:extLst>
                    <a:ext uri="{FF2B5EF4-FFF2-40B4-BE49-F238E27FC236}">
                      <a16:creationId xmlns:a16="http://schemas.microsoft.com/office/drawing/2014/main" id="{036468B7-6E03-A004-9B04-D84363D5F5B4}"/>
                    </a:ext>
                  </a:extLst>
                </p:cNvPr>
                <p:cNvPicPr/>
                <p:nvPr/>
              </p:nvPicPr>
              <p:blipFill>
                <a:blip r:embed="rId224"/>
                <a:stretch>
                  <a:fillRect/>
                </a:stretch>
              </p:blipFill>
              <p:spPr>
                <a:xfrm>
                  <a:off x="2207880" y="6066440"/>
                  <a:ext cx="8640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39" name="Ink 138">
                  <a:extLst>
                    <a:ext uri="{FF2B5EF4-FFF2-40B4-BE49-F238E27FC236}">
                      <a16:creationId xmlns:a16="http://schemas.microsoft.com/office/drawing/2014/main" id="{DE5C7DAE-08D6-967F-3117-9D45595EB214}"/>
                    </a:ext>
                  </a:extLst>
                </p14:cNvPr>
                <p14:cNvContentPartPr/>
                <p14:nvPr/>
              </p14:nvContentPartPr>
              <p14:xfrm>
                <a:off x="2209320" y="6125840"/>
                <a:ext cx="239400" cy="332640"/>
              </p14:xfrm>
            </p:contentPart>
          </mc:Choice>
          <mc:Fallback xmlns="">
            <p:pic>
              <p:nvPicPr>
                <p:cNvPr id="139" name="Ink 138">
                  <a:extLst>
                    <a:ext uri="{FF2B5EF4-FFF2-40B4-BE49-F238E27FC236}">
                      <a16:creationId xmlns:a16="http://schemas.microsoft.com/office/drawing/2014/main" id="{DE5C7DAE-08D6-967F-3117-9D45595EB214}"/>
                    </a:ext>
                  </a:extLst>
                </p:cNvPr>
                <p:cNvPicPr/>
                <p:nvPr/>
              </p:nvPicPr>
              <p:blipFill>
                <a:blip r:embed="rId226"/>
                <a:stretch>
                  <a:fillRect/>
                </a:stretch>
              </p:blipFill>
              <p:spPr>
                <a:xfrm>
                  <a:off x="2203200" y="6119720"/>
                  <a:ext cx="25164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40" name="Ink 139">
                  <a:extLst>
                    <a:ext uri="{FF2B5EF4-FFF2-40B4-BE49-F238E27FC236}">
                      <a16:creationId xmlns:a16="http://schemas.microsoft.com/office/drawing/2014/main" id="{E987F0EF-5DA0-4B3C-0388-A7974F0D121E}"/>
                    </a:ext>
                  </a:extLst>
                </p14:cNvPr>
                <p14:cNvContentPartPr/>
                <p14:nvPr/>
              </p14:nvContentPartPr>
              <p14:xfrm>
                <a:off x="2348280" y="6365240"/>
                <a:ext cx="108720" cy="132840"/>
              </p14:xfrm>
            </p:contentPart>
          </mc:Choice>
          <mc:Fallback xmlns="">
            <p:pic>
              <p:nvPicPr>
                <p:cNvPr id="140" name="Ink 139">
                  <a:extLst>
                    <a:ext uri="{FF2B5EF4-FFF2-40B4-BE49-F238E27FC236}">
                      <a16:creationId xmlns:a16="http://schemas.microsoft.com/office/drawing/2014/main" id="{E987F0EF-5DA0-4B3C-0388-A7974F0D121E}"/>
                    </a:ext>
                  </a:extLst>
                </p:cNvPr>
                <p:cNvPicPr/>
                <p:nvPr/>
              </p:nvPicPr>
              <p:blipFill>
                <a:blip r:embed="rId228"/>
                <a:stretch>
                  <a:fillRect/>
                </a:stretch>
              </p:blipFill>
              <p:spPr>
                <a:xfrm>
                  <a:off x="2342160" y="6359120"/>
                  <a:ext cx="120960" cy="145080"/>
                </a:xfrm>
                <a:prstGeom prst="rect">
                  <a:avLst/>
                </a:prstGeom>
              </p:spPr>
            </p:pic>
          </mc:Fallback>
        </mc:AlternateContent>
      </p:grpSp>
    </p:spTree>
    <p:extLst>
      <p:ext uri="{BB962C8B-B14F-4D97-AF65-F5344CB8AC3E}">
        <p14:creationId xmlns:p14="http://schemas.microsoft.com/office/powerpoint/2010/main" val="3505697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2" name="Content Placeholder 2">
            <a:extLst>
              <a:ext uri="{FF2B5EF4-FFF2-40B4-BE49-F238E27FC236}">
                <a16:creationId xmlns:a16="http://schemas.microsoft.com/office/drawing/2014/main" id="{0E0C5DBD-F16D-21DE-9E05-A0139A9F5A64}"/>
              </a:ext>
            </a:extLst>
          </p:cNvPr>
          <p:cNvSpPr txBox="1">
            <a:spLocks/>
          </p:cNvSpPr>
          <p:nvPr/>
        </p:nvSpPr>
        <p:spPr>
          <a:xfrm>
            <a:off x="465221" y="676275"/>
            <a:ext cx="11421979" cy="550545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sysClr val="windowText" lastClr="000000"/>
                </a:solidFill>
                <a:effectLst/>
                <a:uLnTx/>
                <a:uFillTx/>
                <a:latin typeface="Tw Cen MT"/>
                <a:ea typeface="+mn-ea"/>
                <a:cs typeface="+mn-cs"/>
              </a:rPr>
              <a:t>Example (Listing of Treasury Bonds and Notes):</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3600" b="0" i="0" u="none" strike="noStrike" kern="1200" cap="none" spc="0" normalizeH="0" baseline="0" noProof="0" dirty="0">
                <a:ln>
                  <a:noFill/>
                </a:ln>
                <a:solidFill>
                  <a:sysClr val="windowText" lastClr="000000"/>
                </a:solidFill>
                <a:effectLst/>
                <a:uLnTx/>
                <a:uFillTx/>
                <a:latin typeface="Tw Cen MT"/>
                <a:ea typeface="+mn-ea"/>
                <a:cs typeface="+mn-cs"/>
              </a:rPr>
              <a:t>     Maturity         Coupon      Bid       Asked      CHG   </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3600" b="0" i="0" u="none" strike="noStrike" kern="1200" cap="none" spc="0" normalizeH="0" baseline="0" noProof="0" dirty="0">
                <a:ln>
                  <a:noFill/>
                </a:ln>
                <a:solidFill>
                  <a:sysClr val="windowText" lastClr="000000"/>
                </a:solidFill>
                <a:effectLst/>
                <a:uLnTx/>
                <a:uFillTx/>
                <a:latin typeface="Tw Cen MT"/>
                <a:ea typeface="+mn-ea"/>
                <a:cs typeface="+mn-cs"/>
              </a:rPr>
              <a:t>     May 15  38     4.500     102:29  103:00     -20</a:t>
            </a:r>
          </a:p>
          <a:p>
            <a:pPr marL="514350" marR="0" lvl="0" indent="-514350" algn="l" defTabSz="914400" rtl="0" eaLnBrk="1" fontAlgn="auto" latinLnBrk="0" hangingPunct="1">
              <a:lnSpc>
                <a:spcPct val="100000"/>
              </a:lnSpc>
              <a:spcBef>
                <a:spcPts val="700"/>
              </a:spcBef>
              <a:spcAft>
                <a:spcPts val="0"/>
              </a:spcAft>
              <a:buClr>
                <a:srgbClr val="DA1F28"/>
              </a:buClr>
              <a:buSzPct val="60000"/>
              <a:buFont typeface="+mj-lt"/>
              <a:buAutoNum type="arabicPeriod"/>
              <a:tabLst/>
              <a:defRPr/>
            </a:pPr>
            <a:endParaRPr kumimoji="0" lang="en-US" sz="1800" b="0" i="0" u="none" strike="noStrike" kern="1200" cap="none" spc="0" normalizeH="0" baseline="0" noProof="0" dirty="0">
              <a:ln>
                <a:noFill/>
              </a:ln>
              <a:solidFill>
                <a:sysClr val="windowText" lastClr="000000"/>
              </a:solidFill>
              <a:effectLst/>
              <a:uLnTx/>
              <a:uFillTx/>
              <a:latin typeface="Tw Cen MT"/>
              <a:ea typeface="+mn-ea"/>
              <a:cs typeface="+mn-cs"/>
            </a:endParaRPr>
          </a:p>
          <a:p>
            <a:pPr marL="514350" marR="0" lvl="0" indent="-514350" algn="l" defTabSz="914400" rtl="0" eaLnBrk="1" fontAlgn="auto" latinLnBrk="0" hangingPunct="1">
              <a:lnSpc>
                <a:spcPct val="100000"/>
              </a:lnSpc>
              <a:spcBef>
                <a:spcPts val="700"/>
              </a:spcBef>
              <a:spcAft>
                <a:spcPts val="0"/>
              </a:spcAft>
              <a:buClr>
                <a:srgbClr val="DA1F28"/>
              </a:buClr>
              <a:buSzPct val="60000"/>
              <a:buFont typeface="+mj-lt"/>
              <a:buAutoNum type="arabicPeriod"/>
              <a:tabLst/>
              <a:defRPr/>
            </a:pPr>
            <a:r>
              <a:rPr kumimoji="0" lang="en-US" sz="2800" b="1" i="0" u="none" strike="noStrike" kern="1200" cap="none" spc="0" normalizeH="0" baseline="0" noProof="0" dirty="0">
                <a:ln>
                  <a:noFill/>
                </a:ln>
                <a:solidFill>
                  <a:sysClr val="windowText" lastClr="000000"/>
                </a:solidFill>
                <a:effectLst/>
                <a:uLnTx/>
                <a:uFillTx/>
                <a:latin typeface="Tw Cen MT"/>
                <a:ea typeface="+mn-ea"/>
                <a:cs typeface="+mn-cs"/>
              </a:rPr>
              <a:t>Bid</a:t>
            </a:r>
            <a:r>
              <a:rPr kumimoji="0" lang="en-US" sz="2800" b="0" i="0" u="none" strike="noStrike" kern="1200" cap="none" spc="0" normalizeH="0" baseline="0" noProof="0" dirty="0">
                <a:ln>
                  <a:noFill/>
                </a:ln>
                <a:solidFill>
                  <a:sysClr val="windowText" lastClr="000000"/>
                </a:solidFill>
                <a:effectLst/>
                <a:uLnTx/>
                <a:uFillTx/>
                <a:latin typeface="Tw Cen MT"/>
                <a:ea typeface="+mn-ea"/>
                <a:cs typeface="+mn-cs"/>
              </a:rPr>
              <a:t>: bid price is the price at which the dealer is willing to buy. </a:t>
            </a:r>
          </a:p>
          <a:p>
            <a:pPr marL="514350" marR="0" lvl="0" indent="-514350" algn="l" defTabSz="914400" rtl="0" eaLnBrk="1" fontAlgn="auto" latinLnBrk="0" hangingPunct="1">
              <a:lnSpc>
                <a:spcPct val="100000"/>
              </a:lnSpc>
              <a:spcBef>
                <a:spcPts val="700"/>
              </a:spcBef>
              <a:spcAft>
                <a:spcPts val="0"/>
              </a:spcAft>
              <a:buClr>
                <a:srgbClr val="DA1F28"/>
              </a:buClr>
              <a:buSzPct val="60000"/>
              <a:buFont typeface="+mj-lt"/>
              <a:buAutoNum type="arabicPeriod"/>
              <a:tabLst/>
              <a:defRPr/>
            </a:pPr>
            <a:r>
              <a:rPr kumimoji="0" lang="en-US" sz="2800" b="1" i="0" u="none" strike="noStrike" kern="1200" cap="none" spc="0" normalizeH="0" baseline="0" noProof="0" dirty="0">
                <a:ln>
                  <a:noFill/>
                </a:ln>
                <a:solidFill>
                  <a:sysClr val="windowText" lastClr="000000"/>
                </a:solidFill>
                <a:effectLst/>
                <a:uLnTx/>
                <a:uFillTx/>
                <a:latin typeface="Tw Cen MT"/>
                <a:ea typeface="+mn-ea"/>
                <a:cs typeface="+mn-cs"/>
              </a:rPr>
              <a:t>Asked</a:t>
            </a:r>
            <a:r>
              <a:rPr kumimoji="0" lang="en-US" sz="2800" b="0" i="0" u="none" strike="noStrike" kern="1200" cap="none" spc="0" normalizeH="0" baseline="0" noProof="0" dirty="0">
                <a:ln>
                  <a:noFill/>
                </a:ln>
                <a:solidFill>
                  <a:sysClr val="windowText" lastClr="000000"/>
                </a:solidFill>
                <a:effectLst/>
                <a:uLnTx/>
                <a:uFillTx/>
                <a:latin typeface="Tw Cen MT"/>
                <a:ea typeface="+mn-ea"/>
                <a:cs typeface="+mn-cs"/>
              </a:rPr>
              <a:t>: asked price is the price at which the dealer is willing to sell.</a:t>
            </a:r>
          </a:p>
          <a:p>
            <a:pPr marL="514350" marR="0" lvl="0" indent="-514350" algn="l" defTabSz="914400" rtl="0" eaLnBrk="1" fontAlgn="auto" latinLnBrk="0" hangingPunct="1">
              <a:lnSpc>
                <a:spcPct val="100000"/>
              </a:lnSpc>
              <a:spcBef>
                <a:spcPts val="700"/>
              </a:spcBef>
              <a:spcAft>
                <a:spcPts val="0"/>
              </a:spcAft>
              <a:buClr>
                <a:srgbClr val="DA1F28"/>
              </a:buClr>
              <a:buSzPct val="60000"/>
              <a:buFont typeface="+mj-lt"/>
              <a:buAutoNum type="arabicPeriod"/>
              <a:tabLst/>
              <a:defRPr/>
            </a:pPr>
            <a:r>
              <a:rPr kumimoji="0" lang="en-US" sz="2800" b="1" i="0" u="none" strike="noStrike" kern="1200" cap="none" spc="0" normalizeH="0" baseline="0" noProof="0" dirty="0">
                <a:ln>
                  <a:noFill/>
                </a:ln>
                <a:solidFill>
                  <a:sysClr val="windowText" lastClr="000000"/>
                </a:solidFill>
                <a:effectLst/>
                <a:uLnTx/>
                <a:uFillTx/>
                <a:latin typeface="Tw Cen MT"/>
                <a:ea typeface="+mn-ea"/>
                <a:cs typeface="+mn-cs"/>
              </a:rPr>
              <a:t>102:29</a:t>
            </a:r>
            <a:r>
              <a:rPr kumimoji="0" lang="en-US" sz="2800" b="0" i="0" u="none" strike="noStrike" kern="1200" cap="none" spc="0" normalizeH="0" baseline="0" noProof="0" dirty="0">
                <a:ln>
                  <a:noFill/>
                </a:ln>
                <a:solidFill>
                  <a:sysClr val="windowText" lastClr="000000"/>
                </a:solidFill>
                <a:effectLst/>
                <a:uLnTx/>
                <a:uFillTx/>
                <a:latin typeface="Tw Cen MT"/>
                <a:ea typeface="+mn-ea"/>
                <a:cs typeface="+mn-cs"/>
              </a:rPr>
              <a:t>=102 29/32 %=102.906% of the face value. For example, if the face value is $1000, then the bid price is $1029.06</a:t>
            </a:r>
          </a:p>
        </p:txBody>
      </p:sp>
      <p:pic>
        <p:nvPicPr>
          <p:cNvPr id="3" name="Picture 2">
            <a:extLst>
              <a:ext uri="{FF2B5EF4-FFF2-40B4-BE49-F238E27FC236}">
                <a16:creationId xmlns:a16="http://schemas.microsoft.com/office/drawing/2014/main" id="{E1B07DA5-60FD-2926-9195-7ECD6AC2966F}"/>
              </a:ext>
            </a:extLst>
          </p:cNvPr>
          <p:cNvPicPr>
            <a:picLocks noChangeAspect="1"/>
          </p:cNvPicPr>
          <p:nvPr/>
        </p:nvPicPr>
        <p:blipFill>
          <a:blip r:embed="rId3"/>
          <a:stretch>
            <a:fillRect/>
          </a:stretch>
        </p:blipFill>
        <p:spPr>
          <a:xfrm>
            <a:off x="8323915" y="5410490"/>
            <a:ext cx="3756871" cy="1347804"/>
          </a:xfrm>
          <a:prstGeom prst="rect">
            <a:avLst/>
          </a:prstGeom>
        </p:spPr>
      </p:pic>
      <p:grpSp>
        <p:nvGrpSpPr>
          <p:cNvPr id="38" name="Group 37">
            <a:extLst>
              <a:ext uri="{FF2B5EF4-FFF2-40B4-BE49-F238E27FC236}">
                <a16:creationId xmlns:a16="http://schemas.microsoft.com/office/drawing/2014/main" id="{0CC598C5-61F8-B87C-BEF4-51099F3CF84C}"/>
              </a:ext>
            </a:extLst>
          </p:cNvPr>
          <p:cNvGrpSpPr/>
          <p:nvPr/>
        </p:nvGrpSpPr>
        <p:grpSpPr>
          <a:xfrm>
            <a:off x="3531960" y="5259320"/>
            <a:ext cx="521640" cy="374760"/>
            <a:chOff x="3531960" y="5259320"/>
            <a:chExt cx="521640" cy="374760"/>
          </a:xfrm>
        </p:grpSpPr>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625A97EC-6D93-1FC7-9699-B78C320EDD24}"/>
                    </a:ext>
                  </a:extLst>
                </p14:cNvPr>
                <p14:cNvContentPartPr/>
                <p14:nvPr/>
              </p14:nvContentPartPr>
              <p14:xfrm>
                <a:off x="3531960" y="5259320"/>
                <a:ext cx="281520" cy="327960"/>
              </p14:xfrm>
            </p:contentPart>
          </mc:Choice>
          <mc:Fallback xmlns="">
            <p:pic>
              <p:nvPicPr>
                <p:cNvPr id="4" name="Ink 3">
                  <a:extLst>
                    <a:ext uri="{FF2B5EF4-FFF2-40B4-BE49-F238E27FC236}">
                      <a16:creationId xmlns:a16="http://schemas.microsoft.com/office/drawing/2014/main" id="{625A97EC-6D93-1FC7-9699-B78C320EDD24}"/>
                    </a:ext>
                  </a:extLst>
                </p:cNvPr>
                <p:cNvPicPr/>
                <p:nvPr/>
              </p:nvPicPr>
              <p:blipFill>
                <a:blip r:embed="rId5"/>
                <a:stretch>
                  <a:fillRect/>
                </a:stretch>
              </p:blipFill>
              <p:spPr>
                <a:xfrm>
                  <a:off x="3525840" y="5253200"/>
                  <a:ext cx="293760" cy="340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E354A71E-4233-AD08-8C10-9F979CD7B83D}"/>
                    </a:ext>
                  </a:extLst>
                </p14:cNvPr>
                <p14:cNvContentPartPr/>
                <p14:nvPr/>
              </p14:nvContentPartPr>
              <p14:xfrm>
                <a:off x="3873600" y="5503760"/>
                <a:ext cx="180000" cy="130320"/>
              </p14:xfrm>
            </p:contentPart>
          </mc:Choice>
          <mc:Fallback xmlns="">
            <p:pic>
              <p:nvPicPr>
                <p:cNvPr id="5" name="Ink 4">
                  <a:extLst>
                    <a:ext uri="{FF2B5EF4-FFF2-40B4-BE49-F238E27FC236}">
                      <a16:creationId xmlns:a16="http://schemas.microsoft.com/office/drawing/2014/main" id="{E354A71E-4233-AD08-8C10-9F979CD7B83D}"/>
                    </a:ext>
                  </a:extLst>
                </p:cNvPr>
                <p:cNvPicPr/>
                <p:nvPr/>
              </p:nvPicPr>
              <p:blipFill>
                <a:blip r:embed="rId7"/>
                <a:stretch>
                  <a:fillRect/>
                </a:stretch>
              </p:blipFill>
              <p:spPr>
                <a:xfrm>
                  <a:off x="3867480" y="5497640"/>
                  <a:ext cx="192240" cy="142560"/>
                </a:xfrm>
                <a:prstGeom prst="rect">
                  <a:avLst/>
                </a:prstGeom>
              </p:spPr>
            </p:pic>
          </mc:Fallback>
        </mc:AlternateContent>
      </p:grpSp>
      <p:grpSp>
        <p:nvGrpSpPr>
          <p:cNvPr id="37" name="Group 36">
            <a:extLst>
              <a:ext uri="{FF2B5EF4-FFF2-40B4-BE49-F238E27FC236}">
                <a16:creationId xmlns:a16="http://schemas.microsoft.com/office/drawing/2014/main" id="{4DE9B00A-9DF0-B7B2-36C7-374D1BBE1ABC}"/>
              </a:ext>
            </a:extLst>
          </p:cNvPr>
          <p:cNvGrpSpPr/>
          <p:nvPr/>
        </p:nvGrpSpPr>
        <p:grpSpPr>
          <a:xfrm>
            <a:off x="4463640" y="5267960"/>
            <a:ext cx="585360" cy="539640"/>
            <a:chOff x="4463640" y="5267960"/>
            <a:chExt cx="585360" cy="539640"/>
          </a:xfrm>
        </p:grpSpPr>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9FEB484B-08C4-2951-A784-3A76302F9870}"/>
                    </a:ext>
                  </a:extLst>
                </p14:cNvPr>
                <p14:cNvContentPartPr/>
                <p14:nvPr/>
              </p14:nvContentPartPr>
              <p14:xfrm>
                <a:off x="4463640" y="5267960"/>
                <a:ext cx="109800" cy="375840"/>
              </p14:xfrm>
            </p:contentPart>
          </mc:Choice>
          <mc:Fallback xmlns="">
            <p:pic>
              <p:nvPicPr>
                <p:cNvPr id="6" name="Ink 5">
                  <a:extLst>
                    <a:ext uri="{FF2B5EF4-FFF2-40B4-BE49-F238E27FC236}">
                      <a16:creationId xmlns:a16="http://schemas.microsoft.com/office/drawing/2014/main" id="{9FEB484B-08C4-2951-A784-3A76302F9870}"/>
                    </a:ext>
                  </a:extLst>
                </p:cNvPr>
                <p:cNvPicPr/>
                <p:nvPr/>
              </p:nvPicPr>
              <p:blipFill>
                <a:blip r:embed="rId9"/>
                <a:stretch>
                  <a:fillRect/>
                </a:stretch>
              </p:blipFill>
              <p:spPr>
                <a:xfrm>
                  <a:off x="4457520" y="5261840"/>
                  <a:ext cx="122040" cy="388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9A797859-9740-466B-447B-92AA650C4F00}"/>
                    </a:ext>
                  </a:extLst>
                </p14:cNvPr>
                <p14:cNvContentPartPr/>
                <p14:nvPr/>
              </p14:nvContentPartPr>
              <p14:xfrm>
                <a:off x="4655160" y="5506280"/>
                <a:ext cx="200160" cy="142200"/>
              </p14:xfrm>
            </p:contentPart>
          </mc:Choice>
          <mc:Fallback xmlns="">
            <p:pic>
              <p:nvPicPr>
                <p:cNvPr id="9" name="Ink 8">
                  <a:extLst>
                    <a:ext uri="{FF2B5EF4-FFF2-40B4-BE49-F238E27FC236}">
                      <a16:creationId xmlns:a16="http://schemas.microsoft.com/office/drawing/2014/main" id="{9A797859-9740-466B-447B-92AA650C4F00}"/>
                    </a:ext>
                  </a:extLst>
                </p:cNvPr>
                <p:cNvPicPr/>
                <p:nvPr/>
              </p:nvPicPr>
              <p:blipFill>
                <a:blip r:embed="rId11"/>
                <a:stretch>
                  <a:fillRect/>
                </a:stretch>
              </p:blipFill>
              <p:spPr>
                <a:xfrm>
                  <a:off x="4649040" y="5500160"/>
                  <a:ext cx="21240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7AB3D936-CFB6-3F42-E2C1-96F54A4C467B}"/>
                    </a:ext>
                  </a:extLst>
                </p14:cNvPr>
                <p14:cNvContentPartPr/>
                <p14:nvPr/>
              </p14:nvContentPartPr>
              <p14:xfrm>
                <a:off x="4840200" y="5555600"/>
                <a:ext cx="208800" cy="252000"/>
              </p14:xfrm>
            </p:contentPart>
          </mc:Choice>
          <mc:Fallback xmlns="">
            <p:pic>
              <p:nvPicPr>
                <p:cNvPr id="10" name="Ink 9">
                  <a:extLst>
                    <a:ext uri="{FF2B5EF4-FFF2-40B4-BE49-F238E27FC236}">
                      <a16:creationId xmlns:a16="http://schemas.microsoft.com/office/drawing/2014/main" id="{7AB3D936-CFB6-3F42-E2C1-96F54A4C467B}"/>
                    </a:ext>
                  </a:extLst>
                </p:cNvPr>
                <p:cNvPicPr/>
                <p:nvPr/>
              </p:nvPicPr>
              <p:blipFill>
                <a:blip r:embed="rId13"/>
                <a:stretch>
                  <a:fillRect/>
                </a:stretch>
              </p:blipFill>
              <p:spPr>
                <a:xfrm>
                  <a:off x="4834080" y="5549480"/>
                  <a:ext cx="22104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1EEA1B84-670B-8913-CA14-766C807303B7}"/>
                    </a:ext>
                  </a:extLst>
                </p14:cNvPr>
                <p14:cNvContentPartPr/>
                <p14:nvPr/>
              </p14:nvContentPartPr>
              <p14:xfrm>
                <a:off x="4917960" y="5540120"/>
                <a:ext cx="47520" cy="88560"/>
              </p14:xfrm>
            </p:contentPart>
          </mc:Choice>
          <mc:Fallback xmlns="">
            <p:pic>
              <p:nvPicPr>
                <p:cNvPr id="11" name="Ink 10">
                  <a:extLst>
                    <a:ext uri="{FF2B5EF4-FFF2-40B4-BE49-F238E27FC236}">
                      <a16:creationId xmlns:a16="http://schemas.microsoft.com/office/drawing/2014/main" id="{1EEA1B84-670B-8913-CA14-766C807303B7}"/>
                    </a:ext>
                  </a:extLst>
                </p:cNvPr>
                <p:cNvPicPr/>
                <p:nvPr/>
              </p:nvPicPr>
              <p:blipFill>
                <a:blip r:embed="rId15"/>
                <a:stretch>
                  <a:fillRect/>
                </a:stretch>
              </p:blipFill>
              <p:spPr>
                <a:xfrm>
                  <a:off x="4911840" y="5534000"/>
                  <a:ext cx="59760" cy="100800"/>
                </a:xfrm>
                <a:prstGeom prst="rect">
                  <a:avLst/>
                </a:prstGeom>
              </p:spPr>
            </p:pic>
          </mc:Fallback>
        </mc:AlternateContent>
      </p:grpSp>
      <p:grpSp>
        <p:nvGrpSpPr>
          <p:cNvPr id="36" name="Group 35">
            <a:extLst>
              <a:ext uri="{FF2B5EF4-FFF2-40B4-BE49-F238E27FC236}">
                <a16:creationId xmlns:a16="http://schemas.microsoft.com/office/drawing/2014/main" id="{4F4CD3C0-BA6A-3E4E-3C87-D62F9784549C}"/>
              </a:ext>
            </a:extLst>
          </p:cNvPr>
          <p:cNvGrpSpPr/>
          <p:nvPr/>
        </p:nvGrpSpPr>
        <p:grpSpPr>
          <a:xfrm>
            <a:off x="5409720" y="5399360"/>
            <a:ext cx="23400" cy="216720"/>
            <a:chOff x="5409720" y="5399360"/>
            <a:chExt cx="23400" cy="216720"/>
          </a:xfrm>
        </p:grpSpPr>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3791EA4E-C945-419F-FF6F-65209A2F9B85}"/>
                    </a:ext>
                  </a:extLst>
                </p14:cNvPr>
                <p14:cNvContentPartPr/>
                <p14:nvPr/>
              </p14:nvContentPartPr>
              <p14:xfrm>
                <a:off x="5409720" y="5399360"/>
                <a:ext cx="10080" cy="29880"/>
              </p14:xfrm>
            </p:contentPart>
          </mc:Choice>
          <mc:Fallback xmlns="">
            <p:pic>
              <p:nvPicPr>
                <p:cNvPr id="12" name="Ink 11">
                  <a:extLst>
                    <a:ext uri="{FF2B5EF4-FFF2-40B4-BE49-F238E27FC236}">
                      <a16:creationId xmlns:a16="http://schemas.microsoft.com/office/drawing/2014/main" id="{3791EA4E-C945-419F-FF6F-65209A2F9B85}"/>
                    </a:ext>
                  </a:extLst>
                </p:cNvPr>
                <p:cNvPicPr/>
                <p:nvPr/>
              </p:nvPicPr>
              <p:blipFill>
                <a:blip r:embed="rId17"/>
                <a:stretch>
                  <a:fillRect/>
                </a:stretch>
              </p:blipFill>
              <p:spPr>
                <a:xfrm>
                  <a:off x="5403600" y="5393240"/>
                  <a:ext cx="223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4DB9D98D-37E5-D764-B31B-3F0126AF1ED1}"/>
                    </a:ext>
                  </a:extLst>
                </p14:cNvPr>
                <p14:cNvContentPartPr/>
                <p14:nvPr/>
              </p14:nvContentPartPr>
              <p14:xfrm>
                <a:off x="5419080" y="5530400"/>
                <a:ext cx="14040" cy="85680"/>
              </p14:xfrm>
            </p:contentPart>
          </mc:Choice>
          <mc:Fallback xmlns="">
            <p:pic>
              <p:nvPicPr>
                <p:cNvPr id="13" name="Ink 12">
                  <a:extLst>
                    <a:ext uri="{FF2B5EF4-FFF2-40B4-BE49-F238E27FC236}">
                      <a16:creationId xmlns:a16="http://schemas.microsoft.com/office/drawing/2014/main" id="{4DB9D98D-37E5-D764-B31B-3F0126AF1ED1}"/>
                    </a:ext>
                  </a:extLst>
                </p:cNvPr>
                <p:cNvPicPr/>
                <p:nvPr/>
              </p:nvPicPr>
              <p:blipFill>
                <a:blip r:embed="rId19"/>
                <a:stretch>
                  <a:fillRect/>
                </a:stretch>
              </p:blipFill>
              <p:spPr>
                <a:xfrm>
                  <a:off x="5412960" y="5524280"/>
                  <a:ext cx="26280" cy="97920"/>
                </a:xfrm>
                <a:prstGeom prst="rect">
                  <a:avLst/>
                </a:prstGeom>
              </p:spPr>
            </p:pic>
          </mc:Fallback>
        </mc:AlternateContent>
      </p:grpSp>
      <p:grpSp>
        <p:nvGrpSpPr>
          <p:cNvPr id="35" name="Group 34">
            <a:extLst>
              <a:ext uri="{FF2B5EF4-FFF2-40B4-BE49-F238E27FC236}">
                <a16:creationId xmlns:a16="http://schemas.microsoft.com/office/drawing/2014/main" id="{1AE7A83B-FA7F-0C68-A9C4-6774629F1F1A}"/>
              </a:ext>
            </a:extLst>
          </p:cNvPr>
          <p:cNvGrpSpPr/>
          <p:nvPr/>
        </p:nvGrpSpPr>
        <p:grpSpPr>
          <a:xfrm>
            <a:off x="5777640" y="5216840"/>
            <a:ext cx="469440" cy="492480"/>
            <a:chOff x="5777640" y="5216840"/>
            <a:chExt cx="469440" cy="492480"/>
          </a:xfrm>
        </p:grpSpPr>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19BC500E-F44E-8E31-4BED-D7D0FCA7888B}"/>
                    </a:ext>
                  </a:extLst>
                </p14:cNvPr>
                <p14:cNvContentPartPr/>
                <p14:nvPr/>
              </p14:nvContentPartPr>
              <p14:xfrm>
                <a:off x="5777640" y="5246720"/>
                <a:ext cx="164160" cy="425520"/>
              </p14:xfrm>
            </p:contentPart>
          </mc:Choice>
          <mc:Fallback xmlns="">
            <p:pic>
              <p:nvPicPr>
                <p:cNvPr id="14" name="Ink 13">
                  <a:extLst>
                    <a:ext uri="{FF2B5EF4-FFF2-40B4-BE49-F238E27FC236}">
                      <a16:creationId xmlns:a16="http://schemas.microsoft.com/office/drawing/2014/main" id="{19BC500E-F44E-8E31-4BED-D7D0FCA7888B}"/>
                    </a:ext>
                  </a:extLst>
                </p:cNvPr>
                <p:cNvPicPr/>
                <p:nvPr/>
              </p:nvPicPr>
              <p:blipFill>
                <a:blip r:embed="rId21"/>
                <a:stretch>
                  <a:fillRect/>
                </a:stretch>
              </p:blipFill>
              <p:spPr>
                <a:xfrm>
                  <a:off x="5771520" y="5240600"/>
                  <a:ext cx="176400" cy="437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12849F3B-48B2-41E4-2F3D-82579E9986A6}"/>
                    </a:ext>
                  </a:extLst>
                </p14:cNvPr>
                <p14:cNvContentPartPr/>
                <p14:nvPr/>
              </p14:nvContentPartPr>
              <p14:xfrm>
                <a:off x="6002640" y="5571080"/>
                <a:ext cx="15120" cy="117000"/>
              </p14:xfrm>
            </p:contentPart>
          </mc:Choice>
          <mc:Fallback xmlns="">
            <p:pic>
              <p:nvPicPr>
                <p:cNvPr id="15" name="Ink 14">
                  <a:extLst>
                    <a:ext uri="{FF2B5EF4-FFF2-40B4-BE49-F238E27FC236}">
                      <a16:creationId xmlns:a16="http://schemas.microsoft.com/office/drawing/2014/main" id="{12849F3B-48B2-41E4-2F3D-82579E9986A6}"/>
                    </a:ext>
                  </a:extLst>
                </p:cNvPr>
                <p:cNvPicPr/>
                <p:nvPr/>
              </p:nvPicPr>
              <p:blipFill>
                <a:blip r:embed="rId23"/>
                <a:stretch>
                  <a:fillRect/>
                </a:stretch>
              </p:blipFill>
              <p:spPr>
                <a:xfrm>
                  <a:off x="5996520" y="5564960"/>
                  <a:ext cx="2736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096679C2-CF05-3099-01B2-3F511795A321}"/>
                    </a:ext>
                  </a:extLst>
                </p14:cNvPr>
                <p14:cNvContentPartPr/>
                <p14:nvPr/>
              </p14:nvContentPartPr>
              <p14:xfrm>
                <a:off x="6018120" y="5444360"/>
                <a:ext cx="14040" cy="65880"/>
              </p14:xfrm>
            </p:contentPart>
          </mc:Choice>
          <mc:Fallback xmlns="">
            <p:pic>
              <p:nvPicPr>
                <p:cNvPr id="16" name="Ink 15">
                  <a:extLst>
                    <a:ext uri="{FF2B5EF4-FFF2-40B4-BE49-F238E27FC236}">
                      <a16:creationId xmlns:a16="http://schemas.microsoft.com/office/drawing/2014/main" id="{096679C2-CF05-3099-01B2-3F511795A321}"/>
                    </a:ext>
                  </a:extLst>
                </p:cNvPr>
                <p:cNvPicPr/>
                <p:nvPr/>
              </p:nvPicPr>
              <p:blipFill>
                <a:blip r:embed="rId25"/>
                <a:stretch>
                  <a:fillRect/>
                </a:stretch>
              </p:blipFill>
              <p:spPr>
                <a:xfrm>
                  <a:off x="6012000" y="5438240"/>
                  <a:ext cx="262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C8E51B90-EF9E-69C9-522B-100AF713A813}"/>
                    </a:ext>
                  </a:extLst>
                </p14:cNvPr>
                <p14:cNvContentPartPr/>
                <p14:nvPr/>
              </p14:nvContentPartPr>
              <p14:xfrm>
                <a:off x="6137640" y="5216840"/>
                <a:ext cx="109440" cy="492480"/>
              </p14:xfrm>
            </p:contentPart>
          </mc:Choice>
          <mc:Fallback xmlns="">
            <p:pic>
              <p:nvPicPr>
                <p:cNvPr id="17" name="Ink 16">
                  <a:extLst>
                    <a:ext uri="{FF2B5EF4-FFF2-40B4-BE49-F238E27FC236}">
                      <a16:creationId xmlns:a16="http://schemas.microsoft.com/office/drawing/2014/main" id="{C8E51B90-EF9E-69C9-522B-100AF713A813}"/>
                    </a:ext>
                  </a:extLst>
                </p:cNvPr>
                <p:cNvPicPr/>
                <p:nvPr/>
              </p:nvPicPr>
              <p:blipFill>
                <a:blip r:embed="rId27"/>
                <a:stretch>
                  <a:fillRect/>
                </a:stretch>
              </p:blipFill>
              <p:spPr>
                <a:xfrm>
                  <a:off x="6131520" y="5210720"/>
                  <a:ext cx="121680" cy="504720"/>
                </a:xfrm>
                <a:prstGeom prst="rect">
                  <a:avLst/>
                </a:prstGeom>
              </p:spPr>
            </p:pic>
          </mc:Fallback>
        </mc:AlternateContent>
      </p:grpSp>
      <p:grpSp>
        <p:nvGrpSpPr>
          <p:cNvPr id="34" name="Group 33">
            <a:extLst>
              <a:ext uri="{FF2B5EF4-FFF2-40B4-BE49-F238E27FC236}">
                <a16:creationId xmlns:a16="http://schemas.microsoft.com/office/drawing/2014/main" id="{E04872C6-BE6F-3847-F4FA-4545D6DCFB84}"/>
              </a:ext>
            </a:extLst>
          </p:cNvPr>
          <p:cNvGrpSpPr/>
          <p:nvPr/>
        </p:nvGrpSpPr>
        <p:grpSpPr>
          <a:xfrm>
            <a:off x="3510360" y="6070040"/>
            <a:ext cx="829440" cy="466920"/>
            <a:chOff x="3510360" y="6070040"/>
            <a:chExt cx="829440" cy="466920"/>
          </a:xfrm>
        </p:grpSpPr>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72FD6273-479F-C685-40E5-F037648167B6}"/>
                    </a:ext>
                  </a:extLst>
                </p14:cNvPr>
                <p14:cNvContentPartPr/>
                <p14:nvPr/>
              </p14:nvContentPartPr>
              <p14:xfrm>
                <a:off x="3510360" y="6070040"/>
                <a:ext cx="342720" cy="338760"/>
              </p14:xfrm>
            </p:contentPart>
          </mc:Choice>
          <mc:Fallback xmlns="">
            <p:pic>
              <p:nvPicPr>
                <p:cNvPr id="18" name="Ink 17">
                  <a:extLst>
                    <a:ext uri="{FF2B5EF4-FFF2-40B4-BE49-F238E27FC236}">
                      <a16:creationId xmlns:a16="http://schemas.microsoft.com/office/drawing/2014/main" id="{72FD6273-479F-C685-40E5-F037648167B6}"/>
                    </a:ext>
                  </a:extLst>
                </p:cNvPr>
                <p:cNvPicPr/>
                <p:nvPr/>
              </p:nvPicPr>
              <p:blipFill>
                <a:blip r:embed="rId29"/>
                <a:stretch>
                  <a:fillRect/>
                </a:stretch>
              </p:blipFill>
              <p:spPr>
                <a:xfrm>
                  <a:off x="3504240" y="6063920"/>
                  <a:ext cx="35496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25208A1B-AB90-BBD9-CA85-E03544DD5E1E}"/>
                    </a:ext>
                  </a:extLst>
                </p14:cNvPr>
                <p14:cNvContentPartPr/>
                <p14:nvPr/>
              </p14:nvContentPartPr>
              <p14:xfrm>
                <a:off x="3959280" y="6304040"/>
                <a:ext cx="245160" cy="232920"/>
              </p14:xfrm>
            </p:contentPart>
          </mc:Choice>
          <mc:Fallback xmlns="">
            <p:pic>
              <p:nvPicPr>
                <p:cNvPr id="19" name="Ink 18">
                  <a:extLst>
                    <a:ext uri="{FF2B5EF4-FFF2-40B4-BE49-F238E27FC236}">
                      <a16:creationId xmlns:a16="http://schemas.microsoft.com/office/drawing/2014/main" id="{25208A1B-AB90-BBD9-CA85-E03544DD5E1E}"/>
                    </a:ext>
                  </a:extLst>
                </p:cNvPr>
                <p:cNvPicPr/>
                <p:nvPr/>
              </p:nvPicPr>
              <p:blipFill>
                <a:blip r:embed="rId31"/>
                <a:stretch>
                  <a:fillRect/>
                </a:stretch>
              </p:blipFill>
              <p:spPr>
                <a:xfrm>
                  <a:off x="3953160" y="6297920"/>
                  <a:ext cx="2574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30E97329-3202-2817-834B-050BCECCAFC8}"/>
                    </a:ext>
                  </a:extLst>
                </p14:cNvPr>
                <p14:cNvContentPartPr/>
                <p14:nvPr/>
              </p14:nvContentPartPr>
              <p14:xfrm>
                <a:off x="4329720" y="6320960"/>
                <a:ext cx="10080" cy="23760"/>
              </p14:xfrm>
            </p:contentPart>
          </mc:Choice>
          <mc:Fallback xmlns="">
            <p:pic>
              <p:nvPicPr>
                <p:cNvPr id="20" name="Ink 19">
                  <a:extLst>
                    <a:ext uri="{FF2B5EF4-FFF2-40B4-BE49-F238E27FC236}">
                      <a16:creationId xmlns:a16="http://schemas.microsoft.com/office/drawing/2014/main" id="{30E97329-3202-2817-834B-050BCECCAFC8}"/>
                    </a:ext>
                  </a:extLst>
                </p:cNvPr>
                <p:cNvPicPr/>
                <p:nvPr/>
              </p:nvPicPr>
              <p:blipFill>
                <a:blip r:embed="rId33"/>
                <a:stretch>
                  <a:fillRect/>
                </a:stretch>
              </p:blipFill>
              <p:spPr>
                <a:xfrm>
                  <a:off x="4323600" y="6314840"/>
                  <a:ext cx="22320" cy="36000"/>
                </a:xfrm>
                <a:prstGeom prst="rect">
                  <a:avLst/>
                </a:prstGeom>
              </p:spPr>
            </p:pic>
          </mc:Fallback>
        </mc:AlternateContent>
      </p:grpSp>
      <p:grpSp>
        <p:nvGrpSpPr>
          <p:cNvPr id="33" name="Group 32">
            <a:extLst>
              <a:ext uri="{FF2B5EF4-FFF2-40B4-BE49-F238E27FC236}">
                <a16:creationId xmlns:a16="http://schemas.microsoft.com/office/drawing/2014/main" id="{459284AF-4EE3-63D2-8657-24E8999A9F8C}"/>
              </a:ext>
            </a:extLst>
          </p:cNvPr>
          <p:cNvGrpSpPr/>
          <p:nvPr/>
        </p:nvGrpSpPr>
        <p:grpSpPr>
          <a:xfrm>
            <a:off x="4546800" y="6247880"/>
            <a:ext cx="637560" cy="374040"/>
            <a:chOff x="4546800" y="6247880"/>
            <a:chExt cx="637560" cy="374040"/>
          </a:xfrm>
        </p:grpSpPr>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FF1963F6-84CE-9BF7-A09C-C1F8B92AAB34}"/>
                    </a:ext>
                  </a:extLst>
                </p14:cNvPr>
                <p14:cNvContentPartPr/>
                <p14:nvPr/>
              </p14:nvContentPartPr>
              <p14:xfrm>
                <a:off x="4546800" y="6299720"/>
                <a:ext cx="239040" cy="311760"/>
              </p14:xfrm>
            </p:contentPart>
          </mc:Choice>
          <mc:Fallback xmlns="">
            <p:pic>
              <p:nvPicPr>
                <p:cNvPr id="21" name="Ink 20">
                  <a:extLst>
                    <a:ext uri="{FF2B5EF4-FFF2-40B4-BE49-F238E27FC236}">
                      <a16:creationId xmlns:a16="http://schemas.microsoft.com/office/drawing/2014/main" id="{FF1963F6-84CE-9BF7-A09C-C1F8B92AAB34}"/>
                    </a:ext>
                  </a:extLst>
                </p:cNvPr>
                <p:cNvPicPr/>
                <p:nvPr/>
              </p:nvPicPr>
              <p:blipFill>
                <a:blip r:embed="rId35"/>
                <a:stretch>
                  <a:fillRect/>
                </a:stretch>
              </p:blipFill>
              <p:spPr>
                <a:xfrm>
                  <a:off x="4540680" y="6293600"/>
                  <a:ext cx="251280" cy="324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B2EAAA52-F22E-AAF8-1C56-2C7FB0B4D7DE}"/>
                    </a:ext>
                  </a:extLst>
                </p14:cNvPr>
                <p14:cNvContentPartPr/>
                <p14:nvPr/>
              </p14:nvContentPartPr>
              <p14:xfrm>
                <a:off x="4732920" y="6463160"/>
                <a:ext cx="182880" cy="158760"/>
              </p14:xfrm>
            </p:contentPart>
          </mc:Choice>
          <mc:Fallback xmlns="">
            <p:pic>
              <p:nvPicPr>
                <p:cNvPr id="22" name="Ink 21">
                  <a:extLst>
                    <a:ext uri="{FF2B5EF4-FFF2-40B4-BE49-F238E27FC236}">
                      <a16:creationId xmlns:a16="http://schemas.microsoft.com/office/drawing/2014/main" id="{B2EAAA52-F22E-AAF8-1C56-2C7FB0B4D7DE}"/>
                    </a:ext>
                  </a:extLst>
                </p:cNvPr>
                <p:cNvPicPr/>
                <p:nvPr/>
              </p:nvPicPr>
              <p:blipFill>
                <a:blip r:embed="rId37"/>
                <a:stretch>
                  <a:fillRect/>
                </a:stretch>
              </p:blipFill>
              <p:spPr>
                <a:xfrm>
                  <a:off x="4726800" y="6457040"/>
                  <a:ext cx="19512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16221BD4-092D-79A6-E22F-ACFFD46DE7BA}"/>
                    </a:ext>
                  </a:extLst>
                </p14:cNvPr>
                <p14:cNvContentPartPr/>
                <p14:nvPr/>
              </p14:nvContentPartPr>
              <p14:xfrm>
                <a:off x="4986360" y="6282080"/>
                <a:ext cx="23400" cy="280440"/>
              </p14:xfrm>
            </p:contentPart>
          </mc:Choice>
          <mc:Fallback xmlns="">
            <p:pic>
              <p:nvPicPr>
                <p:cNvPr id="23" name="Ink 22">
                  <a:extLst>
                    <a:ext uri="{FF2B5EF4-FFF2-40B4-BE49-F238E27FC236}">
                      <a16:creationId xmlns:a16="http://schemas.microsoft.com/office/drawing/2014/main" id="{16221BD4-092D-79A6-E22F-ACFFD46DE7BA}"/>
                    </a:ext>
                  </a:extLst>
                </p:cNvPr>
                <p:cNvPicPr/>
                <p:nvPr/>
              </p:nvPicPr>
              <p:blipFill>
                <a:blip r:embed="rId39"/>
                <a:stretch>
                  <a:fillRect/>
                </a:stretch>
              </p:blipFill>
              <p:spPr>
                <a:xfrm>
                  <a:off x="4980240" y="6275960"/>
                  <a:ext cx="3564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7CC75667-E6D1-448F-A3BD-9706B74A8EDA}"/>
                    </a:ext>
                  </a:extLst>
                </p14:cNvPr>
                <p14:cNvContentPartPr/>
                <p14:nvPr/>
              </p14:nvContentPartPr>
              <p14:xfrm>
                <a:off x="5139720" y="6247880"/>
                <a:ext cx="44640" cy="343440"/>
              </p14:xfrm>
            </p:contentPart>
          </mc:Choice>
          <mc:Fallback xmlns="">
            <p:pic>
              <p:nvPicPr>
                <p:cNvPr id="24" name="Ink 23">
                  <a:extLst>
                    <a:ext uri="{FF2B5EF4-FFF2-40B4-BE49-F238E27FC236}">
                      <a16:creationId xmlns:a16="http://schemas.microsoft.com/office/drawing/2014/main" id="{7CC75667-E6D1-448F-A3BD-9706B74A8EDA}"/>
                    </a:ext>
                  </a:extLst>
                </p:cNvPr>
                <p:cNvPicPr/>
                <p:nvPr/>
              </p:nvPicPr>
              <p:blipFill>
                <a:blip r:embed="rId41"/>
                <a:stretch>
                  <a:fillRect/>
                </a:stretch>
              </p:blipFill>
              <p:spPr>
                <a:xfrm>
                  <a:off x="5133600" y="6241760"/>
                  <a:ext cx="56880" cy="355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7698D4AA-9F69-6083-DA6E-415F15635E1E}"/>
                  </a:ext>
                </a:extLst>
              </p14:cNvPr>
              <p14:cNvContentPartPr/>
              <p14:nvPr/>
            </p14:nvContentPartPr>
            <p14:xfrm>
              <a:off x="5403240" y="6380720"/>
              <a:ext cx="37440" cy="30600"/>
            </p14:xfrm>
          </p:contentPart>
        </mc:Choice>
        <mc:Fallback xmlns="">
          <p:pic>
            <p:nvPicPr>
              <p:cNvPr id="25" name="Ink 24">
                <a:extLst>
                  <a:ext uri="{FF2B5EF4-FFF2-40B4-BE49-F238E27FC236}">
                    <a16:creationId xmlns:a16="http://schemas.microsoft.com/office/drawing/2014/main" id="{7698D4AA-9F69-6083-DA6E-415F15635E1E}"/>
                  </a:ext>
                </a:extLst>
              </p:cNvPr>
              <p:cNvPicPr/>
              <p:nvPr/>
            </p:nvPicPr>
            <p:blipFill>
              <a:blip r:embed="rId43"/>
              <a:stretch>
                <a:fillRect/>
              </a:stretch>
            </p:blipFill>
            <p:spPr>
              <a:xfrm>
                <a:off x="5397120" y="6374600"/>
                <a:ext cx="4968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C3989E7A-CE28-96FF-5C24-60CD32CB4A6C}"/>
                  </a:ext>
                </a:extLst>
              </p14:cNvPr>
              <p14:cNvContentPartPr/>
              <p14:nvPr/>
            </p14:nvContentPartPr>
            <p14:xfrm>
              <a:off x="5441040" y="6555320"/>
              <a:ext cx="34200" cy="80640"/>
            </p14:xfrm>
          </p:contentPart>
        </mc:Choice>
        <mc:Fallback xmlns="">
          <p:pic>
            <p:nvPicPr>
              <p:cNvPr id="26" name="Ink 25">
                <a:extLst>
                  <a:ext uri="{FF2B5EF4-FFF2-40B4-BE49-F238E27FC236}">
                    <a16:creationId xmlns:a16="http://schemas.microsoft.com/office/drawing/2014/main" id="{C3989E7A-CE28-96FF-5C24-60CD32CB4A6C}"/>
                  </a:ext>
                </a:extLst>
              </p:cNvPr>
              <p:cNvPicPr/>
              <p:nvPr/>
            </p:nvPicPr>
            <p:blipFill>
              <a:blip r:embed="rId45"/>
              <a:stretch>
                <a:fillRect/>
              </a:stretch>
            </p:blipFill>
            <p:spPr>
              <a:xfrm>
                <a:off x="5434920" y="6549200"/>
                <a:ext cx="46440" cy="92880"/>
              </a:xfrm>
              <a:prstGeom prst="rect">
                <a:avLst/>
              </a:prstGeom>
            </p:spPr>
          </p:pic>
        </mc:Fallback>
      </mc:AlternateContent>
      <p:grpSp>
        <p:nvGrpSpPr>
          <p:cNvPr id="32" name="Group 31">
            <a:extLst>
              <a:ext uri="{FF2B5EF4-FFF2-40B4-BE49-F238E27FC236}">
                <a16:creationId xmlns:a16="http://schemas.microsoft.com/office/drawing/2014/main" id="{BC96CB64-3747-6E9C-49F7-8521DA258401}"/>
              </a:ext>
            </a:extLst>
          </p:cNvPr>
          <p:cNvGrpSpPr/>
          <p:nvPr/>
        </p:nvGrpSpPr>
        <p:grpSpPr>
          <a:xfrm>
            <a:off x="5767200" y="6145280"/>
            <a:ext cx="766080" cy="464400"/>
            <a:chOff x="5767200" y="6145280"/>
            <a:chExt cx="766080" cy="464400"/>
          </a:xfrm>
        </p:grpSpPr>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38CB0B5D-BED8-7B10-9444-CEBFF3A967B9}"/>
                    </a:ext>
                  </a:extLst>
                </p14:cNvPr>
                <p14:cNvContentPartPr/>
                <p14:nvPr/>
              </p14:nvContentPartPr>
              <p14:xfrm>
                <a:off x="5767200" y="6145280"/>
                <a:ext cx="194760" cy="399240"/>
              </p14:xfrm>
            </p:contentPart>
          </mc:Choice>
          <mc:Fallback xmlns="">
            <p:pic>
              <p:nvPicPr>
                <p:cNvPr id="27" name="Ink 26">
                  <a:extLst>
                    <a:ext uri="{FF2B5EF4-FFF2-40B4-BE49-F238E27FC236}">
                      <a16:creationId xmlns:a16="http://schemas.microsoft.com/office/drawing/2014/main" id="{38CB0B5D-BED8-7B10-9444-CEBFF3A967B9}"/>
                    </a:ext>
                  </a:extLst>
                </p:cNvPr>
                <p:cNvPicPr/>
                <p:nvPr/>
              </p:nvPicPr>
              <p:blipFill>
                <a:blip r:embed="rId47"/>
                <a:stretch>
                  <a:fillRect/>
                </a:stretch>
              </p:blipFill>
              <p:spPr>
                <a:xfrm>
                  <a:off x="5761080" y="6139160"/>
                  <a:ext cx="207000" cy="4114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B0162AEB-4E90-4F0E-6879-8EE8E3B9B56A}"/>
                    </a:ext>
                  </a:extLst>
                </p14:cNvPr>
                <p14:cNvContentPartPr/>
                <p14:nvPr/>
              </p14:nvContentPartPr>
              <p14:xfrm>
                <a:off x="5789880" y="6375680"/>
                <a:ext cx="165240" cy="67680"/>
              </p14:xfrm>
            </p:contentPart>
          </mc:Choice>
          <mc:Fallback xmlns="">
            <p:pic>
              <p:nvPicPr>
                <p:cNvPr id="28" name="Ink 27">
                  <a:extLst>
                    <a:ext uri="{FF2B5EF4-FFF2-40B4-BE49-F238E27FC236}">
                      <a16:creationId xmlns:a16="http://schemas.microsoft.com/office/drawing/2014/main" id="{B0162AEB-4E90-4F0E-6879-8EE8E3B9B56A}"/>
                    </a:ext>
                  </a:extLst>
                </p:cNvPr>
                <p:cNvPicPr/>
                <p:nvPr/>
              </p:nvPicPr>
              <p:blipFill>
                <a:blip r:embed="rId49"/>
                <a:stretch>
                  <a:fillRect/>
                </a:stretch>
              </p:blipFill>
              <p:spPr>
                <a:xfrm>
                  <a:off x="5783760" y="6369560"/>
                  <a:ext cx="17748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6D4A0D20-AC72-692C-824B-FBDCDD127705}"/>
                    </a:ext>
                  </a:extLst>
                </p14:cNvPr>
                <p14:cNvContentPartPr/>
                <p14:nvPr/>
              </p14:nvContentPartPr>
              <p14:xfrm>
                <a:off x="6027840" y="6328160"/>
                <a:ext cx="142200" cy="235080"/>
              </p14:xfrm>
            </p:contentPart>
          </mc:Choice>
          <mc:Fallback xmlns="">
            <p:pic>
              <p:nvPicPr>
                <p:cNvPr id="29" name="Ink 28">
                  <a:extLst>
                    <a:ext uri="{FF2B5EF4-FFF2-40B4-BE49-F238E27FC236}">
                      <a16:creationId xmlns:a16="http://schemas.microsoft.com/office/drawing/2014/main" id="{6D4A0D20-AC72-692C-824B-FBDCDD127705}"/>
                    </a:ext>
                  </a:extLst>
                </p:cNvPr>
                <p:cNvPicPr/>
                <p:nvPr/>
              </p:nvPicPr>
              <p:blipFill>
                <a:blip r:embed="rId51"/>
                <a:stretch>
                  <a:fillRect/>
                </a:stretch>
              </p:blipFill>
              <p:spPr>
                <a:xfrm>
                  <a:off x="6021720" y="6322040"/>
                  <a:ext cx="15444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F5832179-7703-0578-7CB1-6F8EC8CD68F9}"/>
                    </a:ext>
                  </a:extLst>
                </p14:cNvPr>
                <p14:cNvContentPartPr/>
                <p14:nvPr/>
              </p14:nvContentPartPr>
              <p14:xfrm>
                <a:off x="6285240" y="6207920"/>
                <a:ext cx="64800" cy="401760"/>
              </p14:xfrm>
            </p:contentPart>
          </mc:Choice>
          <mc:Fallback xmlns="">
            <p:pic>
              <p:nvPicPr>
                <p:cNvPr id="30" name="Ink 29">
                  <a:extLst>
                    <a:ext uri="{FF2B5EF4-FFF2-40B4-BE49-F238E27FC236}">
                      <a16:creationId xmlns:a16="http://schemas.microsoft.com/office/drawing/2014/main" id="{F5832179-7703-0578-7CB1-6F8EC8CD68F9}"/>
                    </a:ext>
                  </a:extLst>
                </p:cNvPr>
                <p:cNvPicPr/>
                <p:nvPr/>
              </p:nvPicPr>
              <p:blipFill>
                <a:blip r:embed="rId53"/>
                <a:stretch>
                  <a:fillRect/>
                </a:stretch>
              </p:blipFill>
              <p:spPr>
                <a:xfrm>
                  <a:off x="6279120" y="6201800"/>
                  <a:ext cx="77040" cy="414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1" name="Ink 30">
                  <a:extLst>
                    <a:ext uri="{FF2B5EF4-FFF2-40B4-BE49-F238E27FC236}">
                      <a16:creationId xmlns:a16="http://schemas.microsoft.com/office/drawing/2014/main" id="{C3E9F4D6-9DB7-525F-DAAF-3B2198744ADC}"/>
                    </a:ext>
                  </a:extLst>
                </p14:cNvPr>
                <p14:cNvContentPartPr/>
                <p14:nvPr/>
              </p14:nvContentPartPr>
              <p14:xfrm>
                <a:off x="6383880" y="6376400"/>
                <a:ext cx="149400" cy="229320"/>
              </p14:xfrm>
            </p:contentPart>
          </mc:Choice>
          <mc:Fallback xmlns="">
            <p:pic>
              <p:nvPicPr>
                <p:cNvPr id="31" name="Ink 30">
                  <a:extLst>
                    <a:ext uri="{FF2B5EF4-FFF2-40B4-BE49-F238E27FC236}">
                      <a16:creationId xmlns:a16="http://schemas.microsoft.com/office/drawing/2014/main" id="{C3E9F4D6-9DB7-525F-DAAF-3B2198744ADC}"/>
                    </a:ext>
                  </a:extLst>
                </p:cNvPr>
                <p:cNvPicPr/>
                <p:nvPr/>
              </p:nvPicPr>
              <p:blipFill>
                <a:blip r:embed="rId55"/>
                <a:stretch>
                  <a:fillRect/>
                </a:stretch>
              </p:blipFill>
              <p:spPr>
                <a:xfrm>
                  <a:off x="6377760" y="6370280"/>
                  <a:ext cx="161640" cy="241560"/>
                </a:xfrm>
                <a:prstGeom prst="rect">
                  <a:avLst/>
                </a:prstGeom>
              </p:spPr>
            </p:pic>
          </mc:Fallback>
        </mc:AlternateContent>
      </p:grpSp>
    </p:spTree>
    <p:extLst>
      <p:ext uri="{BB962C8B-B14F-4D97-AF65-F5344CB8AC3E}">
        <p14:creationId xmlns:p14="http://schemas.microsoft.com/office/powerpoint/2010/main" val="3435160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2" name="Content Placeholder 2">
            <a:extLst>
              <a:ext uri="{FF2B5EF4-FFF2-40B4-BE49-F238E27FC236}">
                <a16:creationId xmlns:a16="http://schemas.microsoft.com/office/drawing/2014/main" id="{0E0C5DBD-F16D-21DE-9E05-A0139A9F5A64}"/>
              </a:ext>
            </a:extLst>
          </p:cNvPr>
          <p:cNvSpPr txBox="1">
            <a:spLocks/>
          </p:cNvSpPr>
          <p:nvPr/>
        </p:nvSpPr>
        <p:spPr>
          <a:xfrm>
            <a:off x="465221" y="676275"/>
            <a:ext cx="11421979" cy="550545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1" i="0" u="none" strike="noStrike" kern="1200" cap="none" spc="0" normalizeH="0" baseline="0" noProof="0" dirty="0">
                <a:ln>
                  <a:noFill/>
                </a:ln>
                <a:solidFill>
                  <a:srgbClr val="EC767C"/>
                </a:solidFill>
                <a:effectLst/>
                <a:uLnTx/>
                <a:uFillTx/>
                <a:latin typeface="Tw Cen MT"/>
                <a:ea typeface="+mn-ea"/>
                <a:cs typeface="+mn-cs"/>
              </a:rPr>
              <a:t>Corporate Bonds </a:t>
            </a:r>
            <a:r>
              <a:rPr kumimoji="0" lang="en-US" sz="3600" b="0" i="0" u="none" strike="noStrike" kern="1200" cap="none" spc="0" normalizeH="0" baseline="0" noProof="0" dirty="0">
                <a:ln>
                  <a:noFill/>
                </a:ln>
                <a:solidFill>
                  <a:prstClr val="black"/>
                </a:solidFill>
                <a:effectLst/>
                <a:uLnTx/>
                <a:uFillTx/>
                <a:latin typeface="Tw Cen MT"/>
                <a:ea typeface="+mn-ea"/>
                <a:cs typeface="+mn-cs"/>
              </a:rPr>
              <a:t>are the means by which firms borrow money directly from the public.</a:t>
            </a:r>
          </a:p>
          <a:p>
            <a:pPr marL="834390" lvl="1" indent="-514350">
              <a:spcBef>
                <a:spcPts val="700"/>
              </a:spcBef>
              <a:buClr>
                <a:srgbClr val="DA1F28"/>
              </a:buClr>
              <a:buSzPct val="60000"/>
              <a:buFont typeface="+mj-lt"/>
              <a:buAutoNum type="arabicPeriod"/>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Similar in structure to T-bonds. They typically pay semiannual coupons over their lives and return the face value to the bondholder at maturity.</a:t>
            </a:r>
          </a:p>
          <a:p>
            <a:pPr marL="834390" lvl="1" indent="-514350">
              <a:spcBef>
                <a:spcPts val="700"/>
              </a:spcBef>
              <a:buClr>
                <a:srgbClr val="DA1F28"/>
              </a:buClr>
              <a:buSzPct val="60000"/>
              <a:buFont typeface="+mj-lt"/>
              <a:buAutoNum type="arabicPeriod"/>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Secured bonds vs. debentures (unsecured bonds)</a:t>
            </a:r>
          </a:p>
          <a:p>
            <a:pPr marL="834390" lvl="1" indent="-514350">
              <a:spcBef>
                <a:spcPts val="700"/>
              </a:spcBef>
              <a:buClr>
                <a:srgbClr val="DA1F28"/>
              </a:buClr>
              <a:buSzPct val="60000"/>
              <a:buFont typeface="+mj-lt"/>
              <a:buAutoNum type="arabicPeriod"/>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They differ in degree of risk (</a:t>
            </a:r>
            <a:r>
              <a:rPr kumimoji="0" lang="en-US" sz="2800" b="0" i="0" u="none" strike="noStrike" kern="1200" cap="none" spc="0" normalizeH="0" baseline="0" noProof="0" dirty="0">
                <a:ln>
                  <a:noFill/>
                </a:ln>
                <a:solidFill>
                  <a:srgbClr val="2DA2BF"/>
                </a:solidFill>
                <a:effectLst/>
                <a:uLnTx/>
                <a:uFillTx/>
                <a:latin typeface="Tw Cen MT"/>
                <a:ea typeface="+mn-ea"/>
                <a:cs typeface="+mn-cs"/>
              </a:rPr>
              <a:t>default risk</a:t>
            </a:r>
            <a:r>
              <a:rPr kumimoji="0" lang="en-US" sz="2800" b="0" i="0" u="none" strike="noStrike" kern="1200" cap="none" spc="0" normalizeH="0" baseline="0" noProof="0" dirty="0">
                <a:ln>
                  <a:noFill/>
                </a:ln>
                <a:solidFill>
                  <a:prstClr val="black"/>
                </a:solidFill>
                <a:effectLst/>
                <a:uLnTx/>
                <a:uFillTx/>
                <a:latin typeface="Tw Cen MT"/>
                <a:ea typeface="+mn-ea"/>
                <a:cs typeface="+mn-cs"/>
              </a:rPr>
              <a:t>).</a:t>
            </a:r>
          </a:p>
          <a:p>
            <a:pPr marL="834390" lvl="1" indent="-514350">
              <a:spcBef>
                <a:spcPts val="700"/>
              </a:spcBef>
              <a:buClr>
                <a:srgbClr val="DA1F28"/>
              </a:buClr>
              <a:buSzPct val="60000"/>
              <a:buFont typeface="+mj-lt"/>
              <a:buAutoNum type="arabicPeriod"/>
              <a:defRPr/>
            </a:pPr>
            <a:r>
              <a:rPr kumimoji="0" lang="en-US" sz="2800" b="0" i="0" u="none" strike="noStrike" kern="1200" cap="none" spc="0" normalizeH="0" baseline="0" noProof="0" dirty="0">
                <a:ln>
                  <a:noFill/>
                </a:ln>
                <a:solidFill>
                  <a:srgbClr val="2DA2BF"/>
                </a:solidFill>
                <a:effectLst/>
                <a:uLnTx/>
                <a:uFillTx/>
                <a:latin typeface="Tw Cen MT"/>
                <a:ea typeface="+mn-ea"/>
                <a:cs typeface="+mn-cs"/>
              </a:rPr>
              <a:t>Bond rating </a:t>
            </a:r>
            <a:r>
              <a:rPr kumimoji="0" lang="en-US" sz="2800" b="0" i="0" u="none" strike="noStrike" kern="1200" cap="none" spc="0" normalizeH="0" baseline="0" noProof="0" dirty="0">
                <a:ln>
                  <a:noFill/>
                </a:ln>
                <a:solidFill>
                  <a:prstClr val="black"/>
                </a:solidFill>
                <a:effectLst/>
                <a:uLnTx/>
                <a:uFillTx/>
                <a:latin typeface="Tw Cen MT"/>
                <a:ea typeface="+mn-ea"/>
                <a:cs typeface="+mn-cs"/>
              </a:rPr>
              <a:t>on the </a:t>
            </a:r>
            <a:r>
              <a:rPr kumimoji="0" lang="en-US" sz="2800" b="0" i="0" u="none" strike="noStrike" kern="1200" cap="none" spc="0" normalizeH="0" baseline="0" noProof="0" dirty="0">
                <a:ln>
                  <a:noFill/>
                </a:ln>
                <a:solidFill>
                  <a:schemeClr val="accent2"/>
                </a:solidFill>
                <a:effectLst/>
                <a:uLnTx/>
                <a:uFillTx/>
                <a:latin typeface="Tw Cen MT"/>
                <a:ea typeface="+mn-ea"/>
                <a:cs typeface="+mn-cs"/>
                <a:hlinkClick r:id="rId3">
                  <a:extLst>
                    <a:ext uri="{A12FA001-AC4F-418D-AE19-62706E023703}">
                      <ahyp:hlinkClr xmlns:ahyp="http://schemas.microsoft.com/office/drawing/2018/hyperlinkcolor" val="tx"/>
                    </a:ext>
                  </a:extLst>
                </a:hlinkClick>
              </a:rPr>
              <a:t>news</a:t>
            </a:r>
            <a:endParaRPr kumimoji="0" lang="en-US" sz="2800" b="0" i="0" u="none" strike="noStrike" kern="1200" cap="none" spc="0" normalizeH="0" baseline="0" noProof="0" dirty="0">
              <a:ln>
                <a:noFill/>
              </a:ln>
              <a:solidFill>
                <a:schemeClr val="accent2"/>
              </a:solidFill>
              <a:effectLst/>
              <a:uLnTx/>
              <a:uFillTx/>
              <a:latin typeface="Tw Cen MT"/>
              <a:ea typeface="+mn-ea"/>
              <a:cs typeface="+mn-cs"/>
            </a:endParaRPr>
          </a:p>
          <a:p>
            <a:pPr marL="834390" lvl="1" indent="-514350">
              <a:spcBef>
                <a:spcPts val="700"/>
              </a:spcBef>
              <a:buClr>
                <a:srgbClr val="DA1F28"/>
              </a:buClr>
              <a:buSzPct val="60000"/>
              <a:buFont typeface="+mj-lt"/>
              <a:buAutoNum type="arabicPeriod"/>
              <a:defRPr/>
            </a:pPr>
            <a:endParaRPr kumimoji="0" lang="en-US" sz="2500" b="0" i="0" u="none" strike="noStrike" kern="1200" cap="none" spc="0" normalizeH="0" baseline="0" noProof="0" dirty="0">
              <a:ln>
                <a:noFill/>
              </a:ln>
              <a:solidFill>
                <a:prstClr val="black"/>
              </a:solidFill>
              <a:effectLst/>
              <a:uLnTx/>
              <a:uFillTx/>
              <a:latin typeface="Tw Cen MT"/>
              <a:ea typeface="+mn-ea"/>
              <a:cs typeface="+mn-cs"/>
            </a:endParaRPr>
          </a:p>
        </p:txBody>
      </p:sp>
      <p:pic>
        <p:nvPicPr>
          <p:cNvPr id="3" name="Picture 2">
            <a:extLst>
              <a:ext uri="{FF2B5EF4-FFF2-40B4-BE49-F238E27FC236}">
                <a16:creationId xmlns:a16="http://schemas.microsoft.com/office/drawing/2014/main" id="{55099F11-A24B-D4F3-4D94-7F434E6F6280}"/>
              </a:ext>
            </a:extLst>
          </p:cNvPr>
          <p:cNvPicPr>
            <a:picLocks noChangeAspect="1"/>
          </p:cNvPicPr>
          <p:nvPr/>
        </p:nvPicPr>
        <p:blipFill>
          <a:blip r:embed="rId4"/>
          <a:stretch>
            <a:fillRect/>
          </a:stretch>
        </p:blipFill>
        <p:spPr>
          <a:xfrm>
            <a:off x="7290486" y="4136578"/>
            <a:ext cx="4826037" cy="2629721"/>
          </a:xfrm>
          <a:prstGeom prst="rect">
            <a:avLst/>
          </a:prstGeom>
        </p:spPr>
      </p:pic>
      <p:sp>
        <p:nvSpPr>
          <p:cNvPr id="4" name="TextBox 3">
            <a:extLst>
              <a:ext uri="{FF2B5EF4-FFF2-40B4-BE49-F238E27FC236}">
                <a16:creationId xmlns:a16="http://schemas.microsoft.com/office/drawing/2014/main" id="{58144343-AA6E-C21B-3F20-DCA7CBE2ABCA}"/>
              </a:ext>
            </a:extLst>
          </p:cNvPr>
          <p:cNvSpPr txBox="1"/>
          <p:nvPr/>
        </p:nvSpPr>
        <p:spPr>
          <a:xfrm>
            <a:off x="3337608" y="4740420"/>
            <a:ext cx="3226668" cy="461665"/>
          </a:xfrm>
          <a:prstGeom prst="rect">
            <a:avLst/>
          </a:prstGeom>
          <a:noFill/>
        </p:spPr>
        <p:txBody>
          <a:bodyPr wrap="square" rtlCol="0">
            <a:spAutoFit/>
          </a:bodyPr>
          <a:lstStyle/>
          <a:p>
            <a:r>
              <a:rPr lang="en-US" sz="2400" dirty="0">
                <a:solidFill>
                  <a:srgbClr val="EC767C"/>
                </a:solidFill>
                <a:latin typeface="Tw Cen MT"/>
              </a:rPr>
              <a:t>Credit rating agency</a:t>
            </a:r>
          </a:p>
        </p:txBody>
      </p:sp>
      <p:cxnSp>
        <p:nvCxnSpPr>
          <p:cNvPr id="5" name="Straight Arrow Connector 4">
            <a:extLst>
              <a:ext uri="{FF2B5EF4-FFF2-40B4-BE49-F238E27FC236}">
                <a16:creationId xmlns:a16="http://schemas.microsoft.com/office/drawing/2014/main" id="{AD98A960-CDE3-B231-06A6-9FD6B2FA55DF}"/>
              </a:ext>
            </a:extLst>
          </p:cNvPr>
          <p:cNvCxnSpPr>
            <a:cxnSpLocks/>
          </p:cNvCxnSpPr>
          <p:nvPr/>
        </p:nvCxnSpPr>
        <p:spPr>
          <a:xfrm flipV="1">
            <a:off x="6029826" y="4553452"/>
            <a:ext cx="1285374" cy="417801"/>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spTree>
    <p:extLst>
      <p:ext uri="{BB962C8B-B14F-4D97-AF65-F5344CB8AC3E}">
        <p14:creationId xmlns:p14="http://schemas.microsoft.com/office/powerpoint/2010/main" val="2173088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2" name="Content Placeholder 2">
            <a:extLst>
              <a:ext uri="{FF2B5EF4-FFF2-40B4-BE49-F238E27FC236}">
                <a16:creationId xmlns:a16="http://schemas.microsoft.com/office/drawing/2014/main" id="{0E0C5DBD-F16D-21DE-9E05-A0139A9F5A64}"/>
              </a:ext>
            </a:extLst>
          </p:cNvPr>
          <p:cNvSpPr txBox="1">
            <a:spLocks/>
          </p:cNvSpPr>
          <p:nvPr/>
        </p:nvSpPr>
        <p:spPr>
          <a:xfrm>
            <a:off x="465221" y="676274"/>
            <a:ext cx="11397265" cy="6058157"/>
          </a:xfrm>
          <a:prstGeom prst="rect">
            <a:avLst/>
          </a:prstGeom>
        </p:spPr>
        <p:txBody>
          <a:bodyPr vert="horz">
            <a:no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schemeClr val="accent2"/>
                </a:solidFill>
                <a:effectLst/>
                <a:uLnTx/>
                <a:uFillTx/>
                <a:latin typeface="Tw Cen MT"/>
                <a:ea typeface="+mn-ea"/>
                <a:cs typeface="+mn-cs"/>
                <a:hlinkClick r:id="rId3">
                  <a:extLst>
                    <a:ext uri="{A12FA001-AC4F-418D-AE19-62706E023703}">
                      <ahyp:hlinkClr xmlns:ahyp="http://schemas.microsoft.com/office/drawing/2018/hyperlinkcolor" val="tx"/>
                    </a:ext>
                  </a:extLst>
                </a:hlinkClick>
              </a:rPr>
              <a:t>Common Stock</a:t>
            </a:r>
            <a:endParaRPr kumimoji="0" lang="en-US" sz="3600" b="0" i="0" u="none" strike="noStrike" kern="1200" cap="none" spc="0" normalizeH="0" baseline="0" noProof="0" dirty="0">
              <a:ln>
                <a:noFill/>
              </a:ln>
              <a:solidFill>
                <a:schemeClr val="accent2"/>
              </a:solidFill>
              <a:effectLst/>
              <a:uLnTx/>
              <a:uFillTx/>
              <a:latin typeface="Tw Cen MT"/>
              <a:ea typeface="+mn-ea"/>
              <a:cs typeface="+mn-cs"/>
            </a:endParaRP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500" b="0" i="0" u="none" strike="noStrike" kern="1200" cap="none" spc="0" normalizeH="0" baseline="0" noProof="0" dirty="0">
                <a:ln>
                  <a:noFill/>
                </a:ln>
                <a:solidFill>
                  <a:prstClr val="black"/>
                </a:solidFill>
                <a:effectLst/>
                <a:uLnTx/>
                <a:uFillTx/>
                <a:latin typeface="Tw Cen MT"/>
                <a:ea typeface="+mn-ea"/>
                <a:cs typeface="+mn-cs"/>
              </a:rPr>
              <a:t>Also known as </a:t>
            </a:r>
            <a:r>
              <a:rPr kumimoji="0" lang="en-US" sz="25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equity securities </a:t>
            </a:r>
            <a:r>
              <a:rPr kumimoji="0" lang="en-US" sz="2500" b="0" i="0" u="none" strike="noStrike" kern="1200" cap="none" spc="0" normalizeH="0" baseline="0" noProof="0" dirty="0">
                <a:ln>
                  <a:noFill/>
                </a:ln>
                <a:solidFill>
                  <a:prstClr val="black"/>
                </a:solidFill>
                <a:effectLst/>
                <a:uLnTx/>
                <a:uFillTx/>
                <a:latin typeface="Tw Cen MT"/>
                <a:ea typeface="+mn-ea"/>
                <a:cs typeface="+mn-cs"/>
              </a:rPr>
              <a:t>or </a:t>
            </a:r>
            <a:r>
              <a:rPr kumimoji="0" lang="en-US" sz="2500" b="0" i="0" u="none" strike="noStrike" kern="1200" cap="none" spc="0" normalizeH="0" baseline="0" noProof="0" dirty="0">
                <a:ln>
                  <a:noFill/>
                </a:ln>
                <a:solidFill>
                  <a:srgbClr val="EC767C"/>
                </a:solidFill>
                <a:effectLst/>
                <a:uLnTx/>
                <a:uFillTx/>
                <a:latin typeface="Tw Cen MT"/>
                <a:ea typeface="+mn-ea"/>
                <a:cs typeface="+mn-cs"/>
              </a:rPr>
              <a:t>equities</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500" b="0" i="0" u="none" strike="noStrike" kern="1200" cap="none" spc="0" normalizeH="0" baseline="0" noProof="0" dirty="0">
                <a:ln>
                  <a:noFill/>
                </a:ln>
                <a:solidFill>
                  <a:prstClr val="black"/>
                </a:solidFill>
                <a:effectLst/>
                <a:uLnTx/>
                <a:uFillTx/>
                <a:latin typeface="Tw Cen MT"/>
                <a:ea typeface="+mn-ea"/>
                <a:cs typeface="+mn-cs"/>
              </a:rPr>
              <a:t>Represents</a:t>
            </a:r>
            <a:r>
              <a:rPr kumimoji="0" lang="en-US" sz="2500" b="0" i="0" u="none" strike="noStrike" kern="1200" cap="none" spc="0" normalizeH="0" baseline="0" noProof="0" dirty="0">
                <a:ln>
                  <a:noFill/>
                </a:ln>
                <a:solidFill>
                  <a:srgbClr val="FF0000"/>
                </a:solidFill>
                <a:effectLst/>
                <a:uLnTx/>
                <a:uFillTx/>
                <a:latin typeface="Tw Cen MT"/>
                <a:ea typeface="+mn-ea"/>
                <a:cs typeface="+mn-cs"/>
              </a:rPr>
              <a:t> </a:t>
            </a:r>
            <a:r>
              <a:rPr kumimoji="0" lang="en-US" sz="2500" b="0" i="0" u="none" strike="noStrike" kern="1200" cap="none" spc="0" normalizeH="0" baseline="0" noProof="0" dirty="0">
                <a:ln>
                  <a:noFill/>
                </a:ln>
                <a:solidFill>
                  <a:srgbClr val="EC767C"/>
                </a:solidFill>
                <a:effectLst/>
                <a:uLnTx/>
                <a:uFillTx/>
                <a:latin typeface="Tw Cen MT"/>
                <a:ea typeface="+mn-ea"/>
                <a:cs typeface="+mn-cs"/>
              </a:rPr>
              <a:t>ownership shares </a:t>
            </a:r>
            <a:r>
              <a:rPr kumimoji="0" lang="en-US" sz="2500" b="0" i="0" u="none" strike="noStrike" kern="1200" cap="none" spc="0" normalizeH="0" baseline="0" noProof="0" dirty="0">
                <a:ln>
                  <a:noFill/>
                </a:ln>
                <a:solidFill>
                  <a:srgbClr val="000000"/>
                </a:solidFill>
                <a:effectLst/>
                <a:uLnTx/>
                <a:uFillTx/>
                <a:latin typeface="Tw Cen MT"/>
                <a:ea typeface="+mn-ea"/>
                <a:cs typeface="+mn-cs"/>
              </a:rPr>
              <a:t>in a corporation.  (each share of common stock entitles its owner to one vote.)</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500" b="0" i="0" u="none" strike="noStrike" kern="1200" cap="none" spc="0" normalizeH="0" baseline="0" noProof="0" dirty="0">
                <a:ln>
                  <a:noFill/>
                </a:ln>
                <a:solidFill>
                  <a:srgbClr val="000000"/>
                </a:solidFill>
                <a:effectLst/>
                <a:uLnTx/>
                <a:uFillTx/>
                <a:latin typeface="Tw Cen MT"/>
                <a:ea typeface="+mn-ea"/>
                <a:cs typeface="+mn-cs"/>
              </a:rPr>
              <a:t>The members of the board are elected at the annual meeting. Shareholder who do not attend the meeting can vote by </a:t>
            </a:r>
            <a:r>
              <a:rPr kumimoji="0" lang="en-US" sz="2500" b="0" i="0" u="none" strike="noStrike" kern="1200" cap="none" spc="0" normalizeH="0" baseline="0" noProof="0" dirty="0">
                <a:ln>
                  <a:noFill/>
                </a:ln>
                <a:solidFill>
                  <a:srgbClr val="EC767C"/>
                </a:solidFill>
                <a:effectLst/>
                <a:uLnTx/>
                <a:uFillTx/>
                <a:latin typeface="Tw Cen MT"/>
                <a:ea typeface="+mn-ea"/>
                <a:cs typeface="+mn-cs"/>
              </a:rPr>
              <a:t>proxy</a:t>
            </a:r>
            <a:r>
              <a:rPr kumimoji="0" lang="en-US" sz="2500" b="0" i="0" u="none" strike="noStrike" kern="1200" cap="none" spc="0" normalizeH="0" baseline="0" noProof="0" dirty="0">
                <a:ln>
                  <a:noFill/>
                </a:ln>
                <a:solidFill>
                  <a:srgbClr val="000000"/>
                </a:solidFill>
                <a:effectLst/>
                <a:uLnTx/>
                <a:uFillTx/>
                <a:latin typeface="Tw Cen MT"/>
                <a:ea typeface="+mn-ea"/>
                <a:cs typeface="+mn-cs"/>
              </a:rPr>
              <a:t>. </a:t>
            </a:r>
            <a:r>
              <a:rPr kumimoji="0" lang="en-US" sz="2500" b="0" i="0" u="none" strike="noStrike" kern="1200" cap="none" spc="0" normalizeH="0" baseline="0" noProof="0" dirty="0">
                <a:ln>
                  <a:noFill/>
                </a:ln>
                <a:solidFill>
                  <a:srgbClr val="2DA2BF"/>
                </a:solidFill>
                <a:effectLst/>
                <a:uLnTx/>
                <a:uFillTx/>
                <a:latin typeface="Tw Cen MT"/>
                <a:ea typeface="+mn-ea"/>
                <a:cs typeface="+mn-cs"/>
              </a:rPr>
              <a:t>(Management usually solicits proxies of stockholders and normally gets a vast majority of these proxy votes.)</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startAt="4"/>
              <a:tabLst/>
              <a:defRPr/>
            </a:pPr>
            <a:r>
              <a:rPr kumimoji="0" lang="en-US" sz="2500" b="0" i="0" u="none" strike="noStrike" kern="1200" cap="none" spc="0" normalizeH="0" baseline="0" noProof="0" dirty="0">
                <a:ln>
                  <a:noFill/>
                </a:ln>
                <a:solidFill>
                  <a:srgbClr val="EC767C"/>
                </a:solidFill>
                <a:effectLst/>
                <a:uLnTx/>
                <a:uFillTx/>
                <a:latin typeface="Tw Cen MT"/>
                <a:ea typeface="+mn-ea"/>
                <a:cs typeface="+mn-cs"/>
              </a:rPr>
              <a:t>Residual claim</a:t>
            </a:r>
            <a:r>
              <a:rPr kumimoji="0" lang="en-US" sz="2500" b="0" i="0" u="none" strike="noStrike" kern="1200" cap="none" spc="0" normalizeH="0" baseline="0" noProof="0" dirty="0">
                <a:ln>
                  <a:noFill/>
                </a:ln>
                <a:solidFill>
                  <a:prstClr val="black"/>
                </a:solidFill>
                <a:effectLst/>
                <a:uLnTx/>
                <a:uFillTx/>
                <a:latin typeface="Tw Cen MT"/>
                <a:ea typeface="+mn-ea"/>
                <a:cs typeface="+mn-cs"/>
              </a:rPr>
              <a:t>: stockholders are the </a:t>
            </a:r>
            <a:r>
              <a:rPr kumimoji="0" lang="en-US" sz="25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last</a:t>
            </a:r>
            <a:r>
              <a:rPr kumimoji="0" lang="en-US" sz="2500" b="0" i="0" u="none" strike="noStrike" kern="1200" cap="none" spc="0" normalizeH="0" baseline="0" noProof="0" dirty="0">
                <a:ln>
                  <a:noFill/>
                </a:ln>
                <a:solidFill>
                  <a:prstClr val="black"/>
                </a:solidFill>
                <a:effectLst/>
                <a:uLnTx/>
                <a:uFillTx/>
                <a:latin typeface="Tw Cen MT"/>
                <a:ea typeface="+mn-ea"/>
                <a:cs typeface="+mn-cs"/>
              </a:rPr>
              <a:t> in line of all those who have a claim on the assets and income of the corporation.</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startAt="4"/>
              <a:tabLst/>
              <a:defRPr/>
            </a:pPr>
            <a:r>
              <a:rPr kumimoji="0" lang="en-US" sz="2500" b="0" i="0" u="none" strike="noStrike" kern="1200" cap="none" spc="0" normalizeH="0" baseline="0" noProof="0" dirty="0">
                <a:ln>
                  <a:noFill/>
                </a:ln>
                <a:solidFill>
                  <a:srgbClr val="EC767C"/>
                </a:solidFill>
                <a:effectLst/>
                <a:uLnTx/>
                <a:uFillTx/>
                <a:latin typeface="Tw Cen MT"/>
                <a:ea typeface="+mn-ea"/>
                <a:cs typeface="+mn-cs"/>
              </a:rPr>
              <a:t>Limited liability</a:t>
            </a:r>
            <a:r>
              <a:rPr kumimoji="0" lang="en-US" sz="2500" b="0" i="0" u="none" strike="noStrike" kern="1200" cap="none" spc="0" normalizeH="0" baseline="0" noProof="0" dirty="0">
                <a:ln>
                  <a:noFill/>
                </a:ln>
                <a:solidFill>
                  <a:prstClr val="black"/>
                </a:solidFill>
                <a:effectLst/>
                <a:uLnTx/>
                <a:uFillTx/>
                <a:latin typeface="Tw Cen MT"/>
                <a:ea typeface="+mn-ea"/>
                <a:cs typeface="+mn-cs"/>
              </a:rPr>
              <a:t>: the most shareholders can lose in the event of failure of the corporation is their original investment. </a:t>
            </a:r>
            <a:r>
              <a:rPr kumimoji="0" lang="en-US" sz="2500" b="0" i="0" u="none" strike="noStrike" kern="1200" cap="none" spc="0" normalizeH="0" baseline="0" noProof="0" dirty="0">
                <a:ln>
                  <a:noFill/>
                </a:ln>
                <a:solidFill>
                  <a:srgbClr val="2DA2BF"/>
                </a:solidFill>
                <a:effectLst/>
                <a:uLnTx/>
                <a:uFillTx/>
                <a:latin typeface="Tw Cen MT"/>
                <a:ea typeface="+mn-ea"/>
                <a:cs typeface="+mn-cs"/>
              </a:rPr>
              <a:t>Management will be responsible for the liabilities! (That’s why you often see LLC (limited liability company.)</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startAt="4"/>
              <a:tabLst/>
              <a:defRPr/>
            </a:pPr>
            <a:r>
              <a:rPr kumimoji="0" lang="en-US" sz="2500" b="0" i="0" u="none" strike="noStrike" kern="1200" cap="none" spc="0" normalizeH="0" baseline="0" noProof="0" dirty="0">
                <a:ln>
                  <a:noFill/>
                </a:ln>
                <a:solidFill>
                  <a:prstClr val="black"/>
                </a:solidFill>
                <a:effectLst/>
                <a:uLnTx/>
                <a:uFillTx/>
                <a:latin typeface="Tw Cen MT"/>
                <a:ea typeface="+mn-ea"/>
                <a:cs typeface="+mn-cs"/>
              </a:rPr>
              <a:t>Stock Market Listing (</a:t>
            </a:r>
            <a:r>
              <a:rPr kumimoji="0" lang="en-US" sz="2500" b="0" i="0" u="none" strike="noStrike" kern="1200" cap="none" spc="0" normalizeH="0" baseline="0" noProof="0" dirty="0">
                <a:ln>
                  <a:noFill/>
                </a:ln>
                <a:solidFill>
                  <a:schemeClr val="accent2"/>
                </a:solidFill>
                <a:effectLst/>
                <a:uLnTx/>
                <a:uFillTx/>
                <a:latin typeface="Tw Cen MT"/>
                <a:ea typeface="+mn-ea"/>
                <a:cs typeface="+mn-cs"/>
                <a:hlinkClick r:id="rId4">
                  <a:extLst>
                    <a:ext uri="{A12FA001-AC4F-418D-AE19-62706E023703}">
                      <ahyp:hlinkClr xmlns:ahyp="http://schemas.microsoft.com/office/drawing/2018/hyperlinkcolor" val="tx"/>
                    </a:ext>
                  </a:extLst>
                </a:hlinkClick>
              </a:rPr>
              <a:t>googlefinance</a:t>
            </a:r>
            <a:r>
              <a:rPr kumimoji="0" lang="en-US" sz="2500" b="0" i="0" u="none" strike="noStrike" kern="1200" cap="none" spc="0" normalizeH="0" baseline="0" noProof="0" dirty="0">
                <a:ln>
                  <a:noFill/>
                </a:ln>
                <a:solidFill>
                  <a:prstClr val="black"/>
                </a:solidFill>
                <a:effectLst/>
                <a:uLnTx/>
                <a:uFillTx/>
                <a:latin typeface="Tw Cen MT"/>
                <a:ea typeface="+mn-ea"/>
                <a:cs typeface="+mn-cs"/>
              </a:rPr>
              <a:t>)</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endParaRPr kumimoji="0" lang="en-US" sz="2800" b="0" i="0" u="none" strike="noStrike" kern="1200" cap="none" spc="0" normalizeH="0" baseline="0" noProof="0" dirty="0">
              <a:ln>
                <a:noFill/>
              </a:ln>
              <a:solidFill>
                <a:srgbClr val="2DA2BF"/>
              </a:solidFill>
              <a:effectLst/>
              <a:uLnTx/>
              <a:uFillTx/>
              <a:latin typeface="Tw Cen MT"/>
              <a:ea typeface="+mn-ea"/>
              <a:cs typeface="+mn-cs"/>
            </a:endParaRPr>
          </a:p>
        </p:txBody>
      </p:sp>
    </p:spTree>
    <p:extLst>
      <p:ext uri="{BB962C8B-B14F-4D97-AF65-F5344CB8AC3E}">
        <p14:creationId xmlns:p14="http://schemas.microsoft.com/office/powerpoint/2010/main" val="2931069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2" name="Content Placeholder 2">
            <a:extLst>
              <a:ext uri="{FF2B5EF4-FFF2-40B4-BE49-F238E27FC236}">
                <a16:creationId xmlns:a16="http://schemas.microsoft.com/office/drawing/2014/main" id="{0E0C5DBD-F16D-21DE-9E05-A0139A9F5A64}"/>
              </a:ext>
            </a:extLst>
          </p:cNvPr>
          <p:cNvSpPr txBox="1">
            <a:spLocks/>
          </p:cNvSpPr>
          <p:nvPr/>
        </p:nvSpPr>
        <p:spPr>
          <a:xfrm>
            <a:off x="288758" y="676275"/>
            <a:ext cx="11502749" cy="5505450"/>
          </a:xfrm>
          <a:prstGeom prst="rect">
            <a:avLst/>
          </a:prstGeom>
        </p:spPr>
        <p:txBody>
          <a:bodyPr vert="horz">
            <a:no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Preferred Stock</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It promises to pay to its holder a fixed amount of income (i.e., dividend) each year. </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However, the firm </a:t>
            </a:r>
            <a:r>
              <a:rPr kumimoji="0" lang="en-US" sz="2800" b="0" i="0" u="none" strike="noStrike" kern="1200" cap="none" spc="0" normalizeH="0" baseline="0" noProof="0" dirty="0">
                <a:ln>
                  <a:noFill/>
                </a:ln>
                <a:solidFill>
                  <a:srgbClr val="EC767C"/>
                </a:solidFill>
                <a:effectLst/>
                <a:uLnTx/>
                <a:uFillTx/>
                <a:latin typeface="Tw Cen MT"/>
                <a:ea typeface="+mn-ea"/>
                <a:cs typeface="+mn-cs"/>
              </a:rPr>
              <a:t>retain discretion to make the dividend payments</a:t>
            </a:r>
            <a:r>
              <a:rPr kumimoji="0" lang="en-US" sz="2800" b="0" i="0" u="none" strike="noStrike" kern="1200" cap="none" spc="0" normalizeH="0" baseline="0" noProof="0" dirty="0">
                <a:ln>
                  <a:noFill/>
                </a:ln>
                <a:solidFill>
                  <a:srgbClr val="FF0000"/>
                </a:solidFill>
                <a:effectLst/>
                <a:uLnTx/>
                <a:uFillTx/>
                <a:latin typeface="Tw Cen MT"/>
                <a:ea typeface="+mn-ea"/>
                <a:cs typeface="+mn-cs"/>
              </a:rPr>
              <a:t> </a:t>
            </a:r>
            <a:r>
              <a:rPr kumimoji="0" lang="en-US" sz="2800" b="0" i="0" u="none" strike="noStrike" kern="1200" cap="none" spc="0" normalizeH="0" baseline="0" noProof="0" dirty="0">
                <a:ln>
                  <a:noFill/>
                </a:ln>
                <a:solidFill>
                  <a:prstClr val="black"/>
                </a:solidFill>
                <a:effectLst/>
                <a:uLnTx/>
                <a:uFillTx/>
                <a:latin typeface="Tw Cen MT"/>
                <a:ea typeface="+mn-ea"/>
                <a:cs typeface="+mn-cs"/>
              </a:rPr>
              <a:t>to the preferred stock holders.</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It has no voting power.</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4000" b="0" i="0" u="none" strike="noStrike" kern="1200" cap="none" spc="0" normalizeH="0" baseline="0" noProof="0" dirty="0">
                <a:ln>
                  <a:noFill/>
                </a:ln>
                <a:solidFill>
                  <a:prstClr val="black"/>
                </a:solidFill>
                <a:effectLst/>
                <a:uLnTx/>
                <a:uFillTx/>
                <a:latin typeface="Tw Cen MT"/>
                <a:ea typeface="+mn-ea"/>
                <a:cs typeface="+mn-cs"/>
                <a:hlinkClick r:id="rId3"/>
              </a:rPr>
              <a:t> Quick Review</a:t>
            </a:r>
            <a:endParaRPr kumimoji="0" lang="en-US" sz="4000" b="0" i="0" u="none" strike="noStrike" kern="1200" cap="none" spc="0" normalizeH="0" baseline="0" noProof="0" dirty="0">
              <a:ln>
                <a:noFill/>
              </a:ln>
              <a:solidFill>
                <a:prstClr val="black"/>
              </a:solidFill>
              <a:effectLst/>
              <a:uLnTx/>
              <a:uFillTx/>
              <a:latin typeface="Tw Cen MT"/>
              <a:ea typeface="+mn-ea"/>
              <a:cs typeface="+mn-cs"/>
            </a:endParaRPr>
          </a:p>
        </p:txBody>
      </p:sp>
    </p:spTree>
    <p:extLst>
      <p:ext uri="{BB962C8B-B14F-4D97-AF65-F5344CB8AC3E}">
        <p14:creationId xmlns:p14="http://schemas.microsoft.com/office/powerpoint/2010/main" val="3881932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2" name="Content Placeholder 2">
            <a:extLst>
              <a:ext uri="{FF2B5EF4-FFF2-40B4-BE49-F238E27FC236}">
                <a16:creationId xmlns:a16="http://schemas.microsoft.com/office/drawing/2014/main" id="{0E0C5DBD-F16D-21DE-9E05-A0139A9F5A64}"/>
              </a:ext>
            </a:extLst>
          </p:cNvPr>
          <p:cNvSpPr txBox="1">
            <a:spLocks/>
          </p:cNvSpPr>
          <p:nvPr/>
        </p:nvSpPr>
        <p:spPr>
          <a:xfrm>
            <a:off x="288758" y="676275"/>
            <a:ext cx="11647869" cy="5505450"/>
          </a:xfrm>
          <a:prstGeom prst="rect">
            <a:avLst/>
          </a:prstGeom>
        </p:spPr>
        <p:txBody>
          <a:bodyPr vert="horz">
            <a:no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1" i="0" u="none" strike="noStrike" kern="1200" cap="none" spc="0" normalizeH="0" baseline="0" noProof="0" dirty="0">
                <a:ln>
                  <a:noFill/>
                </a:ln>
                <a:solidFill>
                  <a:prstClr val="black"/>
                </a:solidFill>
                <a:effectLst/>
                <a:uLnTx/>
                <a:uFillTx/>
                <a:latin typeface="Tw Cen MT"/>
                <a:ea typeface="+mn-ea"/>
                <a:cs typeface="+mn-cs"/>
              </a:rPr>
              <a:t> Stock and Bond Market Indexes (2.4)</a:t>
            </a:r>
          </a:p>
          <a:p>
            <a:pPr marL="834390" lvl="1" indent="-514350">
              <a:spcBef>
                <a:spcPts val="700"/>
              </a:spcBef>
              <a:buClr>
                <a:srgbClr val="DA1F28"/>
              </a:buClr>
              <a:buSzPct val="60000"/>
              <a:buFont typeface="+mj-lt"/>
              <a:buAutoNum type="arabicPeriod"/>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Why information do indexes tell you? </a:t>
            </a:r>
          </a:p>
          <a:p>
            <a:pPr marL="320040" lvl="1" indent="0">
              <a:spcBef>
                <a:spcPts val="700"/>
              </a:spcBef>
              <a:buClr>
                <a:srgbClr val="DA1F28"/>
              </a:buClr>
              <a:buSzPct val="60000"/>
              <a:buNone/>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     </a:t>
            </a:r>
            <a:r>
              <a:rPr kumimoji="0" lang="en-US" sz="2800" b="0" i="0" u="none" strike="noStrike" kern="1200" cap="none" spc="0" normalizeH="0" baseline="0" noProof="0" dirty="0">
                <a:ln>
                  <a:noFill/>
                </a:ln>
                <a:solidFill>
                  <a:srgbClr val="EC767C"/>
                </a:solidFill>
                <a:effectLst/>
                <a:uLnTx/>
                <a:uFillTx/>
                <a:latin typeface="Tw Cen MT"/>
                <a:ea typeface="+mn-ea"/>
                <a:cs typeface="+mn-cs"/>
              </a:rPr>
              <a:t>Overall performance </a:t>
            </a:r>
            <a:r>
              <a:rPr kumimoji="0" lang="en-US" sz="2800" b="0" i="0" u="none" strike="noStrike" kern="1200" cap="none" spc="0" normalizeH="0" baseline="0" noProof="0" dirty="0">
                <a:ln>
                  <a:noFill/>
                </a:ln>
                <a:solidFill>
                  <a:prstClr val="black"/>
                </a:solidFill>
                <a:effectLst/>
                <a:uLnTx/>
                <a:uFillTx/>
                <a:latin typeface="Tw Cen MT"/>
                <a:ea typeface="+mn-ea"/>
                <a:cs typeface="+mn-cs"/>
              </a:rPr>
              <a:t>of the stock/bond/property market</a:t>
            </a:r>
          </a:p>
          <a:p>
            <a:pPr marL="834390" lvl="1" indent="-514350">
              <a:spcBef>
                <a:spcPts val="700"/>
              </a:spcBef>
              <a:buClr>
                <a:srgbClr val="DA1F28"/>
              </a:buClr>
              <a:buSzPct val="60000"/>
              <a:buFont typeface="+mj-lt"/>
              <a:buAutoNum type="arabicPeriod" startAt="2"/>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Stock Market Indexes</a:t>
            </a:r>
          </a:p>
          <a:p>
            <a:pPr marL="1108710" lvl="2" indent="-514350">
              <a:spcBef>
                <a:spcPts val="550"/>
              </a:spcBef>
              <a:buClr>
                <a:srgbClr val="2DA2BF"/>
              </a:buClr>
              <a:buSzPct val="70000"/>
              <a:buFont typeface="+mj-lt"/>
              <a:buAutoNum type="arabicParenR"/>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Price-weighted index: Dow Jones Industrial Average (created in 1896)</a:t>
            </a:r>
          </a:p>
          <a:p>
            <a:pPr marL="1108710" lvl="2" indent="-514350">
              <a:spcBef>
                <a:spcPts val="550"/>
              </a:spcBef>
              <a:buClr>
                <a:srgbClr val="2DA2BF"/>
              </a:buClr>
              <a:buSzPct val="70000"/>
              <a:buFont typeface="+mj-lt"/>
              <a:buAutoNum type="arabicParenR"/>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Market-value-weighted index: S&amp;P500 (introduced in 1957)</a:t>
            </a:r>
          </a:p>
        </p:txBody>
      </p:sp>
      <p:sp>
        <p:nvSpPr>
          <p:cNvPr id="3" name="TextBox 2">
            <a:extLst>
              <a:ext uri="{FF2B5EF4-FFF2-40B4-BE49-F238E27FC236}">
                <a16:creationId xmlns:a16="http://schemas.microsoft.com/office/drawing/2014/main" id="{BE205F9A-E2E5-E917-C573-CB8C9C785AFF}"/>
              </a:ext>
            </a:extLst>
          </p:cNvPr>
          <p:cNvSpPr txBox="1"/>
          <p:nvPr/>
        </p:nvSpPr>
        <p:spPr>
          <a:xfrm>
            <a:off x="4608576" y="4799314"/>
            <a:ext cx="7583424" cy="2339102"/>
          </a:xfrm>
          <a:prstGeom prst="rect">
            <a:avLst/>
          </a:prstGeom>
          <a:noFill/>
        </p:spPr>
        <p:txBody>
          <a:bodyPr wrap="square" rtlCol="0">
            <a:spAutoFit/>
          </a:bodyPr>
          <a:lstStyle/>
          <a:p>
            <a:r>
              <a:rPr lang="en-US" b="1" dirty="0"/>
              <a:t>Notes: </a:t>
            </a:r>
            <a:r>
              <a:rPr lang="en-US" dirty="0"/>
              <a:t>The Dow Jones Industrial Average (DJIA), also commonly referred to as “the Dow Jones” or simply “the Dow,” is one of the most popular and widely recognized stock market indices. It measures the daily stock market movements of ______ U.S. publicly-traded companies listed on the NASDAQ or the  New York Stock Exchange (NYSE). These publicly-owned companies are considered leaders in the US economy. Currently, Dow Jones’ component stocks include __________, ___________, ___________, and so on.</a:t>
            </a:r>
          </a:p>
          <a:p>
            <a:endParaRPr lang="en-US" sz="2000" dirty="0"/>
          </a:p>
        </p:txBody>
      </p:sp>
      <p:grpSp>
        <p:nvGrpSpPr>
          <p:cNvPr id="6" name="Group 5">
            <a:extLst>
              <a:ext uri="{FF2B5EF4-FFF2-40B4-BE49-F238E27FC236}">
                <a16:creationId xmlns:a16="http://schemas.microsoft.com/office/drawing/2014/main" id="{97240B35-9113-9F59-713F-18773D8EA1D0}"/>
              </a:ext>
            </a:extLst>
          </p:cNvPr>
          <p:cNvGrpSpPr/>
          <p:nvPr/>
        </p:nvGrpSpPr>
        <p:grpSpPr>
          <a:xfrm>
            <a:off x="4968000" y="5702840"/>
            <a:ext cx="351000" cy="192240"/>
            <a:chOff x="4968000" y="5702840"/>
            <a:chExt cx="351000" cy="19224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2ED1A98A-D751-9978-600A-0FA600897051}"/>
                    </a:ext>
                  </a:extLst>
                </p14:cNvPr>
                <p14:cNvContentPartPr/>
                <p14:nvPr/>
              </p14:nvContentPartPr>
              <p14:xfrm>
                <a:off x="4968000" y="5702840"/>
                <a:ext cx="107280" cy="180720"/>
              </p14:xfrm>
            </p:contentPart>
          </mc:Choice>
          <mc:Fallback xmlns="">
            <p:pic>
              <p:nvPicPr>
                <p:cNvPr id="4" name="Ink 3">
                  <a:extLst>
                    <a:ext uri="{FF2B5EF4-FFF2-40B4-BE49-F238E27FC236}">
                      <a16:creationId xmlns:a16="http://schemas.microsoft.com/office/drawing/2014/main" id="{2ED1A98A-D751-9978-600A-0FA600897051}"/>
                    </a:ext>
                  </a:extLst>
                </p:cNvPr>
                <p:cNvPicPr/>
                <p:nvPr/>
              </p:nvPicPr>
              <p:blipFill>
                <a:blip r:embed="rId4"/>
                <a:stretch>
                  <a:fillRect/>
                </a:stretch>
              </p:blipFill>
              <p:spPr>
                <a:xfrm>
                  <a:off x="4961880" y="5696720"/>
                  <a:ext cx="11952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F24F47E3-7289-6C01-C9EF-59E536DBCAD4}"/>
                    </a:ext>
                  </a:extLst>
                </p14:cNvPr>
                <p14:cNvContentPartPr/>
                <p14:nvPr/>
              </p14:nvContentPartPr>
              <p14:xfrm>
                <a:off x="5200200" y="5769080"/>
                <a:ext cx="118800" cy="126000"/>
              </p14:xfrm>
            </p:contentPart>
          </mc:Choice>
          <mc:Fallback xmlns="">
            <p:pic>
              <p:nvPicPr>
                <p:cNvPr id="5" name="Ink 4">
                  <a:extLst>
                    <a:ext uri="{FF2B5EF4-FFF2-40B4-BE49-F238E27FC236}">
                      <a16:creationId xmlns:a16="http://schemas.microsoft.com/office/drawing/2014/main" id="{F24F47E3-7289-6C01-C9EF-59E536DBCAD4}"/>
                    </a:ext>
                  </a:extLst>
                </p:cNvPr>
                <p:cNvPicPr/>
                <p:nvPr/>
              </p:nvPicPr>
              <p:blipFill>
                <a:blip r:embed="rId6"/>
                <a:stretch>
                  <a:fillRect/>
                </a:stretch>
              </p:blipFill>
              <p:spPr>
                <a:xfrm>
                  <a:off x="5194080" y="5762960"/>
                  <a:ext cx="131040" cy="138240"/>
                </a:xfrm>
                <a:prstGeom prst="rect">
                  <a:avLst/>
                </a:prstGeom>
              </p:spPr>
            </p:pic>
          </mc:Fallback>
        </mc:AlternateContent>
      </p:grpSp>
      <p:grpSp>
        <p:nvGrpSpPr>
          <p:cNvPr id="25" name="Group 24">
            <a:extLst>
              <a:ext uri="{FF2B5EF4-FFF2-40B4-BE49-F238E27FC236}">
                <a16:creationId xmlns:a16="http://schemas.microsoft.com/office/drawing/2014/main" id="{B5DE2CFF-1FA5-E28B-693A-B91F59FF9BFF}"/>
              </a:ext>
            </a:extLst>
          </p:cNvPr>
          <p:cNvGrpSpPr/>
          <p:nvPr/>
        </p:nvGrpSpPr>
        <p:grpSpPr>
          <a:xfrm>
            <a:off x="487080" y="4405760"/>
            <a:ext cx="726840" cy="479880"/>
            <a:chOff x="487080" y="4405760"/>
            <a:chExt cx="726840" cy="479880"/>
          </a:xfrm>
        </p:grpSpPr>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367416FE-7AEE-BF2B-0604-D60F687B1DDF}"/>
                    </a:ext>
                  </a:extLst>
                </p14:cNvPr>
                <p14:cNvContentPartPr/>
                <p14:nvPr/>
              </p14:nvContentPartPr>
              <p14:xfrm>
                <a:off x="487080" y="4405760"/>
                <a:ext cx="192240" cy="408600"/>
              </p14:xfrm>
            </p:contentPart>
          </mc:Choice>
          <mc:Fallback xmlns="">
            <p:pic>
              <p:nvPicPr>
                <p:cNvPr id="9" name="Ink 8">
                  <a:extLst>
                    <a:ext uri="{FF2B5EF4-FFF2-40B4-BE49-F238E27FC236}">
                      <a16:creationId xmlns:a16="http://schemas.microsoft.com/office/drawing/2014/main" id="{367416FE-7AEE-BF2B-0604-D60F687B1DDF}"/>
                    </a:ext>
                  </a:extLst>
                </p:cNvPr>
                <p:cNvPicPr/>
                <p:nvPr/>
              </p:nvPicPr>
              <p:blipFill>
                <a:blip r:embed="rId8"/>
                <a:stretch>
                  <a:fillRect/>
                </a:stretch>
              </p:blipFill>
              <p:spPr>
                <a:xfrm>
                  <a:off x="480960" y="4399640"/>
                  <a:ext cx="20448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EEC8DA5E-6330-AB36-BEBD-00CA9C0C04E6}"/>
                    </a:ext>
                  </a:extLst>
                </p14:cNvPr>
                <p14:cNvContentPartPr/>
                <p14:nvPr/>
              </p14:nvContentPartPr>
              <p14:xfrm>
                <a:off x="785160" y="4585760"/>
                <a:ext cx="143280" cy="295560"/>
              </p14:xfrm>
            </p:contentPart>
          </mc:Choice>
          <mc:Fallback xmlns="">
            <p:pic>
              <p:nvPicPr>
                <p:cNvPr id="10" name="Ink 9">
                  <a:extLst>
                    <a:ext uri="{FF2B5EF4-FFF2-40B4-BE49-F238E27FC236}">
                      <a16:creationId xmlns:a16="http://schemas.microsoft.com/office/drawing/2014/main" id="{EEC8DA5E-6330-AB36-BEBD-00CA9C0C04E6}"/>
                    </a:ext>
                  </a:extLst>
                </p:cNvPr>
                <p:cNvPicPr/>
                <p:nvPr/>
              </p:nvPicPr>
              <p:blipFill>
                <a:blip r:embed="rId10"/>
                <a:stretch>
                  <a:fillRect/>
                </a:stretch>
              </p:blipFill>
              <p:spPr>
                <a:xfrm>
                  <a:off x="779040" y="4579640"/>
                  <a:ext cx="15552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2BE48194-B292-6575-2397-0A6B968BCA33}"/>
                    </a:ext>
                  </a:extLst>
                </p14:cNvPr>
                <p14:cNvContentPartPr/>
                <p14:nvPr/>
              </p14:nvContentPartPr>
              <p14:xfrm>
                <a:off x="1018800" y="4585040"/>
                <a:ext cx="177840" cy="254880"/>
              </p14:xfrm>
            </p:contentPart>
          </mc:Choice>
          <mc:Fallback xmlns="">
            <p:pic>
              <p:nvPicPr>
                <p:cNvPr id="11" name="Ink 10">
                  <a:extLst>
                    <a:ext uri="{FF2B5EF4-FFF2-40B4-BE49-F238E27FC236}">
                      <a16:creationId xmlns:a16="http://schemas.microsoft.com/office/drawing/2014/main" id="{2BE48194-B292-6575-2397-0A6B968BCA33}"/>
                    </a:ext>
                  </a:extLst>
                </p:cNvPr>
                <p:cNvPicPr/>
                <p:nvPr/>
              </p:nvPicPr>
              <p:blipFill>
                <a:blip r:embed="rId12"/>
                <a:stretch>
                  <a:fillRect/>
                </a:stretch>
              </p:blipFill>
              <p:spPr>
                <a:xfrm>
                  <a:off x="1012680" y="4578920"/>
                  <a:ext cx="19008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0C352B83-1393-D67D-4E87-C5316FAD7FCE}"/>
                    </a:ext>
                  </a:extLst>
                </p14:cNvPr>
                <p14:cNvContentPartPr/>
                <p14:nvPr/>
              </p14:nvContentPartPr>
              <p14:xfrm>
                <a:off x="943200" y="4829840"/>
                <a:ext cx="270720" cy="55800"/>
              </p14:xfrm>
            </p:contentPart>
          </mc:Choice>
          <mc:Fallback xmlns="">
            <p:pic>
              <p:nvPicPr>
                <p:cNvPr id="12" name="Ink 11">
                  <a:extLst>
                    <a:ext uri="{FF2B5EF4-FFF2-40B4-BE49-F238E27FC236}">
                      <a16:creationId xmlns:a16="http://schemas.microsoft.com/office/drawing/2014/main" id="{0C352B83-1393-D67D-4E87-C5316FAD7FCE}"/>
                    </a:ext>
                  </a:extLst>
                </p:cNvPr>
                <p:cNvPicPr/>
                <p:nvPr/>
              </p:nvPicPr>
              <p:blipFill>
                <a:blip r:embed="rId14"/>
                <a:stretch>
                  <a:fillRect/>
                </a:stretch>
              </p:blipFill>
              <p:spPr>
                <a:xfrm>
                  <a:off x="937080" y="4823720"/>
                  <a:ext cx="282960" cy="68040"/>
                </a:xfrm>
                <a:prstGeom prst="rect">
                  <a:avLst/>
                </a:prstGeom>
              </p:spPr>
            </p:pic>
          </mc:Fallback>
        </mc:AlternateContent>
      </p:grpSp>
      <p:grpSp>
        <p:nvGrpSpPr>
          <p:cNvPr id="24" name="Group 23">
            <a:extLst>
              <a:ext uri="{FF2B5EF4-FFF2-40B4-BE49-F238E27FC236}">
                <a16:creationId xmlns:a16="http://schemas.microsoft.com/office/drawing/2014/main" id="{DF4E7D00-5E57-5F1E-3C8D-E33C59284301}"/>
              </a:ext>
            </a:extLst>
          </p:cNvPr>
          <p:cNvGrpSpPr/>
          <p:nvPr/>
        </p:nvGrpSpPr>
        <p:grpSpPr>
          <a:xfrm>
            <a:off x="1476000" y="4635800"/>
            <a:ext cx="220680" cy="247680"/>
            <a:chOff x="1476000" y="4635800"/>
            <a:chExt cx="220680" cy="247680"/>
          </a:xfrm>
        </p:grpSpPr>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A0C7AB8D-0A32-B606-C036-499490BFECAF}"/>
                    </a:ext>
                  </a:extLst>
                </p14:cNvPr>
                <p14:cNvContentPartPr/>
                <p14:nvPr/>
              </p14:nvContentPartPr>
              <p14:xfrm>
                <a:off x="1476000" y="4712480"/>
                <a:ext cx="46440" cy="122760"/>
              </p14:xfrm>
            </p:contentPart>
          </mc:Choice>
          <mc:Fallback xmlns="">
            <p:pic>
              <p:nvPicPr>
                <p:cNvPr id="13" name="Ink 12">
                  <a:extLst>
                    <a:ext uri="{FF2B5EF4-FFF2-40B4-BE49-F238E27FC236}">
                      <a16:creationId xmlns:a16="http://schemas.microsoft.com/office/drawing/2014/main" id="{A0C7AB8D-0A32-B606-C036-499490BFECAF}"/>
                    </a:ext>
                  </a:extLst>
                </p:cNvPr>
                <p:cNvPicPr/>
                <p:nvPr/>
              </p:nvPicPr>
              <p:blipFill>
                <a:blip r:embed="rId16"/>
                <a:stretch>
                  <a:fillRect/>
                </a:stretch>
              </p:blipFill>
              <p:spPr>
                <a:xfrm>
                  <a:off x="1469520" y="4706360"/>
                  <a:ext cx="5868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BFF09598-CC56-111B-AFB8-5966534C1BC2}"/>
                    </a:ext>
                  </a:extLst>
                </p14:cNvPr>
                <p14:cNvContentPartPr/>
                <p14:nvPr/>
              </p14:nvContentPartPr>
              <p14:xfrm>
                <a:off x="1477800" y="4635800"/>
                <a:ext cx="34920" cy="56880"/>
              </p14:xfrm>
            </p:contentPart>
          </mc:Choice>
          <mc:Fallback xmlns="">
            <p:pic>
              <p:nvPicPr>
                <p:cNvPr id="14" name="Ink 13">
                  <a:extLst>
                    <a:ext uri="{FF2B5EF4-FFF2-40B4-BE49-F238E27FC236}">
                      <a16:creationId xmlns:a16="http://schemas.microsoft.com/office/drawing/2014/main" id="{BFF09598-CC56-111B-AFB8-5966534C1BC2}"/>
                    </a:ext>
                  </a:extLst>
                </p:cNvPr>
                <p:cNvPicPr/>
                <p:nvPr/>
              </p:nvPicPr>
              <p:blipFill>
                <a:blip r:embed="rId18"/>
                <a:stretch>
                  <a:fillRect/>
                </a:stretch>
              </p:blipFill>
              <p:spPr>
                <a:xfrm>
                  <a:off x="1471680" y="4629680"/>
                  <a:ext cx="4716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55594DB6-29D4-295A-9A6D-959372097539}"/>
                    </a:ext>
                  </a:extLst>
                </p14:cNvPr>
                <p14:cNvContentPartPr/>
                <p14:nvPr/>
              </p14:nvContentPartPr>
              <p14:xfrm>
                <a:off x="1574640" y="4700240"/>
                <a:ext cx="122040" cy="183240"/>
              </p14:xfrm>
            </p:contentPart>
          </mc:Choice>
          <mc:Fallback xmlns="">
            <p:pic>
              <p:nvPicPr>
                <p:cNvPr id="15" name="Ink 14">
                  <a:extLst>
                    <a:ext uri="{FF2B5EF4-FFF2-40B4-BE49-F238E27FC236}">
                      <a16:creationId xmlns:a16="http://schemas.microsoft.com/office/drawing/2014/main" id="{55594DB6-29D4-295A-9A6D-959372097539}"/>
                    </a:ext>
                  </a:extLst>
                </p:cNvPr>
                <p:cNvPicPr/>
                <p:nvPr/>
              </p:nvPicPr>
              <p:blipFill>
                <a:blip r:embed="rId20"/>
                <a:stretch>
                  <a:fillRect/>
                </a:stretch>
              </p:blipFill>
              <p:spPr>
                <a:xfrm>
                  <a:off x="1568520" y="4694120"/>
                  <a:ext cx="134280" cy="195480"/>
                </a:xfrm>
                <a:prstGeom prst="rect">
                  <a:avLst/>
                </a:prstGeom>
              </p:spPr>
            </p:pic>
          </mc:Fallback>
        </mc:AlternateContent>
      </p:grpSp>
      <p:grpSp>
        <p:nvGrpSpPr>
          <p:cNvPr id="23" name="Group 22">
            <a:extLst>
              <a:ext uri="{FF2B5EF4-FFF2-40B4-BE49-F238E27FC236}">
                <a16:creationId xmlns:a16="http://schemas.microsoft.com/office/drawing/2014/main" id="{121BA6E5-78AC-5DF7-2674-47FEAA115BF2}"/>
              </a:ext>
            </a:extLst>
          </p:cNvPr>
          <p:cNvGrpSpPr/>
          <p:nvPr/>
        </p:nvGrpSpPr>
        <p:grpSpPr>
          <a:xfrm>
            <a:off x="2040480" y="4594040"/>
            <a:ext cx="512280" cy="275760"/>
            <a:chOff x="2040480" y="4594040"/>
            <a:chExt cx="512280" cy="275760"/>
          </a:xfrm>
        </p:grpSpPr>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8B4AAC6E-1B49-46CC-A004-1D643BD0F760}"/>
                    </a:ext>
                  </a:extLst>
                </p14:cNvPr>
                <p14:cNvContentPartPr/>
                <p14:nvPr/>
              </p14:nvContentPartPr>
              <p14:xfrm>
                <a:off x="2040480" y="4687640"/>
                <a:ext cx="223560" cy="153000"/>
              </p14:xfrm>
            </p:contentPart>
          </mc:Choice>
          <mc:Fallback xmlns="">
            <p:pic>
              <p:nvPicPr>
                <p:cNvPr id="16" name="Ink 15">
                  <a:extLst>
                    <a:ext uri="{FF2B5EF4-FFF2-40B4-BE49-F238E27FC236}">
                      <a16:creationId xmlns:a16="http://schemas.microsoft.com/office/drawing/2014/main" id="{8B4AAC6E-1B49-46CC-A004-1D643BD0F760}"/>
                    </a:ext>
                  </a:extLst>
                </p:cNvPr>
                <p:cNvPicPr/>
                <p:nvPr/>
              </p:nvPicPr>
              <p:blipFill>
                <a:blip r:embed="rId22"/>
                <a:stretch>
                  <a:fillRect/>
                </a:stretch>
              </p:blipFill>
              <p:spPr>
                <a:xfrm>
                  <a:off x="2034360" y="4681520"/>
                  <a:ext cx="2358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12BFBE39-BD32-C04F-3462-6689E07D8AB8}"/>
                    </a:ext>
                  </a:extLst>
                </p14:cNvPr>
                <p14:cNvContentPartPr/>
                <p14:nvPr/>
              </p14:nvContentPartPr>
              <p14:xfrm>
                <a:off x="2296440" y="4594040"/>
                <a:ext cx="34920" cy="222840"/>
              </p14:xfrm>
            </p:contentPart>
          </mc:Choice>
          <mc:Fallback xmlns="">
            <p:pic>
              <p:nvPicPr>
                <p:cNvPr id="17" name="Ink 16">
                  <a:extLst>
                    <a:ext uri="{FF2B5EF4-FFF2-40B4-BE49-F238E27FC236}">
                      <a16:creationId xmlns:a16="http://schemas.microsoft.com/office/drawing/2014/main" id="{12BFBE39-BD32-C04F-3462-6689E07D8AB8}"/>
                    </a:ext>
                  </a:extLst>
                </p:cNvPr>
                <p:cNvPicPr/>
                <p:nvPr/>
              </p:nvPicPr>
              <p:blipFill>
                <a:blip r:embed="rId24"/>
                <a:stretch>
                  <a:fillRect/>
                </a:stretch>
              </p:blipFill>
              <p:spPr>
                <a:xfrm>
                  <a:off x="2290320" y="4587920"/>
                  <a:ext cx="4716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6438BDDB-0DBF-95B0-9AD0-6B71707D49A8}"/>
                    </a:ext>
                  </a:extLst>
                </p14:cNvPr>
                <p14:cNvContentPartPr/>
                <p14:nvPr/>
              </p14:nvContentPartPr>
              <p14:xfrm>
                <a:off x="2329560" y="4686560"/>
                <a:ext cx="113040" cy="161640"/>
              </p14:xfrm>
            </p:contentPart>
          </mc:Choice>
          <mc:Fallback xmlns="">
            <p:pic>
              <p:nvPicPr>
                <p:cNvPr id="18" name="Ink 17">
                  <a:extLst>
                    <a:ext uri="{FF2B5EF4-FFF2-40B4-BE49-F238E27FC236}">
                      <a16:creationId xmlns:a16="http://schemas.microsoft.com/office/drawing/2014/main" id="{6438BDDB-0DBF-95B0-9AD0-6B71707D49A8}"/>
                    </a:ext>
                  </a:extLst>
                </p:cNvPr>
                <p:cNvPicPr/>
                <p:nvPr/>
              </p:nvPicPr>
              <p:blipFill>
                <a:blip r:embed="rId26"/>
                <a:stretch>
                  <a:fillRect/>
                </a:stretch>
              </p:blipFill>
              <p:spPr>
                <a:xfrm>
                  <a:off x="2323440" y="4680440"/>
                  <a:ext cx="12528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Ink 18">
                  <a:extLst>
                    <a:ext uri="{FF2B5EF4-FFF2-40B4-BE49-F238E27FC236}">
                      <a16:creationId xmlns:a16="http://schemas.microsoft.com/office/drawing/2014/main" id="{11B4D30E-1D8C-B9C9-1385-20450127D0D6}"/>
                    </a:ext>
                  </a:extLst>
                </p14:cNvPr>
                <p14:cNvContentPartPr/>
                <p14:nvPr/>
              </p14:nvContentPartPr>
              <p14:xfrm>
                <a:off x="2417400" y="4721120"/>
                <a:ext cx="135360" cy="148680"/>
              </p14:xfrm>
            </p:contentPart>
          </mc:Choice>
          <mc:Fallback xmlns="">
            <p:pic>
              <p:nvPicPr>
                <p:cNvPr id="19" name="Ink 18">
                  <a:extLst>
                    <a:ext uri="{FF2B5EF4-FFF2-40B4-BE49-F238E27FC236}">
                      <a16:creationId xmlns:a16="http://schemas.microsoft.com/office/drawing/2014/main" id="{11B4D30E-1D8C-B9C9-1385-20450127D0D6}"/>
                    </a:ext>
                  </a:extLst>
                </p:cNvPr>
                <p:cNvPicPr/>
                <p:nvPr/>
              </p:nvPicPr>
              <p:blipFill>
                <a:blip r:embed="rId28"/>
                <a:stretch>
                  <a:fillRect/>
                </a:stretch>
              </p:blipFill>
              <p:spPr>
                <a:xfrm>
                  <a:off x="2411280" y="4715000"/>
                  <a:ext cx="147600" cy="160920"/>
                </a:xfrm>
                <a:prstGeom prst="rect">
                  <a:avLst/>
                </a:prstGeom>
              </p:spPr>
            </p:pic>
          </mc:Fallback>
        </mc:AlternateContent>
      </p:grpSp>
      <p:grpSp>
        <p:nvGrpSpPr>
          <p:cNvPr id="22" name="Group 21">
            <a:extLst>
              <a:ext uri="{FF2B5EF4-FFF2-40B4-BE49-F238E27FC236}">
                <a16:creationId xmlns:a16="http://schemas.microsoft.com/office/drawing/2014/main" id="{37416004-16CD-28F8-0934-55ED81BF986C}"/>
              </a:ext>
            </a:extLst>
          </p:cNvPr>
          <p:cNvGrpSpPr/>
          <p:nvPr/>
        </p:nvGrpSpPr>
        <p:grpSpPr>
          <a:xfrm>
            <a:off x="2995200" y="4435280"/>
            <a:ext cx="424440" cy="401040"/>
            <a:chOff x="2995200" y="4435280"/>
            <a:chExt cx="424440" cy="401040"/>
          </a:xfrm>
        </p:grpSpPr>
        <mc:AlternateContent xmlns:mc="http://schemas.openxmlformats.org/markup-compatibility/2006" xmlns:p14="http://schemas.microsoft.com/office/powerpoint/2010/main">
          <mc:Choice Requires="p14">
            <p:contentPart p14:bwMode="auto" r:id="rId29">
              <p14:nvContentPartPr>
                <p14:cNvPr id="20" name="Ink 19">
                  <a:extLst>
                    <a:ext uri="{FF2B5EF4-FFF2-40B4-BE49-F238E27FC236}">
                      <a16:creationId xmlns:a16="http://schemas.microsoft.com/office/drawing/2014/main" id="{0F650CEC-A83F-CEE8-46FB-8D9B0F53F9C4}"/>
                    </a:ext>
                  </a:extLst>
                </p14:cNvPr>
                <p14:cNvContentPartPr/>
                <p14:nvPr/>
              </p14:nvContentPartPr>
              <p14:xfrm>
                <a:off x="2995200" y="4435280"/>
                <a:ext cx="151200" cy="389160"/>
              </p14:xfrm>
            </p:contentPart>
          </mc:Choice>
          <mc:Fallback xmlns="">
            <p:pic>
              <p:nvPicPr>
                <p:cNvPr id="20" name="Ink 19">
                  <a:extLst>
                    <a:ext uri="{FF2B5EF4-FFF2-40B4-BE49-F238E27FC236}">
                      <a16:creationId xmlns:a16="http://schemas.microsoft.com/office/drawing/2014/main" id="{0F650CEC-A83F-CEE8-46FB-8D9B0F53F9C4}"/>
                    </a:ext>
                  </a:extLst>
                </p:cNvPr>
                <p:cNvPicPr/>
                <p:nvPr/>
              </p:nvPicPr>
              <p:blipFill>
                <a:blip r:embed="rId30"/>
                <a:stretch>
                  <a:fillRect/>
                </a:stretch>
              </p:blipFill>
              <p:spPr>
                <a:xfrm>
                  <a:off x="2989080" y="4429160"/>
                  <a:ext cx="163440" cy="4014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Ink 20">
                  <a:extLst>
                    <a:ext uri="{FF2B5EF4-FFF2-40B4-BE49-F238E27FC236}">
                      <a16:creationId xmlns:a16="http://schemas.microsoft.com/office/drawing/2014/main" id="{B744FDEF-6351-33D6-9687-2CA5D58C1981}"/>
                    </a:ext>
                  </a:extLst>
                </p14:cNvPr>
                <p14:cNvContentPartPr/>
                <p14:nvPr/>
              </p14:nvContentPartPr>
              <p14:xfrm>
                <a:off x="3221280" y="4578560"/>
                <a:ext cx="198360" cy="257760"/>
              </p14:xfrm>
            </p:contentPart>
          </mc:Choice>
          <mc:Fallback xmlns="">
            <p:pic>
              <p:nvPicPr>
                <p:cNvPr id="21" name="Ink 20">
                  <a:extLst>
                    <a:ext uri="{FF2B5EF4-FFF2-40B4-BE49-F238E27FC236}">
                      <a16:creationId xmlns:a16="http://schemas.microsoft.com/office/drawing/2014/main" id="{B744FDEF-6351-33D6-9687-2CA5D58C1981}"/>
                    </a:ext>
                  </a:extLst>
                </p:cNvPr>
                <p:cNvPicPr/>
                <p:nvPr/>
              </p:nvPicPr>
              <p:blipFill>
                <a:blip r:embed="rId32"/>
                <a:stretch>
                  <a:fillRect/>
                </a:stretch>
              </p:blipFill>
              <p:spPr>
                <a:xfrm>
                  <a:off x="3215160" y="4572440"/>
                  <a:ext cx="210600" cy="270000"/>
                </a:xfrm>
                <a:prstGeom prst="rect">
                  <a:avLst/>
                </a:prstGeom>
              </p:spPr>
            </p:pic>
          </mc:Fallback>
        </mc:AlternateContent>
      </p:grpSp>
      <p:grpSp>
        <p:nvGrpSpPr>
          <p:cNvPr id="31" name="Group 30">
            <a:extLst>
              <a:ext uri="{FF2B5EF4-FFF2-40B4-BE49-F238E27FC236}">
                <a16:creationId xmlns:a16="http://schemas.microsoft.com/office/drawing/2014/main" id="{ECE2C9B4-BA32-576A-B7BF-6EC55A7E20DC}"/>
              </a:ext>
            </a:extLst>
          </p:cNvPr>
          <p:cNvGrpSpPr/>
          <p:nvPr/>
        </p:nvGrpSpPr>
        <p:grpSpPr>
          <a:xfrm>
            <a:off x="4756680" y="6459560"/>
            <a:ext cx="574560" cy="275040"/>
            <a:chOff x="4756680" y="6459560"/>
            <a:chExt cx="574560" cy="275040"/>
          </a:xfrm>
        </p:grpSpPr>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A939F812-B253-9640-FE94-4B3ACC7CB2D9}"/>
                    </a:ext>
                  </a:extLst>
                </p14:cNvPr>
                <p14:cNvContentPartPr/>
                <p14:nvPr/>
              </p14:nvContentPartPr>
              <p14:xfrm>
                <a:off x="4756680" y="6479360"/>
                <a:ext cx="140400" cy="240480"/>
              </p14:xfrm>
            </p:contentPart>
          </mc:Choice>
          <mc:Fallback xmlns="">
            <p:pic>
              <p:nvPicPr>
                <p:cNvPr id="26" name="Ink 25">
                  <a:extLst>
                    <a:ext uri="{FF2B5EF4-FFF2-40B4-BE49-F238E27FC236}">
                      <a16:creationId xmlns:a16="http://schemas.microsoft.com/office/drawing/2014/main" id="{A939F812-B253-9640-FE94-4B3ACC7CB2D9}"/>
                    </a:ext>
                  </a:extLst>
                </p:cNvPr>
                <p:cNvPicPr/>
                <p:nvPr/>
              </p:nvPicPr>
              <p:blipFill>
                <a:blip r:embed="rId34"/>
                <a:stretch>
                  <a:fillRect/>
                </a:stretch>
              </p:blipFill>
              <p:spPr>
                <a:xfrm>
                  <a:off x="4750560" y="6473240"/>
                  <a:ext cx="15264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931DCB36-3FF4-AF35-AE66-C38463DE5295}"/>
                    </a:ext>
                  </a:extLst>
                </p14:cNvPr>
                <p14:cNvContentPartPr/>
                <p14:nvPr/>
              </p14:nvContentPartPr>
              <p14:xfrm>
                <a:off x="4917240" y="6459560"/>
                <a:ext cx="86760" cy="187560"/>
              </p14:xfrm>
            </p:contentPart>
          </mc:Choice>
          <mc:Fallback xmlns="">
            <p:pic>
              <p:nvPicPr>
                <p:cNvPr id="27" name="Ink 26">
                  <a:extLst>
                    <a:ext uri="{FF2B5EF4-FFF2-40B4-BE49-F238E27FC236}">
                      <a16:creationId xmlns:a16="http://schemas.microsoft.com/office/drawing/2014/main" id="{931DCB36-3FF4-AF35-AE66-C38463DE5295}"/>
                    </a:ext>
                  </a:extLst>
                </p:cNvPr>
                <p:cNvPicPr/>
                <p:nvPr/>
              </p:nvPicPr>
              <p:blipFill>
                <a:blip r:embed="rId36"/>
                <a:stretch>
                  <a:fillRect/>
                </a:stretch>
              </p:blipFill>
              <p:spPr>
                <a:xfrm>
                  <a:off x="4911120" y="6453440"/>
                  <a:ext cx="9900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 name="Ink 27">
                  <a:extLst>
                    <a:ext uri="{FF2B5EF4-FFF2-40B4-BE49-F238E27FC236}">
                      <a16:creationId xmlns:a16="http://schemas.microsoft.com/office/drawing/2014/main" id="{41282B51-68D5-7175-A1D5-E55E03AE8F88}"/>
                    </a:ext>
                  </a:extLst>
                </p14:cNvPr>
                <p14:cNvContentPartPr/>
                <p14:nvPr/>
              </p14:nvContentPartPr>
              <p14:xfrm>
                <a:off x="4977720" y="6509600"/>
                <a:ext cx="100440" cy="225000"/>
              </p14:xfrm>
            </p:contentPart>
          </mc:Choice>
          <mc:Fallback xmlns="">
            <p:pic>
              <p:nvPicPr>
                <p:cNvPr id="28" name="Ink 27">
                  <a:extLst>
                    <a:ext uri="{FF2B5EF4-FFF2-40B4-BE49-F238E27FC236}">
                      <a16:creationId xmlns:a16="http://schemas.microsoft.com/office/drawing/2014/main" id="{41282B51-68D5-7175-A1D5-E55E03AE8F88}"/>
                    </a:ext>
                  </a:extLst>
                </p:cNvPr>
                <p:cNvPicPr/>
                <p:nvPr/>
              </p:nvPicPr>
              <p:blipFill>
                <a:blip r:embed="rId38"/>
                <a:stretch>
                  <a:fillRect/>
                </a:stretch>
              </p:blipFill>
              <p:spPr>
                <a:xfrm>
                  <a:off x="4971600" y="6503480"/>
                  <a:ext cx="11268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9" name="Ink 28">
                  <a:extLst>
                    <a:ext uri="{FF2B5EF4-FFF2-40B4-BE49-F238E27FC236}">
                      <a16:creationId xmlns:a16="http://schemas.microsoft.com/office/drawing/2014/main" id="{5F22A9EA-5F34-4655-8AAF-4E649F904CB3}"/>
                    </a:ext>
                  </a:extLst>
                </p14:cNvPr>
                <p14:cNvContentPartPr/>
                <p14:nvPr/>
              </p14:nvContentPartPr>
              <p14:xfrm>
                <a:off x="5142600" y="6488720"/>
                <a:ext cx="43560" cy="188640"/>
              </p14:xfrm>
            </p:contentPart>
          </mc:Choice>
          <mc:Fallback xmlns="">
            <p:pic>
              <p:nvPicPr>
                <p:cNvPr id="29" name="Ink 28">
                  <a:extLst>
                    <a:ext uri="{FF2B5EF4-FFF2-40B4-BE49-F238E27FC236}">
                      <a16:creationId xmlns:a16="http://schemas.microsoft.com/office/drawing/2014/main" id="{5F22A9EA-5F34-4655-8AAF-4E649F904CB3}"/>
                    </a:ext>
                  </a:extLst>
                </p:cNvPr>
                <p:cNvPicPr/>
                <p:nvPr/>
              </p:nvPicPr>
              <p:blipFill>
                <a:blip r:embed="rId40"/>
                <a:stretch>
                  <a:fillRect/>
                </a:stretch>
              </p:blipFill>
              <p:spPr>
                <a:xfrm>
                  <a:off x="5136480" y="6482600"/>
                  <a:ext cx="5580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0" name="Ink 29">
                  <a:extLst>
                    <a:ext uri="{FF2B5EF4-FFF2-40B4-BE49-F238E27FC236}">
                      <a16:creationId xmlns:a16="http://schemas.microsoft.com/office/drawing/2014/main" id="{1D9A7472-81CC-5BDE-8B3E-ABEF2861EF5B}"/>
                    </a:ext>
                  </a:extLst>
                </p14:cNvPr>
                <p14:cNvContentPartPr/>
                <p14:nvPr/>
              </p14:nvContentPartPr>
              <p14:xfrm>
                <a:off x="5192640" y="6540560"/>
                <a:ext cx="138600" cy="142560"/>
              </p14:xfrm>
            </p:contentPart>
          </mc:Choice>
          <mc:Fallback xmlns="">
            <p:pic>
              <p:nvPicPr>
                <p:cNvPr id="30" name="Ink 29">
                  <a:extLst>
                    <a:ext uri="{FF2B5EF4-FFF2-40B4-BE49-F238E27FC236}">
                      <a16:creationId xmlns:a16="http://schemas.microsoft.com/office/drawing/2014/main" id="{1D9A7472-81CC-5BDE-8B3E-ABEF2861EF5B}"/>
                    </a:ext>
                  </a:extLst>
                </p:cNvPr>
                <p:cNvPicPr/>
                <p:nvPr/>
              </p:nvPicPr>
              <p:blipFill>
                <a:blip r:embed="rId42"/>
                <a:stretch>
                  <a:fillRect/>
                </a:stretch>
              </p:blipFill>
              <p:spPr>
                <a:xfrm>
                  <a:off x="5186520" y="6534440"/>
                  <a:ext cx="150840" cy="154800"/>
                </a:xfrm>
                <a:prstGeom prst="rect">
                  <a:avLst/>
                </a:prstGeom>
              </p:spPr>
            </p:pic>
          </mc:Fallback>
        </mc:AlternateContent>
      </p:grpSp>
      <p:grpSp>
        <p:nvGrpSpPr>
          <p:cNvPr id="39" name="Group 38">
            <a:extLst>
              <a:ext uri="{FF2B5EF4-FFF2-40B4-BE49-F238E27FC236}">
                <a16:creationId xmlns:a16="http://schemas.microsoft.com/office/drawing/2014/main" id="{FEB2820E-58D9-2551-8B8D-9032494A77EF}"/>
              </a:ext>
            </a:extLst>
          </p:cNvPr>
          <p:cNvGrpSpPr/>
          <p:nvPr/>
        </p:nvGrpSpPr>
        <p:grpSpPr>
          <a:xfrm>
            <a:off x="5977800" y="6501680"/>
            <a:ext cx="807480" cy="280080"/>
            <a:chOff x="5977800" y="6501680"/>
            <a:chExt cx="807480" cy="280080"/>
          </a:xfrm>
        </p:grpSpPr>
        <mc:AlternateContent xmlns:mc="http://schemas.openxmlformats.org/markup-compatibility/2006" xmlns:p14="http://schemas.microsoft.com/office/powerpoint/2010/main">
          <mc:Choice Requires="p14">
            <p:contentPart p14:bwMode="auto" r:id="rId43">
              <p14:nvContentPartPr>
                <p14:cNvPr id="32" name="Ink 31">
                  <a:extLst>
                    <a:ext uri="{FF2B5EF4-FFF2-40B4-BE49-F238E27FC236}">
                      <a16:creationId xmlns:a16="http://schemas.microsoft.com/office/drawing/2014/main" id="{4F883C03-EE82-0D7A-B270-5519C8BEFCA6}"/>
                    </a:ext>
                  </a:extLst>
                </p14:cNvPr>
                <p14:cNvContentPartPr/>
                <p14:nvPr/>
              </p14:nvContentPartPr>
              <p14:xfrm>
                <a:off x="5977800" y="6501680"/>
                <a:ext cx="119160" cy="224640"/>
              </p14:xfrm>
            </p:contentPart>
          </mc:Choice>
          <mc:Fallback xmlns="">
            <p:pic>
              <p:nvPicPr>
                <p:cNvPr id="32" name="Ink 31">
                  <a:extLst>
                    <a:ext uri="{FF2B5EF4-FFF2-40B4-BE49-F238E27FC236}">
                      <a16:creationId xmlns:a16="http://schemas.microsoft.com/office/drawing/2014/main" id="{4F883C03-EE82-0D7A-B270-5519C8BEFCA6}"/>
                    </a:ext>
                  </a:extLst>
                </p:cNvPr>
                <p:cNvPicPr/>
                <p:nvPr/>
              </p:nvPicPr>
              <p:blipFill>
                <a:blip r:embed="rId44"/>
                <a:stretch>
                  <a:fillRect/>
                </a:stretch>
              </p:blipFill>
              <p:spPr>
                <a:xfrm>
                  <a:off x="5971680" y="6495560"/>
                  <a:ext cx="13140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3" name="Ink 32">
                  <a:extLst>
                    <a:ext uri="{FF2B5EF4-FFF2-40B4-BE49-F238E27FC236}">
                      <a16:creationId xmlns:a16="http://schemas.microsoft.com/office/drawing/2014/main" id="{A0800710-3DC3-ACE3-1EF5-581EC830EB4E}"/>
                    </a:ext>
                  </a:extLst>
                </p14:cNvPr>
                <p14:cNvContentPartPr/>
                <p14:nvPr/>
              </p14:nvContentPartPr>
              <p14:xfrm>
                <a:off x="6151680" y="6632720"/>
                <a:ext cx="88920" cy="93600"/>
              </p14:xfrm>
            </p:contentPart>
          </mc:Choice>
          <mc:Fallback xmlns="">
            <p:pic>
              <p:nvPicPr>
                <p:cNvPr id="33" name="Ink 32">
                  <a:extLst>
                    <a:ext uri="{FF2B5EF4-FFF2-40B4-BE49-F238E27FC236}">
                      <a16:creationId xmlns:a16="http://schemas.microsoft.com/office/drawing/2014/main" id="{A0800710-3DC3-ACE3-1EF5-581EC830EB4E}"/>
                    </a:ext>
                  </a:extLst>
                </p:cNvPr>
                <p:cNvPicPr/>
                <p:nvPr/>
              </p:nvPicPr>
              <p:blipFill>
                <a:blip r:embed="rId46"/>
                <a:stretch>
                  <a:fillRect/>
                </a:stretch>
              </p:blipFill>
              <p:spPr>
                <a:xfrm>
                  <a:off x="6145560" y="6626600"/>
                  <a:ext cx="10116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4" name="Ink 33">
                  <a:extLst>
                    <a:ext uri="{FF2B5EF4-FFF2-40B4-BE49-F238E27FC236}">
                      <a16:creationId xmlns:a16="http://schemas.microsoft.com/office/drawing/2014/main" id="{71ABE9C2-C898-5A8D-FAC3-0CF53B237EE2}"/>
                    </a:ext>
                  </a:extLst>
                </p14:cNvPr>
                <p14:cNvContentPartPr/>
                <p14:nvPr/>
              </p14:nvContentPartPr>
              <p14:xfrm>
                <a:off x="6309360" y="6582320"/>
                <a:ext cx="122040" cy="122040"/>
              </p14:xfrm>
            </p:contentPart>
          </mc:Choice>
          <mc:Fallback xmlns="">
            <p:pic>
              <p:nvPicPr>
                <p:cNvPr id="34" name="Ink 33">
                  <a:extLst>
                    <a:ext uri="{FF2B5EF4-FFF2-40B4-BE49-F238E27FC236}">
                      <a16:creationId xmlns:a16="http://schemas.microsoft.com/office/drawing/2014/main" id="{71ABE9C2-C898-5A8D-FAC3-0CF53B237EE2}"/>
                    </a:ext>
                  </a:extLst>
                </p:cNvPr>
                <p:cNvPicPr/>
                <p:nvPr/>
              </p:nvPicPr>
              <p:blipFill>
                <a:blip r:embed="rId48"/>
                <a:stretch>
                  <a:fillRect/>
                </a:stretch>
              </p:blipFill>
              <p:spPr>
                <a:xfrm>
                  <a:off x="6303240" y="6576200"/>
                  <a:ext cx="13428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5" name="Ink 34">
                  <a:extLst>
                    <a:ext uri="{FF2B5EF4-FFF2-40B4-BE49-F238E27FC236}">
                      <a16:creationId xmlns:a16="http://schemas.microsoft.com/office/drawing/2014/main" id="{FCFC12B6-4412-031F-C33D-3D3B02CD1CE8}"/>
                    </a:ext>
                  </a:extLst>
                </p14:cNvPr>
                <p14:cNvContentPartPr/>
                <p14:nvPr/>
              </p14:nvContentPartPr>
              <p14:xfrm>
                <a:off x="6486480" y="6643160"/>
                <a:ext cx="26280" cy="47520"/>
              </p14:xfrm>
            </p:contentPart>
          </mc:Choice>
          <mc:Fallback xmlns="">
            <p:pic>
              <p:nvPicPr>
                <p:cNvPr id="35" name="Ink 34">
                  <a:extLst>
                    <a:ext uri="{FF2B5EF4-FFF2-40B4-BE49-F238E27FC236}">
                      <a16:creationId xmlns:a16="http://schemas.microsoft.com/office/drawing/2014/main" id="{FCFC12B6-4412-031F-C33D-3D3B02CD1CE8}"/>
                    </a:ext>
                  </a:extLst>
                </p:cNvPr>
                <p:cNvPicPr/>
                <p:nvPr/>
              </p:nvPicPr>
              <p:blipFill>
                <a:blip r:embed="rId50"/>
                <a:stretch>
                  <a:fillRect/>
                </a:stretch>
              </p:blipFill>
              <p:spPr>
                <a:xfrm>
                  <a:off x="6480360" y="6637040"/>
                  <a:ext cx="3852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6" name="Ink 35">
                  <a:extLst>
                    <a:ext uri="{FF2B5EF4-FFF2-40B4-BE49-F238E27FC236}">
                      <a16:creationId xmlns:a16="http://schemas.microsoft.com/office/drawing/2014/main" id="{E1555192-C3F8-DC50-AC42-B096A0179814}"/>
                    </a:ext>
                  </a:extLst>
                </p14:cNvPr>
                <p14:cNvContentPartPr/>
                <p14:nvPr/>
              </p14:nvContentPartPr>
              <p14:xfrm>
                <a:off x="6491520" y="6572240"/>
                <a:ext cx="32760" cy="34560"/>
              </p14:xfrm>
            </p:contentPart>
          </mc:Choice>
          <mc:Fallback xmlns="">
            <p:pic>
              <p:nvPicPr>
                <p:cNvPr id="36" name="Ink 35">
                  <a:extLst>
                    <a:ext uri="{FF2B5EF4-FFF2-40B4-BE49-F238E27FC236}">
                      <a16:creationId xmlns:a16="http://schemas.microsoft.com/office/drawing/2014/main" id="{E1555192-C3F8-DC50-AC42-B096A0179814}"/>
                    </a:ext>
                  </a:extLst>
                </p:cNvPr>
                <p:cNvPicPr/>
                <p:nvPr/>
              </p:nvPicPr>
              <p:blipFill>
                <a:blip r:embed="rId52"/>
                <a:stretch>
                  <a:fillRect/>
                </a:stretch>
              </p:blipFill>
              <p:spPr>
                <a:xfrm>
                  <a:off x="6485400" y="6566120"/>
                  <a:ext cx="4500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7" name="Ink 36">
                  <a:extLst>
                    <a:ext uri="{FF2B5EF4-FFF2-40B4-BE49-F238E27FC236}">
                      <a16:creationId xmlns:a16="http://schemas.microsoft.com/office/drawing/2014/main" id="{985CB9A6-6B1C-0131-D6C4-BEA2D1825CE9}"/>
                    </a:ext>
                  </a:extLst>
                </p14:cNvPr>
                <p14:cNvContentPartPr/>
                <p14:nvPr/>
              </p14:nvContentPartPr>
              <p14:xfrm>
                <a:off x="6554880" y="6592760"/>
                <a:ext cx="104040" cy="66960"/>
              </p14:xfrm>
            </p:contentPart>
          </mc:Choice>
          <mc:Fallback xmlns="">
            <p:pic>
              <p:nvPicPr>
                <p:cNvPr id="37" name="Ink 36">
                  <a:extLst>
                    <a:ext uri="{FF2B5EF4-FFF2-40B4-BE49-F238E27FC236}">
                      <a16:creationId xmlns:a16="http://schemas.microsoft.com/office/drawing/2014/main" id="{985CB9A6-6B1C-0131-D6C4-BEA2D1825CE9}"/>
                    </a:ext>
                  </a:extLst>
                </p:cNvPr>
                <p:cNvPicPr/>
                <p:nvPr/>
              </p:nvPicPr>
              <p:blipFill>
                <a:blip r:embed="rId54"/>
                <a:stretch>
                  <a:fillRect/>
                </a:stretch>
              </p:blipFill>
              <p:spPr>
                <a:xfrm>
                  <a:off x="6548760" y="6586640"/>
                  <a:ext cx="11628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8" name="Ink 37">
                  <a:extLst>
                    <a:ext uri="{FF2B5EF4-FFF2-40B4-BE49-F238E27FC236}">
                      <a16:creationId xmlns:a16="http://schemas.microsoft.com/office/drawing/2014/main" id="{382552B1-0753-B566-F8E7-A4ED5695505A}"/>
                    </a:ext>
                  </a:extLst>
                </p14:cNvPr>
                <p14:cNvContentPartPr/>
                <p14:nvPr/>
              </p14:nvContentPartPr>
              <p14:xfrm>
                <a:off x="6589440" y="6612920"/>
                <a:ext cx="195840" cy="168840"/>
              </p14:xfrm>
            </p:contentPart>
          </mc:Choice>
          <mc:Fallback xmlns="">
            <p:pic>
              <p:nvPicPr>
                <p:cNvPr id="38" name="Ink 37">
                  <a:extLst>
                    <a:ext uri="{FF2B5EF4-FFF2-40B4-BE49-F238E27FC236}">
                      <a16:creationId xmlns:a16="http://schemas.microsoft.com/office/drawing/2014/main" id="{382552B1-0753-B566-F8E7-A4ED5695505A}"/>
                    </a:ext>
                  </a:extLst>
                </p:cNvPr>
                <p:cNvPicPr/>
                <p:nvPr/>
              </p:nvPicPr>
              <p:blipFill>
                <a:blip r:embed="rId56"/>
                <a:stretch>
                  <a:fillRect/>
                </a:stretch>
              </p:blipFill>
              <p:spPr>
                <a:xfrm>
                  <a:off x="6583320" y="6606800"/>
                  <a:ext cx="208080" cy="181080"/>
                </a:xfrm>
                <a:prstGeom prst="rect">
                  <a:avLst/>
                </a:prstGeom>
              </p:spPr>
            </p:pic>
          </mc:Fallback>
        </mc:AlternateContent>
      </p:grpSp>
      <p:grpSp>
        <p:nvGrpSpPr>
          <p:cNvPr id="51" name="Group 50">
            <a:extLst>
              <a:ext uri="{FF2B5EF4-FFF2-40B4-BE49-F238E27FC236}">
                <a16:creationId xmlns:a16="http://schemas.microsoft.com/office/drawing/2014/main" id="{FE656FAB-3F07-EEC5-A091-771B1FC92F53}"/>
              </a:ext>
            </a:extLst>
          </p:cNvPr>
          <p:cNvGrpSpPr/>
          <p:nvPr/>
        </p:nvGrpSpPr>
        <p:grpSpPr>
          <a:xfrm>
            <a:off x="7367040" y="6499880"/>
            <a:ext cx="1245600" cy="261000"/>
            <a:chOff x="7367040" y="6499880"/>
            <a:chExt cx="1245600" cy="261000"/>
          </a:xfrm>
        </p:grpSpPr>
        <mc:AlternateContent xmlns:mc="http://schemas.openxmlformats.org/markup-compatibility/2006" xmlns:p14="http://schemas.microsoft.com/office/powerpoint/2010/main">
          <mc:Choice Requires="p14">
            <p:contentPart p14:bwMode="auto" r:id="rId57">
              <p14:nvContentPartPr>
                <p14:cNvPr id="40" name="Ink 39">
                  <a:extLst>
                    <a:ext uri="{FF2B5EF4-FFF2-40B4-BE49-F238E27FC236}">
                      <a16:creationId xmlns:a16="http://schemas.microsoft.com/office/drawing/2014/main" id="{8BA860F0-D357-19CB-BAE6-3A5E7F707AF7}"/>
                    </a:ext>
                  </a:extLst>
                </p14:cNvPr>
                <p14:cNvContentPartPr/>
                <p14:nvPr/>
              </p14:nvContentPartPr>
              <p14:xfrm>
                <a:off x="7367040" y="6499880"/>
                <a:ext cx="120240" cy="248400"/>
              </p14:xfrm>
            </p:contentPart>
          </mc:Choice>
          <mc:Fallback xmlns="">
            <p:pic>
              <p:nvPicPr>
                <p:cNvPr id="40" name="Ink 39">
                  <a:extLst>
                    <a:ext uri="{FF2B5EF4-FFF2-40B4-BE49-F238E27FC236}">
                      <a16:creationId xmlns:a16="http://schemas.microsoft.com/office/drawing/2014/main" id="{8BA860F0-D357-19CB-BAE6-3A5E7F707AF7}"/>
                    </a:ext>
                  </a:extLst>
                </p:cNvPr>
                <p:cNvPicPr/>
                <p:nvPr/>
              </p:nvPicPr>
              <p:blipFill>
                <a:blip r:embed="rId58"/>
                <a:stretch>
                  <a:fillRect/>
                </a:stretch>
              </p:blipFill>
              <p:spPr>
                <a:xfrm>
                  <a:off x="7360920" y="6493760"/>
                  <a:ext cx="13248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1" name="Ink 40">
                  <a:extLst>
                    <a:ext uri="{FF2B5EF4-FFF2-40B4-BE49-F238E27FC236}">
                      <a16:creationId xmlns:a16="http://schemas.microsoft.com/office/drawing/2014/main" id="{9AD28026-309A-1006-CFAD-034FEC3D6001}"/>
                    </a:ext>
                  </a:extLst>
                </p14:cNvPr>
                <p14:cNvContentPartPr/>
                <p14:nvPr/>
              </p14:nvContentPartPr>
              <p14:xfrm>
                <a:off x="7508160" y="6655400"/>
                <a:ext cx="79920" cy="61560"/>
              </p14:xfrm>
            </p:contentPart>
          </mc:Choice>
          <mc:Fallback xmlns="">
            <p:pic>
              <p:nvPicPr>
                <p:cNvPr id="41" name="Ink 40">
                  <a:extLst>
                    <a:ext uri="{FF2B5EF4-FFF2-40B4-BE49-F238E27FC236}">
                      <a16:creationId xmlns:a16="http://schemas.microsoft.com/office/drawing/2014/main" id="{9AD28026-309A-1006-CFAD-034FEC3D6001}"/>
                    </a:ext>
                  </a:extLst>
                </p:cNvPr>
                <p:cNvPicPr/>
                <p:nvPr/>
              </p:nvPicPr>
              <p:blipFill>
                <a:blip r:embed="rId60"/>
                <a:stretch>
                  <a:fillRect/>
                </a:stretch>
              </p:blipFill>
              <p:spPr>
                <a:xfrm>
                  <a:off x="7502040" y="6649280"/>
                  <a:ext cx="9216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2" name="Ink 41">
                  <a:extLst>
                    <a:ext uri="{FF2B5EF4-FFF2-40B4-BE49-F238E27FC236}">
                      <a16:creationId xmlns:a16="http://schemas.microsoft.com/office/drawing/2014/main" id="{1035D2CE-8EF0-4300-9158-751C0A7EF406}"/>
                    </a:ext>
                  </a:extLst>
                </p14:cNvPr>
                <p14:cNvContentPartPr/>
                <p14:nvPr/>
              </p14:nvContentPartPr>
              <p14:xfrm>
                <a:off x="7655760" y="6664040"/>
                <a:ext cx="76680" cy="66600"/>
              </p14:xfrm>
            </p:contentPart>
          </mc:Choice>
          <mc:Fallback xmlns="">
            <p:pic>
              <p:nvPicPr>
                <p:cNvPr id="42" name="Ink 41">
                  <a:extLst>
                    <a:ext uri="{FF2B5EF4-FFF2-40B4-BE49-F238E27FC236}">
                      <a16:creationId xmlns:a16="http://schemas.microsoft.com/office/drawing/2014/main" id="{1035D2CE-8EF0-4300-9158-751C0A7EF406}"/>
                    </a:ext>
                  </a:extLst>
                </p:cNvPr>
                <p:cNvPicPr/>
                <p:nvPr/>
              </p:nvPicPr>
              <p:blipFill>
                <a:blip r:embed="rId62"/>
                <a:stretch>
                  <a:fillRect/>
                </a:stretch>
              </p:blipFill>
              <p:spPr>
                <a:xfrm>
                  <a:off x="7649640" y="6657920"/>
                  <a:ext cx="8892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3" name="Ink 42">
                  <a:extLst>
                    <a:ext uri="{FF2B5EF4-FFF2-40B4-BE49-F238E27FC236}">
                      <a16:creationId xmlns:a16="http://schemas.microsoft.com/office/drawing/2014/main" id="{602015B1-1B6F-C7DE-8E35-555C5B1F3F9F}"/>
                    </a:ext>
                  </a:extLst>
                </p14:cNvPr>
                <p14:cNvContentPartPr/>
                <p14:nvPr/>
              </p14:nvContentPartPr>
              <p14:xfrm>
                <a:off x="7748640" y="6678800"/>
                <a:ext cx="209160" cy="35640"/>
              </p14:xfrm>
            </p:contentPart>
          </mc:Choice>
          <mc:Fallback xmlns="">
            <p:pic>
              <p:nvPicPr>
                <p:cNvPr id="43" name="Ink 42">
                  <a:extLst>
                    <a:ext uri="{FF2B5EF4-FFF2-40B4-BE49-F238E27FC236}">
                      <a16:creationId xmlns:a16="http://schemas.microsoft.com/office/drawing/2014/main" id="{602015B1-1B6F-C7DE-8E35-555C5B1F3F9F}"/>
                    </a:ext>
                  </a:extLst>
                </p:cNvPr>
                <p:cNvPicPr/>
                <p:nvPr/>
              </p:nvPicPr>
              <p:blipFill>
                <a:blip r:embed="rId64"/>
                <a:stretch>
                  <a:fillRect/>
                </a:stretch>
              </p:blipFill>
              <p:spPr>
                <a:xfrm>
                  <a:off x="7742520" y="6672680"/>
                  <a:ext cx="2214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6" name="Ink 45">
                  <a:extLst>
                    <a:ext uri="{FF2B5EF4-FFF2-40B4-BE49-F238E27FC236}">
                      <a16:creationId xmlns:a16="http://schemas.microsoft.com/office/drawing/2014/main" id="{56D10C7B-E4DD-4C66-90AA-C3E101A82B8D}"/>
                    </a:ext>
                  </a:extLst>
                </p14:cNvPr>
                <p14:cNvContentPartPr/>
                <p14:nvPr/>
              </p14:nvContentPartPr>
              <p14:xfrm>
                <a:off x="7900200" y="6640640"/>
                <a:ext cx="149760" cy="20160"/>
              </p14:xfrm>
            </p:contentPart>
          </mc:Choice>
          <mc:Fallback xmlns="">
            <p:pic>
              <p:nvPicPr>
                <p:cNvPr id="46" name="Ink 45">
                  <a:extLst>
                    <a:ext uri="{FF2B5EF4-FFF2-40B4-BE49-F238E27FC236}">
                      <a16:creationId xmlns:a16="http://schemas.microsoft.com/office/drawing/2014/main" id="{56D10C7B-E4DD-4C66-90AA-C3E101A82B8D}"/>
                    </a:ext>
                  </a:extLst>
                </p:cNvPr>
                <p:cNvPicPr/>
                <p:nvPr/>
              </p:nvPicPr>
              <p:blipFill>
                <a:blip r:embed="rId66"/>
                <a:stretch>
                  <a:fillRect/>
                </a:stretch>
              </p:blipFill>
              <p:spPr>
                <a:xfrm>
                  <a:off x="7894080" y="6634520"/>
                  <a:ext cx="16200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7" name="Ink 46">
                  <a:extLst>
                    <a:ext uri="{FF2B5EF4-FFF2-40B4-BE49-F238E27FC236}">
                      <a16:creationId xmlns:a16="http://schemas.microsoft.com/office/drawing/2014/main" id="{AE5B2C14-D6C2-B679-9E69-A6D966476AA9}"/>
                    </a:ext>
                  </a:extLst>
                </p14:cNvPr>
                <p14:cNvContentPartPr/>
                <p14:nvPr/>
              </p14:nvContentPartPr>
              <p14:xfrm>
                <a:off x="8130240" y="6529760"/>
                <a:ext cx="100440" cy="151200"/>
              </p14:xfrm>
            </p:contentPart>
          </mc:Choice>
          <mc:Fallback xmlns="">
            <p:pic>
              <p:nvPicPr>
                <p:cNvPr id="47" name="Ink 46">
                  <a:extLst>
                    <a:ext uri="{FF2B5EF4-FFF2-40B4-BE49-F238E27FC236}">
                      <a16:creationId xmlns:a16="http://schemas.microsoft.com/office/drawing/2014/main" id="{AE5B2C14-D6C2-B679-9E69-A6D966476AA9}"/>
                    </a:ext>
                  </a:extLst>
                </p:cNvPr>
                <p:cNvPicPr/>
                <p:nvPr/>
              </p:nvPicPr>
              <p:blipFill>
                <a:blip r:embed="rId68"/>
                <a:stretch>
                  <a:fillRect/>
                </a:stretch>
              </p:blipFill>
              <p:spPr>
                <a:xfrm>
                  <a:off x="8124120" y="6523640"/>
                  <a:ext cx="1126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8" name="Ink 47">
                  <a:extLst>
                    <a:ext uri="{FF2B5EF4-FFF2-40B4-BE49-F238E27FC236}">
                      <a16:creationId xmlns:a16="http://schemas.microsoft.com/office/drawing/2014/main" id="{338A2714-DE1E-4385-E6AA-133563D4A3D2}"/>
                    </a:ext>
                  </a:extLst>
                </p14:cNvPr>
                <p14:cNvContentPartPr/>
                <p14:nvPr/>
              </p14:nvContentPartPr>
              <p14:xfrm>
                <a:off x="8248320" y="6633800"/>
                <a:ext cx="64080" cy="58680"/>
              </p14:xfrm>
            </p:contentPart>
          </mc:Choice>
          <mc:Fallback xmlns="">
            <p:pic>
              <p:nvPicPr>
                <p:cNvPr id="48" name="Ink 47">
                  <a:extLst>
                    <a:ext uri="{FF2B5EF4-FFF2-40B4-BE49-F238E27FC236}">
                      <a16:creationId xmlns:a16="http://schemas.microsoft.com/office/drawing/2014/main" id="{338A2714-DE1E-4385-E6AA-133563D4A3D2}"/>
                    </a:ext>
                  </a:extLst>
                </p:cNvPr>
                <p:cNvPicPr/>
                <p:nvPr/>
              </p:nvPicPr>
              <p:blipFill>
                <a:blip r:embed="rId70"/>
                <a:stretch>
                  <a:fillRect/>
                </a:stretch>
              </p:blipFill>
              <p:spPr>
                <a:xfrm>
                  <a:off x="8242200" y="6627680"/>
                  <a:ext cx="7632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9" name="Ink 48">
                  <a:extLst>
                    <a:ext uri="{FF2B5EF4-FFF2-40B4-BE49-F238E27FC236}">
                      <a16:creationId xmlns:a16="http://schemas.microsoft.com/office/drawing/2014/main" id="{3F6A48E0-2407-C3E6-9B27-A0B4584CC109}"/>
                    </a:ext>
                  </a:extLst>
                </p14:cNvPr>
                <p14:cNvContentPartPr/>
                <p14:nvPr/>
              </p14:nvContentPartPr>
              <p14:xfrm>
                <a:off x="8376840" y="6525800"/>
                <a:ext cx="27720" cy="179640"/>
              </p14:xfrm>
            </p:contentPart>
          </mc:Choice>
          <mc:Fallback xmlns="">
            <p:pic>
              <p:nvPicPr>
                <p:cNvPr id="49" name="Ink 48">
                  <a:extLst>
                    <a:ext uri="{FF2B5EF4-FFF2-40B4-BE49-F238E27FC236}">
                      <a16:creationId xmlns:a16="http://schemas.microsoft.com/office/drawing/2014/main" id="{3F6A48E0-2407-C3E6-9B27-A0B4584CC109}"/>
                    </a:ext>
                  </a:extLst>
                </p:cNvPr>
                <p:cNvPicPr/>
                <p:nvPr/>
              </p:nvPicPr>
              <p:blipFill>
                <a:blip r:embed="rId72"/>
                <a:stretch>
                  <a:fillRect/>
                </a:stretch>
              </p:blipFill>
              <p:spPr>
                <a:xfrm>
                  <a:off x="8370720" y="6519680"/>
                  <a:ext cx="399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0" name="Ink 49">
                  <a:extLst>
                    <a:ext uri="{FF2B5EF4-FFF2-40B4-BE49-F238E27FC236}">
                      <a16:creationId xmlns:a16="http://schemas.microsoft.com/office/drawing/2014/main" id="{9C6A4769-B85E-60EB-F5A2-601B13FAE4B7}"/>
                    </a:ext>
                  </a:extLst>
                </p14:cNvPr>
                <p14:cNvContentPartPr/>
                <p14:nvPr/>
              </p14:nvContentPartPr>
              <p14:xfrm>
                <a:off x="8456040" y="6682040"/>
                <a:ext cx="156600" cy="78840"/>
              </p14:xfrm>
            </p:contentPart>
          </mc:Choice>
          <mc:Fallback xmlns="">
            <p:pic>
              <p:nvPicPr>
                <p:cNvPr id="50" name="Ink 49">
                  <a:extLst>
                    <a:ext uri="{FF2B5EF4-FFF2-40B4-BE49-F238E27FC236}">
                      <a16:creationId xmlns:a16="http://schemas.microsoft.com/office/drawing/2014/main" id="{9C6A4769-B85E-60EB-F5A2-601B13FAE4B7}"/>
                    </a:ext>
                  </a:extLst>
                </p:cNvPr>
                <p:cNvPicPr/>
                <p:nvPr/>
              </p:nvPicPr>
              <p:blipFill>
                <a:blip r:embed="rId74"/>
                <a:stretch>
                  <a:fillRect/>
                </a:stretch>
              </p:blipFill>
              <p:spPr>
                <a:xfrm>
                  <a:off x="8449920" y="6675920"/>
                  <a:ext cx="168840" cy="91080"/>
                </a:xfrm>
                <a:prstGeom prst="rect">
                  <a:avLst/>
                </a:prstGeom>
              </p:spPr>
            </p:pic>
          </mc:Fallback>
        </mc:AlternateContent>
      </p:grpSp>
    </p:spTree>
    <p:extLst>
      <p:ext uri="{BB962C8B-B14F-4D97-AF65-F5344CB8AC3E}">
        <p14:creationId xmlns:p14="http://schemas.microsoft.com/office/powerpoint/2010/main" val="1572310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3" name="Content Placeholder 2">
            <a:extLst>
              <a:ext uri="{FF2B5EF4-FFF2-40B4-BE49-F238E27FC236}">
                <a16:creationId xmlns:a16="http://schemas.microsoft.com/office/drawing/2014/main" id="{BCEF28EE-4789-542C-4B4E-447FAFB0F2E6}"/>
              </a:ext>
            </a:extLst>
          </p:cNvPr>
          <p:cNvSpPr txBox="1">
            <a:spLocks/>
          </p:cNvSpPr>
          <p:nvPr/>
        </p:nvSpPr>
        <p:spPr>
          <a:xfrm>
            <a:off x="216889" y="646176"/>
            <a:ext cx="9865895" cy="5342021"/>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1" i="0" u="none" strike="noStrike" kern="1200" cap="none" spc="0" normalizeH="0" baseline="0" noProof="0" dirty="0">
                <a:ln>
                  <a:noFill/>
                </a:ln>
                <a:solidFill>
                  <a:sysClr val="windowText" lastClr="000000"/>
                </a:solidFill>
                <a:effectLst/>
                <a:uLnTx/>
                <a:uFillTx/>
                <a:latin typeface="Tw Cen MT"/>
                <a:ea typeface="+mn-ea"/>
                <a:cs typeface="+mn-cs"/>
              </a:rPr>
              <a:t>Example</a:t>
            </a:r>
            <a:r>
              <a:rPr kumimoji="0" lang="en-US" sz="3600" b="0" i="0" u="none" strike="noStrike" kern="1200" cap="none" spc="0" normalizeH="0" baseline="0" noProof="0" dirty="0">
                <a:ln>
                  <a:noFill/>
                </a:ln>
                <a:solidFill>
                  <a:sysClr val="windowText" lastClr="000000"/>
                </a:solidFill>
                <a:effectLst/>
                <a:uLnTx/>
                <a:uFillTx/>
                <a:latin typeface="Tw Cen MT"/>
                <a:ea typeface="+mn-ea"/>
                <a:cs typeface="+mn-cs"/>
              </a:rPr>
              <a:t>: Suppose there are only two stocks in the market. Construct a stock index.</a:t>
            </a:r>
          </a:p>
          <a:p>
            <a:pPr marL="0" marR="0" lvl="0" indent="0" algn="l" defTabSz="914400" rtl="0" eaLnBrk="1" fontAlgn="auto" latinLnBrk="0" hangingPunct="1">
              <a:lnSpc>
                <a:spcPct val="100000"/>
              </a:lnSpc>
              <a:spcBef>
                <a:spcPts val="700"/>
              </a:spcBef>
              <a:spcAft>
                <a:spcPts val="0"/>
              </a:spcAft>
              <a:buClr>
                <a:srgbClr val="DA1F28"/>
              </a:buClr>
              <a:buSzPct val="60000"/>
              <a:buNone/>
              <a:tabLst/>
              <a:defRPr/>
            </a:pPr>
            <a:endParaRPr kumimoji="0" lang="en-US" sz="1000" b="0" i="0" u="none" strike="noStrike" kern="1200" cap="none" spc="0" normalizeH="0" baseline="0" noProof="0" dirty="0">
              <a:ln>
                <a:noFill/>
              </a:ln>
              <a:solidFill>
                <a:sysClr val="windowText" lastClr="000000"/>
              </a:solidFill>
              <a:effectLst/>
              <a:uLnTx/>
              <a:uFillTx/>
              <a:latin typeface="Tw Cen MT"/>
              <a:ea typeface="+mn-ea"/>
              <a:cs typeface="+mn-cs"/>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4000" b="0" i="0" u="none" strike="noStrike" kern="1200" cap="none" spc="0" normalizeH="0" baseline="0" noProof="0" dirty="0">
                <a:ln>
                  <a:noFill/>
                </a:ln>
                <a:solidFill>
                  <a:sysClr val="windowText" lastClr="000000"/>
                </a:solidFill>
                <a:effectLst/>
                <a:uLnTx/>
                <a:uFillTx/>
                <a:latin typeface="Tw Cen MT"/>
                <a:ea typeface="+mn-ea"/>
                <a:cs typeface="+mn-cs"/>
              </a:rPr>
              <a:t>      </a:t>
            </a:r>
            <a:r>
              <a:rPr kumimoji="0" lang="en-US" sz="3600" b="0" i="0" u="none" strike="noStrike" kern="1200" cap="none" spc="0" normalizeH="0" baseline="0" noProof="0" dirty="0">
                <a:ln>
                  <a:noFill/>
                </a:ln>
                <a:solidFill>
                  <a:sysClr val="windowText" lastClr="000000"/>
                </a:solidFill>
                <a:effectLst/>
                <a:uLnTx/>
                <a:uFillTx/>
                <a:latin typeface="Tw Cen MT"/>
                <a:ea typeface="+mn-ea"/>
                <a:cs typeface="+mn-cs"/>
              </a:rPr>
              <a:t>Stock   Initial price   Final price    Share</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3600" b="0" i="0" u="none" strike="noStrike" kern="1200" cap="none" spc="0" normalizeH="0" baseline="0" noProof="0" dirty="0">
                <a:ln>
                  <a:noFill/>
                </a:ln>
                <a:solidFill>
                  <a:sysClr val="windowText" lastClr="000000"/>
                </a:solidFill>
                <a:effectLst/>
                <a:uLnTx/>
                <a:uFillTx/>
                <a:latin typeface="Tw Cen MT"/>
                <a:ea typeface="+mn-ea"/>
                <a:cs typeface="+mn-cs"/>
              </a:rPr>
              <a:t>         X         $25              $30          20</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3600" b="0" i="0" u="none" strike="noStrike" kern="1200" cap="none" spc="0" normalizeH="0" baseline="0" noProof="0" dirty="0">
                <a:ln>
                  <a:noFill/>
                </a:ln>
                <a:solidFill>
                  <a:sysClr val="windowText" lastClr="000000"/>
                </a:solidFill>
                <a:effectLst/>
                <a:uLnTx/>
                <a:uFillTx/>
                <a:latin typeface="Tw Cen MT"/>
                <a:ea typeface="+mn-ea"/>
                <a:cs typeface="+mn-cs"/>
              </a:rPr>
              <a:t>         Y        $100             $90            1</a:t>
            </a:r>
          </a:p>
        </p:txBody>
      </p:sp>
      <p:cxnSp>
        <p:nvCxnSpPr>
          <p:cNvPr id="4" name="Straight Connector 3">
            <a:extLst>
              <a:ext uri="{FF2B5EF4-FFF2-40B4-BE49-F238E27FC236}">
                <a16:creationId xmlns:a16="http://schemas.microsoft.com/office/drawing/2014/main" id="{481BCC72-9593-BC6E-63B6-C170D5E2BF4E}"/>
              </a:ext>
            </a:extLst>
          </p:cNvPr>
          <p:cNvCxnSpPr>
            <a:cxnSpLocks/>
          </p:cNvCxnSpPr>
          <p:nvPr/>
        </p:nvCxnSpPr>
        <p:spPr>
          <a:xfrm>
            <a:off x="915343" y="2154035"/>
            <a:ext cx="8223116" cy="0"/>
          </a:xfrm>
          <a:prstGeom prst="line">
            <a:avLst/>
          </a:prstGeom>
          <a:noFill/>
          <a:ln w="19050" cap="flat" cmpd="sng" algn="ctr">
            <a:solidFill>
              <a:srgbClr val="DA1F28"/>
            </a:solidFill>
            <a:prstDash val="solid"/>
          </a:ln>
          <a:effectLst>
            <a:outerShdw blurRad="38100" dist="30000" dir="5400000" rotWithShape="0">
              <a:srgbClr val="000000">
                <a:alpha val="45000"/>
              </a:srgbClr>
            </a:outerShdw>
          </a:effectLst>
        </p:spPr>
      </p:cxnSp>
      <p:cxnSp>
        <p:nvCxnSpPr>
          <p:cNvPr id="5" name="Straight Connector 4">
            <a:extLst>
              <a:ext uri="{FF2B5EF4-FFF2-40B4-BE49-F238E27FC236}">
                <a16:creationId xmlns:a16="http://schemas.microsoft.com/office/drawing/2014/main" id="{14709AF2-5686-B7CE-959C-B4471944D7C3}"/>
              </a:ext>
            </a:extLst>
          </p:cNvPr>
          <p:cNvCxnSpPr>
            <a:cxnSpLocks/>
          </p:cNvCxnSpPr>
          <p:nvPr/>
        </p:nvCxnSpPr>
        <p:spPr>
          <a:xfrm>
            <a:off x="915343" y="4087597"/>
            <a:ext cx="8223116" cy="0"/>
          </a:xfrm>
          <a:prstGeom prst="line">
            <a:avLst/>
          </a:prstGeom>
          <a:noFill/>
          <a:ln w="19050" cap="flat" cmpd="sng" algn="ctr">
            <a:solidFill>
              <a:srgbClr val="DA1F28"/>
            </a:solidFill>
            <a:prstDash val="solid"/>
          </a:ln>
          <a:effectLst>
            <a:outerShdw blurRad="38100" dist="30000" dir="5400000" rotWithShape="0">
              <a:srgbClr val="000000">
                <a:alpha val="45000"/>
              </a:srgbClr>
            </a:outerShdw>
          </a:effectLst>
        </p:spPr>
      </p:cxnSp>
      <p:cxnSp>
        <p:nvCxnSpPr>
          <p:cNvPr id="6" name="Straight Connector 5">
            <a:extLst>
              <a:ext uri="{FF2B5EF4-FFF2-40B4-BE49-F238E27FC236}">
                <a16:creationId xmlns:a16="http://schemas.microsoft.com/office/drawing/2014/main" id="{9E571D34-8EFD-6818-9E5B-6F69F12D2EE4}"/>
              </a:ext>
            </a:extLst>
          </p:cNvPr>
          <p:cNvCxnSpPr>
            <a:cxnSpLocks/>
          </p:cNvCxnSpPr>
          <p:nvPr/>
        </p:nvCxnSpPr>
        <p:spPr>
          <a:xfrm>
            <a:off x="915343" y="2747241"/>
            <a:ext cx="8223116" cy="0"/>
          </a:xfrm>
          <a:prstGeom prst="line">
            <a:avLst/>
          </a:prstGeom>
          <a:noFill/>
          <a:ln w="19050" cap="flat" cmpd="sng" algn="ctr">
            <a:solidFill>
              <a:srgbClr val="DA1F28"/>
            </a:solidFill>
            <a:prstDash val="solid"/>
          </a:ln>
          <a:effectLst>
            <a:outerShdw blurRad="38100" dist="30000" dir="5400000" rotWithShape="0">
              <a:srgbClr val="000000">
                <a:alpha val="45000"/>
              </a:srgbClr>
            </a:outerShdw>
          </a:effectLst>
        </p:spPr>
      </p:cxnSp>
    </p:spTree>
    <p:extLst>
      <p:ext uri="{BB962C8B-B14F-4D97-AF65-F5344CB8AC3E}">
        <p14:creationId xmlns:p14="http://schemas.microsoft.com/office/powerpoint/2010/main" val="873234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F462F8AD-75A9-6E8F-6935-71072B35EA97}"/>
              </a:ext>
            </a:extLst>
          </p:cNvPr>
          <p:cNvSpPr txBox="1">
            <a:spLocks/>
          </p:cNvSpPr>
          <p:nvPr/>
        </p:nvSpPr>
        <p:spPr>
          <a:xfrm>
            <a:off x="240850" y="628976"/>
            <a:ext cx="11187825" cy="5728281"/>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sysClr val="windowText" lastClr="000000"/>
                </a:solidFill>
                <a:effectLst/>
                <a:uLnTx/>
                <a:uFillTx/>
                <a:latin typeface="Tw Cen MT"/>
                <a:ea typeface="+mn-ea"/>
                <a:cs typeface="+mn-cs"/>
              </a:rPr>
              <a:t> Method 1: Price-weighted index</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600" b="0" i="0" u="none" strike="noStrike" kern="1200" cap="none" spc="0" normalizeH="0" baseline="0" noProof="0" dirty="0">
                <a:ln>
                  <a:noFill/>
                </a:ln>
                <a:solidFill>
                  <a:sysClr val="windowText" lastClr="000000"/>
                </a:solidFill>
                <a:effectLst/>
                <a:uLnTx/>
                <a:uFillTx/>
                <a:latin typeface="Tw Cen MT"/>
                <a:ea typeface="+mn-ea"/>
                <a:cs typeface="+mn-cs"/>
              </a:rPr>
              <a:t> Example: </a:t>
            </a:r>
            <a:r>
              <a:rPr kumimoji="0" lang="en-US" sz="3600" b="0" i="0" u="none" strike="noStrike" kern="1200" cap="none" spc="0" normalizeH="0" baseline="0" noProof="0" dirty="0">
                <a:ln>
                  <a:noFill/>
                </a:ln>
                <a:solidFill>
                  <a:schemeClr val="accent2"/>
                </a:solidFill>
                <a:effectLst/>
                <a:uLnTx/>
                <a:uFillTx/>
                <a:latin typeface="Tw Cen MT"/>
                <a:ea typeface="+mn-ea"/>
                <a:cs typeface="+mn-cs"/>
                <a:hlinkClick r:id="rId3">
                  <a:extLst>
                    <a:ext uri="{A12FA001-AC4F-418D-AE19-62706E023703}">
                      <ahyp:hlinkClr xmlns:ahyp="http://schemas.microsoft.com/office/drawing/2018/hyperlinkcolor" val="tx"/>
                    </a:ext>
                  </a:extLst>
                </a:hlinkClick>
              </a:rPr>
              <a:t>Dow Jones Industrial Average</a:t>
            </a:r>
            <a:endParaRPr kumimoji="0" lang="en-US" sz="3600" b="0" i="0" u="none" strike="noStrike" kern="1200" cap="none" spc="0" normalizeH="0" baseline="0" noProof="0" dirty="0">
              <a:ln>
                <a:noFill/>
              </a:ln>
              <a:solidFill>
                <a:schemeClr val="accent2"/>
              </a:solidFill>
              <a:effectLst/>
              <a:uLnTx/>
              <a:uFillTx/>
              <a:latin typeface="Tw Cen MT"/>
              <a:ea typeface="+mn-ea"/>
              <a:cs typeface="+mn-cs"/>
            </a:endParaRP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4000" b="0" i="0" u="none" strike="noStrike" kern="1200" cap="none" spc="0" normalizeH="0" baseline="0" noProof="0" dirty="0">
                <a:ln>
                  <a:noFill/>
                </a:ln>
                <a:solidFill>
                  <a:sysClr val="windowText" lastClr="000000"/>
                </a:solidFill>
                <a:effectLst/>
                <a:uLnTx/>
                <a:uFillTx/>
                <a:latin typeface="Tw Cen MT"/>
                <a:ea typeface="+mn-ea"/>
                <a:cs typeface="+mn-cs"/>
              </a:rPr>
              <a:t>                               </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600" b="0" i="0" u="none" strike="noStrike" kern="1200" cap="none" spc="0" normalizeH="0" baseline="0" noProof="0" dirty="0">
                <a:ln>
                  <a:noFill/>
                </a:ln>
                <a:solidFill>
                  <a:sysClr val="windowText" lastClr="000000"/>
                </a:solidFill>
                <a:effectLst/>
                <a:uLnTx/>
                <a:uFillTx/>
                <a:latin typeface="Tw Cen MT"/>
                <a:ea typeface="+mn-ea"/>
                <a:cs typeface="+mn-cs"/>
              </a:rPr>
              <a:t>                                                Index</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600" b="0" i="0" u="none" strike="noStrike" kern="1200" cap="none" spc="0" normalizeH="0" baseline="0" noProof="0" dirty="0">
                <a:ln>
                  <a:noFill/>
                </a:ln>
                <a:solidFill>
                  <a:sysClr val="windowText" lastClr="000000"/>
                </a:solidFill>
                <a:effectLst/>
                <a:uLnTx/>
                <a:uFillTx/>
                <a:latin typeface="Tw Cen MT"/>
                <a:ea typeface="+mn-ea"/>
                <a:cs typeface="+mn-cs"/>
              </a:rPr>
              <a:t>Initial value                          (25+100)/2=62.5</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600" b="0" i="0" u="none" strike="noStrike" kern="1200" cap="none" spc="0" normalizeH="0" baseline="0" noProof="0" dirty="0">
                <a:ln>
                  <a:noFill/>
                </a:ln>
                <a:solidFill>
                  <a:sysClr val="windowText" lastClr="000000"/>
                </a:solidFill>
                <a:effectLst/>
                <a:uLnTx/>
                <a:uFillTx/>
                <a:latin typeface="Tw Cen MT"/>
                <a:ea typeface="+mn-ea"/>
                <a:cs typeface="+mn-cs"/>
              </a:rPr>
              <a:t>Final value		                (30+90)/2=60</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600" b="0" i="0" u="none" strike="noStrike" kern="1200" cap="none" spc="0" normalizeH="0" baseline="0" noProof="0" dirty="0">
                <a:ln>
                  <a:noFill/>
                </a:ln>
                <a:solidFill>
                  <a:sysClr val="windowText" lastClr="000000"/>
                </a:solidFill>
                <a:effectLst/>
                <a:uLnTx/>
                <a:uFillTx/>
                <a:latin typeface="Tw Cen MT"/>
                <a:ea typeface="+mn-ea"/>
                <a:cs typeface="+mn-cs"/>
              </a:rPr>
              <a:t>Percentage change               -4%</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p:txBody>
      </p:sp>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cxnSp>
        <p:nvCxnSpPr>
          <p:cNvPr id="11" name="Straight Connector 10">
            <a:extLst>
              <a:ext uri="{FF2B5EF4-FFF2-40B4-BE49-F238E27FC236}">
                <a16:creationId xmlns:a16="http://schemas.microsoft.com/office/drawing/2014/main" id="{CE475B57-3BC8-2304-4CE3-8F0D145E82A9}"/>
              </a:ext>
            </a:extLst>
          </p:cNvPr>
          <p:cNvCxnSpPr>
            <a:cxnSpLocks/>
          </p:cNvCxnSpPr>
          <p:nvPr/>
        </p:nvCxnSpPr>
        <p:spPr>
          <a:xfrm>
            <a:off x="537191" y="2575834"/>
            <a:ext cx="9414345"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12" name="Straight Connector 11">
            <a:extLst>
              <a:ext uri="{FF2B5EF4-FFF2-40B4-BE49-F238E27FC236}">
                <a16:creationId xmlns:a16="http://schemas.microsoft.com/office/drawing/2014/main" id="{C942853D-08AD-64D1-2802-2F965A2BA730}"/>
              </a:ext>
            </a:extLst>
          </p:cNvPr>
          <p:cNvCxnSpPr>
            <a:cxnSpLocks/>
          </p:cNvCxnSpPr>
          <p:nvPr/>
        </p:nvCxnSpPr>
        <p:spPr>
          <a:xfrm>
            <a:off x="537191" y="3157721"/>
            <a:ext cx="9414345"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13" name="Straight Connector 12">
            <a:extLst>
              <a:ext uri="{FF2B5EF4-FFF2-40B4-BE49-F238E27FC236}">
                <a16:creationId xmlns:a16="http://schemas.microsoft.com/office/drawing/2014/main" id="{AA9DB9CD-028F-FC31-CFC4-33159925468A}"/>
              </a:ext>
            </a:extLst>
          </p:cNvPr>
          <p:cNvCxnSpPr>
            <a:cxnSpLocks/>
          </p:cNvCxnSpPr>
          <p:nvPr/>
        </p:nvCxnSpPr>
        <p:spPr>
          <a:xfrm>
            <a:off x="625326" y="5150525"/>
            <a:ext cx="9442175"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Tree>
    <p:extLst>
      <p:ext uri="{BB962C8B-B14F-4D97-AF65-F5344CB8AC3E}">
        <p14:creationId xmlns:p14="http://schemas.microsoft.com/office/powerpoint/2010/main" val="510690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F462F8AD-75A9-6E8F-6935-71072B35EA97}"/>
              </a:ext>
            </a:extLst>
          </p:cNvPr>
          <p:cNvSpPr txBox="1">
            <a:spLocks/>
          </p:cNvSpPr>
          <p:nvPr/>
        </p:nvSpPr>
        <p:spPr>
          <a:xfrm>
            <a:off x="324160" y="621004"/>
            <a:ext cx="11543680" cy="5615991"/>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4000" b="0" i="0" u="none" strike="noStrike" kern="1200" cap="none" spc="0" normalizeH="0" baseline="0" noProof="0" dirty="0">
                <a:ln>
                  <a:noFill/>
                </a:ln>
                <a:solidFill>
                  <a:prstClr val="black"/>
                </a:solidFill>
                <a:effectLst/>
                <a:uLnTx/>
                <a:uFillTx/>
                <a:latin typeface="Tw Cen MT"/>
                <a:ea typeface="+mn-ea"/>
                <a:cs typeface="+mn-cs"/>
              </a:rPr>
              <a:t> </a:t>
            </a:r>
            <a:r>
              <a:rPr kumimoji="0" lang="en-US" sz="3600" b="0" i="0" u="none" strike="noStrike" kern="1200" cap="none" spc="0" normalizeH="0" baseline="0" noProof="0" dirty="0">
                <a:ln>
                  <a:noFill/>
                </a:ln>
                <a:solidFill>
                  <a:prstClr val="black"/>
                </a:solidFill>
                <a:effectLst/>
                <a:uLnTx/>
                <a:uFillTx/>
                <a:latin typeface="Tw Cen MT"/>
                <a:ea typeface="+mn-ea"/>
                <a:cs typeface="+mn-cs"/>
              </a:rPr>
              <a:t>Method 2: Market-value-weighted index</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 Example: </a:t>
            </a:r>
            <a:r>
              <a:rPr kumimoji="0" lang="en-US" sz="3600" b="0" i="0" u="none" strike="noStrike" kern="1200" cap="none" spc="0" normalizeH="0" baseline="0" noProof="0" dirty="0">
                <a:ln>
                  <a:noFill/>
                </a:ln>
                <a:solidFill>
                  <a:schemeClr val="accent2"/>
                </a:solidFill>
                <a:effectLst/>
                <a:uLnTx/>
                <a:uFillTx/>
                <a:latin typeface="Tw Cen MT"/>
                <a:ea typeface="+mn-ea"/>
                <a:cs typeface="+mn-cs"/>
                <a:hlinkClick r:id="rId3">
                  <a:extLst>
                    <a:ext uri="{A12FA001-AC4F-418D-AE19-62706E023703}">
                      <ahyp:hlinkClr xmlns:ahyp="http://schemas.microsoft.com/office/drawing/2018/hyperlinkcolor" val="tx"/>
                    </a:ext>
                  </a:extLst>
                </a:hlinkClick>
              </a:rPr>
              <a:t>S&amp;P500</a:t>
            </a:r>
            <a:endParaRPr kumimoji="0" lang="en-US" sz="3600" b="0" i="0" u="none" strike="noStrike" kern="1200" cap="none" spc="0" normalizeH="0" baseline="0" noProof="0" dirty="0">
              <a:ln>
                <a:noFill/>
              </a:ln>
              <a:solidFill>
                <a:schemeClr val="accent2"/>
              </a:solidFill>
              <a:effectLst/>
              <a:uLnTx/>
              <a:uFillTx/>
              <a:latin typeface="Tw Cen MT"/>
              <a:ea typeface="+mn-ea"/>
              <a:cs typeface="+mn-cs"/>
            </a:endParaRP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                               </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                                             Index</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Initial value		        20*25+100=600  =&gt; 100</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Final value		        20*30+90=690</a:t>
            </a:r>
            <a:r>
              <a:rPr lang="en-US" sz="3600" dirty="0">
                <a:solidFill>
                  <a:prstClr val="black"/>
                </a:solidFill>
                <a:latin typeface="Tw Cen MT"/>
              </a:rPr>
              <a:t>    </a:t>
            </a:r>
            <a:r>
              <a:rPr kumimoji="0" lang="en-US" sz="3600" b="0" i="0" u="none" strike="noStrike" kern="1200" cap="none" spc="0" normalizeH="0" baseline="0" noProof="0" dirty="0">
                <a:ln>
                  <a:noFill/>
                </a:ln>
                <a:solidFill>
                  <a:prstClr val="black"/>
                </a:solidFill>
                <a:effectLst/>
                <a:uLnTx/>
                <a:uFillTx/>
                <a:latin typeface="Tw Cen MT"/>
                <a:ea typeface="+mn-ea"/>
                <a:cs typeface="+mn-cs"/>
              </a:rPr>
              <a:t>=&gt; 115</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Percentage change	 15%</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p:txBody>
      </p:sp>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cxnSp>
        <p:nvCxnSpPr>
          <p:cNvPr id="11" name="Straight Connector 10">
            <a:extLst>
              <a:ext uri="{FF2B5EF4-FFF2-40B4-BE49-F238E27FC236}">
                <a16:creationId xmlns:a16="http://schemas.microsoft.com/office/drawing/2014/main" id="{CE475B57-3BC8-2304-4CE3-8F0D145E82A9}"/>
              </a:ext>
            </a:extLst>
          </p:cNvPr>
          <p:cNvCxnSpPr>
            <a:cxnSpLocks/>
          </p:cNvCxnSpPr>
          <p:nvPr/>
        </p:nvCxnSpPr>
        <p:spPr>
          <a:xfrm>
            <a:off x="763325" y="2600173"/>
            <a:ext cx="9414345"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12" name="Straight Connector 11">
            <a:extLst>
              <a:ext uri="{FF2B5EF4-FFF2-40B4-BE49-F238E27FC236}">
                <a16:creationId xmlns:a16="http://schemas.microsoft.com/office/drawing/2014/main" id="{C942853D-08AD-64D1-2802-2F965A2BA730}"/>
              </a:ext>
            </a:extLst>
          </p:cNvPr>
          <p:cNvCxnSpPr>
            <a:cxnSpLocks/>
          </p:cNvCxnSpPr>
          <p:nvPr/>
        </p:nvCxnSpPr>
        <p:spPr>
          <a:xfrm>
            <a:off x="763325" y="3178219"/>
            <a:ext cx="9414345"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13" name="Straight Connector 12">
            <a:extLst>
              <a:ext uri="{FF2B5EF4-FFF2-40B4-BE49-F238E27FC236}">
                <a16:creationId xmlns:a16="http://schemas.microsoft.com/office/drawing/2014/main" id="{AA9DB9CD-028F-FC31-CFC4-33159925468A}"/>
              </a:ext>
            </a:extLst>
          </p:cNvPr>
          <p:cNvCxnSpPr>
            <a:cxnSpLocks/>
          </p:cNvCxnSpPr>
          <p:nvPr/>
        </p:nvCxnSpPr>
        <p:spPr>
          <a:xfrm>
            <a:off x="763325" y="5119523"/>
            <a:ext cx="9493379"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2" name="TextBox 1">
            <a:extLst>
              <a:ext uri="{FF2B5EF4-FFF2-40B4-BE49-F238E27FC236}">
                <a16:creationId xmlns:a16="http://schemas.microsoft.com/office/drawing/2014/main" id="{B9AD1A95-7B35-D18B-9F3D-B978BAD6B139}"/>
              </a:ext>
            </a:extLst>
          </p:cNvPr>
          <p:cNvSpPr txBox="1"/>
          <p:nvPr/>
        </p:nvSpPr>
        <p:spPr>
          <a:xfrm>
            <a:off x="6811313" y="5214056"/>
            <a:ext cx="3644979" cy="492443"/>
          </a:xfrm>
          <a:prstGeom prst="rect">
            <a:avLst/>
          </a:prstGeom>
          <a:noFill/>
        </p:spPr>
        <p:txBody>
          <a:bodyPr wrap="square" rtlCol="0">
            <a:spAutoFit/>
          </a:bodyPr>
          <a:lstStyle/>
          <a:p>
            <a:r>
              <a:rPr lang="en-US" sz="2600" dirty="0">
                <a:solidFill>
                  <a:srgbClr val="FF0000"/>
                </a:solidFill>
              </a:rPr>
              <a:t>600/100=690/x =&gt; x=115</a:t>
            </a:r>
          </a:p>
        </p:txBody>
      </p:sp>
    </p:spTree>
    <p:extLst>
      <p:ext uri="{BB962C8B-B14F-4D97-AF65-F5344CB8AC3E}">
        <p14:creationId xmlns:p14="http://schemas.microsoft.com/office/powerpoint/2010/main" val="3040680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F462F8AD-75A9-6E8F-6935-71072B35EA97}"/>
              </a:ext>
            </a:extLst>
          </p:cNvPr>
          <p:cNvSpPr txBox="1">
            <a:spLocks/>
          </p:cNvSpPr>
          <p:nvPr/>
        </p:nvSpPr>
        <p:spPr>
          <a:xfrm>
            <a:off x="357808" y="799097"/>
            <a:ext cx="12496800" cy="6136105"/>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p:txBody>
      </p:sp>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4" name="TextBox 3">
            <a:extLst>
              <a:ext uri="{FF2B5EF4-FFF2-40B4-BE49-F238E27FC236}">
                <a16:creationId xmlns:a16="http://schemas.microsoft.com/office/drawing/2014/main" id="{5A63ABCF-65A3-2052-B14A-9B0EC57AEDBD}"/>
              </a:ext>
            </a:extLst>
          </p:cNvPr>
          <p:cNvSpPr txBox="1"/>
          <p:nvPr/>
        </p:nvSpPr>
        <p:spPr>
          <a:xfrm>
            <a:off x="705853" y="621018"/>
            <a:ext cx="11373851" cy="3629199"/>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When stock split happens, price-weighted index may provide “incorrect information” without proper adjustment. (You may want to refer to: </a:t>
            </a:r>
            <a:r>
              <a:rPr kumimoji="0" lang="en-US" sz="3600" b="0" i="0" u="none" strike="noStrike" kern="1200" cap="none" spc="0" normalizeH="0" baseline="0" noProof="0" dirty="0">
                <a:ln>
                  <a:noFill/>
                </a:ln>
                <a:solidFill>
                  <a:prstClr val="black"/>
                </a:solidFill>
                <a:effectLst/>
                <a:uLnTx/>
                <a:uFillTx/>
                <a:latin typeface="Tw Cen MT"/>
                <a:ea typeface="+mn-ea"/>
                <a:cs typeface="+mn-cs"/>
                <a:hlinkClick r:id="rId3"/>
              </a:rPr>
              <a:t>what is stock split</a:t>
            </a:r>
            <a:r>
              <a:rPr kumimoji="0" lang="en-US" sz="3600" b="0" i="0" u="none" strike="noStrike" kern="1200" cap="none" spc="0" normalizeH="0" baseline="0" noProof="0" dirty="0">
                <a:ln>
                  <a:noFill/>
                </a:ln>
                <a:solidFill>
                  <a:prstClr val="black"/>
                </a:solidFill>
                <a:effectLst/>
                <a:uLnTx/>
                <a:uFillTx/>
                <a:latin typeface="Tw Cen MT"/>
                <a:ea typeface="+mn-ea"/>
                <a:cs typeface="+mn-cs"/>
              </a:rPr>
              <a:t>, </a:t>
            </a:r>
            <a:r>
              <a:rPr kumimoji="0" lang="en-US" sz="3600" b="0" i="0" u="none" strike="noStrike" kern="1200" cap="none" spc="0" normalizeH="0" baseline="0" noProof="0" dirty="0">
                <a:ln>
                  <a:noFill/>
                </a:ln>
                <a:solidFill>
                  <a:prstClr val="black"/>
                </a:solidFill>
                <a:effectLst/>
                <a:uLnTx/>
                <a:uFillTx/>
                <a:latin typeface="Tw Cen MT"/>
                <a:ea typeface="+mn-ea"/>
                <a:cs typeface="+mn-cs"/>
                <a:hlinkClick r:id="rId4"/>
              </a:rPr>
              <a:t>Apple’s stock split</a:t>
            </a:r>
            <a:r>
              <a:rPr kumimoji="0" lang="en-US" sz="3600" b="0" i="0" u="none" strike="noStrike" kern="1200" cap="none" spc="0" normalizeH="0" baseline="0" noProof="0" dirty="0">
                <a:ln>
                  <a:noFill/>
                </a:ln>
                <a:solidFill>
                  <a:prstClr val="black"/>
                </a:solidFill>
                <a:effectLst/>
                <a:uLnTx/>
                <a:uFillTx/>
                <a:latin typeface="Tw Cen MT"/>
                <a:ea typeface="+mn-ea"/>
                <a:cs typeface="+mn-cs"/>
              </a:rPr>
              <a:t> , </a:t>
            </a:r>
            <a:r>
              <a:rPr kumimoji="0" lang="en-US" sz="3600" b="0" i="0" u="none" strike="noStrike" kern="1200" cap="none" spc="0" normalizeH="0" baseline="0" noProof="0" dirty="0">
                <a:ln>
                  <a:noFill/>
                </a:ln>
                <a:solidFill>
                  <a:prstClr val="black"/>
                </a:solidFill>
                <a:effectLst/>
                <a:uLnTx/>
                <a:uFillTx/>
                <a:latin typeface="Tw Cen MT"/>
                <a:ea typeface="+mn-ea"/>
                <a:cs typeface="+mn-cs"/>
                <a:hlinkClick r:id="rId5"/>
              </a:rPr>
              <a:t>CNN</a:t>
            </a:r>
            <a:r>
              <a:rPr kumimoji="0" lang="en-US" sz="3600" b="0" i="0" u="none" strike="noStrike" kern="1200" cap="none" spc="0" normalizeH="0" baseline="0" noProof="0" dirty="0">
                <a:ln>
                  <a:noFill/>
                </a:ln>
                <a:solidFill>
                  <a:prstClr val="black"/>
                </a:solidFill>
                <a:effectLst/>
                <a:uLnTx/>
                <a:uFillTx/>
                <a:latin typeface="Tw Cen MT"/>
                <a:ea typeface="+mn-ea"/>
                <a:cs typeface="+mn-cs"/>
              </a:rPr>
              <a:t>)</a:t>
            </a:r>
            <a:endParaRPr kumimoji="0" lang="en-US" sz="3600" b="1"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1" i="0" u="none" strike="noStrike" kern="1200" cap="none" spc="0" normalizeH="0" baseline="0" noProof="0" dirty="0">
                <a:ln>
                  <a:noFill/>
                </a:ln>
                <a:solidFill>
                  <a:prstClr val="black"/>
                </a:solidFill>
                <a:effectLst/>
                <a:uLnTx/>
                <a:uFillTx/>
                <a:latin typeface="Tw Cen MT"/>
                <a:ea typeface="+mn-ea"/>
                <a:cs typeface="+mn-cs"/>
              </a:rPr>
              <a:t>Stock Split Example</a:t>
            </a:r>
            <a:r>
              <a:rPr kumimoji="0" lang="en-US" sz="3600" b="0" i="0" u="none" strike="noStrike" kern="1200" cap="none" spc="0" normalizeH="0" baseline="0" noProof="0" dirty="0">
                <a:ln>
                  <a:noFill/>
                </a:ln>
                <a:solidFill>
                  <a:prstClr val="black"/>
                </a:solidFill>
                <a:effectLst/>
                <a:uLnTx/>
                <a:uFillTx/>
                <a:latin typeface="Tw Cen MT"/>
                <a:ea typeface="+mn-ea"/>
                <a:cs typeface="+mn-cs"/>
              </a:rPr>
              <a:t>: Suppose there are only two stocks in the market. Stock Y has a 1-to-2 stock split.</a:t>
            </a:r>
          </a:p>
        </p:txBody>
      </p:sp>
      <p:sp>
        <p:nvSpPr>
          <p:cNvPr id="3" name="TextBox 2">
            <a:extLst>
              <a:ext uri="{FF2B5EF4-FFF2-40B4-BE49-F238E27FC236}">
                <a16:creationId xmlns:a16="http://schemas.microsoft.com/office/drawing/2014/main" id="{42898252-F67D-C32C-73AB-51842958A4E2}"/>
              </a:ext>
            </a:extLst>
          </p:cNvPr>
          <p:cNvSpPr txBox="1"/>
          <p:nvPr/>
        </p:nvSpPr>
        <p:spPr>
          <a:xfrm>
            <a:off x="2295241" y="4468897"/>
            <a:ext cx="7601517" cy="1610697"/>
          </a:xfrm>
          <a:prstGeom prst="rect">
            <a:avLst/>
          </a:prstGeom>
          <a:noFill/>
        </p:spPr>
        <p:txBody>
          <a:bodyPr wrap="square">
            <a:spAutoFit/>
          </a:bodyPr>
          <a:lstStyle/>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2900" b="0" i="0" u="none" strike="noStrike" kern="1200" cap="none" spc="0" normalizeH="0" baseline="0" noProof="0" dirty="0">
                <a:ln>
                  <a:noFill/>
                </a:ln>
                <a:solidFill>
                  <a:prstClr val="black"/>
                </a:solidFill>
                <a:effectLst/>
                <a:uLnTx/>
                <a:uFillTx/>
                <a:latin typeface="Tw Cen MT"/>
                <a:ea typeface="+mn-ea"/>
                <a:cs typeface="+mn-cs"/>
              </a:rPr>
              <a:t>    Stock   Initial price   Final price    Share</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2900" b="0" i="0" u="none" strike="noStrike" kern="1200" cap="none" spc="0" normalizeH="0" baseline="0" noProof="0" dirty="0">
                <a:ln>
                  <a:noFill/>
                </a:ln>
                <a:solidFill>
                  <a:prstClr val="black"/>
                </a:solidFill>
                <a:effectLst/>
                <a:uLnTx/>
                <a:uFillTx/>
                <a:latin typeface="Tw Cen MT"/>
                <a:ea typeface="+mn-ea"/>
                <a:cs typeface="+mn-cs"/>
              </a:rPr>
              <a:t>       X         $25              $25          20</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r>
              <a:rPr kumimoji="0" lang="en-US" sz="2900" b="0" i="0" u="none" strike="noStrike" kern="1200" cap="none" spc="0" normalizeH="0" baseline="0" noProof="0" dirty="0">
                <a:ln>
                  <a:noFill/>
                </a:ln>
                <a:solidFill>
                  <a:prstClr val="black"/>
                </a:solidFill>
                <a:effectLst/>
                <a:uLnTx/>
                <a:uFillTx/>
                <a:latin typeface="Tw Cen MT"/>
                <a:ea typeface="+mn-ea"/>
                <a:cs typeface="+mn-cs"/>
              </a:rPr>
              <a:t>       Y        $100             $50          1=&gt;2</a:t>
            </a:r>
          </a:p>
        </p:txBody>
      </p:sp>
      <p:cxnSp>
        <p:nvCxnSpPr>
          <p:cNvPr id="10" name="Straight Connector 9">
            <a:extLst>
              <a:ext uri="{FF2B5EF4-FFF2-40B4-BE49-F238E27FC236}">
                <a16:creationId xmlns:a16="http://schemas.microsoft.com/office/drawing/2014/main" id="{BEFACC96-A07F-ED6B-BFBA-C21DA14B9C35}"/>
              </a:ext>
            </a:extLst>
          </p:cNvPr>
          <p:cNvCxnSpPr/>
          <p:nvPr/>
        </p:nvCxnSpPr>
        <p:spPr>
          <a:xfrm>
            <a:off x="2309823" y="4468897"/>
            <a:ext cx="6553200" cy="0"/>
          </a:xfrm>
          <a:prstGeom prst="line">
            <a:avLst/>
          </a:prstGeom>
          <a:noFill/>
          <a:ln w="19050" cap="flat" cmpd="sng" algn="ctr">
            <a:solidFill>
              <a:srgbClr val="DA1F28"/>
            </a:solidFill>
            <a:prstDash val="solid"/>
          </a:ln>
          <a:effectLst>
            <a:outerShdw blurRad="38100" dist="30000" dir="5400000" rotWithShape="0">
              <a:srgbClr val="000000">
                <a:alpha val="45000"/>
              </a:srgbClr>
            </a:outerShdw>
          </a:effectLst>
        </p:spPr>
      </p:cxnSp>
      <p:cxnSp>
        <p:nvCxnSpPr>
          <p:cNvPr id="11" name="Straight Connector 10">
            <a:extLst>
              <a:ext uri="{FF2B5EF4-FFF2-40B4-BE49-F238E27FC236}">
                <a16:creationId xmlns:a16="http://schemas.microsoft.com/office/drawing/2014/main" id="{D82AB606-8C37-F32E-CF53-4326047DD1FC}"/>
              </a:ext>
            </a:extLst>
          </p:cNvPr>
          <p:cNvCxnSpPr/>
          <p:nvPr/>
        </p:nvCxnSpPr>
        <p:spPr>
          <a:xfrm>
            <a:off x="2309823" y="6079594"/>
            <a:ext cx="6629400" cy="0"/>
          </a:xfrm>
          <a:prstGeom prst="line">
            <a:avLst/>
          </a:prstGeom>
          <a:noFill/>
          <a:ln w="19050" cap="flat" cmpd="sng" algn="ctr">
            <a:solidFill>
              <a:srgbClr val="DA1F28"/>
            </a:solidFill>
            <a:prstDash val="solid"/>
          </a:ln>
          <a:effectLst>
            <a:outerShdw blurRad="38100" dist="30000" dir="5400000" rotWithShape="0">
              <a:srgbClr val="000000">
                <a:alpha val="45000"/>
              </a:srgbClr>
            </a:outerShdw>
          </a:effectLst>
        </p:spPr>
      </p:cxnSp>
      <p:cxnSp>
        <p:nvCxnSpPr>
          <p:cNvPr id="12" name="Straight Connector 11">
            <a:extLst>
              <a:ext uri="{FF2B5EF4-FFF2-40B4-BE49-F238E27FC236}">
                <a16:creationId xmlns:a16="http://schemas.microsoft.com/office/drawing/2014/main" id="{C70A2EFD-C803-0441-8855-5EB595AE6E2C}"/>
              </a:ext>
            </a:extLst>
          </p:cNvPr>
          <p:cNvCxnSpPr/>
          <p:nvPr/>
        </p:nvCxnSpPr>
        <p:spPr>
          <a:xfrm>
            <a:off x="2309823" y="5047248"/>
            <a:ext cx="6553200" cy="0"/>
          </a:xfrm>
          <a:prstGeom prst="line">
            <a:avLst/>
          </a:prstGeom>
          <a:noFill/>
          <a:ln w="19050" cap="flat" cmpd="sng" algn="ctr">
            <a:solidFill>
              <a:srgbClr val="DA1F28"/>
            </a:solidFill>
            <a:prstDash val="solid"/>
          </a:ln>
          <a:effectLst>
            <a:outerShdw blurRad="38100" dist="30000" dir="5400000" rotWithShape="0">
              <a:srgbClr val="000000">
                <a:alpha val="45000"/>
              </a:srgbClr>
            </a:outerShdw>
          </a:effectLst>
        </p:spPr>
      </p:cxnSp>
    </p:spTree>
    <p:extLst>
      <p:ext uri="{BB962C8B-B14F-4D97-AF65-F5344CB8AC3E}">
        <p14:creationId xmlns:p14="http://schemas.microsoft.com/office/powerpoint/2010/main" val="1538793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F462F8AD-75A9-6E8F-6935-71072B35EA97}"/>
              </a:ext>
            </a:extLst>
          </p:cNvPr>
          <p:cNvSpPr txBox="1">
            <a:spLocks/>
          </p:cNvSpPr>
          <p:nvPr/>
        </p:nvSpPr>
        <p:spPr>
          <a:xfrm>
            <a:off x="357808" y="799097"/>
            <a:ext cx="12496800" cy="6136105"/>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p:txBody>
      </p:sp>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4" name="TextBox 3">
            <a:extLst>
              <a:ext uri="{FF2B5EF4-FFF2-40B4-BE49-F238E27FC236}">
                <a16:creationId xmlns:a16="http://schemas.microsoft.com/office/drawing/2014/main" id="{5A63ABCF-65A3-2052-B14A-9B0EC57AEDBD}"/>
              </a:ext>
            </a:extLst>
          </p:cNvPr>
          <p:cNvSpPr txBox="1"/>
          <p:nvPr/>
        </p:nvSpPr>
        <p:spPr>
          <a:xfrm>
            <a:off x="460341" y="621018"/>
            <a:ext cx="11373851" cy="4444807"/>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Please calculate the market-value-weighted index</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Initial: $25*20+$100*1=600</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Final: $25*20+$50*2=600</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Please calculate the price-weighted index</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(25+100)/2=62.5</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3600" b="0" i="0" u="none" strike="sngStrike" kern="1200" cap="none" spc="0" normalizeH="0" baseline="0" noProof="0" dirty="0">
                <a:ln>
                  <a:noFill/>
                </a:ln>
                <a:solidFill>
                  <a:prstClr val="black"/>
                </a:solidFill>
                <a:effectLst/>
                <a:uLnTx/>
                <a:uFillTx/>
                <a:latin typeface="Tw Cen MT"/>
                <a:ea typeface="+mn-ea"/>
                <a:cs typeface="+mn-cs"/>
              </a:rPr>
              <a:t>(25+50)/2=37.5</a:t>
            </a:r>
            <a:endParaRPr kumimoji="0" lang="en-US" sz="3600" b="0" i="0" u="none" strike="noStrike" kern="1200" cap="none" spc="0" normalizeH="0" baseline="0" noProof="0" dirty="0">
              <a:ln>
                <a:noFill/>
              </a:ln>
              <a:solidFill>
                <a:prstClr val="black"/>
              </a:solidFill>
              <a:effectLst/>
              <a:uLnTx/>
              <a:uFillTx/>
              <a:latin typeface="Tw Cen MT"/>
              <a:ea typeface="+mn-ea"/>
              <a:cs typeface="+mn-cs"/>
            </a:endParaRP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3600" b="0" i="0" u="none" strike="noStrike" kern="1200" cap="none" spc="0" normalizeH="0" baseline="0" noProof="0" dirty="0">
                <a:ln>
                  <a:noFill/>
                </a:ln>
                <a:solidFill>
                  <a:prstClr val="black"/>
                </a:solidFill>
                <a:effectLst/>
                <a:uLnTx/>
                <a:uFillTx/>
                <a:latin typeface="Tw Cen MT"/>
                <a:ea typeface="+mn-ea"/>
                <a:cs typeface="+mn-cs"/>
              </a:rPr>
              <a:t>25+50/</a:t>
            </a:r>
            <a:r>
              <a:rPr kumimoji="0" lang="en-US" sz="36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d</a:t>
            </a:r>
            <a:r>
              <a:rPr kumimoji="0" lang="en-US" sz="3600" b="0" i="0" u="none" strike="noStrike" kern="1200" cap="none" spc="0" normalizeH="0" baseline="0" noProof="0" dirty="0">
                <a:ln>
                  <a:noFill/>
                </a:ln>
                <a:solidFill>
                  <a:prstClr val="black"/>
                </a:solidFill>
                <a:effectLst/>
                <a:uLnTx/>
                <a:uFillTx/>
                <a:latin typeface="Tw Cen MT"/>
                <a:ea typeface="+mn-ea"/>
                <a:cs typeface="+mn-cs"/>
              </a:rPr>
              <a:t>=62.5  =&gt; d=1.2</a:t>
            </a:r>
          </a:p>
        </p:txBody>
      </p:sp>
      <p:cxnSp>
        <p:nvCxnSpPr>
          <p:cNvPr id="2" name="Straight Arrow Connector 1">
            <a:extLst>
              <a:ext uri="{FF2B5EF4-FFF2-40B4-BE49-F238E27FC236}">
                <a16:creationId xmlns:a16="http://schemas.microsoft.com/office/drawing/2014/main" id="{ECE7C2B3-40FA-D2D7-E78F-27D8A05B1735}"/>
              </a:ext>
            </a:extLst>
          </p:cNvPr>
          <p:cNvCxnSpPr>
            <a:cxnSpLocks/>
          </p:cNvCxnSpPr>
          <p:nvPr/>
        </p:nvCxnSpPr>
        <p:spPr>
          <a:xfrm flipV="1">
            <a:off x="6316920" y="2153788"/>
            <a:ext cx="962526" cy="13156"/>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sp>
        <p:nvSpPr>
          <p:cNvPr id="5" name="TextBox 4">
            <a:extLst>
              <a:ext uri="{FF2B5EF4-FFF2-40B4-BE49-F238E27FC236}">
                <a16:creationId xmlns:a16="http://schemas.microsoft.com/office/drawing/2014/main" id="{371CF438-BE15-54BE-36BE-C51FAE89C1C8}"/>
              </a:ext>
            </a:extLst>
          </p:cNvPr>
          <p:cNvSpPr txBox="1"/>
          <p:nvPr/>
        </p:nvSpPr>
        <p:spPr>
          <a:xfrm>
            <a:off x="7322131" y="1922955"/>
            <a:ext cx="3892138" cy="461665"/>
          </a:xfrm>
          <a:prstGeom prst="rect">
            <a:avLst/>
          </a:prstGeom>
          <a:noFill/>
        </p:spPr>
        <p:txBody>
          <a:bodyPr wrap="square" rtlCol="0">
            <a:spAutoFit/>
          </a:bodyPr>
          <a:lstStyle/>
          <a:p>
            <a:r>
              <a:rPr lang="en-US" sz="2400" dirty="0">
                <a:solidFill>
                  <a:srgbClr val="2DA2BF"/>
                </a:solidFill>
                <a:latin typeface="Tw Cen MT"/>
              </a:rPr>
              <a:t>Unaffected by the stock split</a:t>
            </a:r>
          </a:p>
        </p:txBody>
      </p:sp>
      <p:grpSp>
        <p:nvGrpSpPr>
          <p:cNvPr id="100" name="Group 99">
            <a:extLst>
              <a:ext uri="{FF2B5EF4-FFF2-40B4-BE49-F238E27FC236}">
                <a16:creationId xmlns:a16="http://schemas.microsoft.com/office/drawing/2014/main" id="{C914C1EC-2574-3A3A-DA5E-760AFFBC182B}"/>
              </a:ext>
            </a:extLst>
          </p:cNvPr>
          <p:cNvGrpSpPr/>
          <p:nvPr/>
        </p:nvGrpSpPr>
        <p:grpSpPr>
          <a:xfrm>
            <a:off x="6865920" y="3530240"/>
            <a:ext cx="5034600" cy="2202840"/>
            <a:chOff x="6865920" y="3530240"/>
            <a:chExt cx="5034600" cy="2202840"/>
          </a:xfrm>
        </p:grpSpPr>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E3407016-6BFC-C8C0-EEA9-5F948D71648E}"/>
                    </a:ext>
                  </a:extLst>
                </p14:cNvPr>
                <p14:cNvContentPartPr/>
                <p14:nvPr/>
              </p14:nvContentPartPr>
              <p14:xfrm>
                <a:off x="6865920" y="3530240"/>
                <a:ext cx="274320" cy="205200"/>
              </p14:xfrm>
            </p:contentPart>
          </mc:Choice>
          <mc:Fallback>
            <p:pic>
              <p:nvPicPr>
                <p:cNvPr id="3" name="Ink 2">
                  <a:extLst>
                    <a:ext uri="{FF2B5EF4-FFF2-40B4-BE49-F238E27FC236}">
                      <a16:creationId xmlns:a16="http://schemas.microsoft.com/office/drawing/2014/main" id="{E3407016-6BFC-C8C0-EEA9-5F948D71648E}"/>
                    </a:ext>
                  </a:extLst>
                </p:cNvPr>
                <p:cNvPicPr/>
                <p:nvPr/>
              </p:nvPicPr>
              <p:blipFill>
                <a:blip r:embed="rId4"/>
                <a:stretch>
                  <a:fillRect/>
                </a:stretch>
              </p:blipFill>
              <p:spPr>
                <a:xfrm>
                  <a:off x="6859800" y="3524120"/>
                  <a:ext cx="28656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4CB7F9AA-7558-ECE1-45EA-12862B058E8D}"/>
                    </a:ext>
                  </a:extLst>
                </p14:cNvPr>
                <p14:cNvContentPartPr/>
                <p14:nvPr/>
              </p14:nvContentPartPr>
              <p14:xfrm>
                <a:off x="6873840" y="3714560"/>
                <a:ext cx="246960" cy="43200"/>
              </p14:xfrm>
            </p:contentPart>
          </mc:Choice>
          <mc:Fallback>
            <p:pic>
              <p:nvPicPr>
                <p:cNvPr id="6" name="Ink 5">
                  <a:extLst>
                    <a:ext uri="{FF2B5EF4-FFF2-40B4-BE49-F238E27FC236}">
                      <a16:creationId xmlns:a16="http://schemas.microsoft.com/office/drawing/2014/main" id="{4CB7F9AA-7558-ECE1-45EA-12862B058E8D}"/>
                    </a:ext>
                  </a:extLst>
                </p:cNvPr>
                <p:cNvPicPr/>
                <p:nvPr/>
              </p:nvPicPr>
              <p:blipFill>
                <a:blip r:embed="rId6"/>
                <a:stretch>
                  <a:fillRect/>
                </a:stretch>
              </p:blipFill>
              <p:spPr>
                <a:xfrm>
                  <a:off x="6867720" y="3708440"/>
                  <a:ext cx="25920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9368CE75-E962-482E-2018-EF4089D1DF5E}"/>
                    </a:ext>
                  </a:extLst>
                </p14:cNvPr>
                <p14:cNvContentPartPr/>
                <p14:nvPr/>
              </p14:nvContentPartPr>
              <p14:xfrm>
                <a:off x="7332840" y="3564440"/>
                <a:ext cx="203400" cy="196200"/>
              </p14:xfrm>
            </p:contentPart>
          </mc:Choice>
          <mc:Fallback>
            <p:pic>
              <p:nvPicPr>
                <p:cNvPr id="9" name="Ink 8">
                  <a:extLst>
                    <a:ext uri="{FF2B5EF4-FFF2-40B4-BE49-F238E27FC236}">
                      <a16:creationId xmlns:a16="http://schemas.microsoft.com/office/drawing/2014/main" id="{9368CE75-E962-482E-2018-EF4089D1DF5E}"/>
                    </a:ext>
                  </a:extLst>
                </p:cNvPr>
                <p:cNvPicPr/>
                <p:nvPr/>
              </p:nvPicPr>
              <p:blipFill>
                <a:blip r:embed="rId8"/>
                <a:stretch>
                  <a:fillRect/>
                </a:stretch>
              </p:blipFill>
              <p:spPr>
                <a:xfrm>
                  <a:off x="7326720" y="3558320"/>
                  <a:ext cx="21564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F27CEB01-6E14-2FB6-422E-279359331DA7}"/>
                    </a:ext>
                  </a:extLst>
                </p14:cNvPr>
                <p14:cNvContentPartPr/>
                <p14:nvPr/>
              </p14:nvContentPartPr>
              <p14:xfrm>
                <a:off x="7835400" y="3569480"/>
                <a:ext cx="169920" cy="249840"/>
              </p14:xfrm>
            </p:contentPart>
          </mc:Choice>
          <mc:Fallback>
            <p:pic>
              <p:nvPicPr>
                <p:cNvPr id="10" name="Ink 9">
                  <a:extLst>
                    <a:ext uri="{FF2B5EF4-FFF2-40B4-BE49-F238E27FC236}">
                      <a16:creationId xmlns:a16="http://schemas.microsoft.com/office/drawing/2014/main" id="{F27CEB01-6E14-2FB6-422E-279359331DA7}"/>
                    </a:ext>
                  </a:extLst>
                </p:cNvPr>
                <p:cNvPicPr/>
                <p:nvPr/>
              </p:nvPicPr>
              <p:blipFill>
                <a:blip r:embed="rId10"/>
                <a:stretch>
                  <a:fillRect/>
                </a:stretch>
              </p:blipFill>
              <p:spPr>
                <a:xfrm>
                  <a:off x="7829280" y="3563360"/>
                  <a:ext cx="18216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77FDDFB7-9D5A-99BA-B349-9F0D86AA57F9}"/>
                    </a:ext>
                  </a:extLst>
                </p14:cNvPr>
                <p14:cNvContentPartPr/>
                <p14:nvPr/>
              </p14:nvContentPartPr>
              <p14:xfrm>
                <a:off x="7982640" y="3624920"/>
                <a:ext cx="127440" cy="109800"/>
              </p14:xfrm>
            </p:contentPart>
          </mc:Choice>
          <mc:Fallback>
            <p:pic>
              <p:nvPicPr>
                <p:cNvPr id="11" name="Ink 10">
                  <a:extLst>
                    <a:ext uri="{FF2B5EF4-FFF2-40B4-BE49-F238E27FC236}">
                      <a16:creationId xmlns:a16="http://schemas.microsoft.com/office/drawing/2014/main" id="{77FDDFB7-9D5A-99BA-B349-9F0D86AA57F9}"/>
                    </a:ext>
                  </a:extLst>
                </p:cNvPr>
                <p:cNvPicPr/>
                <p:nvPr/>
              </p:nvPicPr>
              <p:blipFill>
                <a:blip r:embed="rId12"/>
                <a:stretch>
                  <a:fillRect/>
                </a:stretch>
              </p:blipFill>
              <p:spPr>
                <a:xfrm>
                  <a:off x="7976520" y="3618800"/>
                  <a:ext cx="13968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B6593ADE-7911-9C89-8FCB-9470B3CA0005}"/>
                    </a:ext>
                  </a:extLst>
                </p14:cNvPr>
                <p14:cNvContentPartPr/>
                <p14:nvPr/>
              </p14:nvContentPartPr>
              <p14:xfrm>
                <a:off x="8169120" y="3647240"/>
                <a:ext cx="43920" cy="110160"/>
              </p14:xfrm>
            </p:contentPart>
          </mc:Choice>
          <mc:Fallback>
            <p:pic>
              <p:nvPicPr>
                <p:cNvPr id="12" name="Ink 11">
                  <a:extLst>
                    <a:ext uri="{FF2B5EF4-FFF2-40B4-BE49-F238E27FC236}">
                      <a16:creationId xmlns:a16="http://schemas.microsoft.com/office/drawing/2014/main" id="{B6593ADE-7911-9C89-8FCB-9470B3CA0005}"/>
                    </a:ext>
                  </a:extLst>
                </p:cNvPr>
                <p:cNvPicPr/>
                <p:nvPr/>
              </p:nvPicPr>
              <p:blipFill>
                <a:blip r:embed="rId14"/>
                <a:stretch>
                  <a:fillRect/>
                </a:stretch>
              </p:blipFill>
              <p:spPr>
                <a:xfrm>
                  <a:off x="8163000" y="3641120"/>
                  <a:ext cx="5616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3" name="Ink 12">
                  <a:extLst>
                    <a:ext uri="{FF2B5EF4-FFF2-40B4-BE49-F238E27FC236}">
                      <a16:creationId xmlns:a16="http://schemas.microsoft.com/office/drawing/2014/main" id="{62CB66BB-8A82-2CAA-6A0C-B3C65C77510A}"/>
                    </a:ext>
                  </a:extLst>
                </p14:cNvPr>
                <p14:cNvContentPartPr/>
                <p14:nvPr/>
              </p14:nvContentPartPr>
              <p14:xfrm>
                <a:off x="8216280" y="3613400"/>
                <a:ext cx="54360" cy="14400"/>
              </p14:xfrm>
            </p:contentPart>
          </mc:Choice>
          <mc:Fallback>
            <p:pic>
              <p:nvPicPr>
                <p:cNvPr id="13" name="Ink 12">
                  <a:extLst>
                    <a:ext uri="{FF2B5EF4-FFF2-40B4-BE49-F238E27FC236}">
                      <a16:creationId xmlns:a16="http://schemas.microsoft.com/office/drawing/2014/main" id="{62CB66BB-8A82-2CAA-6A0C-B3C65C77510A}"/>
                    </a:ext>
                  </a:extLst>
                </p:cNvPr>
                <p:cNvPicPr/>
                <p:nvPr/>
              </p:nvPicPr>
              <p:blipFill>
                <a:blip r:embed="rId16"/>
                <a:stretch>
                  <a:fillRect/>
                </a:stretch>
              </p:blipFill>
              <p:spPr>
                <a:xfrm>
                  <a:off x="8210160" y="3607280"/>
                  <a:ext cx="6660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4F3D8AE8-C57B-C032-1FB9-9206EF8982CB}"/>
                    </a:ext>
                  </a:extLst>
                </p14:cNvPr>
                <p14:cNvContentPartPr/>
                <p14:nvPr/>
              </p14:nvContentPartPr>
              <p14:xfrm>
                <a:off x="8327520" y="3634280"/>
                <a:ext cx="75600" cy="141120"/>
              </p14:xfrm>
            </p:contentPart>
          </mc:Choice>
          <mc:Fallback>
            <p:pic>
              <p:nvPicPr>
                <p:cNvPr id="15" name="Ink 14">
                  <a:extLst>
                    <a:ext uri="{FF2B5EF4-FFF2-40B4-BE49-F238E27FC236}">
                      <a16:creationId xmlns:a16="http://schemas.microsoft.com/office/drawing/2014/main" id="{4F3D8AE8-C57B-C032-1FB9-9206EF8982CB}"/>
                    </a:ext>
                  </a:extLst>
                </p:cNvPr>
                <p:cNvPicPr/>
                <p:nvPr/>
              </p:nvPicPr>
              <p:blipFill>
                <a:blip r:embed="rId18"/>
                <a:stretch>
                  <a:fillRect/>
                </a:stretch>
              </p:blipFill>
              <p:spPr>
                <a:xfrm>
                  <a:off x="8321400" y="3628160"/>
                  <a:ext cx="8784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95E1CBEA-2D45-DE88-6BE8-55C60F58DC5D}"/>
                    </a:ext>
                  </a:extLst>
                </p14:cNvPr>
                <p14:cNvContentPartPr/>
                <p14:nvPr/>
              </p14:nvContentPartPr>
              <p14:xfrm>
                <a:off x="8421480" y="3656600"/>
                <a:ext cx="91800" cy="150480"/>
              </p14:xfrm>
            </p:contentPart>
          </mc:Choice>
          <mc:Fallback>
            <p:pic>
              <p:nvPicPr>
                <p:cNvPr id="16" name="Ink 15">
                  <a:extLst>
                    <a:ext uri="{FF2B5EF4-FFF2-40B4-BE49-F238E27FC236}">
                      <a16:creationId xmlns:a16="http://schemas.microsoft.com/office/drawing/2014/main" id="{95E1CBEA-2D45-DE88-6BE8-55C60F58DC5D}"/>
                    </a:ext>
                  </a:extLst>
                </p:cNvPr>
                <p:cNvPicPr/>
                <p:nvPr/>
              </p:nvPicPr>
              <p:blipFill>
                <a:blip r:embed="rId20"/>
                <a:stretch>
                  <a:fillRect/>
                </a:stretch>
              </p:blipFill>
              <p:spPr>
                <a:xfrm>
                  <a:off x="8415360" y="3650480"/>
                  <a:ext cx="10404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7" name="Ink 16">
                  <a:extLst>
                    <a:ext uri="{FF2B5EF4-FFF2-40B4-BE49-F238E27FC236}">
                      <a16:creationId xmlns:a16="http://schemas.microsoft.com/office/drawing/2014/main" id="{47BD40E5-E869-C06B-6DA4-790A175EA75E}"/>
                    </a:ext>
                  </a:extLst>
                </p14:cNvPr>
                <p14:cNvContentPartPr/>
                <p14:nvPr/>
              </p14:nvContentPartPr>
              <p14:xfrm>
                <a:off x="8910720" y="3634640"/>
                <a:ext cx="161280" cy="76680"/>
              </p14:xfrm>
            </p:contentPart>
          </mc:Choice>
          <mc:Fallback>
            <p:pic>
              <p:nvPicPr>
                <p:cNvPr id="17" name="Ink 16">
                  <a:extLst>
                    <a:ext uri="{FF2B5EF4-FFF2-40B4-BE49-F238E27FC236}">
                      <a16:creationId xmlns:a16="http://schemas.microsoft.com/office/drawing/2014/main" id="{47BD40E5-E869-C06B-6DA4-790A175EA75E}"/>
                    </a:ext>
                  </a:extLst>
                </p:cNvPr>
                <p:cNvPicPr/>
                <p:nvPr/>
              </p:nvPicPr>
              <p:blipFill>
                <a:blip r:embed="rId22"/>
                <a:stretch>
                  <a:fillRect/>
                </a:stretch>
              </p:blipFill>
              <p:spPr>
                <a:xfrm>
                  <a:off x="8904600" y="3628520"/>
                  <a:ext cx="17352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8" name="Ink 17">
                  <a:extLst>
                    <a:ext uri="{FF2B5EF4-FFF2-40B4-BE49-F238E27FC236}">
                      <a16:creationId xmlns:a16="http://schemas.microsoft.com/office/drawing/2014/main" id="{33D8C624-240B-8509-B297-091AC153236A}"/>
                    </a:ext>
                  </a:extLst>
                </p14:cNvPr>
                <p14:cNvContentPartPr/>
                <p14:nvPr/>
              </p14:nvContentPartPr>
              <p14:xfrm>
                <a:off x="9063720" y="3546080"/>
                <a:ext cx="479520" cy="340560"/>
              </p14:xfrm>
            </p:contentPart>
          </mc:Choice>
          <mc:Fallback>
            <p:pic>
              <p:nvPicPr>
                <p:cNvPr id="18" name="Ink 17">
                  <a:extLst>
                    <a:ext uri="{FF2B5EF4-FFF2-40B4-BE49-F238E27FC236}">
                      <a16:creationId xmlns:a16="http://schemas.microsoft.com/office/drawing/2014/main" id="{33D8C624-240B-8509-B297-091AC153236A}"/>
                    </a:ext>
                  </a:extLst>
                </p:cNvPr>
                <p:cNvPicPr/>
                <p:nvPr/>
              </p:nvPicPr>
              <p:blipFill>
                <a:blip r:embed="rId24"/>
                <a:stretch>
                  <a:fillRect/>
                </a:stretch>
              </p:blipFill>
              <p:spPr>
                <a:xfrm>
                  <a:off x="9057600" y="3539960"/>
                  <a:ext cx="491760" cy="3528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9" name="Ink 18">
                  <a:extLst>
                    <a:ext uri="{FF2B5EF4-FFF2-40B4-BE49-F238E27FC236}">
                      <a16:creationId xmlns:a16="http://schemas.microsoft.com/office/drawing/2014/main" id="{19DE2360-83EF-A494-F2DF-28A71D94E464}"/>
                    </a:ext>
                  </a:extLst>
                </p14:cNvPr>
                <p14:cNvContentPartPr/>
                <p14:nvPr/>
              </p14:nvContentPartPr>
              <p14:xfrm>
                <a:off x="9532800" y="3656240"/>
                <a:ext cx="145440" cy="176400"/>
              </p14:xfrm>
            </p:contentPart>
          </mc:Choice>
          <mc:Fallback>
            <p:pic>
              <p:nvPicPr>
                <p:cNvPr id="19" name="Ink 18">
                  <a:extLst>
                    <a:ext uri="{FF2B5EF4-FFF2-40B4-BE49-F238E27FC236}">
                      <a16:creationId xmlns:a16="http://schemas.microsoft.com/office/drawing/2014/main" id="{19DE2360-83EF-A494-F2DF-28A71D94E464}"/>
                    </a:ext>
                  </a:extLst>
                </p:cNvPr>
                <p:cNvPicPr/>
                <p:nvPr/>
              </p:nvPicPr>
              <p:blipFill>
                <a:blip r:embed="rId26"/>
                <a:stretch>
                  <a:fillRect/>
                </a:stretch>
              </p:blipFill>
              <p:spPr>
                <a:xfrm>
                  <a:off x="9526680" y="3650120"/>
                  <a:ext cx="15768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0" name="Ink 19">
                  <a:extLst>
                    <a:ext uri="{FF2B5EF4-FFF2-40B4-BE49-F238E27FC236}">
                      <a16:creationId xmlns:a16="http://schemas.microsoft.com/office/drawing/2014/main" id="{27A007BF-0B72-937B-33CB-871FCCE0F7B1}"/>
                    </a:ext>
                  </a:extLst>
                </p14:cNvPr>
                <p14:cNvContentPartPr/>
                <p14:nvPr/>
              </p14:nvContentPartPr>
              <p14:xfrm>
                <a:off x="9978480" y="3720680"/>
                <a:ext cx="59400" cy="97920"/>
              </p14:xfrm>
            </p:contentPart>
          </mc:Choice>
          <mc:Fallback>
            <p:pic>
              <p:nvPicPr>
                <p:cNvPr id="20" name="Ink 19">
                  <a:extLst>
                    <a:ext uri="{FF2B5EF4-FFF2-40B4-BE49-F238E27FC236}">
                      <a16:creationId xmlns:a16="http://schemas.microsoft.com/office/drawing/2014/main" id="{27A007BF-0B72-937B-33CB-871FCCE0F7B1}"/>
                    </a:ext>
                  </a:extLst>
                </p:cNvPr>
                <p:cNvPicPr/>
                <p:nvPr/>
              </p:nvPicPr>
              <p:blipFill>
                <a:blip r:embed="rId28"/>
                <a:stretch>
                  <a:fillRect/>
                </a:stretch>
              </p:blipFill>
              <p:spPr>
                <a:xfrm>
                  <a:off x="9972360" y="3714560"/>
                  <a:ext cx="7164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1" name="Ink 20">
                  <a:extLst>
                    <a:ext uri="{FF2B5EF4-FFF2-40B4-BE49-F238E27FC236}">
                      <a16:creationId xmlns:a16="http://schemas.microsoft.com/office/drawing/2014/main" id="{F756C57B-6738-8142-0445-04EF9127A771}"/>
                    </a:ext>
                  </a:extLst>
                </p14:cNvPr>
                <p14:cNvContentPartPr/>
                <p14:nvPr/>
              </p14:nvContentPartPr>
              <p14:xfrm>
                <a:off x="10012320" y="3613040"/>
                <a:ext cx="42840" cy="56880"/>
              </p14:xfrm>
            </p:contentPart>
          </mc:Choice>
          <mc:Fallback>
            <p:pic>
              <p:nvPicPr>
                <p:cNvPr id="21" name="Ink 20">
                  <a:extLst>
                    <a:ext uri="{FF2B5EF4-FFF2-40B4-BE49-F238E27FC236}">
                      <a16:creationId xmlns:a16="http://schemas.microsoft.com/office/drawing/2014/main" id="{F756C57B-6738-8142-0445-04EF9127A771}"/>
                    </a:ext>
                  </a:extLst>
                </p:cNvPr>
                <p:cNvPicPr/>
                <p:nvPr/>
              </p:nvPicPr>
              <p:blipFill>
                <a:blip r:embed="rId30"/>
                <a:stretch>
                  <a:fillRect/>
                </a:stretch>
              </p:blipFill>
              <p:spPr>
                <a:xfrm>
                  <a:off x="10006200" y="3606920"/>
                  <a:ext cx="5508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2" name="Ink 21">
                  <a:extLst>
                    <a:ext uri="{FF2B5EF4-FFF2-40B4-BE49-F238E27FC236}">
                      <a16:creationId xmlns:a16="http://schemas.microsoft.com/office/drawing/2014/main" id="{46903269-559B-C9CC-4D2F-7B538572886C}"/>
                    </a:ext>
                  </a:extLst>
                </p14:cNvPr>
                <p14:cNvContentPartPr/>
                <p14:nvPr/>
              </p14:nvContentPartPr>
              <p14:xfrm>
                <a:off x="10078200" y="3738680"/>
                <a:ext cx="111240" cy="136800"/>
              </p14:xfrm>
            </p:contentPart>
          </mc:Choice>
          <mc:Fallback>
            <p:pic>
              <p:nvPicPr>
                <p:cNvPr id="22" name="Ink 21">
                  <a:extLst>
                    <a:ext uri="{FF2B5EF4-FFF2-40B4-BE49-F238E27FC236}">
                      <a16:creationId xmlns:a16="http://schemas.microsoft.com/office/drawing/2014/main" id="{46903269-559B-C9CC-4D2F-7B538572886C}"/>
                    </a:ext>
                  </a:extLst>
                </p:cNvPr>
                <p:cNvPicPr/>
                <p:nvPr/>
              </p:nvPicPr>
              <p:blipFill>
                <a:blip r:embed="rId32"/>
                <a:stretch>
                  <a:fillRect/>
                </a:stretch>
              </p:blipFill>
              <p:spPr>
                <a:xfrm>
                  <a:off x="10072080" y="3732560"/>
                  <a:ext cx="12348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3" name="Ink 22">
                  <a:extLst>
                    <a:ext uri="{FF2B5EF4-FFF2-40B4-BE49-F238E27FC236}">
                      <a16:creationId xmlns:a16="http://schemas.microsoft.com/office/drawing/2014/main" id="{09D9747E-5888-133C-CE14-396107178CC6}"/>
                    </a:ext>
                  </a:extLst>
                </p14:cNvPr>
                <p14:cNvContentPartPr/>
                <p14:nvPr/>
              </p14:nvContentPartPr>
              <p14:xfrm>
                <a:off x="10548360" y="3612680"/>
                <a:ext cx="173880" cy="246240"/>
              </p14:xfrm>
            </p:contentPart>
          </mc:Choice>
          <mc:Fallback>
            <p:pic>
              <p:nvPicPr>
                <p:cNvPr id="23" name="Ink 22">
                  <a:extLst>
                    <a:ext uri="{FF2B5EF4-FFF2-40B4-BE49-F238E27FC236}">
                      <a16:creationId xmlns:a16="http://schemas.microsoft.com/office/drawing/2014/main" id="{09D9747E-5888-133C-CE14-396107178CC6}"/>
                    </a:ext>
                  </a:extLst>
                </p:cNvPr>
                <p:cNvPicPr/>
                <p:nvPr/>
              </p:nvPicPr>
              <p:blipFill>
                <a:blip r:embed="rId34"/>
                <a:stretch>
                  <a:fillRect/>
                </a:stretch>
              </p:blipFill>
              <p:spPr>
                <a:xfrm>
                  <a:off x="10542240" y="3606560"/>
                  <a:ext cx="18612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4" name="Ink 23">
                  <a:extLst>
                    <a:ext uri="{FF2B5EF4-FFF2-40B4-BE49-F238E27FC236}">
                      <a16:creationId xmlns:a16="http://schemas.microsoft.com/office/drawing/2014/main" id="{29EE7AB0-90A7-3479-FD7D-5E5E8D0FF7DF}"/>
                    </a:ext>
                  </a:extLst>
                </p14:cNvPr>
                <p14:cNvContentPartPr/>
                <p14:nvPr/>
              </p14:nvContentPartPr>
              <p14:xfrm>
                <a:off x="10729080" y="3718880"/>
                <a:ext cx="35640" cy="106200"/>
              </p14:xfrm>
            </p:contentPart>
          </mc:Choice>
          <mc:Fallback>
            <p:pic>
              <p:nvPicPr>
                <p:cNvPr id="24" name="Ink 23">
                  <a:extLst>
                    <a:ext uri="{FF2B5EF4-FFF2-40B4-BE49-F238E27FC236}">
                      <a16:creationId xmlns:a16="http://schemas.microsoft.com/office/drawing/2014/main" id="{29EE7AB0-90A7-3479-FD7D-5E5E8D0FF7DF}"/>
                    </a:ext>
                  </a:extLst>
                </p:cNvPr>
                <p:cNvPicPr/>
                <p:nvPr/>
              </p:nvPicPr>
              <p:blipFill>
                <a:blip r:embed="rId36"/>
                <a:stretch>
                  <a:fillRect/>
                </a:stretch>
              </p:blipFill>
              <p:spPr>
                <a:xfrm>
                  <a:off x="10722960" y="3712760"/>
                  <a:ext cx="4788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5" name="Ink 24">
                  <a:extLst>
                    <a:ext uri="{FF2B5EF4-FFF2-40B4-BE49-F238E27FC236}">
                      <a16:creationId xmlns:a16="http://schemas.microsoft.com/office/drawing/2014/main" id="{E64B68DF-81F2-643D-C4CB-D500FB2605ED}"/>
                    </a:ext>
                  </a:extLst>
                </p14:cNvPr>
                <p14:cNvContentPartPr/>
                <p14:nvPr/>
              </p14:nvContentPartPr>
              <p14:xfrm>
                <a:off x="10775880" y="3585320"/>
                <a:ext cx="33120" cy="44280"/>
              </p14:xfrm>
            </p:contentPart>
          </mc:Choice>
          <mc:Fallback>
            <p:pic>
              <p:nvPicPr>
                <p:cNvPr id="25" name="Ink 24">
                  <a:extLst>
                    <a:ext uri="{FF2B5EF4-FFF2-40B4-BE49-F238E27FC236}">
                      <a16:creationId xmlns:a16="http://schemas.microsoft.com/office/drawing/2014/main" id="{E64B68DF-81F2-643D-C4CB-D500FB2605ED}"/>
                    </a:ext>
                  </a:extLst>
                </p:cNvPr>
                <p:cNvPicPr/>
                <p:nvPr/>
              </p:nvPicPr>
              <p:blipFill>
                <a:blip r:embed="rId38"/>
                <a:stretch>
                  <a:fillRect/>
                </a:stretch>
              </p:blipFill>
              <p:spPr>
                <a:xfrm>
                  <a:off x="10769760" y="3579200"/>
                  <a:ext cx="4536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6" name="Ink 25">
                  <a:extLst>
                    <a:ext uri="{FF2B5EF4-FFF2-40B4-BE49-F238E27FC236}">
                      <a16:creationId xmlns:a16="http://schemas.microsoft.com/office/drawing/2014/main" id="{743D9BC3-3ADB-A90D-2D6F-55E0DF762DFE}"/>
                    </a:ext>
                  </a:extLst>
                </p14:cNvPr>
                <p14:cNvContentPartPr/>
                <p14:nvPr/>
              </p14:nvContentPartPr>
              <p14:xfrm>
                <a:off x="10866960" y="3712400"/>
                <a:ext cx="350640" cy="226800"/>
              </p14:xfrm>
            </p:contentPart>
          </mc:Choice>
          <mc:Fallback>
            <p:pic>
              <p:nvPicPr>
                <p:cNvPr id="26" name="Ink 25">
                  <a:extLst>
                    <a:ext uri="{FF2B5EF4-FFF2-40B4-BE49-F238E27FC236}">
                      <a16:creationId xmlns:a16="http://schemas.microsoft.com/office/drawing/2014/main" id="{743D9BC3-3ADB-A90D-2D6F-55E0DF762DFE}"/>
                    </a:ext>
                  </a:extLst>
                </p:cNvPr>
                <p:cNvPicPr/>
                <p:nvPr/>
              </p:nvPicPr>
              <p:blipFill>
                <a:blip r:embed="rId40"/>
                <a:stretch>
                  <a:fillRect/>
                </a:stretch>
              </p:blipFill>
              <p:spPr>
                <a:xfrm>
                  <a:off x="10860840" y="3706280"/>
                  <a:ext cx="36288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7" name="Ink 26">
                  <a:extLst>
                    <a:ext uri="{FF2B5EF4-FFF2-40B4-BE49-F238E27FC236}">
                      <a16:creationId xmlns:a16="http://schemas.microsoft.com/office/drawing/2014/main" id="{A8AAB0D2-6D9A-6B9A-A0F5-3E968CBA0544}"/>
                    </a:ext>
                  </a:extLst>
                </p14:cNvPr>
                <p14:cNvContentPartPr/>
                <p14:nvPr/>
              </p14:nvContentPartPr>
              <p14:xfrm>
                <a:off x="11477880" y="3655160"/>
                <a:ext cx="137880" cy="233640"/>
              </p14:xfrm>
            </p:contentPart>
          </mc:Choice>
          <mc:Fallback>
            <p:pic>
              <p:nvPicPr>
                <p:cNvPr id="27" name="Ink 26">
                  <a:extLst>
                    <a:ext uri="{FF2B5EF4-FFF2-40B4-BE49-F238E27FC236}">
                      <a16:creationId xmlns:a16="http://schemas.microsoft.com/office/drawing/2014/main" id="{A8AAB0D2-6D9A-6B9A-A0F5-3E968CBA0544}"/>
                    </a:ext>
                  </a:extLst>
                </p:cNvPr>
                <p:cNvPicPr/>
                <p:nvPr/>
              </p:nvPicPr>
              <p:blipFill>
                <a:blip r:embed="rId42"/>
                <a:stretch>
                  <a:fillRect/>
                </a:stretch>
              </p:blipFill>
              <p:spPr>
                <a:xfrm>
                  <a:off x="11471760" y="3649040"/>
                  <a:ext cx="150120" cy="2458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8" name="Ink 27">
                  <a:extLst>
                    <a:ext uri="{FF2B5EF4-FFF2-40B4-BE49-F238E27FC236}">
                      <a16:creationId xmlns:a16="http://schemas.microsoft.com/office/drawing/2014/main" id="{9DA016A1-A510-7FE2-60F7-555040A3A32D}"/>
                    </a:ext>
                  </a:extLst>
                </p14:cNvPr>
                <p14:cNvContentPartPr/>
                <p14:nvPr/>
              </p14:nvContentPartPr>
              <p14:xfrm>
                <a:off x="11439360" y="3709880"/>
                <a:ext cx="244080" cy="37800"/>
              </p14:xfrm>
            </p:contentPart>
          </mc:Choice>
          <mc:Fallback>
            <p:pic>
              <p:nvPicPr>
                <p:cNvPr id="28" name="Ink 27">
                  <a:extLst>
                    <a:ext uri="{FF2B5EF4-FFF2-40B4-BE49-F238E27FC236}">
                      <a16:creationId xmlns:a16="http://schemas.microsoft.com/office/drawing/2014/main" id="{9DA016A1-A510-7FE2-60F7-555040A3A32D}"/>
                    </a:ext>
                  </a:extLst>
                </p:cNvPr>
                <p:cNvPicPr/>
                <p:nvPr/>
              </p:nvPicPr>
              <p:blipFill>
                <a:blip r:embed="rId44"/>
                <a:stretch>
                  <a:fillRect/>
                </a:stretch>
              </p:blipFill>
              <p:spPr>
                <a:xfrm>
                  <a:off x="11433240" y="3703760"/>
                  <a:ext cx="25632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9" name="Ink 28">
                  <a:extLst>
                    <a:ext uri="{FF2B5EF4-FFF2-40B4-BE49-F238E27FC236}">
                      <a16:creationId xmlns:a16="http://schemas.microsoft.com/office/drawing/2014/main" id="{B2CA7E9C-4303-427B-197B-E4F9A706B419}"/>
                    </a:ext>
                  </a:extLst>
                </p14:cNvPr>
                <p14:cNvContentPartPr/>
                <p14:nvPr/>
              </p14:nvContentPartPr>
              <p14:xfrm>
                <a:off x="11661120" y="3731120"/>
                <a:ext cx="72000" cy="38520"/>
              </p14:xfrm>
            </p:contentPart>
          </mc:Choice>
          <mc:Fallback>
            <p:pic>
              <p:nvPicPr>
                <p:cNvPr id="29" name="Ink 28">
                  <a:extLst>
                    <a:ext uri="{FF2B5EF4-FFF2-40B4-BE49-F238E27FC236}">
                      <a16:creationId xmlns:a16="http://schemas.microsoft.com/office/drawing/2014/main" id="{B2CA7E9C-4303-427B-197B-E4F9A706B419}"/>
                    </a:ext>
                  </a:extLst>
                </p:cNvPr>
                <p:cNvPicPr/>
                <p:nvPr/>
              </p:nvPicPr>
              <p:blipFill>
                <a:blip r:embed="rId46"/>
                <a:stretch>
                  <a:fillRect/>
                </a:stretch>
              </p:blipFill>
              <p:spPr>
                <a:xfrm>
                  <a:off x="11655000" y="3725000"/>
                  <a:ext cx="8424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0" name="Ink 29">
                  <a:extLst>
                    <a:ext uri="{FF2B5EF4-FFF2-40B4-BE49-F238E27FC236}">
                      <a16:creationId xmlns:a16="http://schemas.microsoft.com/office/drawing/2014/main" id="{41288F4C-7949-CCF2-A720-1A4E24DDB62E}"/>
                    </a:ext>
                  </a:extLst>
                </p14:cNvPr>
                <p14:cNvContentPartPr/>
                <p14:nvPr/>
              </p14:nvContentPartPr>
              <p14:xfrm>
                <a:off x="11678400" y="3844160"/>
                <a:ext cx="77040" cy="51120"/>
              </p14:xfrm>
            </p:contentPart>
          </mc:Choice>
          <mc:Fallback>
            <p:pic>
              <p:nvPicPr>
                <p:cNvPr id="30" name="Ink 29">
                  <a:extLst>
                    <a:ext uri="{FF2B5EF4-FFF2-40B4-BE49-F238E27FC236}">
                      <a16:creationId xmlns:a16="http://schemas.microsoft.com/office/drawing/2014/main" id="{41288F4C-7949-CCF2-A720-1A4E24DDB62E}"/>
                    </a:ext>
                  </a:extLst>
                </p:cNvPr>
                <p:cNvPicPr/>
                <p:nvPr/>
              </p:nvPicPr>
              <p:blipFill>
                <a:blip r:embed="rId48"/>
                <a:stretch>
                  <a:fillRect/>
                </a:stretch>
              </p:blipFill>
              <p:spPr>
                <a:xfrm>
                  <a:off x="11672280" y="3838040"/>
                  <a:ext cx="8928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1" name="Ink 30">
                  <a:extLst>
                    <a:ext uri="{FF2B5EF4-FFF2-40B4-BE49-F238E27FC236}">
                      <a16:creationId xmlns:a16="http://schemas.microsoft.com/office/drawing/2014/main" id="{721C952D-0519-9698-CB01-0A2ED0406A40}"/>
                    </a:ext>
                  </a:extLst>
                </p14:cNvPr>
                <p14:cNvContentPartPr/>
                <p14:nvPr/>
              </p14:nvContentPartPr>
              <p14:xfrm>
                <a:off x="11781000" y="3687920"/>
                <a:ext cx="76680" cy="218880"/>
              </p14:xfrm>
            </p:contentPart>
          </mc:Choice>
          <mc:Fallback>
            <p:pic>
              <p:nvPicPr>
                <p:cNvPr id="31" name="Ink 30">
                  <a:extLst>
                    <a:ext uri="{FF2B5EF4-FFF2-40B4-BE49-F238E27FC236}">
                      <a16:creationId xmlns:a16="http://schemas.microsoft.com/office/drawing/2014/main" id="{721C952D-0519-9698-CB01-0A2ED0406A40}"/>
                    </a:ext>
                  </a:extLst>
                </p:cNvPr>
                <p:cNvPicPr/>
                <p:nvPr/>
              </p:nvPicPr>
              <p:blipFill>
                <a:blip r:embed="rId50"/>
                <a:stretch>
                  <a:fillRect/>
                </a:stretch>
              </p:blipFill>
              <p:spPr>
                <a:xfrm>
                  <a:off x="11774880" y="3681800"/>
                  <a:ext cx="8892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BC2E36DC-A4F5-613A-0A0D-215CF11DF1AE}"/>
                    </a:ext>
                  </a:extLst>
                </p14:cNvPr>
                <p14:cNvContentPartPr/>
                <p14:nvPr/>
              </p14:nvContentPartPr>
              <p14:xfrm>
                <a:off x="11674440" y="3952160"/>
                <a:ext cx="226080" cy="252720"/>
              </p14:xfrm>
            </p:contentPart>
          </mc:Choice>
          <mc:Fallback>
            <p:pic>
              <p:nvPicPr>
                <p:cNvPr id="32" name="Ink 31">
                  <a:extLst>
                    <a:ext uri="{FF2B5EF4-FFF2-40B4-BE49-F238E27FC236}">
                      <a16:creationId xmlns:a16="http://schemas.microsoft.com/office/drawing/2014/main" id="{BC2E36DC-A4F5-613A-0A0D-215CF11DF1AE}"/>
                    </a:ext>
                  </a:extLst>
                </p:cNvPr>
                <p:cNvPicPr/>
                <p:nvPr/>
              </p:nvPicPr>
              <p:blipFill>
                <a:blip r:embed="rId52"/>
                <a:stretch>
                  <a:fillRect/>
                </a:stretch>
              </p:blipFill>
              <p:spPr>
                <a:xfrm>
                  <a:off x="11668320" y="3946040"/>
                  <a:ext cx="23832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9" name="Ink 38">
                  <a:extLst>
                    <a:ext uri="{FF2B5EF4-FFF2-40B4-BE49-F238E27FC236}">
                      <a16:creationId xmlns:a16="http://schemas.microsoft.com/office/drawing/2014/main" id="{0665169E-B647-D948-071C-4CF41D6CC993}"/>
                    </a:ext>
                  </a:extLst>
                </p14:cNvPr>
                <p14:cNvContentPartPr/>
                <p14:nvPr/>
              </p14:nvContentPartPr>
              <p14:xfrm>
                <a:off x="6992640" y="4065200"/>
                <a:ext cx="215280" cy="262800"/>
              </p14:xfrm>
            </p:contentPart>
          </mc:Choice>
          <mc:Fallback>
            <p:pic>
              <p:nvPicPr>
                <p:cNvPr id="39" name="Ink 38">
                  <a:extLst>
                    <a:ext uri="{FF2B5EF4-FFF2-40B4-BE49-F238E27FC236}">
                      <a16:creationId xmlns:a16="http://schemas.microsoft.com/office/drawing/2014/main" id="{0665169E-B647-D948-071C-4CF41D6CC993}"/>
                    </a:ext>
                  </a:extLst>
                </p:cNvPr>
                <p:cNvPicPr/>
                <p:nvPr/>
              </p:nvPicPr>
              <p:blipFill>
                <a:blip r:embed="rId54"/>
                <a:stretch>
                  <a:fillRect/>
                </a:stretch>
              </p:blipFill>
              <p:spPr>
                <a:xfrm>
                  <a:off x="6986520" y="4059080"/>
                  <a:ext cx="22752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40" name="Ink 39">
                  <a:extLst>
                    <a:ext uri="{FF2B5EF4-FFF2-40B4-BE49-F238E27FC236}">
                      <a16:creationId xmlns:a16="http://schemas.microsoft.com/office/drawing/2014/main" id="{B6678961-CB99-FB5C-0E57-916ED1F85F87}"/>
                    </a:ext>
                  </a:extLst>
                </p14:cNvPr>
                <p14:cNvContentPartPr/>
                <p14:nvPr/>
              </p14:nvContentPartPr>
              <p14:xfrm>
                <a:off x="7222320" y="4043600"/>
                <a:ext cx="155160" cy="159840"/>
              </p14:xfrm>
            </p:contentPart>
          </mc:Choice>
          <mc:Fallback>
            <p:pic>
              <p:nvPicPr>
                <p:cNvPr id="40" name="Ink 39">
                  <a:extLst>
                    <a:ext uri="{FF2B5EF4-FFF2-40B4-BE49-F238E27FC236}">
                      <a16:creationId xmlns:a16="http://schemas.microsoft.com/office/drawing/2014/main" id="{B6678961-CB99-FB5C-0E57-916ED1F85F87}"/>
                    </a:ext>
                  </a:extLst>
                </p:cNvPr>
                <p:cNvPicPr/>
                <p:nvPr/>
              </p:nvPicPr>
              <p:blipFill>
                <a:blip r:embed="rId56"/>
                <a:stretch>
                  <a:fillRect/>
                </a:stretch>
              </p:blipFill>
              <p:spPr>
                <a:xfrm>
                  <a:off x="7216200" y="4037480"/>
                  <a:ext cx="16740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41" name="Ink 40">
                  <a:extLst>
                    <a:ext uri="{FF2B5EF4-FFF2-40B4-BE49-F238E27FC236}">
                      <a16:creationId xmlns:a16="http://schemas.microsoft.com/office/drawing/2014/main" id="{BD06C9A1-F1E4-EF67-4355-4A1C8D1D92B0}"/>
                    </a:ext>
                  </a:extLst>
                </p14:cNvPr>
                <p14:cNvContentPartPr/>
                <p14:nvPr/>
              </p14:nvContentPartPr>
              <p14:xfrm>
                <a:off x="7352640" y="4062680"/>
                <a:ext cx="242280" cy="214200"/>
              </p14:xfrm>
            </p:contentPart>
          </mc:Choice>
          <mc:Fallback>
            <p:pic>
              <p:nvPicPr>
                <p:cNvPr id="41" name="Ink 40">
                  <a:extLst>
                    <a:ext uri="{FF2B5EF4-FFF2-40B4-BE49-F238E27FC236}">
                      <a16:creationId xmlns:a16="http://schemas.microsoft.com/office/drawing/2014/main" id="{BD06C9A1-F1E4-EF67-4355-4A1C8D1D92B0}"/>
                    </a:ext>
                  </a:extLst>
                </p:cNvPr>
                <p:cNvPicPr/>
                <p:nvPr/>
              </p:nvPicPr>
              <p:blipFill>
                <a:blip r:embed="rId58"/>
                <a:stretch>
                  <a:fillRect/>
                </a:stretch>
              </p:blipFill>
              <p:spPr>
                <a:xfrm>
                  <a:off x="7346520" y="4056560"/>
                  <a:ext cx="25452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42" name="Ink 41">
                  <a:extLst>
                    <a:ext uri="{FF2B5EF4-FFF2-40B4-BE49-F238E27FC236}">
                      <a16:creationId xmlns:a16="http://schemas.microsoft.com/office/drawing/2014/main" id="{B65D592E-B1C2-BB60-757C-DCA45051DFC3}"/>
                    </a:ext>
                  </a:extLst>
                </p14:cNvPr>
                <p14:cNvContentPartPr/>
                <p14:nvPr/>
              </p14:nvContentPartPr>
              <p14:xfrm>
                <a:off x="7811280" y="4094720"/>
                <a:ext cx="171360" cy="184680"/>
              </p14:xfrm>
            </p:contentPart>
          </mc:Choice>
          <mc:Fallback>
            <p:pic>
              <p:nvPicPr>
                <p:cNvPr id="42" name="Ink 41">
                  <a:extLst>
                    <a:ext uri="{FF2B5EF4-FFF2-40B4-BE49-F238E27FC236}">
                      <a16:creationId xmlns:a16="http://schemas.microsoft.com/office/drawing/2014/main" id="{B65D592E-B1C2-BB60-757C-DCA45051DFC3}"/>
                    </a:ext>
                  </a:extLst>
                </p:cNvPr>
                <p:cNvPicPr/>
                <p:nvPr/>
              </p:nvPicPr>
              <p:blipFill>
                <a:blip r:embed="rId60"/>
                <a:stretch>
                  <a:fillRect/>
                </a:stretch>
              </p:blipFill>
              <p:spPr>
                <a:xfrm>
                  <a:off x="7805160" y="4088600"/>
                  <a:ext cx="18360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3" name="Ink 42">
                  <a:extLst>
                    <a:ext uri="{FF2B5EF4-FFF2-40B4-BE49-F238E27FC236}">
                      <a16:creationId xmlns:a16="http://schemas.microsoft.com/office/drawing/2014/main" id="{5296D307-AA81-F94E-4880-B7FC32F286F6}"/>
                    </a:ext>
                  </a:extLst>
                </p14:cNvPr>
                <p14:cNvContentPartPr/>
                <p14:nvPr/>
              </p14:nvContentPartPr>
              <p14:xfrm>
                <a:off x="8093160" y="4016600"/>
                <a:ext cx="74880" cy="291960"/>
              </p14:xfrm>
            </p:contentPart>
          </mc:Choice>
          <mc:Fallback>
            <p:pic>
              <p:nvPicPr>
                <p:cNvPr id="43" name="Ink 42">
                  <a:extLst>
                    <a:ext uri="{FF2B5EF4-FFF2-40B4-BE49-F238E27FC236}">
                      <a16:creationId xmlns:a16="http://schemas.microsoft.com/office/drawing/2014/main" id="{5296D307-AA81-F94E-4880-B7FC32F286F6}"/>
                    </a:ext>
                  </a:extLst>
                </p:cNvPr>
                <p:cNvPicPr/>
                <p:nvPr/>
              </p:nvPicPr>
              <p:blipFill>
                <a:blip r:embed="rId62"/>
                <a:stretch>
                  <a:fillRect/>
                </a:stretch>
              </p:blipFill>
              <p:spPr>
                <a:xfrm>
                  <a:off x="8087040" y="4010480"/>
                  <a:ext cx="87120" cy="3042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4" name="Ink 43">
                  <a:extLst>
                    <a:ext uri="{FF2B5EF4-FFF2-40B4-BE49-F238E27FC236}">
                      <a16:creationId xmlns:a16="http://schemas.microsoft.com/office/drawing/2014/main" id="{855EC5FA-208D-4B7B-D1E2-CE4935CA8B7E}"/>
                    </a:ext>
                  </a:extLst>
                </p14:cNvPr>
                <p14:cNvContentPartPr/>
                <p14:nvPr/>
              </p14:nvContentPartPr>
              <p14:xfrm>
                <a:off x="8253360" y="4094360"/>
                <a:ext cx="140760" cy="273240"/>
              </p14:xfrm>
            </p:contentPart>
          </mc:Choice>
          <mc:Fallback>
            <p:pic>
              <p:nvPicPr>
                <p:cNvPr id="44" name="Ink 43">
                  <a:extLst>
                    <a:ext uri="{FF2B5EF4-FFF2-40B4-BE49-F238E27FC236}">
                      <a16:creationId xmlns:a16="http://schemas.microsoft.com/office/drawing/2014/main" id="{855EC5FA-208D-4B7B-D1E2-CE4935CA8B7E}"/>
                    </a:ext>
                  </a:extLst>
                </p:cNvPr>
                <p:cNvPicPr/>
                <p:nvPr/>
              </p:nvPicPr>
              <p:blipFill>
                <a:blip r:embed="rId64"/>
                <a:stretch>
                  <a:fillRect/>
                </a:stretch>
              </p:blipFill>
              <p:spPr>
                <a:xfrm>
                  <a:off x="8247240" y="4088240"/>
                  <a:ext cx="153000" cy="28548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5" name="Ink 44">
                  <a:extLst>
                    <a:ext uri="{FF2B5EF4-FFF2-40B4-BE49-F238E27FC236}">
                      <a16:creationId xmlns:a16="http://schemas.microsoft.com/office/drawing/2014/main" id="{FCDBD947-CF5E-5239-8FD2-6DDC69A18499}"/>
                    </a:ext>
                  </a:extLst>
                </p14:cNvPr>
                <p14:cNvContentPartPr/>
                <p14:nvPr/>
              </p14:nvContentPartPr>
              <p14:xfrm>
                <a:off x="8552880" y="4137920"/>
                <a:ext cx="191520" cy="362880"/>
              </p14:xfrm>
            </p:contentPart>
          </mc:Choice>
          <mc:Fallback>
            <p:pic>
              <p:nvPicPr>
                <p:cNvPr id="45" name="Ink 44">
                  <a:extLst>
                    <a:ext uri="{FF2B5EF4-FFF2-40B4-BE49-F238E27FC236}">
                      <a16:creationId xmlns:a16="http://schemas.microsoft.com/office/drawing/2014/main" id="{FCDBD947-CF5E-5239-8FD2-6DDC69A18499}"/>
                    </a:ext>
                  </a:extLst>
                </p:cNvPr>
                <p:cNvPicPr/>
                <p:nvPr/>
              </p:nvPicPr>
              <p:blipFill>
                <a:blip r:embed="rId66"/>
                <a:stretch>
                  <a:fillRect/>
                </a:stretch>
              </p:blipFill>
              <p:spPr>
                <a:xfrm>
                  <a:off x="8546760" y="4131800"/>
                  <a:ext cx="203760" cy="37512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6" name="Ink 45">
                  <a:extLst>
                    <a:ext uri="{FF2B5EF4-FFF2-40B4-BE49-F238E27FC236}">
                      <a16:creationId xmlns:a16="http://schemas.microsoft.com/office/drawing/2014/main" id="{FDC2F40C-F906-F47B-F9A0-076FAE77271C}"/>
                    </a:ext>
                  </a:extLst>
                </p14:cNvPr>
                <p14:cNvContentPartPr/>
                <p14:nvPr/>
              </p14:nvContentPartPr>
              <p14:xfrm>
                <a:off x="8829720" y="4187600"/>
                <a:ext cx="175320" cy="161280"/>
              </p14:xfrm>
            </p:contentPart>
          </mc:Choice>
          <mc:Fallback>
            <p:pic>
              <p:nvPicPr>
                <p:cNvPr id="46" name="Ink 45">
                  <a:extLst>
                    <a:ext uri="{FF2B5EF4-FFF2-40B4-BE49-F238E27FC236}">
                      <a16:creationId xmlns:a16="http://schemas.microsoft.com/office/drawing/2014/main" id="{FDC2F40C-F906-F47B-F9A0-076FAE77271C}"/>
                    </a:ext>
                  </a:extLst>
                </p:cNvPr>
                <p:cNvPicPr/>
                <p:nvPr/>
              </p:nvPicPr>
              <p:blipFill>
                <a:blip r:embed="rId68"/>
                <a:stretch>
                  <a:fillRect/>
                </a:stretch>
              </p:blipFill>
              <p:spPr>
                <a:xfrm>
                  <a:off x="8823600" y="4181480"/>
                  <a:ext cx="18756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7" name="Ink 46">
                  <a:extLst>
                    <a:ext uri="{FF2B5EF4-FFF2-40B4-BE49-F238E27FC236}">
                      <a16:creationId xmlns:a16="http://schemas.microsoft.com/office/drawing/2014/main" id="{FF044564-CC51-2F8A-5B2A-5BE2BCC8D1CE}"/>
                    </a:ext>
                  </a:extLst>
                </p14:cNvPr>
                <p14:cNvContentPartPr/>
                <p14:nvPr/>
              </p14:nvContentPartPr>
              <p14:xfrm>
                <a:off x="9000720" y="4221800"/>
                <a:ext cx="26280" cy="99000"/>
              </p14:xfrm>
            </p:contentPart>
          </mc:Choice>
          <mc:Fallback>
            <p:pic>
              <p:nvPicPr>
                <p:cNvPr id="47" name="Ink 46">
                  <a:extLst>
                    <a:ext uri="{FF2B5EF4-FFF2-40B4-BE49-F238E27FC236}">
                      <a16:creationId xmlns:a16="http://schemas.microsoft.com/office/drawing/2014/main" id="{FF044564-CC51-2F8A-5B2A-5BE2BCC8D1CE}"/>
                    </a:ext>
                  </a:extLst>
                </p:cNvPr>
                <p:cNvPicPr/>
                <p:nvPr/>
              </p:nvPicPr>
              <p:blipFill>
                <a:blip r:embed="rId70"/>
                <a:stretch>
                  <a:fillRect/>
                </a:stretch>
              </p:blipFill>
              <p:spPr>
                <a:xfrm>
                  <a:off x="8994600" y="4215680"/>
                  <a:ext cx="3852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8" name="Ink 47">
                  <a:extLst>
                    <a:ext uri="{FF2B5EF4-FFF2-40B4-BE49-F238E27FC236}">
                      <a16:creationId xmlns:a16="http://schemas.microsoft.com/office/drawing/2014/main" id="{8FBF9148-5C47-F519-7ADC-420A55D07730}"/>
                    </a:ext>
                  </a:extLst>
                </p14:cNvPr>
                <p14:cNvContentPartPr/>
                <p14:nvPr/>
              </p14:nvContentPartPr>
              <p14:xfrm>
                <a:off x="9030960" y="4131800"/>
                <a:ext cx="18000" cy="68760"/>
              </p14:xfrm>
            </p:contentPart>
          </mc:Choice>
          <mc:Fallback>
            <p:pic>
              <p:nvPicPr>
                <p:cNvPr id="48" name="Ink 47">
                  <a:extLst>
                    <a:ext uri="{FF2B5EF4-FFF2-40B4-BE49-F238E27FC236}">
                      <a16:creationId xmlns:a16="http://schemas.microsoft.com/office/drawing/2014/main" id="{8FBF9148-5C47-F519-7ADC-420A55D07730}"/>
                    </a:ext>
                  </a:extLst>
                </p:cNvPr>
                <p:cNvPicPr/>
                <p:nvPr/>
              </p:nvPicPr>
              <p:blipFill>
                <a:blip r:embed="rId72"/>
                <a:stretch>
                  <a:fillRect/>
                </a:stretch>
              </p:blipFill>
              <p:spPr>
                <a:xfrm>
                  <a:off x="9024840" y="4125680"/>
                  <a:ext cx="3024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9" name="Ink 48">
                  <a:extLst>
                    <a:ext uri="{FF2B5EF4-FFF2-40B4-BE49-F238E27FC236}">
                      <a16:creationId xmlns:a16="http://schemas.microsoft.com/office/drawing/2014/main" id="{4AAB1306-D39B-512C-4062-72A35453A0B9}"/>
                    </a:ext>
                  </a:extLst>
                </p14:cNvPr>
                <p14:cNvContentPartPr/>
                <p14:nvPr/>
              </p14:nvContentPartPr>
              <p14:xfrm>
                <a:off x="9068760" y="4179320"/>
                <a:ext cx="86040" cy="138240"/>
              </p14:xfrm>
            </p:contentPart>
          </mc:Choice>
          <mc:Fallback>
            <p:pic>
              <p:nvPicPr>
                <p:cNvPr id="49" name="Ink 48">
                  <a:extLst>
                    <a:ext uri="{FF2B5EF4-FFF2-40B4-BE49-F238E27FC236}">
                      <a16:creationId xmlns:a16="http://schemas.microsoft.com/office/drawing/2014/main" id="{4AAB1306-D39B-512C-4062-72A35453A0B9}"/>
                    </a:ext>
                  </a:extLst>
                </p:cNvPr>
                <p:cNvPicPr/>
                <p:nvPr/>
              </p:nvPicPr>
              <p:blipFill>
                <a:blip r:embed="rId74"/>
                <a:stretch>
                  <a:fillRect/>
                </a:stretch>
              </p:blipFill>
              <p:spPr>
                <a:xfrm>
                  <a:off x="9062640" y="4173200"/>
                  <a:ext cx="9828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50" name="Ink 49">
                  <a:extLst>
                    <a:ext uri="{FF2B5EF4-FFF2-40B4-BE49-F238E27FC236}">
                      <a16:creationId xmlns:a16="http://schemas.microsoft.com/office/drawing/2014/main" id="{C272175F-E775-836C-6FB7-ED8CEA6CC7D3}"/>
                    </a:ext>
                  </a:extLst>
                </p14:cNvPr>
                <p14:cNvContentPartPr/>
                <p14:nvPr/>
              </p14:nvContentPartPr>
              <p14:xfrm>
                <a:off x="9264960" y="4231160"/>
                <a:ext cx="163440" cy="201960"/>
              </p14:xfrm>
            </p:contentPart>
          </mc:Choice>
          <mc:Fallback>
            <p:pic>
              <p:nvPicPr>
                <p:cNvPr id="50" name="Ink 49">
                  <a:extLst>
                    <a:ext uri="{FF2B5EF4-FFF2-40B4-BE49-F238E27FC236}">
                      <a16:creationId xmlns:a16="http://schemas.microsoft.com/office/drawing/2014/main" id="{C272175F-E775-836C-6FB7-ED8CEA6CC7D3}"/>
                    </a:ext>
                  </a:extLst>
                </p:cNvPr>
                <p:cNvPicPr/>
                <p:nvPr/>
              </p:nvPicPr>
              <p:blipFill>
                <a:blip r:embed="rId76"/>
                <a:stretch>
                  <a:fillRect/>
                </a:stretch>
              </p:blipFill>
              <p:spPr>
                <a:xfrm>
                  <a:off x="9258840" y="4225040"/>
                  <a:ext cx="17568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1" name="Ink 50">
                  <a:extLst>
                    <a:ext uri="{FF2B5EF4-FFF2-40B4-BE49-F238E27FC236}">
                      <a16:creationId xmlns:a16="http://schemas.microsoft.com/office/drawing/2014/main" id="{395521A0-7E4C-A5D6-C593-ABD39DA0FA3C}"/>
                    </a:ext>
                  </a:extLst>
                </p14:cNvPr>
                <p14:cNvContentPartPr/>
                <p14:nvPr/>
              </p14:nvContentPartPr>
              <p14:xfrm>
                <a:off x="9852480" y="4219280"/>
                <a:ext cx="117360" cy="152280"/>
              </p14:xfrm>
            </p:contentPart>
          </mc:Choice>
          <mc:Fallback>
            <p:pic>
              <p:nvPicPr>
                <p:cNvPr id="51" name="Ink 50">
                  <a:extLst>
                    <a:ext uri="{FF2B5EF4-FFF2-40B4-BE49-F238E27FC236}">
                      <a16:creationId xmlns:a16="http://schemas.microsoft.com/office/drawing/2014/main" id="{395521A0-7E4C-A5D6-C593-ABD39DA0FA3C}"/>
                    </a:ext>
                  </a:extLst>
                </p:cNvPr>
                <p:cNvPicPr/>
                <p:nvPr/>
              </p:nvPicPr>
              <p:blipFill>
                <a:blip r:embed="rId78"/>
                <a:stretch>
                  <a:fillRect/>
                </a:stretch>
              </p:blipFill>
              <p:spPr>
                <a:xfrm>
                  <a:off x="9846360" y="4213160"/>
                  <a:ext cx="12960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2" name="Ink 51">
                  <a:extLst>
                    <a:ext uri="{FF2B5EF4-FFF2-40B4-BE49-F238E27FC236}">
                      <a16:creationId xmlns:a16="http://schemas.microsoft.com/office/drawing/2014/main" id="{2C1F0E0A-CF54-C930-F529-432497103D0B}"/>
                    </a:ext>
                  </a:extLst>
                </p14:cNvPr>
                <p14:cNvContentPartPr/>
                <p14:nvPr/>
              </p14:nvContentPartPr>
              <p14:xfrm>
                <a:off x="9974520" y="4094720"/>
                <a:ext cx="305280" cy="289080"/>
              </p14:xfrm>
            </p:contentPart>
          </mc:Choice>
          <mc:Fallback>
            <p:pic>
              <p:nvPicPr>
                <p:cNvPr id="52" name="Ink 51">
                  <a:extLst>
                    <a:ext uri="{FF2B5EF4-FFF2-40B4-BE49-F238E27FC236}">
                      <a16:creationId xmlns:a16="http://schemas.microsoft.com/office/drawing/2014/main" id="{2C1F0E0A-CF54-C930-F529-432497103D0B}"/>
                    </a:ext>
                  </a:extLst>
                </p:cNvPr>
                <p:cNvPicPr/>
                <p:nvPr/>
              </p:nvPicPr>
              <p:blipFill>
                <a:blip r:embed="rId80"/>
                <a:stretch>
                  <a:fillRect/>
                </a:stretch>
              </p:blipFill>
              <p:spPr>
                <a:xfrm>
                  <a:off x="9968400" y="4088600"/>
                  <a:ext cx="31752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3" name="Ink 52">
                  <a:extLst>
                    <a:ext uri="{FF2B5EF4-FFF2-40B4-BE49-F238E27FC236}">
                      <a16:creationId xmlns:a16="http://schemas.microsoft.com/office/drawing/2014/main" id="{7671A624-B1F0-06DB-95BD-418EA295E004}"/>
                    </a:ext>
                  </a:extLst>
                </p14:cNvPr>
                <p14:cNvContentPartPr/>
                <p14:nvPr/>
              </p14:nvContentPartPr>
              <p14:xfrm>
                <a:off x="10328760" y="4250960"/>
                <a:ext cx="152640" cy="100440"/>
              </p14:xfrm>
            </p:contentPart>
          </mc:Choice>
          <mc:Fallback>
            <p:pic>
              <p:nvPicPr>
                <p:cNvPr id="53" name="Ink 52">
                  <a:extLst>
                    <a:ext uri="{FF2B5EF4-FFF2-40B4-BE49-F238E27FC236}">
                      <a16:creationId xmlns:a16="http://schemas.microsoft.com/office/drawing/2014/main" id="{7671A624-B1F0-06DB-95BD-418EA295E004}"/>
                    </a:ext>
                  </a:extLst>
                </p:cNvPr>
                <p:cNvPicPr/>
                <p:nvPr/>
              </p:nvPicPr>
              <p:blipFill>
                <a:blip r:embed="rId82"/>
                <a:stretch>
                  <a:fillRect/>
                </a:stretch>
              </p:blipFill>
              <p:spPr>
                <a:xfrm>
                  <a:off x="10322640" y="4244840"/>
                  <a:ext cx="16488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4" name="Ink 53">
                  <a:extLst>
                    <a:ext uri="{FF2B5EF4-FFF2-40B4-BE49-F238E27FC236}">
                      <a16:creationId xmlns:a16="http://schemas.microsoft.com/office/drawing/2014/main" id="{45A10ACC-ABD0-6E5B-18D9-3BC0B7A4D764}"/>
                    </a:ext>
                  </a:extLst>
                </p14:cNvPr>
                <p14:cNvContentPartPr/>
                <p14:nvPr/>
              </p14:nvContentPartPr>
              <p14:xfrm>
                <a:off x="10508760" y="4105520"/>
                <a:ext cx="189720" cy="264960"/>
              </p14:xfrm>
            </p:contentPart>
          </mc:Choice>
          <mc:Fallback>
            <p:pic>
              <p:nvPicPr>
                <p:cNvPr id="54" name="Ink 53">
                  <a:extLst>
                    <a:ext uri="{FF2B5EF4-FFF2-40B4-BE49-F238E27FC236}">
                      <a16:creationId xmlns:a16="http://schemas.microsoft.com/office/drawing/2014/main" id="{45A10ACC-ABD0-6E5B-18D9-3BC0B7A4D764}"/>
                    </a:ext>
                  </a:extLst>
                </p:cNvPr>
                <p:cNvPicPr/>
                <p:nvPr/>
              </p:nvPicPr>
              <p:blipFill>
                <a:blip r:embed="rId84"/>
                <a:stretch>
                  <a:fillRect/>
                </a:stretch>
              </p:blipFill>
              <p:spPr>
                <a:xfrm>
                  <a:off x="10502640" y="4099400"/>
                  <a:ext cx="20196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5" name="Ink 54">
                  <a:extLst>
                    <a:ext uri="{FF2B5EF4-FFF2-40B4-BE49-F238E27FC236}">
                      <a16:creationId xmlns:a16="http://schemas.microsoft.com/office/drawing/2014/main" id="{C25D9A4F-6C88-7F2F-4BD8-073F7FEDF1DF}"/>
                    </a:ext>
                  </a:extLst>
                </p14:cNvPr>
                <p14:cNvContentPartPr/>
                <p14:nvPr/>
              </p14:nvContentPartPr>
              <p14:xfrm>
                <a:off x="10754640" y="4217840"/>
                <a:ext cx="295920" cy="144720"/>
              </p14:xfrm>
            </p:contentPart>
          </mc:Choice>
          <mc:Fallback>
            <p:pic>
              <p:nvPicPr>
                <p:cNvPr id="55" name="Ink 54">
                  <a:extLst>
                    <a:ext uri="{FF2B5EF4-FFF2-40B4-BE49-F238E27FC236}">
                      <a16:creationId xmlns:a16="http://schemas.microsoft.com/office/drawing/2014/main" id="{C25D9A4F-6C88-7F2F-4BD8-073F7FEDF1DF}"/>
                    </a:ext>
                  </a:extLst>
                </p:cNvPr>
                <p:cNvPicPr/>
                <p:nvPr/>
              </p:nvPicPr>
              <p:blipFill>
                <a:blip r:embed="rId86"/>
                <a:stretch>
                  <a:fillRect/>
                </a:stretch>
              </p:blipFill>
              <p:spPr>
                <a:xfrm>
                  <a:off x="10748520" y="4211720"/>
                  <a:ext cx="30816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6" name="Ink 55">
                  <a:extLst>
                    <a:ext uri="{FF2B5EF4-FFF2-40B4-BE49-F238E27FC236}">
                      <a16:creationId xmlns:a16="http://schemas.microsoft.com/office/drawing/2014/main" id="{8E6EC45A-7DF8-1B48-AA1A-37510FE409DC}"/>
                    </a:ext>
                  </a:extLst>
                </p14:cNvPr>
                <p14:cNvContentPartPr/>
                <p14:nvPr/>
              </p14:nvContentPartPr>
              <p14:xfrm>
                <a:off x="10994040" y="4208480"/>
                <a:ext cx="95760" cy="263520"/>
              </p14:xfrm>
            </p:contentPart>
          </mc:Choice>
          <mc:Fallback>
            <p:pic>
              <p:nvPicPr>
                <p:cNvPr id="56" name="Ink 55">
                  <a:extLst>
                    <a:ext uri="{FF2B5EF4-FFF2-40B4-BE49-F238E27FC236}">
                      <a16:creationId xmlns:a16="http://schemas.microsoft.com/office/drawing/2014/main" id="{8E6EC45A-7DF8-1B48-AA1A-37510FE409DC}"/>
                    </a:ext>
                  </a:extLst>
                </p:cNvPr>
                <p:cNvPicPr/>
                <p:nvPr/>
              </p:nvPicPr>
              <p:blipFill>
                <a:blip r:embed="rId88"/>
                <a:stretch>
                  <a:fillRect/>
                </a:stretch>
              </p:blipFill>
              <p:spPr>
                <a:xfrm>
                  <a:off x="10987920" y="4202360"/>
                  <a:ext cx="108000" cy="27576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7" name="Ink 56">
                  <a:extLst>
                    <a:ext uri="{FF2B5EF4-FFF2-40B4-BE49-F238E27FC236}">
                      <a16:creationId xmlns:a16="http://schemas.microsoft.com/office/drawing/2014/main" id="{25EC588F-9C05-6692-BD87-D985E467058B}"/>
                    </a:ext>
                  </a:extLst>
                </p14:cNvPr>
                <p14:cNvContentPartPr/>
                <p14:nvPr/>
              </p14:nvContentPartPr>
              <p14:xfrm>
                <a:off x="11534760" y="4227560"/>
                <a:ext cx="157320" cy="307080"/>
              </p14:xfrm>
            </p:contentPart>
          </mc:Choice>
          <mc:Fallback>
            <p:pic>
              <p:nvPicPr>
                <p:cNvPr id="57" name="Ink 56">
                  <a:extLst>
                    <a:ext uri="{FF2B5EF4-FFF2-40B4-BE49-F238E27FC236}">
                      <a16:creationId xmlns:a16="http://schemas.microsoft.com/office/drawing/2014/main" id="{25EC588F-9C05-6692-BD87-D985E467058B}"/>
                    </a:ext>
                  </a:extLst>
                </p:cNvPr>
                <p:cNvPicPr/>
                <p:nvPr/>
              </p:nvPicPr>
              <p:blipFill>
                <a:blip r:embed="rId90"/>
                <a:stretch>
                  <a:fillRect/>
                </a:stretch>
              </p:blipFill>
              <p:spPr>
                <a:xfrm>
                  <a:off x="11528640" y="4221440"/>
                  <a:ext cx="169560" cy="31932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8" name="Ink 57">
                  <a:extLst>
                    <a:ext uri="{FF2B5EF4-FFF2-40B4-BE49-F238E27FC236}">
                      <a16:creationId xmlns:a16="http://schemas.microsoft.com/office/drawing/2014/main" id="{6BA9A978-E15A-2A61-1F8D-E0A6864A6EF6}"/>
                    </a:ext>
                  </a:extLst>
                </p14:cNvPr>
                <p14:cNvContentPartPr/>
                <p14:nvPr/>
              </p14:nvContentPartPr>
              <p14:xfrm>
                <a:off x="7218000" y="4531040"/>
                <a:ext cx="179640" cy="336240"/>
              </p14:xfrm>
            </p:contentPart>
          </mc:Choice>
          <mc:Fallback>
            <p:pic>
              <p:nvPicPr>
                <p:cNvPr id="58" name="Ink 57">
                  <a:extLst>
                    <a:ext uri="{FF2B5EF4-FFF2-40B4-BE49-F238E27FC236}">
                      <a16:creationId xmlns:a16="http://schemas.microsoft.com/office/drawing/2014/main" id="{6BA9A978-E15A-2A61-1F8D-E0A6864A6EF6}"/>
                    </a:ext>
                  </a:extLst>
                </p:cNvPr>
                <p:cNvPicPr/>
                <p:nvPr/>
              </p:nvPicPr>
              <p:blipFill>
                <a:blip r:embed="rId92"/>
                <a:stretch>
                  <a:fillRect/>
                </a:stretch>
              </p:blipFill>
              <p:spPr>
                <a:xfrm>
                  <a:off x="7211880" y="4524920"/>
                  <a:ext cx="191880" cy="34848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9" name="Ink 58">
                  <a:extLst>
                    <a:ext uri="{FF2B5EF4-FFF2-40B4-BE49-F238E27FC236}">
                      <a16:creationId xmlns:a16="http://schemas.microsoft.com/office/drawing/2014/main" id="{4BE98E7C-1509-4B7C-2356-48029D2EDA00}"/>
                    </a:ext>
                  </a:extLst>
                </p14:cNvPr>
                <p14:cNvContentPartPr/>
                <p14:nvPr/>
              </p14:nvContentPartPr>
              <p14:xfrm>
                <a:off x="7179840" y="4687280"/>
                <a:ext cx="253800" cy="75600"/>
              </p14:xfrm>
            </p:contentPart>
          </mc:Choice>
          <mc:Fallback>
            <p:pic>
              <p:nvPicPr>
                <p:cNvPr id="59" name="Ink 58">
                  <a:extLst>
                    <a:ext uri="{FF2B5EF4-FFF2-40B4-BE49-F238E27FC236}">
                      <a16:creationId xmlns:a16="http://schemas.microsoft.com/office/drawing/2014/main" id="{4BE98E7C-1509-4B7C-2356-48029D2EDA00}"/>
                    </a:ext>
                  </a:extLst>
                </p:cNvPr>
                <p:cNvPicPr/>
                <p:nvPr/>
              </p:nvPicPr>
              <p:blipFill>
                <a:blip r:embed="rId94"/>
                <a:stretch>
                  <a:fillRect/>
                </a:stretch>
              </p:blipFill>
              <p:spPr>
                <a:xfrm>
                  <a:off x="7173720" y="4681160"/>
                  <a:ext cx="26604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60" name="Ink 59">
                  <a:extLst>
                    <a:ext uri="{FF2B5EF4-FFF2-40B4-BE49-F238E27FC236}">
                      <a16:creationId xmlns:a16="http://schemas.microsoft.com/office/drawing/2014/main" id="{6D5E2B7B-8A4C-D6B1-5410-A55C747F664C}"/>
                    </a:ext>
                  </a:extLst>
                </p14:cNvPr>
                <p14:cNvContentPartPr/>
                <p14:nvPr/>
              </p14:nvContentPartPr>
              <p14:xfrm>
                <a:off x="7478640" y="4682960"/>
                <a:ext cx="30960" cy="103680"/>
              </p14:xfrm>
            </p:contentPart>
          </mc:Choice>
          <mc:Fallback>
            <p:pic>
              <p:nvPicPr>
                <p:cNvPr id="60" name="Ink 59">
                  <a:extLst>
                    <a:ext uri="{FF2B5EF4-FFF2-40B4-BE49-F238E27FC236}">
                      <a16:creationId xmlns:a16="http://schemas.microsoft.com/office/drawing/2014/main" id="{6D5E2B7B-8A4C-D6B1-5410-A55C747F664C}"/>
                    </a:ext>
                  </a:extLst>
                </p:cNvPr>
                <p:cNvPicPr/>
                <p:nvPr/>
              </p:nvPicPr>
              <p:blipFill>
                <a:blip r:embed="rId96"/>
                <a:stretch>
                  <a:fillRect/>
                </a:stretch>
              </p:blipFill>
              <p:spPr>
                <a:xfrm>
                  <a:off x="7472520" y="4676840"/>
                  <a:ext cx="4320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61" name="Ink 60">
                  <a:extLst>
                    <a:ext uri="{FF2B5EF4-FFF2-40B4-BE49-F238E27FC236}">
                      <a16:creationId xmlns:a16="http://schemas.microsoft.com/office/drawing/2014/main" id="{F49EC215-2B7A-123F-9AB3-B58DB4BF8BA7}"/>
                    </a:ext>
                  </a:extLst>
                </p14:cNvPr>
                <p14:cNvContentPartPr/>
                <p14:nvPr/>
              </p14:nvContentPartPr>
              <p14:xfrm>
                <a:off x="7495200" y="4621040"/>
                <a:ext cx="67680" cy="30600"/>
              </p14:xfrm>
            </p:contentPart>
          </mc:Choice>
          <mc:Fallback>
            <p:pic>
              <p:nvPicPr>
                <p:cNvPr id="61" name="Ink 60">
                  <a:extLst>
                    <a:ext uri="{FF2B5EF4-FFF2-40B4-BE49-F238E27FC236}">
                      <a16:creationId xmlns:a16="http://schemas.microsoft.com/office/drawing/2014/main" id="{F49EC215-2B7A-123F-9AB3-B58DB4BF8BA7}"/>
                    </a:ext>
                  </a:extLst>
                </p:cNvPr>
                <p:cNvPicPr/>
                <p:nvPr/>
              </p:nvPicPr>
              <p:blipFill>
                <a:blip r:embed="rId98"/>
                <a:stretch>
                  <a:fillRect/>
                </a:stretch>
              </p:blipFill>
              <p:spPr>
                <a:xfrm>
                  <a:off x="7489080" y="4614920"/>
                  <a:ext cx="7992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62" name="Ink 61">
                  <a:extLst>
                    <a:ext uri="{FF2B5EF4-FFF2-40B4-BE49-F238E27FC236}">
                      <a16:creationId xmlns:a16="http://schemas.microsoft.com/office/drawing/2014/main" id="{37091386-D37B-1A7B-2DFC-0A03183FB4B8}"/>
                    </a:ext>
                  </a:extLst>
                </p14:cNvPr>
                <p14:cNvContentPartPr/>
                <p14:nvPr/>
              </p14:nvContentPartPr>
              <p14:xfrm>
                <a:off x="7608600" y="4609520"/>
                <a:ext cx="138240" cy="156600"/>
              </p14:xfrm>
            </p:contentPart>
          </mc:Choice>
          <mc:Fallback>
            <p:pic>
              <p:nvPicPr>
                <p:cNvPr id="62" name="Ink 61">
                  <a:extLst>
                    <a:ext uri="{FF2B5EF4-FFF2-40B4-BE49-F238E27FC236}">
                      <a16:creationId xmlns:a16="http://schemas.microsoft.com/office/drawing/2014/main" id="{37091386-D37B-1A7B-2DFC-0A03183FB4B8}"/>
                    </a:ext>
                  </a:extLst>
                </p:cNvPr>
                <p:cNvPicPr/>
                <p:nvPr/>
              </p:nvPicPr>
              <p:blipFill>
                <a:blip r:embed="rId100"/>
                <a:stretch>
                  <a:fillRect/>
                </a:stretch>
              </p:blipFill>
              <p:spPr>
                <a:xfrm>
                  <a:off x="7602480" y="4603400"/>
                  <a:ext cx="15048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3" name="Ink 62">
                  <a:extLst>
                    <a:ext uri="{FF2B5EF4-FFF2-40B4-BE49-F238E27FC236}">
                      <a16:creationId xmlns:a16="http://schemas.microsoft.com/office/drawing/2014/main" id="{54C9C7F6-DA2A-6E22-7FF1-A147EF9464F9}"/>
                    </a:ext>
                  </a:extLst>
                </p14:cNvPr>
                <p14:cNvContentPartPr/>
                <p14:nvPr/>
              </p14:nvContentPartPr>
              <p14:xfrm>
                <a:off x="7731000" y="4652360"/>
                <a:ext cx="128520" cy="200520"/>
              </p14:xfrm>
            </p:contentPart>
          </mc:Choice>
          <mc:Fallback>
            <p:pic>
              <p:nvPicPr>
                <p:cNvPr id="63" name="Ink 62">
                  <a:extLst>
                    <a:ext uri="{FF2B5EF4-FFF2-40B4-BE49-F238E27FC236}">
                      <a16:creationId xmlns:a16="http://schemas.microsoft.com/office/drawing/2014/main" id="{54C9C7F6-DA2A-6E22-7FF1-A147EF9464F9}"/>
                    </a:ext>
                  </a:extLst>
                </p:cNvPr>
                <p:cNvPicPr/>
                <p:nvPr/>
              </p:nvPicPr>
              <p:blipFill>
                <a:blip r:embed="rId102"/>
                <a:stretch>
                  <a:fillRect/>
                </a:stretch>
              </p:blipFill>
              <p:spPr>
                <a:xfrm>
                  <a:off x="7724880" y="4646240"/>
                  <a:ext cx="14076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4" name="Ink 63">
                  <a:extLst>
                    <a:ext uri="{FF2B5EF4-FFF2-40B4-BE49-F238E27FC236}">
                      <a16:creationId xmlns:a16="http://schemas.microsoft.com/office/drawing/2014/main" id="{AEFF7675-3CC8-CC1F-BD93-4CFFE1F98894}"/>
                    </a:ext>
                  </a:extLst>
                </p14:cNvPr>
                <p14:cNvContentPartPr/>
                <p14:nvPr/>
              </p14:nvContentPartPr>
              <p14:xfrm>
                <a:off x="7917840" y="4664600"/>
                <a:ext cx="185760" cy="241920"/>
              </p14:xfrm>
            </p:contentPart>
          </mc:Choice>
          <mc:Fallback>
            <p:pic>
              <p:nvPicPr>
                <p:cNvPr id="64" name="Ink 63">
                  <a:extLst>
                    <a:ext uri="{FF2B5EF4-FFF2-40B4-BE49-F238E27FC236}">
                      <a16:creationId xmlns:a16="http://schemas.microsoft.com/office/drawing/2014/main" id="{AEFF7675-3CC8-CC1F-BD93-4CFFE1F98894}"/>
                    </a:ext>
                  </a:extLst>
                </p:cNvPr>
                <p:cNvPicPr/>
                <p:nvPr/>
              </p:nvPicPr>
              <p:blipFill>
                <a:blip r:embed="rId104"/>
                <a:stretch>
                  <a:fillRect/>
                </a:stretch>
              </p:blipFill>
              <p:spPr>
                <a:xfrm>
                  <a:off x="7911720" y="4658480"/>
                  <a:ext cx="198000" cy="25416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5" name="Ink 64">
                  <a:extLst>
                    <a:ext uri="{FF2B5EF4-FFF2-40B4-BE49-F238E27FC236}">
                      <a16:creationId xmlns:a16="http://schemas.microsoft.com/office/drawing/2014/main" id="{3A435302-2E8F-EB84-72D9-77F6216C9AB8}"/>
                    </a:ext>
                  </a:extLst>
                </p14:cNvPr>
                <p14:cNvContentPartPr/>
                <p14:nvPr/>
              </p14:nvContentPartPr>
              <p14:xfrm>
                <a:off x="8115840" y="4978520"/>
                <a:ext cx="121320" cy="174960"/>
              </p14:xfrm>
            </p:contentPart>
          </mc:Choice>
          <mc:Fallback>
            <p:pic>
              <p:nvPicPr>
                <p:cNvPr id="65" name="Ink 64">
                  <a:extLst>
                    <a:ext uri="{FF2B5EF4-FFF2-40B4-BE49-F238E27FC236}">
                      <a16:creationId xmlns:a16="http://schemas.microsoft.com/office/drawing/2014/main" id="{3A435302-2E8F-EB84-72D9-77F6216C9AB8}"/>
                    </a:ext>
                  </a:extLst>
                </p:cNvPr>
                <p:cNvPicPr/>
                <p:nvPr/>
              </p:nvPicPr>
              <p:blipFill>
                <a:blip r:embed="rId106"/>
                <a:stretch>
                  <a:fillRect/>
                </a:stretch>
              </p:blipFill>
              <p:spPr>
                <a:xfrm>
                  <a:off x="8109720" y="4972400"/>
                  <a:ext cx="13356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70" name="Ink 69">
                  <a:extLst>
                    <a:ext uri="{FF2B5EF4-FFF2-40B4-BE49-F238E27FC236}">
                      <a16:creationId xmlns:a16="http://schemas.microsoft.com/office/drawing/2014/main" id="{ACB994AF-94AC-D71E-2307-6C34F8AB1229}"/>
                    </a:ext>
                  </a:extLst>
                </p14:cNvPr>
                <p14:cNvContentPartPr/>
                <p14:nvPr/>
              </p14:nvContentPartPr>
              <p14:xfrm>
                <a:off x="8433360" y="4788800"/>
                <a:ext cx="749160" cy="277560"/>
              </p14:xfrm>
            </p:contentPart>
          </mc:Choice>
          <mc:Fallback>
            <p:pic>
              <p:nvPicPr>
                <p:cNvPr id="70" name="Ink 69">
                  <a:extLst>
                    <a:ext uri="{FF2B5EF4-FFF2-40B4-BE49-F238E27FC236}">
                      <a16:creationId xmlns:a16="http://schemas.microsoft.com/office/drawing/2014/main" id="{ACB994AF-94AC-D71E-2307-6C34F8AB1229}"/>
                    </a:ext>
                  </a:extLst>
                </p:cNvPr>
                <p:cNvPicPr/>
                <p:nvPr/>
              </p:nvPicPr>
              <p:blipFill>
                <a:blip r:embed="rId108"/>
                <a:stretch>
                  <a:fillRect/>
                </a:stretch>
              </p:blipFill>
              <p:spPr>
                <a:xfrm>
                  <a:off x="8427240" y="4782680"/>
                  <a:ext cx="761400" cy="28980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71" name="Ink 70">
                  <a:extLst>
                    <a:ext uri="{FF2B5EF4-FFF2-40B4-BE49-F238E27FC236}">
                      <a16:creationId xmlns:a16="http://schemas.microsoft.com/office/drawing/2014/main" id="{45AD5F37-2C5F-C9E3-74A4-D8665949F3A8}"/>
                    </a:ext>
                  </a:extLst>
                </p14:cNvPr>
                <p14:cNvContentPartPr/>
                <p14:nvPr/>
              </p14:nvContentPartPr>
              <p14:xfrm>
                <a:off x="9471240" y="4914440"/>
                <a:ext cx="203760" cy="123480"/>
              </p14:xfrm>
            </p:contentPart>
          </mc:Choice>
          <mc:Fallback>
            <p:pic>
              <p:nvPicPr>
                <p:cNvPr id="71" name="Ink 70">
                  <a:extLst>
                    <a:ext uri="{FF2B5EF4-FFF2-40B4-BE49-F238E27FC236}">
                      <a16:creationId xmlns:a16="http://schemas.microsoft.com/office/drawing/2014/main" id="{45AD5F37-2C5F-C9E3-74A4-D8665949F3A8}"/>
                    </a:ext>
                  </a:extLst>
                </p:cNvPr>
                <p:cNvPicPr/>
                <p:nvPr/>
              </p:nvPicPr>
              <p:blipFill>
                <a:blip r:embed="rId110"/>
                <a:stretch>
                  <a:fillRect/>
                </a:stretch>
              </p:blipFill>
              <p:spPr>
                <a:xfrm>
                  <a:off x="9465120" y="4908320"/>
                  <a:ext cx="21600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72" name="Ink 71">
                  <a:extLst>
                    <a:ext uri="{FF2B5EF4-FFF2-40B4-BE49-F238E27FC236}">
                      <a16:creationId xmlns:a16="http://schemas.microsoft.com/office/drawing/2014/main" id="{FAFA7C96-0242-44BB-80A6-07B5EA630E15}"/>
                    </a:ext>
                  </a:extLst>
                </p14:cNvPr>
                <p14:cNvContentPartPr/>
                <p14:nvPr/>
              </p14:nvContentPartPr>
              <p14:xfrm>
                <a:off x="9816120" y="4929560"/>
                <a:ext cx="130320" cy="167040"/>
              </p14:xfrm>
            </p:contentPart>
          </mc:Choice>
          <mc:Fallback>
            <p:pic>
              <p:nvPicPr>
                <p:cNvPr id="72" name="Ink 71">
                  <a:extLst>
                    <a:ext uri="{FF2B5EF4-FFF2-40B4-BE49-F238E27FC236}">
                      <a16:creationId xmlns:a16="http://schemas.microsoft.com/office/drawing/2014/main" id="{FAFA7C96-0242-44BB-80A6-07B5EA630E15}"/>
                    </a:ext>
                  </a:extLst>
                </p:cNvPr>
                <p:cNvPicPr/>
                <p:nvPr/>
              </p:nvPicPr>
              <p:blipFill>
                <a:blip r:embed="rId112"/>
                <a:stretch>
                  <a:fillRect/>
                </a:stretch>
              </p:blipFill>
              <p:spPr>
                <a:xfrm>
                  <a:off x="9810000" y="4923440"/>
                  <a:ext cx="14256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73" name="Ink 72">
                  <a:extLst>
                    <a:ext uri="{FF2B5EF4-FFF2-40B4-BE49-F238E27FC236}">
                      <a16:creationId xmlns:a16="http://schemas.microsoft.com/office/drawing/2014/main" id="{21B5363A-B52A-AD2B-21BE-B5E27F9BEBA3}"/>
                    </a:ext>
                  </a:extLst>
                </p14:cNvPr>
                <p14:cNvContentPartPr/>
                <p14:nvPr/>
              </p14:nvContentPartPr>
              <p14:xfrm>
                <a:off x="9975960" y="4902920"/>
                <a:ext cx="148320" cy="218880"/>
              </p14:xfrm>
            </p:contentPart>
          </mc:Choice>
          <mc:Fallback>
            <p:pic>
              <p:nvPicPr>
                <p:cNvPr id="73" name="Ink 72">
                  <a:extLst>
                    <a:ext uri="{FF2B5EF4-FFF2-40B4-BE49-F238E27FC236}">
                      <a16:creationId xmlns:a16="http://schemas.microsoft.com/office/drawing/2014/main" id="{21B5363A-B52A-AD2B-21BE-B5E27F9BEBA3}"/>
                    </a:ext>
                  </a:extLst>
                </p:cNvPr>
                <p:cNvPicPr/>
                <p:nvPr/>
              </p:nvPicPr>
              <p:blipFill>
                <a:blip r:embed="rId114"/>
                <a:stretch>
                  <a:fillRect/>
                </a:stretch>
              </p:blipFill>
              <p:spPr>
                <a:xfrm>
                  <a:off x="9969840" y="4896800"/>
                  <a:ext cx="16056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74" name="Ink 73">
                  <a:extLst>
                    <a:ext uri="{FF2B5EF4-FFF2-40B4-BE49-F238E27FC236}">
                      <a16:creationId xmlns:a16="http://schemas.microsoft.com/office/drawing/2014/main" id="{A65C5043-DF16-130F-FF24-9C90CA46AACB}"/>
                    </a:ext>
                  </a:extLst>
                </p14:cNvPr>
                <p14:cNvContentPartPr/>
                <p14:nvPr/>
              </p14:nvContentPartPr>
              <p14:xfrm>
                <a:off x="10580760" y="4804640"/>
                <a:ext cx="76320" cy="215280"/>
              </p14:xfrm>
            </p:contentPart>
          </mc:Choice>
          <mc:Fallback>
            <p:pic>
              <p:nvPicPr>
                <p:cNvPr id="74" name="Ink 73">
                  <a:extLst>
                    <a:ext uri="{FF2B5EF4-FFF2-40B4-BE49-F238E27FC236}">
                      <a16:creationId xmlns:a16="http://schemas.microsoft.com/office/drawing/2014/main" id="{A65C5043-DF16-130F-FF24-9C90CA46AACB}"/>
                    </a:ext>
                  </a:extLst>
                </p:cNvPr>
                <p:cNvPicPr/>
                <p:nvPr/>
              </p:nvPicPr>
              <p:blipFill>
                <a:blip r:embed="rId116"/>
                <a:stretch>
                  <a:fillRect/>
                </a:stretch>
              </p:blipFill>
              <p:spPr>
                <a:xfrm>
                  <a:off x="10574640" y="4798520"/>
                  <a:ext cx="8856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75" name="Ink 74">
                  <a:extLst>
                    <a:ext uri="{FF2B5EF4-FFF2-40B4-BE49-F238E27FC236}">
                      <a16:creationId xmlns:a16="http://schemas.microsoft.com/office/drawing/2014/main" id="{101E09F3-B7BD-F061-EE50-403D1DD4234D}"/>
                    </a:ext>
                  </a:extLst>
                </p14:cNvPr>
                <p14:cNvContentPartPr/>
                <p14:nvPr/>
              </p14:nvContentPartPr>
              <p14:xfrm>
                <a:off x="10542600" y="4806440"/>
                <a:ext cx="232560" cy="112680"/>
              </p14:xfrm>
            </p:contentPart>
          </mc:Choice>
          <mc:Fallback>
            <p:pic>
              <p:nvPicPr>
                <p:cNvPr id="75" name="Ink 74">
                  <a:extLst>
                    <a:ext uri="{FF2B5EF4-FFF2-40B4-BE49-F238E27FC236}">
                      <a16:creationId xmlns:a16="http://schemas.microsoft.com/office/drawing/2014/main" id="{101E09F3-B7BD-F061-EE50-403D1DD4234D}"/>
                    </a:ext>
                  </a:extLst>
                </p:cNvPr>
                <p:cNvPicPr/>
                <p:nvPr/>
              </p:nvPicPr>
              <p:blipFill>
                <a:blip r:embed="rId118"/>
                <a:stretch>
                  <a:fillRect/>
                </a:stretch>
              </p:blipFill>
              <p:spPr>
                <a:xfrm>
                  <a:off x="10536480" y="4800320"/>
                  <a:ext cx="24480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76" name="Ink 75">
                  <a:extLst>
                    <a:ext uri="{FF2B5EF4-FFF2-40B4-BE49-F238E27FC236}">
                      <a16:creationId xmlns:a16="http://schemas.microsoft.com/office/drawing/2014/main" id="{1FA47123-0E34-CF81-69D4-2592E60FBD5C}"/>
                    </a:ext>
                  </a:extLst>
                </p14:cNvPr>
                <p14:cNvContentPartPr/>
                <p14:nvPr/>
              </p14:nvContentPartPr>
              <p14:xfrm>
                <a:off x="10748160" y="4735160"/>
                <a:ext cx="248760" cy="348480"/>
              </p14:xfrm>
            </p:contentPart>
          </mc:Choice>
          <mc:Fallback>
            <p:pic>
              <p:nvPicPr>
                <p:cNvPr id="76" name="Ink 75">
                  <a:extLst>
                    <a:ext uri="{FF2B5EF4-FFF2-40B4-BE49-F238E27FC236}">
                      <a16:creationId xmlns:a16="http://schemas.microsoft.com/office/drawing/2014/main" id="{1FA47123-0E34-CF81-69D4-2592E60FBD5C}"/>
                    </a:ext>
                  </a:extLst>
                </p:cNvPr>
                <p:cNvPicPr/>
                <p:nvPr/>
              </p:nvPicPr>
              <p:blipFill>
                <a:blip r:embed="rId120"/>
                <a:stretch>
                  <a:fillRect/>
                </a:stretch>
              </p:blipFill>
              <p:spPr>
                <a:xfrm>
                  <a:off x="10742040" y="4729040"/>
                  <a:ext cx="261000" cy="36072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77" name="Ink 76">
                  <a:extLst>
                    <a:ext uri="{FF2B5EF4-FFF2-40B4-BE49-F238E27FC236}">
                      <a16:creationId xmlns:a16="http://schemas.microsoft.com/office/drawing/2014/main" id="{8C00F54C-32E1-1DBC-6CD2-57B88B9DD122}"/>
                    </a:ext>
                  </a:extLst>
                </p14:cNvPr>
                <p14:cNvContentPartPr/>
                <p14:nvPr/>
              </p14:nvContentPartPr>
              <p14:xfrm>
                <a:off x="11213280" y="4734440"/>
                <a:ext cx="235440" cy="414720"/>
              </p14:xfrm>
            </p:contentPart>
          </mc:Choice>
          <mc:Fallback>
            <p:pic>
              <p:nvPicPr>
                <p:cNvPr id="77" name="Ink 76">
                  <a:extLst>
                    <a:ext uri="{FF2B5EF4-FFF2-40B4-BE49-F238E27FC236}">
                      <a16:creationId xmlns:a16="http://schemas.microsoft.com/office/drawing/2014/main" id="{8C00F54C-32E1-1DBC-6CD2-57B88B9DD122}"/>
                    </a:ext>
                  </a:extLst>
                </p:cNvPr>
                <p:cNvPicPr/>
                <p:nvPr/>
              </p:nvPicPr>
              <p:blipFill>
                <a:blip r:embed="rId122"/>
                <a:stretch>
                  <a:fillRect/>
                </a:stretch>
              </p:blipFill>
              <p:spPr>
                <a:xfrm>
                  <a:off x="11207160" y="4728320"/>
                  <a:ext cx="247680" cy="42696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78" name="Ink 77">
                  <a:extLst>
                    <a:ext uri="{FF2B5EF4-FFF2-40B4-BE49-F238E27FC236}">
                      <a16:creationId xmlns:a16="http://schemas.microsoft.com/office/drawing/2014/main" id="{D43A17D6-D5B6-4782-A7D2-50FEBA025626}"/>
                    </a:ext>
                  </a:extLst>
                </p14:cNvPr>
                <p14:cNvContentPartPr/>
                <p14:nvPr/>
              </p14:nvContentPartPr>
              <p14:xfrm>
                <a:off x="7451280" y="5261840"/>
                <a:ext cx="55080" cy="340200"/>
              </p14:xfrm>
            </p:contentPart>
          </mc:Choice>
          <mc:Fallback>
            <p:pic>
              <p:nvPicPr>
                <p:cNvPr id="78" name="Ink 77">
                  <a:extLst>
                    <a:ext uri="{FF2B5EF4-FFF2-40B4-BE49-F238E27FC236}">
                      <a16:creationId xmlns:a16="http://schemas.microsoft.com/office/drawing/2014/main" id="{D43A17D6-D5B6-4782-A7D2-50FEBA025626}"/>
                    </a:ext>
                  </a:extLst>
                </p:cNvPr>
                <p:cNvPicPr/>
                <p:nvPr/>
              </p:nvPicPr>
              <p:blipFill>
                <a:blip r:embed="rId124"/>
                <a:stretch>
                  <a:fillRect/>
                </a:stretch>
              </p:blipFill>
              <p:spPr>
                <a:xfrm>
                  <a:off x="7445160" y="5255720"/>
                  <a:ext cx="67320" cy="35244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79" name="Ink 78">
                  <a:extLst>
                    <a:ext uri="{FF2B5EF4-FFF2-40B4-BE49-F238E27FC236}">
                      <a16:creationId xmlns:a16="http://schemas.microsoft.com/office/drawing/2014/main" id="{CF608373-0A3B-F4A4-5124-4F881480705C}"/>
                    </a:ext>
                  </a:extLst>
                </p14:cNvPr>
                <p14:cNvContentPartPr/>
                <p14:nvPr/>
              </p14:nvContentPartPr>
              <p14:xfrm>
                <a:off x="7380720" y="5440040"/>
                <a:ext cx="317160" cy="150840"/>
              </p14:xfrm>
            </p:contentPart>
          </mc:Choice>
          <mc:Fallback>
            <p:pic>
              <p:nvPicPr>
                <p:cNvPr id="79" name="Ink 78">
                  <a:extLst>
                    <a:ext uri="{FF2B5EF4-FFF2-40B4-BE49-F238E27FC236}">
                      <a16:creationId xmlns:a16="http://schemas.microsoft.com/office/drawing/2014/main" id="{CF608373-0A3B-F4A4-5124-4F881480705C}"/>
                    </a:ext>
                  </a:extLst>
                </p:cNvPr>
                <p:cNvPicPr/>
                <p:nvPr/>
              </p:nvPicPr>
              <p:blipFill>
                <a:blip r:embed="rId126"/>
                <a:stretch>
                  <a:fillRect/>
                </a:stretch>
              </p:blipFill>
              <p:spPr>
                <a:xfrm>
                  <a:off x="7374600" y="5433920"/>
                  <a:ext cx="32940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80" name="Ink 79">
                  <a:extLst>
                    <a:ext uri="{FF2B5EF4-FFF2-40B4-BE49-F238E27FC236}">
                      <a16:creationId xmlns:a16="http://schemas.microsoft.com/office/drawing/2014/main" id="{B7318D4E-D34A-F24E-0B9C-1C92B9CBCEF8}"/>
                    </a:ext>
                  </a:extLst>
                </p14:cNvPr>
                <p14:cNvContentPartPr/>
                <p14:nvPr/>
              </p14:nvContentPartPr>
              <p14:xfrm>
                <a:off x="8029800" y="5389640"/>
                <a:ext cx="174600" cy="216360"/>
              </p14:xfrm>
            </p:contentPart>
          </mc:Choice>
          <mc:Fallback>
            <p:pic>
              <p:nvPicPr>
                <p:cNvPr id="80" name="Ink 79">
                  <a:extLst>
                    <a:ext uri="{FF2B5EF4-FFF2-40B4-BE49-F238E27FC236}">
                      <a16:creationId xmlns:a16="http://schemas.microsoft.com/office/drawing/2014/main" id="{B7318D4E-D34A-F24E-0B9C-1C92B9CBCEF8}"/>
                    </a:ext>
                  </a:extLst>
                </p:cNvPr>
                <p:cNvPicPr/>
                <p:nvPr/>
              </p:nvPicPr>
              <p:blipFill>
                <a:blip r:embed="rId128"/>
                <a:stretch>
                  <a:fillRect/>
                </a:stretch>
              </p:blipFill>
              <p:spPr>
                <a:xfrm>
                  <a:off x="8023680" y="5383520"/>
                  <a:ext cx="18684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81" name="Ink 80">
                  <a:extLst>
                    <a:ext uri="{FF2B5EF4-FFF2-40B4-BE49-F238E27FC236}">
                      <a16:creationId xmlns:a16="http://schemas.microsoft.com/office/drawing/2014/main" id="{A400EAD8-B531-85CF-4ABB-29F51FD81C35}"/>
                    </a:ext>
                  </a:extLst>
                </p14:cNvPr>
                <p14:cNvContentPartPr/>
                <p14:nvPr/>
              </p14:nvContentPartPr>
              <p14:xfrm>
                <a:off x="8236440" y="5460560"/>
                <a:ext cx="243720" cy="143640"/>
              </p14:xfrm>
            </p:contentPart>
          </mc:Choice>
          <mc:Fallback>
            <p:pic>
              <p:nvPicPr>
                <p:cNvPr id="81" name="Ink 80">
                  <a:extLst>
                    <a:ext uri="{FF2B5EF4-FFF2-40B4-BE49-F238E27FC236}">
                      <a16:creationId xmlns:a16="http://schemas.microsoft.com/office/drawing/2014/main" id="{A400EAD8-B531-85CF-4ABB-29F51FD81C35}"/>
                    </a:ext>
                  </a:extLst>
                </p:cNvPr>
                <p:cNvPicPr/>
                <p:nvPr/>
              </p:nvPicPr>
              <p:blipFill>
                <a:blip r:embed="rId130"/>
                <a:stretch>
                  <a:fillRect/>
                </a:stretch>
              </p:blipFill>
              <p:spPr>
                <a:xfrm>
                  <a:off x="8230320" y="5454440"/>
                  <a:ext cx="25596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82" name="Ink 81">
                  <a:extLst>
                    <a:ext uri="{FF2B5EF4-FFF2-40B4-BE49-F238E27FC236}">
                      <a16:creationId xmlns:a16="http://schemas.microsoft.com/office/drawing/2014/main" id="{D70A47CA-D666-F073-518C-C79B4EA01734}"/>
                    </a:ext>
                  </a:extLst>
                </p14:cNvPr>
                <p14:cNvContentPartPr/>
                <p14:nvPr/>
              </p14:nvContentPartPr>
              <p14:xfrm>
                <a:off x="8556840" y="5216840"/>
                <a:ext cx="43920" cy="385920"/>
              </p14:xfrm>
            </p:contentPart>
          </mc:Choice>
          <mc:Fallback>
            <p:pic>
              <p:nvPicPr>
                <p:cNvPr id="82" name="Ink 81">
                  <a:extLst>
                    <a:ext uri="{FF2B5EF4-FFF2-40B4-BE49-F238E27FC236}">
                      <a16:creationId xmlns:a16="http://schemas.microsoft.com/office/drawing/2014/main" id="{D70A47CA-D666-F073-518C-C79B4EA01734}"/>
                    </a:ext>
                  </a:extLst>
                </p:cNvPr>
                <p:cNvPicPr/>
                <p:nvPr/>
              </p:nvPicPr>
              <p:blipFill>
                <a:blip r:embed="rId132"/>
                <a:stretch>
                  <a:fillRect/>
                </a:stretch>
              </p:blipFill>
              <p:spPr>
                <a:xfrm>
                  <a:off x="8550720" y="5210720"/>
                  <a:ext cx="56160" cy="39816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83" name="Ink 82">
                  <a:extLst>
                    <a:ext uri="{FF2B5EF4-FFF2-40B4-BE49-F238E27FC236}">
                      <a16:creationId xmlns:a16="http://schemas.microsoft.com/office/drawing/2014/main" id="{7DB7074C-17B9-FE0F-D172-557F525E94EC}"/>
                    </a:ext>
                  </a:extLst>
                </p14:cNvPr>
                <p14:cNvContentPartPr/>
                <p14:nvPr/>
              </p14:nvContentPartPr>
              <p14:xfrm>
                <a:off x="8697240" y="5482880"/>
                <a:ext cx="27360" cy="162720"/>
              </p14:xfrm>
            </p:contentPart>
          </mc:Choice>
          <mc:Fallback>
            <p:pic>
              <p:nvPicPr>
                <p:cNvPr id="83" name="Ink 82">
                  <a:extLst>
                    <a:ext uri="{FF2B5EF4-FFF2-40B4-BE49-F238E27FC236}">
                      <a16:creationId xmlns:a16="http://schemas.microsoft.com/office/drawing/2014/main" id="{7DB7074C-17B9-FE0F-D172-557F525E94EC}"/>
                    </a:ext>
                  </a:extLst>
                </p:cNvPr>
                <p:cNvPicPr/>
                <p:nvPr/>
              </p:nvPicPr>
              <p:blipFill>
                <a:blip r:embed="rId134"/>
                <a:stretch>
                  <a:fillRect/>
                </a:stretch>
              </p:blipFill>
              <p:spPr>
                <a:xfrm>
                  <a:off x="8691120" y="5476760"/>
                  <a:ext cx="3960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84" name="Ink 83">
                  <a:extLst>
                    <a:ext uri="{FF2B5EF4-FFF2-40B4-BE49-F238E27FC236}">
                      <a16:creationId xmlns:a16="http://schemas.microsoft.com/office/drawing/2014/main" id="{82974927-4C26-ABCF-8992-6939E16C2C05}"/>
                    </a:ext>
                  </a:extLst>
                </p14:cNvPr>
                <p14:cNvContentPartPr/>
                <p14:nvPr/>
              </p14:nvContentPartPr>
              <p14:xfrm>
                <a:off x="8685720" y="5501240"/>
                <a:ext cx="149400" cy="231840"/>
              </p14:xfrm>
            </p:contentPart>
          </mc:Choice>
          <mc:Fallback>
            <p:pic>
              <p:nvPicPr>
                <p:cNvPr id="84" name="Ink 83">
                  <a:extLst>
                    <a:ext uri="{FF2B5EF4-FFF2-40B4-BE49-F238E27FC236}">
                      <a16:creationId xmlns:a16="http://schemas.microsoft.com/office/drawing/2014/main" id="{82974927-4C26-ABCF-8992-6939E16C2C05}"/>
                    </a:ext>
                  </a:extLst>
                </p:cNvPr>
                <p:cNvPicPr/>
                <p:nvPr/>
              </p:nvPicPr>
              <p:blipFill>
                <a:blip r:embed="rId136"/>
                <a:stretch>
                  <a:fillRect/>
                </a:stretch>
              </p:blipFill>
              <p:spPr>
                <a:xfrm>
                  <a:off x="8679600" y="5495120"/>
                  <a:ext cx="16164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85" name="Ink 84">
                  <a:extLst>
                    <a:ext uri="{FF2B5EF4-FFF2-40B4-BE49-F238E27FC236}">
                      <a16:creationId xmlns:a16="http://schemas.microsoft.com/office/drawing/2014/main" id="{6FBC0275-5343-EBA9-DAE4-BCB4A4647D11}"/>
                    </a:ext>
                  </a:extLst>
                </p14:cNvPr>
                <p14:cNvContentPartPr/>
                <p14:nvPr/>
              </p14:nvContentPartPr>
              <p14:xfrm>
                <a:off x="8895960" y="5590520"/>
                <a:ext cx="178920" cy="95040"/>
              </p14:xfrm>
            </p:contentPart>
          </mc:Choice>
          <mc:Fallback>
            <p:pic>
              <p:nvPicPr>
                <p:cNvPr id="85" name="Ink 84">
                  <a:extLst>
                    <a:ext uri="{FF2B5EF4-FFF2-40B4-BE49-F238E27FC236}">
                      <a16:creationId xmlns:a16="http://schemas.microsoft.com/office/drawing/2014/main" id="{6FBC0275-5343-EBA9-DAE4-BCB4A4647D11}"/>
                    </a:ext>
                  </a:extLst>
                </p:cNvPr>
                <p:cNvPicPr/>
                <p:nvPr/>
              </p:nvPicPr>
              <p:blipFill>
                <a:blip r:embed="rId138"/>
                <a:stretch>
                  <a:fillRect/>
                </a:stretch>
              </p:blipFill>
              <p:spPr>
                <a:xfrm>
                  <a:off x="8889840" y="5584400"/>
                  <a:ext cx="19116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86" name="Ink 85">
                  <a:extLst>
                    <a:ext uri="{FF2B5EF4-FFF2-40B4-BE49-F238E27FC236}">
                      <a16:creationId xmlns:a16="http://schemas.microsoft.com/office/drawing/2014/main" id="{6FB408A3-C298-CA9D-B474-CCCFB8A7BDF9}"/>
                    </a:ext>
                  </a:extLst>
                </p14:cNvPr>
                <p14:cNvContentPartPr/>
                <p14:nvPr/>
              </p14:nvContentPartPr>
              <p14:xfrm>
                <a:off x="9164880" y="5362280"/>
                <a:ext cx="42480" cy="279720"/>
              </p14:xfrm>
            </p:contentPart>
          </mc:Choice>
          <mc:Fallback>
            <p:pic>
              <p:nvPicPr>
                <p:cNvPr id="86" name="Ink 85">
                  <a:extLst>
                    <a:ext uri="{FF2B5EF4-FFF2-40B4-BE49-F238E27FC236}">
                      <a16:creationId xmlns:a16="http://schemas.microsoft.com/office/drawing/2014/main" id="{6FB408A3-C298-CA9D-B474-CCCFB8A7BDF9}"/>
                    </a:ext>
                  </a:extLst>
                </p:cNvPr>
                <p:cNvPicPr/>
                <p:nvPr/>
              </p:nvPicPr>
              <p:blipFill>
                <a:blip r:embed="rId140"/>
                <a:stretch>
                  <a:fillRect/>
                </a:stretch>
              </p:blipFill>
              <p:spPr>
                <a:xfrm>
                  <a:off x="9158760" y="5356160"/>
                  <a:ext cx="54720" cy="29196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87" name="Ink 86">
                  <a:extLst>
                    <a:ext uri="{FF2B5EF4-FFF2-40B4-BE49-F238E27FC236}">
                      <a16:creationId xmlns:a16="http://schemas.microsoft.com/office/drawing/2014/main" id="{F4230D44-E3BA-4454-AE5A-8BF54A7FF290}"/>
                    </a:ext>
                  </a:extLst>
                </p14:cNvPr>
                <p14:cNvContentPartPr/>
                <p14:nvPr/>
              </p14:nvContentPartPr>
              <p14:xfrm>
                <a:off x="9275400" y="5400080"/>
                <a:ext cx="616680" cy="269280"/>
              </p14:xfrm>
            </p:contentPart>
          </mc:Choice>
          <mc:Fallback>
            <p:pic>
              <p:nvPicPr>
                <p:cNvPr id="87" name="Ink 86">
                  <a:extLst>
                    <a:ext uri="{FF2B5EF4-FFF2-40B4-BE49-F238E27FC236}">
                      <a16:creationId xmlns:a16="http://schemas.microsoft.com/office/drawing/2014/main" id="{F4230D44-E3BA-4454-AE5A-8BF54A7FF290}"/>
                    </a:ext>
                  </a:extLst>
                </p:cNvPr>
                <p:cNvPicPr/>
                <p:nvPr/>
              </p:nvPicPr>
              <p:blipFill>
                <a:blip r:embed="rId142"/>
                <a:stretch>
                  <a:fillRect/>
                </a:stretch>
              </p:blipFill>
              <p:spPr>
                <a:xfrm>
                  <a:off x="9269280" y="5393960"/>
                  <a:ext cx="62892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88" name="Ink 87">
                  <a:extLst>
                    <a:ext uri="{FF2B5EF4-FFF2-40B4-BE49-F238E27FC236}">
                      <a16:creationId xmlns:a16="http://schemas.microsoft.com/office/drawing/2014/main" id="{FADAF347-6CF7-8DF7-0E80-98A4B67BDDA1}"/>
                    </a:ext>
                  </a:extLst>
                </p14:cNvPr>
                <p14:cNvContentPartPr/>
                <p14:nvPr/>
              </p14:nvContentPartPr>
              <p14:xfrm>
                <a:off x="10208520" y="5435000"/>
                <a:ext cx="154800" cy="209520"/>
              </p14:xfrm>
            </p:contentPart>
          </mc:Choice>
          <mc:Fallback>
            <p:pic>
              <p:nvPicPr>
                <p:cNvPr id="88" name="Ink 87">
                  <a:extLst>
                    <a:ext uri="{FF2B5EF4-FFF2-40B4-BE49-F238E27FC236}">
                      <a16:creationId xmlns:a16="http://schemas.microsoft.com/office/drawing/2014/main" id="{FADAF347-6CF7-8DF7-0E80-98A4B67BDDA1}"/>
                    </a:ext>
                  </a:extLst>
                </p:cNvPr>
                <p:cNvPicPr/>
                <p:nvPr/>
              </p:nvPicPr>
              <p:blipFill>
                <a:blip r:embed="rId144"/>
                <a:stretch>
                  <a:fillRect/>
                </a:stretch>
              </p:blipFill>
              <p:spPr>
                <a:xfrm>
                  <a:off x="10202400" y="5428880"/>
                  <a:ext cx="16704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89" name="Ink 88">
                  <a:extLst>
                    <a:ext uri="{FF2B5EF4-FFF2-40B4-BE49-F238E27FC236}">
                      <a16:creationId xmlns:a16="http://schemas.microsoft.com/office/drawing/2014/main" id="{6DFFE050-1F21-3FBB-E039-9B8407362C62}"/>
                    </a:ext>
                  </a:extLst>
                </p14:cNvPr>
                <p14:cNvContentPartPr/>
                <p14:nvPr/>
              </p14:nvContentPartPr>
              <p14:xfrm>
                <a:off x="10439640" y="5401880"/>
                <a:ext cx="173160" cy="270360"/>
              </p14:xfrm>
            </p:contentPart>
          </mc:Choice>
          <mc:Fallback>
            <p:pic>
              <p:nvPicPr>
                <p:cNvPr id="89" name="Ink 88">
                  <a:extLst>
                    <a:ext uri="{FF2B5EF4-FFF2-40B4-BE49-F238E27FC236}">
                      <a16:creationId xmlns:a16="http://schemas.microsoft.com/office/drawing/2014/main" id="{6DFFE050-1F21-3FBB-E039-9B8407362C62}"/>
                    </a:ext>
                  </a:extLst>
                </p:cNvPr>
                <p:cNvPicPr/>
                <p:nvPr/>
              </p:nvPicPr>
              <p:blipFill>
                <a:blip r:embed="rId146"/>
                <a:stretch>
                  <a:fillRect/>
                </a:stretch>
              </p:blipFill>
              <p:spPr>
                <a:xfrm>
                  <a:off x="10433520" y="5395760"/>
                  <a:ext cx="18540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90" name="Ink 89">
                  <a:extLst>
                    <a:ext uri="{FF2B5EF4-FFF2-40B4-BE49-F238E27FC236}">
                      <a16:creationId xmlns:a16="http://schemas.microsoft.com/office/drawing/2014/main" id="{9D129EED-9507-28B9-5E52-C3A0E5060D97}"/>
                    </a:ext>
                  </a:extLst>
                </p14:cNvPr>
                <p14:cNvContentPartPr/>
                <p14:nvPr/>
              </p14:nvContentPartPr>
              <p14:xfrm>
                <a:off x="10701720" y="5449040"/>
                <a:ext cx="311040" cy="231120"/>
              </p14:xfrm>
            </p:contentPart>
          </mc:Choice>
          <mc:Fallback>
            <p:pic>
              <p:nvPicPr>
                <p:cNvPr id="90" name="Ink 89">
                  <a:extLst>
                    <a:ext uri="{FF2B5EF4-FFF2-40B4-BE49-F238E27FC236}">
                      <a16:creationId xmlns:a16="http://schemas.microsoft.com/office/drawing/2014/main" id="{9D129EED-9507-28B9-5E52-C3A0E5060D97}"/>
                    </a:ext>
                  </a:extLst>
                </p:cNvPr>
                <p:cNvPicPr/>
                <p:nvPr/>
              </p:nvPicPr>
              <p:blipFill>
                <a:blip r:embed="rId148"/>
                <a:stretch>
                  <a:fillRect/>
                </a:stretch>
              </p:blipFill>
              <p:spPr>
                <a:xfrm>
                  <a:off x="10695600" y="5442920"/>
                  <a:ext cx="323280" cy="243360"/>
                </a:xfrm>
                <a:prstGeom prst="rect">
                  <a:avLst/>
                </a:prstGeom>
              </p:spPr>
            </p:pic>
          </mc:Fallback>
        </mc:AlternateContent>
      </p:grpSp>
      <p:grpSp>
        <p:nvGrpSpPr>
          <p:cNvPr id="98" name="Group 97">
            <a:extLst>
              <a:ext uri="{FF2B5EF4-FFF2-40B4-BE49-F238E27FC236}">
                <a16:creationId xmlns:a16="http://schemas.microsoft.com/office/drawing/2014/main" id="{54297B01-F359-A2C0-E2A4-00EF12BB7E9F}"/>
              </a:ext>
            </a:extLst>
          </p:cNvPr>
          <p:cNvGrpSpPr/>
          <p:nvPr/>
        </p:nvGrpSpPr>
        <p:grpSpPr>
          <a:xfrm>
            <a:off x="7607160" y="6079760"/>
            <a:ext cx="1028160" cy="334800"/>
            <a:chOff x="7607160" y="6079760"/>
            <a:chExt cx="1028160" cy="334800"/>
          </a:xfrm>
        </p:grpSpPr>
        <mc:AlternateContent xmlns:mc="http://schemas.openxmlformats.org/markup-compatibility/2006">
          <mc:Choice xmlns:p14="http://schemas.microsoft.com/office/powerpoint/2010/main" Requires="p14">
            <p:contentPart p14:bwMode="auto" r:id="rId149">
              <p14:nvContentPartPr>
                <p14:cNvPr id="91" name="Ink 90">
                  <a:extLst>
                    <a:ext uri="{FF2B5EF4-FFF2-40B4-BE49-F238E27FC236}">
                      <a16:creationId xmlns:a16="http://schemas.microsoft.com/office/drawing/2014/main" id="{DD5DE11F-1DB7-EC44-F2D4-2D395D216E16}"/>
                    </a:ext>
                  </a:extLst>
                </p14:cNvPr>
                <p14:cNvContentPartPr/>
                <p14:nvPr/>
              </p14:nvContentPartPr>
              <p14:xfrm>
                <a:off x="7618320" y="6297920"/>
                <a:ext cx="15840" cy="116640"/>
              </p14:xfrm>
            </p:contentPart>
          </mc:Choice>
          <mc:Fallback>
            <p:pic>
              <p:nvPicPr>
                <p:cNvPr id="91" name="Ink 90">
                  <a:extLst>
                    <a:ext uri="{FF2B5EF4-FFF2-40B4-BE49-F238E27FC236}">
                      <a16:creationId xmlns:a16="http://schemas.microsoft.com/office/drawing/2014/main" id="{DD5DE11F-1DB7-EC44-F2D4-2D395D216E16}"/>
                    </a:ext>
                  </a:extLst>
                </p:cNvPr>
                <p:cNvPicPr/>
                <p:nvPr/>
              </p:nvPicPr>
              <p:blipFill>
                <a:blip r:embed="rId150"/>
                <a:stretch>
                  <a:fillRect/>
                </a:stretch>
              </p:blipFill>
              <p:spPr>
                <a:xfrm>
                  <a:off x="7612200" y="6291800"/>
                  <a:ext cx="2808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92" name="Ink 91">
                  <a:extLst>
                    <a:ext uri="{FF2B5EF4-FFF2-40B4-BE49-F238E27FC236}">
                      <a16:creationId xmlns:a16="http://schemas.microsoft.com/office/drawing/2014/main" id="{2A65C56C-5BB7-13E3-0523-A8B7493FE5A7}"/>
                    </a:ext>
                  </a:extLst>
                </p14:cNvPr>
                <p14:cNvContentPartPr/>
                <p14:nvPr/>
              </p14:nvContentPartPr>
              <p14:xfrm>
                <a:off x="7607160" y="6092360"/>
                <a:ext cx="52920" cy="43200"/>
              </p14:xfrm>
            </p:contentPart>
          </mc:Choice>
          <mc:Fallback>
            <p:pic>
              <p:nvPicPr>
                <p:cNvPr id="92" name="Ink 91">
                  <a:extLst>
                    <a:ext uri="{FF2B5EF4-FFF2-40B4-BE49-F238E27FC236}">
                      <a16:creationId xmlns:a16="http://schemas.microsoft.com/office/drawing/2014/main" id="{2A65C56C-5BB7-13E3-0523-A8B7493FE5A7}"/>
                    </a:ext>
                  </a:extLst>
                </p:cNvPr>
                <p:cNvPicPr/>
                <p:nvPr/>
              </p:nvPicPr>
              <p:blipFill>
                <a:blip r:embed="rId152"/>
                <a:stretch>
                  <a:fillRect/>
                </a:stretch>
              </p:blipFill>
              <p:spPr>
                <a:xfrm>
                  <a:off x="7601040" y="6086240"/>
                  <a:ext cx="6516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93" name="Ink 92">
                  <a:extLst>
                    <a:ext uri="{FF2B5EF4-FFF2-40B4-BE49-F238E27FC236}">
                      <a16:creationId xmlns:a16="http://schemas.microsoft.com/office/drawing/2014/main" id="{0D8DCD7D-6865-50A4-429C-29B5C87B58F7}"/>
                    </a:ext>
                  </a:extLst>
                </p14:cNvPr>
                <p14:cNvContentPartPr/>
                <p14:nvPr/>
              </p14:nvContentPartPr>
              <p14:xfrm>
                <a:off x="7747200" y="6210440"/>
                <a:ext cx="128880" cy="147960"/>
              </p14:xfrm>
            </p:contentPart>
          </mc:Choice>
          <mc:Fallback>
            <p:pic>
              <p:nvPicPr>
                <p:cNvPr id="93" name="Ink 92">
                  <a:extLst>
                    <a:ext uri="{FF2B5EF4-FFF2-40B4-BE49-F238E27FC236}">
                      <a16:creationId xmlns:a16="http://schemas.microsoft.com/office/drawing/2014/main" id="{0D8DCD7D-6865-50A4-429C-29B5C87B58F7}"/>
                    </a:ext>
                  </a:extLst>
                </p:cNvPr>
                <p:cNvPicPr/>
                <p:nvPr/>
              </p:nvPicPr>
              <p:blipFill>
                <a:blip r:embed="rId154"/>
                <a:stretch>
                  <a:fillRect/>
                </a:stretch>
              </p:blipFill>
              <p:spPr>
                <a:xfrm>
                  <a:off x="7741080" y="6204320"/>
                  <a:ext cx="14112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94" name="Ink 93">
                  <a:extLst>
                    <a:ext uri="{FF2B5EF4-FFF2-40B4-BE49-F238E27FC236}">
                      <a16:creationId xmlns:a16="http://schemas.microsoft.com/office/drawing/2014/main" id="{83EF95DF-4AB2-3E01-24BC-A332353D863A}"/>
                    </a:ext>
                  </a:extLst>
                </p14:cNvPr>
                <p14:cNvContentPartPr/>
                <p14:nvPr/>
              </p14:nvContentPartPr>
              <p14:xfrm>
                <a:off x="7869600" y="6081920"/>
                <a:ext cx="204120" cy="262800"/>
              </p14:xfrm>
            </p:contentPart>
          </mc:Choice>
          <mc:Fallback>
            <p:pic>
              <p:nvPicPr>
                <p:cNvPr id="94" name="Ink 93">
                  <a:extLst>
                    <a:ext uri="{FF2B5EF4-FFF2-40B4-BE49-F238E27FC236}">
                      <a16:creationId xmlns:a16="http://schemas.microsoft.com/office/drawing/2014/main" id="{83EF95DF-4AB2-3E01-24BC-A332353D863A}"/>
                    </a:ext>
                  </a:extLst>
                </p:cNvPr>
                <p:cNvPicPr/>
                <p:nvPr/>
              </p:nvPicPr>
              <p:blipFill>
                <a:blip r:embed="rId156"/>
                <a:stretch>
                  <a:fillRect/>
                </a:stretch>
              </p:blipFill>
              <p:spPr>
                <a:xfrm>
                  <a:off x="7863480" y="6075800"/>
                  <a:ext cx="21636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95" name="Ink 94">
                  <a:extLst>
                    <a:ext uri="{FF2B5EF4-FFF2-40B4-BE49-F238E27FC236}">
                      <a16:creationId xmlns:a16="http://schemas.microsoft.com/office/drawing/2014/main" id="{5A906D69-DF4A-FF9A-9C2B-BD45ADDE496C}"/>
                    </a:ext>
                  </a:extLst>
                </p14:cNvPr>
                <p14:cNvContentPartPr/>
                <p14:nvPr/>
              </p14:nvContentPartPr>
              <p14:xfrm>
                <a:off x="8125200" y="6100280"/>
                <a:ext cx="258480" cy="230400"/>
              </p14:xfrm>
            </p:contentPart>
          </mc:Choice>
          <mc:Fallback>
            <p:pic>
              <p:nvPicPr>
                <p:cNvPr id="95" name="Ink 94">
                  <a:extLst>
                    <a:ext uri="{FF2B5EF4-FFF2-40B4-BE49-F238E27FC236}">
                      <a16:creationId xmlns:a16="http://schemas.microsoft.com/office/drawing/2014/main" id="{5A906D69-DF4A-FF9A-9C2B-BD45ADDE496C}"/>
                    </a:ext>
                  </a:extLst>
                </p:cNvPr>
                <p:cNvPicPr/>
                <p:nvPr/>
              </p:nvPicPr>
              <p:blipFill>
                <a:blip r:embed="rId158"/>
                <a:stretch>
                  <a:fillRect/>
                </a:stretch>
              </p:blipFill>
              <p:spPr>
                <a:xfrm>
                  <a:off x="8119080" y="6094160"/>
                  <a:ext cx="270720" cy="24264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96" name="Ink 95">
                  <a:extLst>
                    <a:ext uri="{FF2B5EF4-FFF2-40B4-BE49-F238E27FC236}">
                      <a16:creationId xmlns:a16="http://schemas.microsoft.com/office/drawing/2014/main" id="{0DE3C867-AE59-BF1D-173D-347DA2088427}"/>
                    </a:ext>
                  </a:extLst>
                </p14:cNvPr>
                <p14:cNvContentPartPr/>
                <p14:nvPr/>
              </p14:nvContentPartPr>
              <p14:xfrm>
                <a:off x="8381520" y="6116120"/>
                <a:ext cx="253800" cy="137520"/>
              </p14:xfrm>
            </p:contentPart>
          </mc:Choice>
          <mc:Fallback>
            <p:pic>
              <p:nvPicPr>
                <p:cNvPr id="96" name="Ink 95">
                  <a:extLst>
                    <a:ext uri="{FF2B5EF4-FFF2-40B4-BE49-F238E27FC236}">
                      <a16:creationId xmlns:a16="http://schemas.microsoft.com/office/drawing/2014/main" id="{0DE3C867-AE59-BF1D-173D-347DA2088427}"/>
                    </a:ext>
                  </a:extLst>
                </p:cNvPr>
                <p:cNvPicPr/>
                <p:nvPr/>
              </p:nvPicPr>
              <p:blipFill>
                <a:blip r:embed="rId160"/>
                <a:stretch>
                  <a:fillRect/>
                </a:stretch>
              </p:blipFill>
              <p:spPr>
                <a:xfrm>
                  <a:off x="8375400" y="6110000"/>
                  <a:ext cx="26604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97" name="Ink 96">
                  <a:extLst>
                    <a:ext uri="{FF2B5EF4-FFF2-40B4-BE49-F238E27FC236}">
                      <a16:creationId xmlns:a16="http://schemas.microsoft.com/office/drawing/2014/main" id="{8A5202C6-715A-0C64-8010-6B10C837B27A}"/>
                    </a:ext>
                  </a:extLst>
                </p14:cNvPr>
                <p14:cNvContentPartPr/>
                <p14:nvPr/>
              </p14:nvContentPartPr>
              <p14:xfrm>
                <a:off x="8416080" y="6079760"/>
                <a:ext cx="197280" cy="241560"/>
              </p14:xfrm>
            </p:contentPart>
          </mc:Choice>
          <mc:Fallback>
            <p:pic>
              <p:nvPicPr>
                <p:cNvPr id="97" name="Ink 96">
                  <a:extLst>
                    <a:ext uri="{FF2B5EF4-FFF2-40B4-BE49-F238E27FC236}">
                      <a16:creationId xmlns:a16="http://schemas.microsoft.com/office/drawing/2014/main" id="{8A5202C6-715A-0C64-8010-6B10C837B27A}"/>
                    </a:ext>
                  </a:extLst>
                </p:cNvPr>
                <p:cNvPicPr/>
                <p:nvPr/>
              </p:nvPicPr>
              <p:blipFill>
                <a:blip r:embed="rId162"/>
                <a:stretch>
                  <a:fillRect/>
                </a:stretch>
              </p:blipFill>
              <p:spPr>
                <a:xfrm>
                  <a:off x="8409960" y="6073640"/>
                  <a:ext cx="209520" cy="253800"/>
                </a:xfrm>
                <a:prstGeom prst="rect">
                  <a:avLst/>
                </a:prstGeom>
              </p:spPr>
            </p:pic>
          </mc:Fallback>
        </mc:AlternateContent>
      </p:grpSp>
    </p:spTree>
    <p:extLst>
      <p:ext uri="{BB962C8B-B14F-4D97-AF65-F5344CB8AC3E}">
        <p14:creationId xmlns:p14="http://schemas.microsoft.com/office/powerpoint/2010/main" val="1209903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F462F8AD-75A9-6E8F-6935-71072B35EA97}"/>
              </a:ext>
            </a:extLst>
          </p:cNvPr>
          <p:cNvSpPr txBox="1">
            <a:spLocks/>
          </p:cNvSpPr>
          <p:nvPr/>
        </p:nvSpPr>
        <p:spPr>
          <a:xfrm>
            <a:off x="357808" y="799097"/>
            <a:ext cx="11626981" cy="5906503"/>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900" b="0" i="0" u="none" strike="noStrike" kern="1200" cap="none" spc="0" normalizeH="0" baseline="0" noProof="0" dirty="0">
              <a:ln>
                <a:noFill/>
              </a:ln>
              <a:solidFill>
                <a:sysClr val="windowText" lastClr="000000"/>
              </a:solidFill>
              <a:effectLst/>
              <a:uLnTx/>
              <a:uFillTx/>
              <a:latin typeface="Tw Cen MT"/>
              <a:ea typeface="+mn-ea"/>
              <a:cs typeface="+mn-cs"/>
            </a:endParaRPr>
          </a:p>
        </p:txBody>
      </p:sp>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Financial System, Financial </a:t>
            </a:r>
            <a:r>
              <a:rPr lang="en-US" b="1" dirty="0">
                <a:solidFill>
                  <a:schemeClr val="bg1"/>
                </a:solidFill>
                <a:latin typeface="Calibri" panose="020F0502020204030204"/>
              </a:rPr>
              <a:t>M</a:t>
            </a:r>
            <a:r>
              <a:rPr kumimoji="0" lang="en-US" b="1" i="0" u="none" strike="noStrike" kern="1200" cap="none" spc="0" normalizeH="0" baseline="0" noProof="0" dirty="0" err="1">
                <a:ln>
                  <a:noFill/>
                </a:ln>
                <a:solidFill>
                  <a:schemeClr val="bg1"/>
                </a:solidFill>
                <a:effectLst/>
                <a:uLnTx/>
                <a:uFillTx/>
                <a:latin typeface="Calibri" panose="020F0502020204030204"/>
                <a:ea typeface="+mn-ea"/>
                <a:cs typeface="+mn-cs"/>
              </a:rPr>
              <a:t>arkets</a:t>
            </a: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 and Instruments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Classes and Financial Instruments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4" name="TextBox 3">
            <a:extLst>
              <a:ext uri="{FF2B5EF4-FFF2-40B4-BE49-F238E27FC236}">
                <a16:creationId xmlns:a16="http://schemas.microsoft.com/office/drawing/2014/main" id="{5A63ABCF-65A3-2052-B14A-9B0EC57AEDBD}"/>
              </a:ext>
            </a:extLst>
          </p:cNvPr>
          <p:cNvSpPr txBox="1"/>
          <p:nvPr/>
        </p:nvSpPr>
        <p:spPr>
          <a:xfrm>
            <a:off x="357808" y="677729"/>
            <a:ext cx="11626981" cy="2708434"/>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4000" b="0" i="0" u="none" strike="noStrike" kern="1200" cap="none" spc="0" normalizeH="0" baseline="0" noProof="0" dirty="0">
                <a:ln>
                  <a:noFill/>
                </a:ln>
                <a:solidFill>
                  <a:prstClr val="black"/>
                </a:solidFill>
                <a:effectLst/>
                <a:uLnTx/>
                <a:uFillTx/>
                <a:latin typeface="Tw Cen MT"/>
                <a:ea typeface="+mn-ea"/>
                <a:cs typeface="+mn-cs"/>
              </a:rPr>
              <a:t> </a:t>
            </a:r>
            <a:r>
              <a:rPr kumimoji="0" lang="en-US" sz="3600" b="0" i="0" u="none" strike="noStrike" kern="1200" cap="none" spc="0" normalizeH="0" baseline="0" noProof="0" dirty="0">
                <a:ln>
                  <a:noFill/>
                </a:ln>
                <a:solidFill>
                  <a:prstClr val="black"/>
                </a:solidFill>
                <a:effectLst/>
                <a:uLnTx/>
                <a:uFillTx/>
                <a:latin typeface="Tw Cen MT"/>
                <a:ea typeface="+mn-ea"/>
                <a:cs typeface="+mn-cs"/>
              </a:rPr>
              <a:t>Singapore Stock Exchange</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3000" b="0" i="0" u="none" strike="noStrike" kern="1200" cap="none" spc="0" normalizeH="0" baseline="0" noProof="0" dirty="0">
                <a:ln>
                  <a:noFill/>
                </a:ln>
                <a:solidFill>
                  <a:prstClr val="black"/>
                </a:solidFill>
                <a:effectLst/>
                <a:uLnTx/>
                <a:uFillTx/>
                <a:latin typeface="Tw Cen MT"/>
                <a:ea typeface="+mn-ea"/>
                <a:cs typeface="+mn-cs"/>
              </a:rPr>
              <a:t>Straits Times Index (STI) is a </a:t>
            </a:r>
            <a:r>
              <a:rPr kumimoji="0" lang="en-US" sz="3000" b="0" i="0" u="none" strike="noStrike" kern="1200" cap="none" spc="0" normalizeH="0" baseline="0" noProof="0" dirty="0">
                <a:ln>
                  <a:noFill/>
                </a:ln>
                <a:solidFill>
                  <a:srgbClr val="EC767C"/>
                </a:solidFill>
                <a:effectLst/>
                <a:uLnTx/>
                <a:uFillTx/>
                <a:latin typeface="Tw Cen MT"/>
                <a:ea typeface="+mn-ea"/>
                <a:cs typeface="+mn-cs"/>
              </a:rPr>
              <a:t>market-value-weighted </a:t>
            </a:r>
            <a:r>
              <a:rPr kumimoji="0" lang="en-US" sz="3000" b="0" i="0" u="none" strike="noStrike" kern="1200" cap="none" spc="0" normalizeH="0" baseline="0" noProof="0" dirty="0">
                <a:ln>
                  <a:noFill/>
                </a:ln>
                <a:solidFill>
                  <a:prstClr val="black"/>
                </a:solidFill>
                <a:effectLst/>
                <a:uLnTx/>
                <a:uFillTx/>
                <a:latin typeface="Tw Cen MT"/>
                <a:ea typeface="+mn-ea"/>
                <a:cs typeface="+mn-cs"/>
              </a:rPr>
              <a:t>index. </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3000" b="0" i="0" u="none" strike="noStrike" kern="1200" cap="none" spc="0" normalizeH="0" baseline="0" noProof="0" dirty="0">
                <a:ln>
                  <a:noFill/>
                </a:ln>
                <a:solidFill>
                  <a:prstClr val="black"/>
                </a:solidFill>
                <a:effectLst/>
                <a:uLnTx/>
                <a:uFillTx/>
                <a:latin typeface="Tw Cen MT"/>
                <a:ea typeface="+mn-ea"/>
                <a:cs typeface="+mn-cs"/>
              </a:rPr>
              <a:t>It tracks the performance of the top </a:t>
            </a:r>
            <a:r>
              <a:rPr lang="en-US" sz="3000" dirty="0">
                <a:solidFill>
                  <a:srgbClr val="EC767C"/>
                </a:solidFill>
                <a:latin typeface="Tw Cen MT"/>
              </a:rPr>
              <a:t>_____</a:t>
            </a:r>
            <a:r>
              <a:rPr kumimoji="0" lang="en-US" sz="3000" b="0" i="0" u="none" strike="noStrike" kern="1200" cap="none" spc="0" normalizeH="0" baseline="0" noProof="0" dirty="0">
                <a:ln>
                  <a:noFill/>
                </a:ln>
                <a:solidFill>
                  <a:prstClr val="black"/>
                </a:solidFill>
                <a:effectLst/>
                <a:uLnTx/>
                <a:uFillTx/>
                <a:latin typeface="Tw Cen MT"/>
                <a:ea typeface="+mn-ea"/>
                <a:cs typeface="+mn-cs"/>
              </a:rPr>
              <a:t> companies listed on Singapore Exchange. (including Singtel, DBS, OCBC, UOB, Singapore Airlines, Thai Beverage, …)</a:t>
            </a:r>
          </a:p>
        </p:txBody>
      </p:sp>
      <p:grpSp>
        <p:nvGrpSpPr>
          <p:cNvPr id="5" name="Group 4">
            <a:extLst>
              <a:ext uri="{FF2B5EF4-FFF2-40B4-BE49-F238E27FC236}">
                <a16:creationId xmlns:a16="http://schemas.microsoft.com/office/drawing/2014/main" id="{D05146AE-A512-87D7-F1D8-BDF8B5480DD2}"/>
              </a:ext>
            </a:extLst>
          </p:cNvPr>
          <p:cNvGrpSpPr/>
          <p:nvPr/>
        </p:nvGrpSpPr>
        <p:grpSpPr>
          <a:xfrm>
            <a:off x="6945120" y="1916000"/>
            <a:ext cx="462240" cy="323640"/>
            <a:chOff x="6945120" y="1916000"/>
            <a:chExt cx="462240" cy="323640"/>
          </a:xfrm>
        </p:grpSpPr>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25879C94-8D5B-0AE3-8D0F-E6D02997703B}"/>
                    </a:ext>
                  </a:extLst>
                </p14:cNvPr>
                <p14:cNvContentPartPr/>
                <p14:nvPr/>
              </p14:nvContentPartPr>
              <p14:xfrm>
                <a:off x="6945120" y="1916000"/>
                <a:ext cx="144000" cy="263520"/>
              </p14:xfrm>
            </p:contentPart>
          </mc:Choice>
          <mc:Fallback>
            <p:pic>
              <p:nvPicPr>
                <p:cNvPr id="2" name="Ink 1">
                  <a:extLst>
                    <a:ext uri="{FF2B5EF4-FFF2-40B4-BE49-F238E27FC236}">
                      <a16:creationId xmlns:a16="http://schemas.microsoft.com/office/drawing/2014/main" id="{25879C94-8D5B-0AE3-8D0F-E6D02997703B}"/>
                    </a:ext>
                  </a:extLst>
                </p:cNvPr>
                <p:cNvPicPr/>
                <p:nvPr/>
              </p:nvPicPr>
              <p:blipFill>
                <a:blip r:embed="rId4"/>
                <a:stretch>
                  <a:fillRect/>
                </a:stretch>
              </p:blipFill>
              <p:spPr>
                <a:xfrm>
                  <a:off x="6939000" y="1909880"/>
                  <a:ext cx="156240" cy="2757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D8A86BF0-9217-DC48-195D-ADF702CA32E6}"/>
                    </a:ext>
                  </a:extLst>
                </p14:cNvPr>
                <p14:cNvContentPartPr/>
                <p14:nvPr/>
              </p14:nvContentPartPr>
              <p14:xfrm>
                <a:off x="7214040" y="2073680"/>
                <a:ext cx="193320" cy="165960"/>
              </p14:xfrm>
            </p:contentPart>
          </mc:Choice>
          <mc:Fallback>
            <p:pic>
              <p:nvPicPr>
                <p:cNvPr id="3" name="Ink 2">
                  <a:extLst>
                    <a:ext uri="{FF2B5EF4-FFF2-40B4-BE49-F238E27FC236}">
                      <a16:creationId xmlns:a16="http://schemas.microsoft.com/office/drawing/2014/main" id="{D8A86BF0-9217-DC48-195D-ADF702CA32E6}"/>
                    </a:ext>
                  </a:extLst>
                </p:cNvPr>
                <p:cNvPicPr/>
                <p:nvPr/>
              </p:nvPicPr>
              <p:blipFill>
                <a:blip r:embed="rId6"/>
                <a:stretch>
                  <a:fillRect/>
                </a:stretch>
              </p:blipFill>
              <p:spPr>
                <a:xfrm>
                  <a:off x="7207920" y="2067560"/>
                  <a:ext cx="205560" cy="178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2F901867-333D-14A9-5717-C0CA4CF72FAE}"/>
                  </a:ext>
                </a:extLst>
              </p14:cNvPr>
              <p14:cNvContentPartPr/>
              <p14:nvPr/>
            </p14:nvContentPartPr>
            <p14:xfrm>
              <a:off x="906480" y="3826160"/>
              <a:ext cx="238320" cy="302760"/>
            </p14:xfrm>
          </p:contentPart>
        </mc:Choice>
        <mc:Fallback>
          <p:pic>
            <p:nvPicPr>
              <p:cNvPr id="6" name="Ink 5">
                <a:extLst>
                  <a:ext uri="{FF2B5EF4-FFF2-40B4-BE49-F238E27FC236}">
                    <a16:creationId xmlns:a16="http://schemas.microsoft.com/office/drawing/2014/main" id="{2F901867-333D-14A9-5717-C0CA4CF72FAE}"/>
                  </a:ext>
                </a:extLst>
              </p:cNvPr>
              <p:cNvPicPr/>
              <p:nvPr/>
            </p:nvPicPr>
            <p:blipFill>
              <a:blip r:embed="rId8"/>
              <a:stretch>
                <a:fillRect/>
              </a:stretch>
            </p:blipFill>
            <p:spPr>
              <a:xfrm>
                <a:off x="900360" y="3820040"/>
                <a:ext cx="250560" cy="315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C9CE9D9E-EACB-8646-D5FD-56725E69686C}"/>
                  </a:ext>
                </a:extLst>
              </p14:cNvPr>
              <p14:cNvContentPartPr/>
              <p14:nvPr/>
            </p14:nvContentPartPr>
            <p14:xfrm>
              <a:off x="1124640" y="3869000"/>
              <a:ext cx="166320" cy="279000"/>
            </p14:xfrm>
          </p:contentPart>
        </mc:Choice>
        <mc:Fallback>
          <p:pic>
            <p:nvPicPr>
              <p:cNvPr id="9" name="Ink 8">
                <a:extLst>
                  <a:ext uri="{FF2B5EF4-FFF2-40B4-BE49-F238E27FC236}">
                    <a16:creationId xmlns:a16="http://schemas.microsoft.com/office/drawing/2014/main" id="{C9CE9D9E-EACB-8646-D5FD-56725E69686C}"/>
                  </a:ext>
                </a:extLst>
              </p:cNvPr>
              <p:cNvPicPr/>
              <p:nvPr/>
            </p:nvPicPr>
            <p:blipFill>
              <a:blip r:embed="rId10"/>
              <a:stretch>
                <a:fillRect/>
              </a:stretch>
            </p:blipFill>
            <p:spPr>
              <a:xfrm>
                <a:off x="1118520" y="3862880"/>
                <a:ext cx="17856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F770CA77-0D31-7A24-56D0-3BF5953FEC05}"/>
                  </a:ext>
                </a:extLst>
              </p14:cNvPr>
              <p14:cNvContentPartPr/>
              <p14:nvPr/>
            </p14:nvContentPartPr>
            <p14:xfrm>
              <a:off x="1384200" y="3882320"/>
              <a:ext cx="141480" cy="200520"/>
            </p14:xfrm>
          </p:contentPart>
        </mc:Choice>
        <mc:Fallback>
          <p:pic>
            <p:nvPicPr>
              <p:cNvPr id="10" name="Ink 9">
                <a:extLst>
                  <a:ext uri="{FF2B5EF4-FFF2-40B4-BE49-F238E27FC236}">
                    <a16:creationId xmlns:a16="http://schemas.microsoft.com/office/drawing/2014/main" id="{F770CA77-0D31-7A24-56D0-3BF5953FEC05}"/>
                  </a:ext>
                </a:extLst>
              </p:cNvPr>
              <p:cNvPicPr/>
              <p:nvPr/>
            </p:nvPicPr>
            <p:blipFill>
              <a:blip r:embed="rId12"/>
              <a:stretch>
                <a:fillRect/>
              </a:stretch>
            </p:blipFill>
            <p:spPr>
              <a:xfrm>
                <a:off x="1378080" y="3876200"/>
                <a:ext cx="15372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F56D4511-3CDA-9F90-4B13-DFC9DFE98A4E}"/>
                  </a:ext>
                </a:extLst>
              </p14:cNvPr>
              <p14:cNvContentPartPr/>
              <p14:nvPr/>
            </p14:nvContentPartPr>
            <p14:xfrm>
              <a:off x="1343160" y="4084280"/>
              <a:ext cx="242280" cy="53280"/>
            </p14:xfrm>
          </p:contentPart>
        </mc:Choice>
        <mc:Fallback>
          <p:pic>
            <p:nvPicPr>
              <p:cNvPr id="11" name="Ink 10">
                <a:extLst>
                  <a:ext uri="{FF2B5EF4-FFF2-40B4-BE49-F238E27FC236}">
                    <a16:creationId xmlns:a16="http://schemas.microsoft.com/office/drawing/2014/main" id="{F56D4511-3CDA-9F90-4B13-DFC9DFE98A4E}"/>
                  </a:ext>
                </a:extLst>
              </p:cNvPr>
              <p:cNvPicPr/>
              <p:nvPr/>
            </p:nvPicPr>
            <p:blipFill>
              <a:blip r:embed="rId14"/>
              <a:stretch>
                <a:fillRect/>
              </a:stretch>
            </p:blipFill>
            <p:spPr>
              <a:xfrm>
                <a:off x="1337040" y="4078160"/>
                <a:ext cx="25452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3E55277F-194D-B39E-4E36-E4E23A1D23A7}"/>
                  </a:ext>
                </a:extLst>
              </p14:cNvPr>
              <p14:cNvContentPartPr/>
              <p14:nvPr/>
            </p14:nvContentPartPr>
            <p14:xfrm>
              <a:off x="1783080" y="3838040"/>
              <a:ext cx="59760" cy="70200"/>
            </p14:xfrm>
          </p:contentPart>
        </mc:Choice>
        <mc:Fallback>
          <p:pic>
            <p:nvPicPr>
              <p:cNvPr id="12" name="Ink 11">
                <a:extLst>
                  <a:ext uri="{FF2B5EF4-FFF2-40B4-BE49-F238E27FC236}">
                    <a16:creationId xmlns:a16="http://schemas.microsoft.com/office/drawing/2014/main" id="{3E55277F-194D-B39E-4E36-E4E23A1D23A7}"/>
                  </a:ext>
                </a:extLst>
              </p:cNvPr>
              <p:cNvPicPr/>
              <p:nvPr/>
            </p:nvPicPr>
            <p:blipFill>
              <a:blip r:embed="rId16"/>
              <a:stretch>
                <a:fillRect/>
              </a:stretch>
            </p:blipFill>
            <p:spPr>
              <a:xfrm>
                <a:off x="1776960" y="3831920"/>
                <a:ext cx="7200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F8BA61FC-B531-9AA1-891B-412B56F0805A}"/>
                  </a:ext>
                </a:extLst>
              </p14:cNvPr>
              <p14:cNvContentPartPr/>
              <p14:nvPr/>
            </p14:nvContentPartPr>
            <p14:xfrm>
              <a:off x="1772280" y="4027400"/>
              <a:ext cx="63720" cy="110520"/>
            </p14:xfrm>
          </p:contentPart>
        </mc:Choice>
        <mc:Fallback>
          <p:pic>
            <p:nvPicPr>
              <p:cNvPr id="13" name="Ink 12">
                <a:extLst>
                  <a:ext uri="{FF2B5EF4-FFF2-40B4-BE49-F238E27FC236}">
                    <a16:creationId xmlns:a16="http://schemas.microsoft.com/office/drawing/2014/main" id="{F8BA61FC-B531-9AA1-891B-412B56F0805A}"/>
                  </a:ext>
                </a:extLst>
              </p:cNvPr>
              <p:cNvPicPr/>
              <p:nvPr/>
            </p:nvPicPr>
            <p:blipFill>
              <a:blip r:embed="rId18"/>
              <a:stretch>
                <a:fillRect/>
              </a:stretch>
            </p:blipFill>
            <p:spPr>
              <a:xfrm>
                <a:off x="1766160" y="4021280"/>
                <a:ext cx="75960" cy="122760"/>
              </a:xfrm>
              <a:prstGeom prst="rect">
                <a:avLst/>
              </a:prstGeom>
            </p:spPr>
          </p:pic>
        </mc:Fallback>
      </mc:AlternateContent>
      <p:grpSp>
        <p:nvGrpSpPr>
          <p:cNvPr id="27" name="Group 26">
            <a:extLst>
              <a:ext uri="{FF2B5EF4-FFF2-40B4-BE49-F238E27FC236}">
                <a16:creationId xmlns:a16="http://schemas.microsoft.com/office/drawing/2014/main" id="{DB87C302-3692-CCD4-419D-07C0CA8AE163}"/>
              </a:ext>
            </a:extLst>
          </p:cNvPr>
          <p:cNvGrpSpPr/>
          <p:nvPr/>
        </p:nvGrpSpPr>
        <p:grpSpPr>
          <a:xfrm>
            <a:off x="2206080" y="3840560"/>
            <a:ext cx="1647000" cy="483120"/>
            <a:chOff x="2206080" y="3840560"/>
            <a:chExt cx="1647000" cy="483120"/>
          </a:xfrm>
        </p:grpSpPr>
        <mc:AlternateContent xmlns:mc="http://schemas.openxmlformats.org/markup-compatibility/2006">
          <mc:Choice xmlns:p14="http://schemas.microsoft.com/office/powerpoint/2010/main" Requires="p14">
            <p:contentPart p14:bwMode="auto" r:id="rId19">
              <p14:nvContentPartPr>
                <p14:cNvPr id="21" name="Ink 20">
                  <a:extLst>
                    <a:ext uri="{FF2B5EF4-FFF2-40B4-BE49-F238E27FC236}">
                      <a16:creationId xmlns:a16="http://schemas.microsoft.com/office/drawing/2014/main" id="{DB66E580-EC08-BC61-55D9-E70473F80321}"/>
                    </a:ext>
                  </a:extLst>
                </p14:cNvPr>
                <p14:cNvContentPartPr/>
                <p14:nvPr/>
              </p14:nvContentPartPr>
              <p14:xfrm>
                <a:off x="2208960" y="3946760"/>
                <a:ext cx="410400" cy="73080"/>
              </p14:xfrm>
            </p:contentPart>
          </mc:Choice>
          <mc:Fallback>
            <p:pic>
              <p:nvPicPr>
                <p:cNvPr id="21" name="Ink 20">
                  <a:extLst>
                    <a:ext uri="{FF2B5EF4-FFF2-40B4-BE49-F238E27FC236}">
                      <a16:creationId xmlns:a16="http://schemas.microsoft.com/office/drawing/2014/main" id="{DB66E580-EC08-BC61-55D9-E70473F80321}"/>
                    </a:ext>
                  </a:extLst>
                </p:cNvPr>
                <p:cNvPicPr/>
                <p:nvPr/>
              </p:nvPicPr>
              <p:blipFill>
                <a:blip r:embed="rId20"/>
                <a:stretch>
                  <a:fillRect/>
                </a:stretch>
              </p:blipFill>
              <p:spPr>
                <a:xfrm>
                  <a:off x="2202840" y="3940640"/>
                  <a:ext cx="42264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2" name="Ink 21">
                  <a:extLst>
                    <a:ext uri="{FF2B5EF4-FFF2-40B4-BE49-F238E27FC236}">
                      <a16:creationId xmlns:a16="http://schemas.microsoft.com/office/drawing/2014/main" id="{B540A457-FF93-7734-3AC5-22CF6B0D8CD8}"/>
                    </a:ext>
                  </a:extLst>
                </p14:cNvPr>
                <p14:cNvContentPartPr/>
                <p14:nvPr/>
              </p14:nvContentPartPr>
              <p14:xfrm>
                <a:off x="2206080" y="4141520"/>
                <a:ext cx="434160" cy="114840"/>
              </p14:xfrm>
            </p:contentPart>
          </mc:Choice>
          <mc:Fallback>
            <p:pic>
              <p:nvPicPr>
                <p:cNvPr id="22" name="Ink 21">
                  <a:extLst>
                    <a:ext uri="{FF2B5EF4-FFF2-40B4-BE49-F238E27FC236}">
                      <a16:creationId xmlns:a16="http://schemas.microsoft.com/office/drawing/2014/main" id="{B540A457-FF93-7734-3AC5-22CF6B0D8CD8}"/>
                    </a:ext>
                  </a:extLst>
                </p:cNvPr>
                <p:cNvPicPr/>
                <p:nvPr/>
              </p:nvPicPr>
              <p:blipFill>
                <a:blip r:embed="rId22"/>
                <a:stretch>
                  <a:fillRect/>
                </a:stretch>
              </p:blipFill>
              <p:spPr>
                <a:xfrm>
                  <a:off x="2199960" y="4135400"/>
                  <a:ext cx="44640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3" name="Ink 22">
                  <a:extLst>
                    <a:ext uri="{FF2B5EF4-FFF2-40B4-BE49-F238E27FC236}">
                      <a16:creationId xmlns:a16="http://schemas.microsoft.com/office/drawing/2014/main" id="{9F30059A-8DC7-062D-A73B-0E4BA14EF5DB}"/>
                    </a:ext>
                  </a:extLst>
                </p14:cNvPr>
                <p14:cNvContentPartPr/>
                <p14:nvPr/>
              </p14:nvContentPartPr>
              <p14:xfrm>
                <a:off x="2813040" y="3840560"/>
                <a:ext cx="159120" cy="459000"/>
              </p14:xfrm>
            </p:contentPart>
          </mc:Choice>
          <mc:Fallback>
            <p:pic>
              <p:nvPicPr>
                <p:cNvPr id="23" name="Ink 22">
                  <a:extLst>
                    <a:ext uri="{FF2B5EF4-FFF2-40B4-BE49-F238E27FC236}">
                      <a16:creationId xmlns:a16="http://schemas.microsoft.com/office/drawing/2014/main" id="{9F30059A-8DC7-062D-A73B-0E4BA14EF5DB}"/>
                    </a:ext>
                  </a:extLst>
                </p:cNvPr>
                <p:cNvPicPr/>
                <p:nvPr/>
              </p:nvPicPr>
              <p:blipFill>
                <a:blip r:embed="rId24"/>
                <a:stretch>
                  <a:fillRect/>
                </a:stretch>
              </p:blipFill>
              <p:spPr>
                <a:xfrm>
                  <a:off x="2806920" y="3834440"/>
                  <a:ext cx="171360" cy="4712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4" name="Ink 23">
                  <a:extLst>
                    <a:ext uri="{FF2B5EF4-FFF2-40B4-BE49-F238E27FC236}">
                      <a16:creationId xmlns:a16="http://schemas.microsoft.com/office/drawing/2014/main" id="{9A6CC7BF-A9C6-07E9-67CA-34A7FEBCB716}"/>
                    </a:ext>
                  </a:extLst>
                </p14:cNvPr>
                <p14:cNvContentPartPr/>
                <p14:nvPr/>
              </p14:nvContentPartPr>
              <p14:xfrm>
                <a:off x="3085560" y="3903560"/>
                <a:ext cx="172440" cy="420120"/>
              </p14:xfrm>
            </p:contentPart>
          </mc:Choice>
          <mc:Fallback>
            <p:pic>
              <p:nvPicPr>
                <p:cNvPr id="24" name="Ink 23">
                  <a:extLst>
                    <a:ext uri="{FF2B5EF4-FFF2-40B4-BE49-F238E27FC236}">
                      <a16:creationId xmlns:a16="http://schemas.microsoft.com/office/drawing/2014/main" id="{9A6CC7BF-A9C6-07E9-67CA-34A7FEBCB716}"/>
                    </a:ext>
                  </a:extLst>
                </p:cNvPr>
                <p:cNvPicPr/>
                <p:nvPr/>
              </p:nvPicPr>
              <p:blipFill>
                <a:blip r:embed="rId26"/>
                <a:stretch>
                  <a:fillRect/>
                </a:stretch>
              </p:blipFill>
              <p:spPr>
                <a:xfrm>
                  <a:off x="3079440" y="3897440"/>
                  <a:ext cx="184680" cy="4323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5" name="Ink 24">
                  <a:extLst>
                    <a:ext uri="{FF2B5EF4-FFF2-40B4-BE49-F238E27FC236}">
                      <a16:creationId xmlns:a16="http://schemas.microsoft.com/office/drawing/2014/main" id="{7E2AB029-70A2-C0E6-A7B6-29A1A5154013}"/>
                    </a:ext>
                  </a:extLst>
                </p14:cNvPr>
                <p14:cNvContentPartPr/>
                <p14:nvPr/>
              </p14:nvContentPartPr>
              <p14:xfrm>
                <a:off x="3256560" y="4020560"/>
                <a:ext cx="192600" cy="268200"/>
              </p14:xfrm>
            </p:contentPart>
          </mc:Choice>
          <mc:Fallback>
            <p:pic>
              <p:nvPicPr>
                <p:cNvPr id="25" name="Ink 24">
                  <a:extLst>
                    <a:ext uri="{FF2B5EF4-FFF2-40B4-BE49-F238E27FC236}">
                      <a16:creationId xmlns:a16="http://schemas.microsoft.com/office/drawing/2014/main" id="{7E2AB029-70A2-C0E6-A7B6-29A1A5154013}"/>
                    </a:ext>
                  </a:extLst>
                </p:cNvPr>
                <p:cNvPicPr/>
                <p:nvPr/>
              </p:nvPicPr>
              <p:blipFill>
                <a:blip r:embed="rId28"/>
                <a:stretch>
                  <a:fillRect/>
                </a:stretch>
              </p:blipFill>
              <p:spPr>
                <a:xfrm>
                  <a:off x="3250440" y="4014440"/>
                  <a:ext cx="20484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6" name="Ink 25">
                  <a:extLst>
                    <a:ext uri="{FF2B5EF4-FFF2-40B4-BE49-F238E27FC236}">
                      <a16:creationId xmlns:a16="http://schemas.microsoft.com/office/drawing/2014/main" id="{F798DF5B-9B1C-2D4F-33B7-22DAD5B1A5A1}"/>
                    </a:ext>
                  </a:extLst>
                </p14:cNvPr>
                <p14:cNvContentPartPr/>
                <p14:nvPr/>
              </p14:nvContentPartPr>
              <p14:xfrm>
                <a:off x="3622680" y="3951080"/>
                <a:ext cx="230400" cy="297000"/>
              </p14:xfrm>
            </p:contentPart>
          </mc:Choice>
          <mc:Fallback>
            <p:pic>
              <p:nvPicPr>
                <p:cNvPr id="26" name="Ink 25">
                  <a:extLst>
                    <a:ext uri="{FF2B5EF4-FFF2-40B4-BE49-F238E27FC236}">
                      <a16:creationId xmlns:a16="http://schemas.microsoft.com/office/drawing/2014/main" id="{F798DF5B-9B1C-2D4F-33B7-22DAD5B1A5A1}"/>
                    </a:ext>
                  </a:extLst>
                </p:cNvPr>
                <p:cNvPicPr/>
                <p:nvPr/>
              </p:nvPicPr>
              <p:blipFill>
                <a:blip r:embed="rId30"/>
                <a:stretch>
                  <a:fillRect/>
                </a:stretch>
              </p:blipFill>
              <p:spPr>
                <a:xfrm>
                  <a:off x="3616560" y="3944960"/>
                  <a:ext cx="242640" cy="309240"/>
                </a:xfrm>
                <a:prstGeom prst="rect">
                  <a:avLst/>
                </a:prstGeom>
              </p:spPr>
            </p:pic>
          </mc:Fallback>
        </mc:AlternateContent>
      </p:grpSp>
      <p:grpSp>
        <p:nvGrpSpPr>
          <p:cNvPr id="32" name="Group 31">
            <a:extLst>
              <a:ext uri="{FF2B5EF4-FFF2-40B4-BE49-F238E27FC236}">
                <a16:creationId xmlns:a16="http://schemas.microsoft.com/office/drawing/2014/main" id="{785073B7-984E-B1CC-3406-B7AEACC4C4EC}"/>
              </a:ext>
            </a:extLst>
          </p:cNvPr>
          <p:cNvGrpSpPr/>
          <p:nvPr/>
        </p:nvGrpSpPr>
        <p:grpSpPr>
          <a:xfrm>
            <a:off x="745560" y="4655960"/>
            <a:ext cx="1022400" cy="622440"/>
            <a:chOff x="745560" y="4655960"/>
            <a:chExt cx="1022400" cy="622440"/>
          </a:xfrm>
        </p:grpSpPr>
        <mc:AlternateContent xmlns:mc="http://schemas.openxmlformats.org/markup-compatibility/2006">
          <mc:Choice xmlns:p14="http://schemas.microsoft.com/office/powerpoint/2010/main" Requires="p14">
            <p:contentPart p14:bwMode="auto" r:id="rId31">
              <p14:nvContentPartPr>
                <p14:cNvPr id="29" name="Ink 28">
                  <a:extLst>
                    <a:ext uri="{FF2B5EF4-FFF2-40B4-BE49-F238E27FC236}">
                      <a16:creationId xmlns:a16="http://schemas.microsoft.com/office/drawing/2014/main" id="{42BFB58A-AFCF-ADB1-923F-C139D7BE13BA}"/>
                    </a:ext>
                  </a:extLst>
                </p14:cNvPr>
                <p14:cNvContentPartPr/>
                <p14:nvPr/>
              </p14:nvContentPartPr>
              <p14:xfrm>
                <a:off x="745560" y="4696640"/>
                <a:ext cx="227520" cy="514440"/>
              </p14:xfrm>
            </p:contentPart>
          </mc:Choice>
          <mc:Fallback>
            <p:pic>
              <p:nvPicPr>
                <p:cNvPr id="29" name="Ink 28">
                  <a:extLst>
                    <a:ext uri="{FF2B5EF4-FFF2-40B4-BE49-F238E27FC236}">
                      <a16:creationId xmlns:a16="http://schemas.microsoft.com/office/drawing/2014/main" id="{42BFB58A-AFCF-ADB1-923F-C139D7BE13BA}"/>
                    </a:ext>
                  </a:extLst>
                </p:cNvPr>
                <p:cNvPicPr/>
                <p:nvPr/>
              </p:nvPicPr>
              <p:blipFill>
                <a:blip r:embed="rId32"/>
                <a:stretch>
                  <a:fillRect/>
                </a:stretch>
              </p:blipFill>
              <p:spPr>
                <a:xfrm>
                  <a:off x="739440" y="4690520"/>
                  <a:ext cx="239760" cy="5266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30" name="Ink 29">
                  <a:extLst>
                    <a:ext uri="{FF2B5EF4-FFF2-40B4-BE49-F238E27FC236}">
                      <a16:creationId xmlns:a16="http://schemas.microsoft.com/office/drawing/2014/main" id="{8A00C196-2870-A674-34C7-71A99506EBDE}"/>
                    </a:ext>
                  </a:extLst>
                </p14:cNvPr>
                <p14:cNvContentPartPr/>
                <p14:nvPr/>
              </p14:nvContentPartPr>
              <p14:xfrm>
                <a:off x="1112760" y="4801400"/>
                <a:ext cx="447840" cy="477000"/>
              </p14:xfrm>
            </p:contentPart>
          </mc:Choice>
          <mc:Fallback>
            <p:pic>
              <p:nvPicPr>
                <p:cNvPr id="30" name="Ink 29">
                  <a:extLst>
                    <a:ext uri="{FF2B5EF4-FFF2-40B4-BE49-F238E27FC236}">
                      <a16:creationId xmlns:a16="http://schemas.microsoft.com/office/drawing/2014/main" id="{8A00C196-2870-A674-34C7-71A99506EBDE}"/>
                    </a:ext>
                  </a:extLst>
                </p:cNvPr>
                <p:cNvPicPr/>
                <p:nvPr/>
              </p:nvPicPr>
              <p:blipFill>
                <a:blip r:embed="rId34"/>
                <a:stretch>
                  <a:fillRect/>
                </a:stretch>
              </p:blipFill>
              <p:spPr>
                <a:xfrm>
                  <a:off x="1106640" y="4795280"/>
                  <a:ext cx="460080" cy="4892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31" name="Ink 30">
                  <a:extLst>
                    <a:ext uri="{FF2B5EF4-FFF2-40B4-BE49-F238E27FC236}">
                      <a16:creationId xmlns:a16="http://schemas.microsoft.com/office/drawing/2014/main" id="{A4DB2604-6B3E-4171-D1C0-795E12EE75BC}"/>
                    </a:ext>
                  </a:extLst>
                </p14:cNvPr>
                <p14:cNvContentPartPr/>
                <p14:nvPr/>
              </p14:nvContentPartPr>
              <p14:xfrm>
                <a:off x="1647000" y="4655960"/>
                <a:ext cx="120960" cy="523440"/>
              </p14:xfrm>
            </p:contentPart>
          </mc:Choice>
          <mc:Fallback>
            <p:pic>
              <p:nvPicPr>
                <p:cNvPr id="31" name="Ink 30">
                  <a:extLst>
                    <a:ext uri="{FF2B5EF4-FFF2-40B4-BE49-F238E27FC236}">
                      <a16:creationId xmlns:a16="http://schemas.microsoft.com/office/drawing/2014/main" id="{A4DB2604-6B3E-4171-D1C0-795E12EE75BC}"/>
                    </a:ext>
                  </a:extLst>
                </p:cNvPr>
                <p:cNvPicPr/>
                <p:nvPr/>
              </p:nvPicPr>
              <p:blipFill>
                <a:blip r:embed="rId36"/>
                <a:stretch>
                  <a:fillRect/>
                </a:stretch>
              </p:blipFill>
              <p:spPr>
                <a:xfrm>
                  <a:off x="1640880" y="4649840"/>
                  <a:ext cx="133200" cy="535680"/>
                </a:xfrm>
                <a:prstGeom prst="rect">
                  <a:avLst/>
                </a:prstGeom>
              </p:spPr>
            </p:pic>
          </mc:Fallback>
        </mc:AlternateContent>
      </p:grpSp>
      <p:grpSp>
        <p:nvGrpSpPr>
          <p:cNvPr id="41" name="Group 40">
            <a:extLst>
              <a:ext uri="{FF2B5EF4-FFF2-40B4-BE49-F238E27FC236}">
                <a16:creationId xmlns:a16="http://schemas.microsoft.com/office/drawing/2014/main" id="{9CCCC94E-EF72-24E5-0947-0E6D17D5FE5A}"/>
              </a:ext>
            </a:extLst>
          </p:cNvPr>
          <p:cNvGrpSpPr/>
          <p:nvPr/>
        </p:nvGrpSpPr>
        <p:grpSpPr>
          <a:xfrm>
            <a:off x="2153160" y="4670000"/>
            <a:ext cx="687240" cy="416880"/>
            <a:chOff x="2153160" y="4670000"/>
            <a:chExt cx="687240" cy="416880"/>
          </a:xfrm>
        </p:grpSpPr>
        <mc:AlternateContent xmlns:mc="http://schemas.openxmlformats.org/markup-compatibility/2006">
          <mc:Choice xmlns:p14="http://schemas.microsoft.com/office/powerpoint/2010/main" Requires="p14">
            <p:contentPart p14:bwMode="auto" r:id="rId37">
              <p14:nvContentPartPr>
                <p14:cNvPr id="33" name="Ink 32">
                  <a:extLst>
                    <a:ext uri="{FF2B5EF4-FFF2-40B4-BE49-F238E27FC236}">
                      <a16:creationId xmlns:a16="http://schemas.microsoft.com/office/drawing/2014/main" id="{FA3398BF-9CC4-8E42-C752-BE28AA0809FE}"/>
                    </a:ext>
                  </a:extLst>
                </p14:cNvPr>
                <p14:cNvContentPartPr/>
                <p14:nvPr/>
              </p14:nvContentPartPr>
              <p14:xfrm>
                <a:off x="2153160" y="4670000"/>
                <a:ext cx="143280" cy="416880"/>
              </p14:xfrm>
            </p:contentPart>
          </mc:Choice>
          <mc:Fallback>
            <p:pic>
              <p:nvPicPr>
                <p:cNvPr id="33" name="Ink 32">
                  <a:extLst>
                    <a:ext uri="{FF2B5EF4-FFF2-40B4-BE49-F238E27FC236}">
                      <a16:creationId xmlns:a16="http://schemas.microsoft.com/office/drawing/2014/main" id="{FA3398BF-9CC4-8E42-C752-BE28AA0809FE}"/>
                    </a:ext>
                  </a:extLst>
                </p:cNvPr>
                <p:cNvPicPr/>
                <p:nvPr/>
              </p:nvPicPr>
              <p:blipFill>
                <a:blip r:embed="rId38"/>
                <a:stretch>
                  <a:fillRect/>
                </a:stretch>
              </p:blipFill>
              <p:spPr>
                <a:xfrm>
                  <a:off x="2147040" y="4663880"/>
                  <a:ext cx="155520" cy="4291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4" name="Ink 33">
                  <a:extLst>
                    <a:ext uri="{FF2B5EF4-FFF2-40B4-BE49-F238E27FC236}">
                      <a16:creationId xmlns:a16="http://schemas.microsoft.com/office/drawing/2014/main" id="{E5BD8DD1-0BB2-DA9D-B9D1-63F7DA1A0204}"/>
                    </a:ext>
                  </a:extLst>
                </p14:cNvPr>
                <p14:cNvContentPartPr/>
                <p14:nvPr/>
              </p14:nvContentPartPr>
              <p14:xfrm>
                <a:off x="2386440" y="4804640"/>
                <a:ext cx="193320" cy="241920"/>
              </p14:xfrm>
            </p:contentPart>
          </mc:Choice>
          <mc:Fallback>
            <p:pic>
              <p:nvPicPr>
                <p:cNvPr id="34" name="Ink 33">
                  <a:extLst>
                    <a:ext uri="{FF2B5EF4-FFF2-40B4-BE49-F238E27FC236}">
                      <a16:creationId xmlns:a16="http://schemas.microsoft.com/office/drawing/2014/main" id="{E5BD8DD1-0BB2-DA9D-B9D1-63F7DA1A0204}"/>
                    </a:ext>
                  </a:extLst>
                </p:cNvPr>
                <p:cNvPicPr/>
                <p:nvPr/>
              </p:nvPicPr>
              <p:blipFill>
                <a:blip r:embed="rId40"/>
                <a:stretch>
                  <a:fillRect/>
                </a:stretch>
              </p:blipFill>
              <p:spPr>
                <a:xfrm>
                  <a:off x="2380320" y="4798520"/>
                  <a:ext cx="205560" cy="2541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5" name="Ink 34">
                  <a:extLst>
                    <a:ext uri="{FF2B5EF4-FFF2-40B4-BE49-F238E27FC236}">
                      <a16:creationId xmlns:a16="http://schemas.microsoft.com/office/drawing/2014/main" id="{9D12B2E2-39EA-5B3F-0A7E-20F72AB164B7}"/>
                    </a:ext>
                  </a:extLst>
                </p14:cNvPr>
                <p14:cNvContentPartPr/>
                <p14:nvPr/>
              </p14:nvContentPartPr>
              <p14:xfrm>
                <a:off x="2638080" y="4790600"/>
                <a:ext cx="202320" cy="281880"/>
              </p14:xfrm>
            </p:contentPart>
          </mc:Choice>
          <mc:Fallback>
            <p:pic>
              <p:nvPicPr>
                <p:cNvPr id="35" name="Ink 34">
                  <a:extLst>
                    <a:ext uri="{FF2B5EF4-FFF2-40B4-BE49-F238E27FC236}">
                      <a16:creationId xmlns:a16="http://schemas.microsoft.com/office/drawing/2014/main" id="{9D12B2E2-39EA-5B3F-0A7E-20F72AB164B7}"/>
                    </a:ext>
                  </a:extLst>
                </p:cNvPr>
                <p:cNvPicPr/>
                <p:nvPr/>
              </p:nvPicPr>
              <p:blipFill>
                <a:blip r:embed="rId42"/>
                <a:stretch>
                  <a:fillRect/>
                </a:stretch>
              </p:blipFill>
              <p:spPr>
                <a:xfrm>
                  <a:off x="2631960" y="4784480"/>
                  <a:ext cx="214560" cy="294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3">
            <p14:nvContentPartPr>
              <p14:cNvPr id="36" name="Ink 35">
                <a:extLst>
                  <a:ext uri="{FF2B5EF4-FFF2-40B4-BE49-F238E27FC236}">
                    <a16:creationId xmlns:a16="http://schemas.microsoft.com/office/drawing/2014/main" id="{BDF47D14-4F3A-10A7-E7E8-3BA0E92C2578}"/>
                  </a:ext>
                </a:extLst>
              </p14:cNvPr>
              <p14:cNvContentPartPr/>
              <p14:nvPr/>
            </p14:nvContentPartPr>
            <p14:xfrm>
              <a:off x="3198960" y="4782320"/>
              <a:ext cx="16560" cy="17640"/>
            </p14:xfrm>
          </p:contentPart>
        </mc:Choice>
        <mc:Fallback>
          <p:pic>
            <p:nvPicPr>
              <p:cNvPr id="36" name="Ink 35">
                <a:extLst>
                  <a:ext uri="{FF2B5EF4-FFF2-40B4-BE49-F238E27FC236}">
                    <a16:creationId xmlns:a16="http://schemas.microsoft.com/office/drawing/2014/main" id="{BDF47D14-4F3A-10A7-E7E8-3BA0E92C2578}"/>
                  </a:ext>
                </a:extLst>
              </p:cNvPr>
              <p:cNvPicPr/>
              <p:nvPr/>
            </p:nvPicPr>
            <p:blipFill>
              <a:blip r:embed="rId44"/>
              <a:stretch>
                <a:fillRect/>
              </a:stretch>
            </p:blipFill>
            <p:spPr>
              <a:xfrm>
                <a:off x="3192840" y="4776200"/>
                <a:ext cx="2880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7" name="Ink 36">
                <a:extLst>
                  <a:ext uri="{FF2B5EF4-FFF2-40B4-BE49-F238E27FC236}">
                    <a16:creationId xmlns:a16="http://schemas.microsoft.com/office/drawing/2014/main" id="{4C408BAE-40D4-5DA0-1ADE-91791B49CB4C}"/>
                  </a:ext>
                </a:extLst>
              </p14:cNvPr>
              <p14:cNvContentPartPr/>
              <p14:nvPr/>
            </p14:nvContentPartPr>
            <p14:xfrm>
              <a:off x="3219840" y="5015600"/>
              <a:ext cx="34920" cy="83880"/>
            </p14:xfrm>
          </p:contentPart>
        </mc:Choice>
        <mc:Fallback>
          <p:pic>
            <p:nvPicPr>
              <p:cNvPr id="37" name="Ink 36">
                <a:extLst>
                  <a:ext uri="{FF2B5EF4-FFF2-40B4-BE49-F238E27FC236}">
                    <a16:creationId xmlns:a16="http://schemas.microsoft.com/office/drawing/2014/main" id="{4C408BAE-40D4-5DA0-1ADE-91791B49CB4C}"/>
                  </a:ext>
                </a:extLst>
              </p:cNvPr>
              <p:cNvPicPr/>
              <p:nvPr/>
            </p:nvPicPr>
            <p:blipFill>
              <a:blip r:embed="rId46"/>
              <a:stretch>
                <a:fillRect/>
              </a:stretch>
            </p:blipFill>
            <p:spPr>
              <a:xfrm>
                <a:off x="3213720" y="5009480"/>
                <a:ext cx="47160" cy="96120"/>
              </a:xfrm>
              <a:prstGeom prst="rect">
                <a:avLst/>
              </a:prstGeom>
            </p:spPr>
          </p:pic>
        </mc:Fallback>
      </mc:AlternateContent>
      <p:grpSp>
        <p:nvGrpSpPr>
          <p:cNvPr id="40" name="Group 39">
            <a:extLst>
              <a:ext uri="{FF2B5EF4-FFF2-40B4-BE49-F238E27FC236}">
                <a16:creationId xmlns:a16="http://schemas.microsoft.com/office/drawing/2014/main" id="{796646EF-317C-7497-7535-3B5ED2B0CCD8}"/>
              </a:ext>
            </a:extLst>
          </p:cNvPr>
          <p:cNvGrpSpPr/>
          <p:nvPr/>
        </p:nvGrpSpPr>
        <p:grpSpPr>
          <a:xfrm>
            <a:off x="3527640" y="4699520"/>
            <a:ext cx="377280" cy="393840"/>
            <a:chOff x="3527640" y="4699520"/>
            <a:chExt cx="377280" cy="393840"/>
          </a:xfrm>
        </p:grpSpPr>
        <mc:AlternateContent xmlns:mc="http://schemas.openxmlformats.org/markup-compatibility/2006">
          <mc:Choice xmlns:p14="http://schemas.microsoft.com/office/powerpoint/2010/main" Requires="p14">
            <p:contentPart p14:bwMode="auto" r:id="rId47">
              <p14:nvContentPartPr>
                <p14:cNvPr id="38" name="Ink 37">
                  <a:extLst>
                    <a:ext uri="{FF2B5EF4-FFF2-40B4-BE49-F238E27FC236}">
                      <a16:creationId xmlns:a16="http://schemas.microsoft.com/office/drawing/2014/main" id="{6A94E17E-410B-D4D5-58EC-CEF5A6BFBF4F}"/>
                    </a:ext>
                  </a:extLst>
                </p14:cNvPr>
                <p14:cNvContentPartPr/>
                <p14:nvPr/>
              </p14:nvContentPartPr>
              <p14:xfrm>
                <a:off x="3553920" y="4699520"/>
                <a:ext cx="333000" cy="162000"/>
              </p14:xfrm>
            </p:contentPart>
          </mc:Choice>
          <mc:Fallback>
            <p:pic>
              <p:nvPicPr>
                <p:cNvPr id="38" name="Ink 37">
                  <a:extLst>
                    <a:ext uri="{FF2B5EF4-FFF2-40B4-BE49-F238E27FC236}">
                      <a16:creationId xmlns:a16="http://schemas.microsoft.com/office/drawing/2014/main" id="{6A94E17E-410B-D4D5-58EC-CEF5A6BFBF4F}"/>
                    </a:ext>
                  </a:extLst>
                </p:cNvPr>
                <p:cNvPicPr/>
                <p:nvPr/>
              </p:nvPicPr>
              <p:blipFill>
                <a:blip r:embed="rId48"/>
                <a:stretch>
                  <a:fillRect/>
                </a:stretch>
              </p:blipFill>
              <p:spPr>
                <a:xfrm>
                  <a:off x="3547800" y="4693400"/>
                  <a:ext cx="345240" cy="1742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9" name="Ink 38">
                  <a:extLst>
                    <a:ext uri="{FF2B5EF4-FFF2-40B4-BE49-F238E27FC236}">
                      <a16:creationId xmlns:a16="http://schemas.microsoft.com/office/drawing/2014/main" id="{33F444C9-5B8D-CB5B-C670-B33C9E920DB9}"/>
                    </a:ext>
                  </a:extLst>
                </p14:cNvPr>
                <p14:cNvContentPartPr/>
                <p14:nvPr/>
              </p14:nvContentPartPr>
              <p14:xfrm>
                <a:off x="3527640" y="4968080"/>
                <a:ext cx="377280" cy="125280"/>
              </p14:xfrm>
            </p:contentPart>
          </mc:Choice>
          <mc:Fallback>
            <p:pic>
              <p:nvPicPr>
                <p:cNvPr id="39" name="Ink 38">
                  <a:extLst>
                    <a:ext uri="{FF2B5EF4-FFF2-40B4-BE49-F238E27FC236}">
                      <a16:creationId xmlns:a16="http://schemas.microsoft.com/office/drawing/2014/main" id="{33F444C9-5B8D-CB5B-C670-B33C9E920DB9}"/>
                    </a:ext>
                  </a:extLst>
                </p:cNvPr>
                <p:cNvPicPr/>
                <p:nvPr/>
              </p:nvPicPr>
              <p:blipFill>
                <a:blip r:embed="rId50"/>
                <a:stretch>
                  <a:fillRect/>
                </a:stretch>
              </p:blipFill>
              <p:spPr>
                <a:xfrm>
                  <a:off x="3521520" y="4961960"/>
                  <a:ext cx="389520" cy="137520"/>
                </a:xfrm>
                <a:prstGeom prst="rect">
                  <a:avLst/>
                </a:prstGeom>
              </p:spPr>
            </p:pic>
          </mc:Fallback>
        </mc:AlternateContent>
      </p:grpSp>
      <p:grpSp>
        <p:nvGrpSpPr>
          <p:cNvPr id="46" name="Group 45">
            <a:extLst>
              <a:ext uri="{FF2B5EF4-FFF2-40B4-BE49-F238E27FC236}">
                <a16:creationId xmlns:a16="http://schemas.microsoft.com/office/drawing/2014/main" id="{BEF8AE64-D76B-16E9-B6F4-066CECFF4C93}"/>
              </a:ext>
            </a:extLst>
          </p:cNvPr>
          <p:cNvGrpSpPr/>
          <p:nvPr/>
        </p:nvGrpSpPr>
        <p:grpSpPr>
          <a:xfrm>
            <a:off x="4151520" y="4683320"/>
            <a:ext cx="903600" cy="453600"/>
            <a:chOff x="4151520" y="4683320"/>
            <a:chExt cx="903600" cy="453600"/>
          </a:xfrm>
        </p:grpSpPr>
        <mc:AlternateContent xmlns:mc="http://schemas.openxmlformats.org/markup-compatibility/2006">
          <mc:Choice xmlns:p14="http://schemas.microsoft.com/office/powerpoint/2010/main" Requires="p14">
            <p:contentPart p14:bwMode="auto" r:id="rId51">
              <p14:nvContentPartPr>
                <p14:cNvPr id="42" name="Ink 41">
                  <a:extLst>
                    <a:ext uri="{FF2B5EF4-FFF2-40B4-BE49-F238E27FC236}">
                      <a16:creationId xmlns:a16="http://schemas.microsoft.com/office/drawing/2014/main" id="{A4019038-F2B8-05A7-A053-198F16AEDEAD}"/>
                    </a:ext>
                  </a:extLst>
                </p14:cNvPr>
                <p14:cNvContentPartPr/>
                <p14:nvPr/>
              </p14:nvContentPartPr>
              <p14:xfrm>
                <a:off x="4151520" y="4683320"/>
                <a:ext cx="197280" cy="453600"/>
              </p14:xfrm>
            </p:contentPart>
          </mc:Choice>
          <mc:Fallback>
            <p:pic>
              <p:nvPicPr>
                <p:cNvPr id="42" name="Ink 41">
                  <a:extLst>
                    <a:ext uri="{FF2B5EF4-FFF2-40B4-BE49-F238E27FC236}">
                      <a16:creationId xmlns:a16="http://schemas.microsoft.com/office/drawing/2014/main" id="{A4019038-F2B8-05A7-A053-198F16AEDEAD}"/>
                    </a:ext>
                  </a:extLst>
                </p:cNvPr>
                <p:cNvPicPr/>
                <p:nvPr/>
              </p:nvPicPr>
              <p:blipFill>
                <a:blip r:embed="rId52"/>
                <a:stretch>
                  <a:fillRect/>
                </a:stretch>
              </p:blipFill>
              <p:spPr>
                <a:xfrm>
                  <a:off x="4145400" y="4677200"/>
                  <a:ext cx="209520" cy="46584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43" name="Ink 42">
                  <a:extLst>
                    <a:ext uri="{FF2B5EF4-FFF2-40B4-BE49-F238E27FC236}">
                      <a16:creationId xmlns:a16="http://schemas.microsoft.com/office/drawing/2014/main" id="{F16BB008-95AE-6AAD-8D50-022DD20C5D8C}"/>
                    </a:ext>
                  </a:extLst>
                </p14:cNvPr>
                <p14:cNvContentPartPr/>
                <p14:nvPr/>
              </p14:nvContentPartPr>
              <p14:xfrm>
                <a:off x="4503600" y="4801760"/>
                <a:ext cx="218880" cy="293040"/>
              </p14:xfrm>
            </p:contentPart>
          </mc:Choice>
          <mc:Fallback>
            <p:pic>
              <p:nvPicPr>
                <p:cNvPr id="43" name="Ink 42">
                  <a:extLst>
                    <a:ext uri="{FF2B5EF4-FFF2-40B4-BE49-F238E27FC236}">
                      <a16:creationId xmlns:a16="http://schemas.microsoft.com/office/drawing/2014/main" id="{F16BB008-95AE-6AAD-8D50-022DD20C5D8C}"/>
                    </a:ext>
                  </a:extLst>
                </p:cNvPr>
                <p:cNvPicPr/>
                <p:nvPr/>
              </p:nvPicPr>
              <p:blipFill>
                <a:blip r:embed="rId54"/>
                <a:stretch>
                  <a:fillRect/>
                </a:stretch>
              </p:blipFill>
              <p:spPr>
                <a:xfrm>
                  <a:off x="4497480" y="4795640"/>
                  <a:ext cx="231120" cy="30528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44" name="Ink 43">
                  <a:extLst>
                    <a:ext uri="{FF2B5EF4-FFF2-40B4-BE49-F238E27FC236}">
                      <a16:creationId xmlns:a16="http://schemas.microsoft.com/office/drawing/2014/main" id="{7D48E657-BA49-7CB6-D6A9-30C1322391C6}"/>
                    </a:ext>
                  </a:extLst>
                </p14:cNvPr>
                <p14:cNvContentPartPr/>
                <p14:nvPr/>
              </p14:nvContentPartPr>
              <p14:xfrm>
                <a:off x="4883760" y="4794560"/>
                <a:ext cx="171360" cy="294840"/>
              </p14:xfrm>
            </p:contentPart>
          </mc:Choice>
          <mc:Fallback>
            <p:pic>
              <p:nvPicPr>
                <p:cNvPr id="44" name="Ink 43">
                  <a:extLst>
                    <a:ext uri="{FF2B5EF4-FFF2-40B4-BE49-F238E27FC236}">
                      <a16:creationId xmlns:a16="http://schemas.microsoft.com/office/drawing/2014/main" id="{7D48E657-BA49-7CB6-D6A9-30C1322391C6}"/>
                    </a:ext>
                  </a:extLst>
                </p:cNvPr>
                <p:cNvPicPr/>
                <p:nvPr/>
              </p:nvPicPr>
              <p:blipFill>
                <a:blip r:embed="rId56"/>
                <a:stretch>
                  <a:fillRect/>
                </a:stretch>
              </p:blipFill>
              <p:spPr>
                <a:xfrm>
                  <a:off x="4877640" y="4788440"/>
                  <a:ext cx="183600" cy="307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7">
            <p14:nvContentPartPr>
              <p14:cNvPr id="47" name="Ink 46">
                <a:extLst>
                  <a:ext uri="{FF2B5EF4-FFF2-40B4-BE49-F238E27FC236}">
                    <a16:creationId xmlns:a16="http://schemas.microsoft.com/office/drawing/2014/main" id="{8DF408BF-1D02-4A97-5F65-6DCD5744E2DF}"/>
                  </a:ext>
                </a:extLst>
              </p14:cNvPr>
              <p14:cNvContentPartPr/>
              <p14:nvPr/>
            </p14:nvContentPartPr>
            <p14:xfrm>
              <a:off x="5257800" y="4811120"/>
              <a:ext cx="282240" cy="341640"/>
            </p14:xfrm>
          </p:contentPart>
        </mc:Choice>
        <mc:Fallback>
          <p:pic>
            <p:nvPicPr>
              <p:cNvPr id="47" name="Ink 46">
                <a:extLst>
                  <a:ext uri="{FF2B5EF4-FFF2-40B4-BE49-F238E27FC236}">
                    <a16:creationId xmlns:a16="http://schemas.microsoft.com/office/drawing/2014/main" id="{8DF408BF-1D02-4A97-5F65-6DCD5744E2DF}"/>
                  </a:ext>
                </a:extLst>
              </p:cNvPr>
              <p:cNvPicPr/>
              <p:nvPr/>
            </p:nvPicPr>
            <p:blipFill>
              <a:blip r:embed="rId58"/>
              <a:stretch>
                <a:fillRect/>
              </a:stretch>
            </p:blipFill>
            <p:spPr>
              <a:xfrm>
                <a:off x="5251680" y="4805000"/>
                <a:ext cx="294480" cy="353880"/>
              </a:xfrm>
              <a:prstGeom prst="rect">
                <a:avLst/>
              </a:prstGeom>
            </p:spPr>
          </p:pic>
        </mc:Fallback>
      </mc:AlternateContent>
      <p:grpSp>
        <p:nvGrpSpPr>
          <p:cNvPr id="53" name="Group 52">
            <a:extLst>
              <a:ext uri="{FF2B5EF4-FFF2-40B4-BE49-F238E27FC236}">
                <a16:creationId xmlns:a16="http://schemas.microsoft.com/office/drawing/2014/main" id="{ED53AA00-FC30-5D58-51EF-3AA516A9C7C0}"/>
              </a:ext>
            </a:extLst>
          </p:cNvPr>
          <p:cNvGrpSpPr/>
          <p:nvPr/>
        </p:nvGrpSpPr>
        <p:grpSpPr>
          <a:xfrm>
            <a:off x="1034640" y="5622920"/>
            <a:ext cx="950040" cy="546480"/>
            <a:chOff x="1034640" y="5622920"/>
            <a:chExt cx="950040" cy="546480"/>
          </a:xfrm>
        </p:grpSpPr>
        <mc:AlternateContent xmlns:mc="http://schemas.openxmlformats.org/markup-compatibility/2006">
          <mc:Choice xmlns:p14="http://schemas.microsoft.com/office/powerpoint/2010/main" Requires="p14">
            <p:contentPart p14:bwMode="auto" r:id="rId59">
              <p14:nvContentPartPr>
                <p14:cNvPr id="48" name="Ink 47">
                  <a:extLst>
                    <a:ext uri="{FF2B5EF4-FFF2-40B4-BE49-F238E27FC236}">
                      <a16:creationId xmlns:a16="http://schemas.microsoft.com/office/drawing/2014/main" id="{AE6E69BB-6842-7178-8D18-B3B4D2FB00C2}"/>
                    </a:ext>
                  </a:extLst>
                </p14:cNvPr>
                <p14:cNvContentPartPr/>
                <p14:nvPr/>
              </p14:nvContentPartPr>
              <p14:xfrm>
                <a:off x="1034640" y="5775920"/>
                <a:ext cx="220680" cy="393480"/>
              </p14:xfrm>
            </p:contentPart>
          </mc:Choice>
          <mc:Fallback>
            <p:pic>
              <p:nvPicPr>
                <p:cNvPr id="48" name="Ink 47">
                  <a:extLst>
                    <a:ext uri="{FF2B5EF4-FFF2-40B4-BE49-F238E27FC236}">
                      <a16:creationId xmlns:a16="http://schemas.microsoft.com/office/drawing/2014/main" id="{AE6E69BB-6842-7178-8D18-B3B4D2FB00C2}"/>
                    </a:ext>
                  </a:extLst>
                </p:cNvPr>
                <p:cNvPicPr/>
                <p:nvPr/>
              </p:nvPicPr>
              <p:blipFill>
                <a:blip r:embed="rId60"/>
                <a:stretch>
                  <a:fillRect/>
                </a:stretch>
              </p:blipFill>
              <p:spPr>
                <a:xfrm>
                  <a:off x="1028520" y="5769800"/>
                  <a:ext cx="232920" cy="40572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9" name="Ink 48">
                  <a:extLst>
                    <a:ext uri="{FF2B5EF4-FFF2-40B4-BE49-F238E27FC236}">
                      <a16:creationId xmlns:a16="http://schemas.microsoft.com/office/drawing/2014/main" id="{04A03A23-CC56-7D88-FC76-837F48D17D9D}"/>
                    </a:ext>
                  </a:extLst>
                </p14:cNvPr>
                <p14:cNvContentPartPr/>
                <p14:nvPr/>
              </p14:nvContentPartPr>
              <p14:xfrm>
                <a:off x="1312200" y="5853680"/>
                <a:ext cx="186120" cy="222480"/>
              </p14:xfrm>
            </p:contentPart>
          </mc:Choice>
          <mc:Fallback>
            <p:pic>
              <p:nvPicPr>
                <p:cNvPr id="49" name="Ink 48">
                  <a:extLst>
                    <a:ext uri="{FF2B5EF4-FFF2-40B4-BE49-F238E27FC236}">
                      <a16:creationId xmlns:a16="http://schemas.microsoft.com/office/drawing/2014/main" id="{04A03A23-CC56-7D88-FC76-837F48D17D9D}"/>
                    </a:ext>
                  </a:extLst>
                </p:cNvPr>
                <p:cNvPicPr/>
                <p:nvPr/>
              </p:nvPicPr>
              <p:blipFill>
                <a:blip r:embed="rId62"/>
                <a:stretch>
                  <a:fillRect/>
                </a:stretch>
              </p:blipFill>
              <p:spPr>
                <a:xfrm>
                  <a:off x="1306080" y="5847560"/>
                  <a:ext cx="19836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50" name="Ink 49">
                  <a:extLst>
                    <a:ext uri="{FF2B5EF4-FFF2-40B4-BE49-F238E27FC236}">
                      <a16:creationId xmlns:a16="http://schemas.microsoft.com/office/drawing/2014/main" id="{2104CC4C-7D3E-9E7B-24BF-DC16A6D26B4D}"/>
                    </a:ext>
                  </a:extLst>
                </p14:cNvPr>
                <p14:cNvContentPartPr/>
                <p14:nvPr/>
              </p14:nvContentPartPr>
              <p14:xfrm>
                <a:off x="1632960" y="5622920"/>
                <a:ext cx="351720" cy="455760"/>
              </p14:xfrm>
            </p:contentPart>
          </mc:Choice>
          <mc:Fallback>
            <p:pic>
              <p:nvPicPr>
                <p:cNvPr id="50" name="Ink 49">
                  <a:extLst>
                    <a:ext uri="{FF2B5EF4-FFF2-40B4-BE49-F238E27FC236}">
                      <a16:creationId xmlns:a16="http://schemas.microsoft.com/office/drawing/2014/main" id="{2104CC4C-7D3E-9E7B-24BF-DC16A6D26B4D}"/>
                    </a:ext>
                  </a:extLst>
                </p:cNvPr>
                <p:cNvPicPr/>
                <p:nvPr/>
              </p:nvPicPr>
              <p:blipFill>
                <a:blip r:embed="rId64"/>
                <a:stretch>
                  <a:fillRect/>
                </a:stretch>
              </p:blipFill>
              <p:spPr>
                <a:xfrm>
                  <a:off x="1626840" y="5616800"/>
                  <a:ext cx="363960" cy="468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5">
            <p14:nvContentPartPr>
              <p14:cNvPr id="51" name="Ink 50">
                <a:extLst>
                  <a:ext uri="{FF2B5EF4-FFF2-40B4-BE49-F238E27FC236}">
                    <a16:creationId xmlns:a16="http://schemas.microsoft.com/office/drawing/2014/main" id="{1544CE05-183A-2865-33D8-2C7E806FBC91}"/>
                  </a:ext>
                </a:extLst>
              </p14:cNvPr>
              <p14:cNvContentPartPr/>
              <p14:nvPr/>
            </p14:nvContentPartPr>
            <p14:xfrm>
              <a:off x="2329920" y="5824160"/>
              <a:ext cx="17640" cy="65880"/>
            </p14:xfrm>
          </p:contentPart>
        </mc:Choice>
        <mc:Fallback>
          <p:pic>
            <p:nvPicPr>
              <p:cNvPr id="51" name="Ink 50">
                <a:extLst>
                  <a:ext uri="{FF2B5EF4-FFF2-40B4-BE49-F238E27FC236}">
                    <a16:creationId xmlns:a16="http://schemas.microsoft.com/office/drawing/2014/main" id="{1544CE05-183A-2865-33D8-2C7E806FBC91}"/>
                  </a:ext>
                </a:extLst>
              </p:cNvPr>
              <p:cNvPicPr/>
              <p:nvPr/>
            </p:nvPicPr>
            <p:blipFill>
              <a:blip r:embed="rId66"/>
              <a:stretch>
                <a:fillRect/>
              </a:stretch>
            </p:blipFill>
            <p:spPr>
              <a:xfrm>
                <a:off x="2323800" y="5818040"/>
                <a:ext cx="2988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52" name="Ink 51">
                <a:extLst>
                  <a:ext uri="{FF2B5EF4-FFF2-40B4-BE49-F238E27FC236}">
                    <a16:creationId xmlns:a16="http://schemas.microsoft.com/office/drawing/2014/main" id="{3EF5452B-BBCE-EF8D-82AA-482417418DC2}"/>
                  </a:ext>
                </a:extLst>
              </p14:cNvPr>
              <p14:cNvContentPartPr/>
              <p14:nvPr/>
            </p14:nvContentPartPr>
            <p14:xfrm>
              <a:off x="2360880" y="6041240"/>
              <a:ext cx="52200" cy="87480"/>
            </p14:xfrm>
          </p:contentPart>
        </mc:Choice>
        <mc:Fallback>
          <p:pic>
            <p:nvPicPr>
              <p:cNvPr id="52" name="Ink 51">
                <a:extLst>
                  <a:ext uri="{FF2B5EF4-FFF2-40B4-BE49-F238E27FC236}">
                    <a16:creationId xmlns:a16="http://schemas.microsoft.com/office/drawing/2014/main" id="{3EF5452B-BBCE-EF8D-82AA-482417418DC2}"/>
                  </a:ext>
                </a:extLst>
              </p:cNvPr>
              <p:cNvPicPr/>
              <p:nvPr/>
            </p:nvPicPr>
            <p:blipFill>
              <a:blip r:embed="rId68"/>
              <a:stretch>
                <a:fillRect/>
              </a:stretch>
            </p:blipFill>
            <p:spPr>
              <a:xfrm>
                <a:off x="2354760" y="6035120"/>
                <a:ext cx="64440" cy="99720"/>
              </a:xfrm>
              <a:prstGeom prst="rect">
                <a:avLst/>
              </a:prstGeom>
            </p:spPr>
          </p:pic>
        </mc:Fallback>
      </mc:AlternateContent>
      <p:grpSp>
        <p:nvGrpSpPr>
          <p:cNvPr id="60" name="Group 59">
            <a:extLst>
              <a:ext uri="{FF2B5EF4-FFF2-40B4-BE49-F238E27FC236}">
                <a16:creationId xmlns:a16="http://schemas.microsoft.com/office/drawing/2014/main" id="{11B78436-9315-293F-BD3E-862A8367442A}"/>
              </a:ext>
            </a:extLst>
          </p:cNvPr>
          <p:cNvGrpSpPr/>
          <p:nvPr/>
        </p:nvGrpSpPr>
        <p:grpSpPr>
          <a:xfrm>
            <a:off x="2795040" y="5615000"/>
            <a:ext cx="1471680" cy="549360"/>
            <a:chOff x="2795040" y="5615000"/>
            <a:chExt cx="1471680" cy="549360"/>
          </a:xfrm>
        </p:grpSpPr>
        <mc:AlternateContent xmlns:mc="http://schemas.openxmlformats.org/markup-compatibility/2006">
          <mc:Choice xmlns:p14="http://schemas.microsoft.com/office/powerpoint/2010/main" Requires="p14">
            <p:contentPart p14:bwMode="auto" r:id="rId69">
              <p14:nvContentPartPr>
                <p14:cNvPr id="54" name="Ink 53">
                  <a:extLst>
                    <a:ext uri="{FF2B5EF4-FFF2-40B4-BE49-F238E27FC236}">
                      <a16:creationId xmlns:a16="http://schemas.microsoft.com/office/drawing/2014/main" id="{E3F0B9C2-1059-69D0-A027-DC5BEE714017}"/>
                    </a:ext>
                  </a:extLst>
                </p14:cNvPr>
                <p14:cNvContentPartPr/>
                <p14:nvPr/>
              </p14:nvContentPartPr>
              <p14:xfrm>
                <a:off x="2795040" y="5622200"/>
                <a:ext cx="451080" cy="146160"/>
              </p14:xfrm>
            </p:contentPart>
          </mc:Choice>
          <mc:Fallback>
            <p:pic>
              <p:nvPicPr>
                <p:cNvPr id="54" name="Ink 53">
                  <a:extLst>
                    <a:ext uri="{FF2B5EF4-FFF2-40B4-BE49-F238E27FC236}">
                      <a16:creationId xmlns:a16="http://schemas.microsoft.com/office/drawing/2014/main" id="{E3F0B9C2-1059-69D0-A027-DC5BEE714017}"/>
                    </a:ext>
                  </a:extLst>
                </p:cNvPr>
                <p:cNvPicPr/>
                <p:nvPr/>
              </p:nvPicPr>
              <p:blipFill>
                <a:blip r:embed="rId70"/>
                <a:stretch>
                  <a:fillRect/>
                </a:stretch>
              </p:blipFill>
              <p:spPr>
                <a:xfrm>
                  <a:off x="2788920" y="5616080"/>
                  <a:ext cx="46332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55" name="Ink 54">
                  <a:extLst>
                    <a:ext uri="{FF2B5EF4-FFF2-40B4-BE49-F238E27FC236}">
                      <a16:creationId xmlns:a16="http://schemas.microsoft.com/office/drawing/2014/main" id="{D1719B2D-E703-D4EF-8839-646DB80C5497}"/>
                    </a:ext>
                  </a:extLst>
                </p14:cNvPr>
                <p14:cNvContentPartPr/>
                <p14:nvPr/>
              </p14:nvContentPartPr>
              <p14:xfrm>
                <a:off x="2872440" y="5905520"/>
                <a:ext cx="439920" cy="122040"/>
              </p14:xfrm>
            </p:contentPart>
          </mc:Choice>
          <mc:Fallback>
            <p:pic>
              <p:nvPicPr>
                <p:cNvPr id="55" name="Ink 54">
                  <a:extLst>
                    <a:ext uri="{FF2B5EF4-FFF2-40B4-BE49-F238E27FC236}">
                      <a16:creationId xmlns:a16="http://schemas.microsoft.com/office/drawing/2014/main" id="{D1719B2D-E703-D4EF-8839-646DB80C5497}"/>
                    </a:ext>
                  </a:extLst>
                </p:cNvPr>
                <p:cNvPicPr/>
                <p:nvPr/>
              </p:nvPicPr>
              <p:blipFill>
                <a:blip r:embed="rId72"/>
                <a:stretch>
                  <a:fillRect/>
                </a:stretch>
              </p:blipFill>
              <p:spPr>
                <a:xfrm>
                  <a:off x="2866320" y="5899400"/>
                  <a:ext cx="45216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56" name="Ink 55">
                  <a:extLst>
                    <a:ext uri="{FF2B5EF4-FFF2-40B4-BE49-F238E27FC236}">
                      <a16:creationId xmlns:a16="http://schemas.microsoft.com/office/drawing/2014/main" id="{A3DF5B94-AE58-8023-D08F-CA97BDE0034B}"/>
                    </a:ext>
                  </a:extLst>
                </p14:cNvPr>
                <p14:cNvContentPartPr/>
                <p14:nvPr/>
              </p14:nvContentPartPr>
              <p14:xfrm>
                <a:off x="3542040" y="5615000"/>
                <a:ext cx="280800" cy="289080"/>
              </p14:xfrm>
            </p:contentPart>
          </mc:Choice>
          <mc:Fallback>
            <p:pic>
              <p:nvPicPr>
                <p:cNvPr id="56" name="Ink 55">
                  <a:extLst>
                    <a:ext uri="{FF2B5EF4-FFF2-40B4-BE49-F238E27FC236}">
                      <a16:creationId xmlns:a16="http://schemas.microsoft.com/office/drawing/2014/main" id="{A3DF5B94-AE58-8023-D08F-CA97BDE0034B}"/>
                    </a:ext>
                  </a:extLst>
                </p:cNvPr>
                <p:cNvPicPr/>
                <p:nvPr/>
              </p:nvPicPr>
              <p:blipFill>
                <a:blip r:embed="rId74"/>
                <a:stretch>
                  <a:fillRect/>
                </a:stretch>
              </p:blipFill>
              <p:spPr>
                <a:xfrm>
                  <a:off x="3535920" y="5608880"/>
                  <a:ext cx="29304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57" name="Ink 56">
                  <a:extLst>
                    <a:ext uri="{FF2B5EF4-FFF2-40B4-BE49-F238E27FC236}">
                      <a16:creationId xmlns:a16="http://schemas.microsoft.com/office/drawing/2014/main" id="{87CC278F-B06D-3E7B-ACCC-BD3EDADD582F}"/>
                    </a:ext>
                  </a:extLst>
                </p14:cNvPr>
                <p14:cNvContentPartPr/>
                <p14:nvPr/>
              </p14:nvContentPartPr>
              <p14:xfrm>
                <a:off x="3645000" y="5683760"/>
                <a:ext cx="70920" cy="364680"/>
              </p14:xfrm>
            </p:contentPart>
          </mc:Choice>
          <mc:Fallback>
            <p:pic>
              <p:nvPicPr>
                <p:cNvPr id="57" name="Ink 56">
                  <a:extLst>
                    <a:ext uri="{FF2B5EF4-FFF2-40B4-BE49-F238E27FC236}">
                      <a16:creationId xmlns:a16="http://schemas.microsoft.com/office/drawing/2014/main" id="{87CC278F-B06D-3E7B-ACCC-BD3EDADD582F}"/>
                    </a:ext>
                  </a:extLst>
                </p:cNvPr>
                <p:cNvPicPr/>
                <p:nvPr/>
              </p:nvPicPr>
              <p:blipFill>
                <a:blip r:embed="rId76"/>
                <a:stretch>
                  <a:fillRect/>
                </a:stretch>
              </p:blipFill>
              <p:spPr>
                <a:xfrm>
                  <a:off x="3638880" y="5677640"/>
                  <a:ext cx="83160" cy="37692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8" name="Ink 57">
                  <a:extLst>
                    <a:ext uri="{FF2B5EF4-FFF2-40B4-BE49-F238E27FC236}">
                      <a16:creationId xmlns:a16="http://schemas.microsoft.com/office/drawing/2014/main" id="{24846223-7CD3-50BC-8BEA-B6E07E049460}"/>
                    </a:ext>
                  </a:extLst>
                </p14:cNvPr>
                <p14:cNvContentPartPr/>
                <p14:nvPr/>
              </p14:nvContentPartPr>
              <p14:xfrm>
                <a:off x="3990960" y="5619320"/>
                <a:ext cx="275760" cy="281520"/>
              </p14:xfrm>
            </p:contentPart>
          </mc:Choice>
          <mc:Fallback>
            <p:pic>
              <p:nvPicPr>
                <p:cNvPr id="58" name="Ink 57">
                  <a:extLst>
                    <a:ext uri="{FF2B5EF4-FFF2-40B4-BE49-F238E27FC236}">
                      <a16:creationId xmlns:a16="http://schemas.microsoft.com/office/drawing/2014/main" id="{24846223-7CD3-50BC-8BEA-B6E07E049460}"/>
                    </a:ext>
                  </a:extLst>
                </p:cNvPr>
                <p:cNvPicPr/>
                <p:nvPr/>
              </p:nvPicPr>
              <p:blipFill>
                <a:blip r:embed="rId78"/>
                <a:stretch>
                  <a:fillRect/>
                </a:stretch>
              </p:blipFill>
              <p:spPr>
                <a:xfrm>
                  <a:off x="3984840" y="5613200"/>
                  <a:ext cx="28800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9" name="Ink 58">
                  <a:extLst>
                    <a:ext uri="{FF2B5EF4-FFF2-40B4-BE49-F238E27FC236}">
                      <a16:creationId xmlns:a16="http://schemas.microsoft.com/office/drawing/2014/main" id="{620FDE73-14EC-07F1-179F-29A0A312E4C2}"/>
                    </a:ext>
                  </a:extLst>
                </p14:cNvPr>
                <p14:cNvContentPartPr/>
                <p14:nvPr/>
              </p14:nvContentPartPr>
              <p14:xfrm>
                <a:off x="4140720" y="5658560"/>
                <a:ext cx="56160" cy="505800"/>
              </p14:xfrm>
            </p:contentPart>
          </mc:Choice>
          <mc:Fallback>
            <p:pic>
              <p:nvPicPr>
                <p:cNvPr id="59" name="Ink 58">
                  <a:extLst>
                    <a:ext uri="{FF2B5EF4-FFF2-40B4-BE49-F238E27FC236}">
                      <a16:creationId xmlns:a16="http://schemas.microsoft.com/office/drawing/2014/main" id="{620FDE73-14EC-07F1-179F-29A0A312E4C2}"/>
                    </a:ext>
                  </a:extLst>
                </p:cNvPr>
                <p:cNvPicPr/>
                <p:nvPr/>
              </p:nvPicPr>
              <p:blipFill>
                <a:blip r:embed="rId80"/>
                <a:stretch>
                  <a:fillRect/>
                </a:stretch>
              </p:blipFill>
              <p:spPr>
                <a:xfrm>
                  <a:off x="4134600" y="5652440"/>
                  <a:ext cx="68400" cy="518040"/>
                </a:xfrm>
                <a:prstGeom prst="rect">
                  <a:avLst/>
                </a:prstGeom>
              </p:spPr>
            </p:pic>
          </mc:Fallback>
        </mc:AlternateContent>
      </p:grpSp>
      <p:grpSp>
        <p:nvGrpSpPr>
          <p:cNvPr id="67" name="Group 66">
            <a:extLst>
              <a:ext uri="{FF2B5EF4-FFF2-40B4-BE49-F238E27FC236}">
                <a16:creationId xmlns:a16="http://schemas.microsoft.com/office/drawing/2014/main" id="{0B10940F-C184-4278-A678-376E0C21BAD0}"/>
              </a:ext>
            </a:extLst>
          </p:cNvPr>
          <p:cNvGrpSpPr/>
          <p:nvPr/>
        </p:nvGrpSpPr>
        <p:grpSpPr>
          <a:xfrm>
            <a:off x="4845960" y="5734880"/>
            <a:ext cx="1146960" cy="427320"/>
            <a:chOff x="4845960" y="5734880"/>
            <a:chExt cx="1146960" cy="427320"/>
          </a:xfrm>
        </p:grpSpPr>
        <mc:AlternateContent xmlns:mc="http://schemas.openxmlformats.org/markup-compatibility/2006">
          <mc:Choice xmlns:p14="http://schemas.microsoft.com/office/powerpoint/2010/main" Requires="p14">
            <p:contentPart p14:bwMode="auto" r:id="rId81">
              <p14:nvContentPartPr>
                <p14:cNvPr id="64" name="Ink 63">
                  <a:extLst>
                    <a:ext uri="{FF2B5EF4-FFF2-40B4-BE49-F238E27FC236}">
                      <a16:creationId xmlns:a16="http://schemas.microsoft.com/office/drawing/2014/main" id="{A742377C-C607-D4AC-9BB9-3E725F53261E}"/>
                    </a:ext>
                  </a:extLst>
                </p14:cNvPr>
                <p14:cNvContentPartPr/>
                <p14:nvPr/>
              </p14:nvContentPartPr>
              <p14:xfrm>
                <a:off x="4845960" y="5786360"/>
                <a:ext cx="187560" cy="329040"/>
              </p14:xfrm>
            </p:contentPart>
          </mc:Choice>
          <mc:Fallback>
            <p:pic>
              <p:nvPicPr>
                <p:cNvPr id="64" name="Ink 63">
                  <a:extLst>
                    <a:ext uri="{FF2B5EF4-FFF2-40B4-BE49-F238E27FC236}">
                      <a16:creationId xmlns:a16="http://schemas.microsoft.com/office/drawing/2014/main" id="{A742377C-C607-D4AC-9BB9-3E725F53261E}"/>
                    </a:ext>
                  </a:extLst>
                </p:cNvPr>
                <p:cNvPicPr/>
                <p:nvPr/>
              </p:nvPicPr>
              <p:blipFill>
                <a:blip r:embed="rId82"/>
                <a:stretch>
                  <a:fillRect/>
                </a:stretch>
              </p:blipFill>
              <p:spPr>
                <a:xfrm>
                  <a:off x="4839840" y="5780240"/>
                  <a:ext cx="199800" cy="34128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65" name="Ink 64">
                  <a:extLst>
                    <a:ext uri="{FF2B5EF4-FFF2-40B4-BE49-F238E27FC236}">
                      <a16:creationId xmlns:a16="http://schemas.microsoft.com/office/drawing/2014/main" id="{78905104-69F6-0DFB-2C8A-12838B989AF4}"/>
                    </a:ext>
                  </a:extLst>
                </p14:cNvPr>
                <p14:cNvContentPartPr/>
                <p14:nvPr/>
              </p14:nvContentPartPr>
              <p14:xfrm>
                <a:off x="5221800" y="5751800"/>
                <a:ext cx="249120" cy="405720"/>
              </p14:xfrm>
            </p:contentPart>
          </mc:Choice>
          <mc:Fallback>
            <p:pic>
              <p:nvPicPr>
                <p:cNvPr id="65" name="Ink 64">
                  <a:extLst>
                    <a:ext uri="{FF2B5EF4-FFF2-40B4-BE49-F238E27FC236}">
                      <a16:creationId xmlns:a16="http://schemas.microsoft.com/office/drawing/2014/main" id="{78905104-69F6-0DFB-2C8A-12838B989AF4}"/>
                    </a:ext>
                  </a:extLst>
                </p:cNvPr>
                <p:cNvPicPr/>
                <p:nvPr/>
              </p:nvPicPr>
              <p:blipFill>
                <a:blip r:embed="rId84"/>
                <a:stretch>
                  <a:fillRect/>
                </a:stretch>
              </p:blipFill>
              <p:spPr>
                <a:xfrm>
                  <a:off x="5215680" y="5745680"/>
                  <a:ext cx="261360" cy="41796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66" name="Ink 65">
                  <a:extLst>
                    <a:ext uri="{FF2B5EF4-FFF2-40B4-BE49-F238E27FC236}">
                      <a16:creationId xmlns:a16="http://schemas.microsoft.com/office/drawing/2014/main" id="{714CD1E3-7C59-F01E-9CAD-9CC37FEC0AB2}"/>
                    </a:ext>
                  </a:extLst>
                </p14:cNvPr>
                <p14:cNvContentPartPr/>
                <p14:nvPr/>
              </p14:nvContentPartPr>
              <p14:xfrm>
                <a:off x="5692680" y="5734880"/>
                <a:ext cx="300240" cy="427320"/>
              </p14:xfrm>
            </p:contentPart>
          </mc:Choice>
          <mc:Fallback>
            <p:pic>
              <p:nvPicPr>
                <p:cNvPr id="66" name="Ink 65">
                  <a:extLst>
                    <a:ext uri="{FF2B5EF4-FFF2-40B4-BE49-F238E27FC236}">
                      <a16:creationId xmlns:a16="http://schemas.microsoft.com/office/drawing/2014/main" id="{714CD1E3-7C59-F01E-9CAD-9CC37FEC0AB2}"/>
                    </a:ext>
                  </a:extLst>
                </p:cNvPr>
                <p:cNvPicPr/>
                <p:nvPr/>
              </p:nvPicPr>
              <p:blipFill>
                <a:blip r:embed="rId86"/>
                <a:stretch>
                  <a:fillRect/>
                </a:stretch>
              </p:blipFill>
              <p:spPr>
                <a:xfrm>
                  <a:off x="5686560" y="5728760"/>
                  <a:ext cx="312480" cy="439560"/>
                </a:xfrm>
                <a:prstGeom prst="rect">
                  <a:avLst/>
                </a:prstGeom>
              </p:spPr>
            </p:pic>
          </mc:Fallback>
        </mc:AlternateContent>
      </p:grpSp>
    </p:spTree>
    <p:extLst>
      <p:ext uri="{BB962C8B-B14F-4D97-AF65-F5344CB8AC3E}">
        <p14:creationId xmlns:p14="http://schemas.microsoft.com/office/powerpoint/2010/main" val="1435228052"/>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idescreen 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1005</TotalTime>
  <Words>2159</Words>
  <Application>Microsoft Office PowerPoint</Application>
  <PresentationFormat>Widescreen</PresentationFormat>
  <Paragraphs>216</Paragraphs>
  <Slides>24</Slides>
  <Notes>16</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24</vt:i4>
      </vt:variant>
    </vt:vector>
  </HeadingPairs>
  <TitlesOfParts>
    <vt:vector size="35" baseType="lpstr">
      <vt:lpstr>Tw Cen MT (body)</vt:lpstr>
      <vt:lpstr>Tw Cen MT (Headings)</vt:lpstr>
      <vt:lpstr>Arial</vt:lpstr>
      <vt:lpstr>Calibri</vt:lpstr>
      <vt:lpstr>Calibri Light</vt:lpstr>
      <vt:lpstr>Roboto</vt:lpstr>
      <vt:lpstr>Tw Cen MT</vt:lpstr>
      <vt:lpstr>Wingdings</vt:lpstr>
      <vt:lpstr>Wingdings 2</vt:lpstr>
      <vt:lpstr>Office Theme</vt:lpstr>
      <vt:lpstr>Widescreen Presentation</vt:lpstr>
      <vt:lpstr>Lecture 2: Financial system, financial markets and instruments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6: time preference</dc:title>
  <dc:creator>#LIM PUI YEE#</dc:creator>
  <cp:lastModifiedBy>#GOH BO JUN, ISSAC (WU BOJUN)#</cp:lastModifiedBy>
  <cp:revision>51</cp:revision>
  <dcterms:created xsi:type="dcterms:W3CDTF">2022-07-09T07:25:24Z</dcterms:created>
  <dcterms:modified xsi:type="dcterms:W3CDTF">2025-02-10T11:21:35Z</dcterms:modified>
</cp:coreProperties>
</file>