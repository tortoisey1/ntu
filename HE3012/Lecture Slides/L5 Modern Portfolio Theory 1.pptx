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8"/>
  </p:notesMasterIdLst>
  <p:sldIdLst>
    <p:sldId id="256" r:id="rId3"/>
    <p:sldId id="395" r:id="rId4"/>
    <p:sldId id="437" r:id="rId5"/>
    <p:sldId id="439" r:id="rId6"/>
    <p:sldId id="451" r:id="rId7"/>
    <p:sldId id="441" r:id="rId8"/>
    <p:sldId id="442" r:id="rId9"/>
    <p:sldId id="443" r:id="rId10"/>
    <p:sldId id="444" r:id="rId11"/>
    <p:sldId id="445" r:id="rId12"/>
    <p:sldId id="446" r:id="rId13"/>
    <p:sldId id="447" r:id="rId14"/>
    <p:sldId id="448" r:id="rId15"/>
    <p:sldId id="449" r:id="rId16"/>
    <p:sldId id="45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C7E4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1BCBFD-8B58-4C86-A45C-C465C252E69B}" v="77" dt="2023-02-04T20:52:43.3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25"/>
    <p:restoredTop sz="79641" autoAdjust="0"/>
  </p:normalViewPr>
  <p:slideViewPr>
    <p:cSldViewPr snapToGrid="0" snapToObjects="1">
      <p:cViewPr>
        <p:scale>
          <a:sx n="75" d="100"/>
          <a:sy n="75" d="100"/>
        </p:scale>
        <p:origin x="102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#JOHN TAN ZHU EN#" userId="9c038d62-e560-4ab3-ba62-0b2d27497b2c" providerId="ADAL" clId="{5C1BCBFD-8B58-4C86-A45C-C465C252E69B}"/>
    <pc:docChg chg="undo custSel addSld delSld modSld sldOrd">
      <pc:chgData name="#JOHN TAN ZHU EN#" userId="9c038d62-e560-4ab3-ba62-0b2d27497b2c" providerId="ADAL" clId="{5C1BCBFD-8B58-4C86-A45C-C465C252E69B}" dt="2023-02-04T20:55:36.026" v="834" actId="47"/>
      <pc:docMkLst>
        <pc:docMk/>
      </pc:docMkLst>
      <pc:sldChg chg="addSp delSp modSp mod modNotesTx">
        <pc:chgData name="#JOHN TAN ZHU EN#" userId="9c038d62-e560-4ab3-ba62-0b2d27497b2c" providerId="ADAL" clId="{5C1BCBFD-8B58-4C86-A45C-C465C252E69B}" dt="2023-02-04T18:12:18.932" v="21" actId="20577"/>
        <pc:sldMkLst>
          <pc:docMk/>
          <pc:sldMk cId="0" sldId="256"/>
        </pc:sldMkLst>
        <pc:spChg chg="mod">
          <ac:chgData name="#JOHN TAN ZHU EN#" userId="9c038d62-e560-4ab3-ba62-0b2d27497b2c" providerId="ADAL" clId="{5C1BCBFD-8B58-4C86-A45C-C465C252E69B}" dt="2023-02-04T18:11:47.711" v="3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#JOHN TAN ZHU EN#" userId="9c038d62-e560-4ab3-ba62-0b2d27497b2c" providerId="ADAL" clId="{5C1BCBFD-8B58-4C86-A45C-C465C252E69B}" dt="2023-02-04T18:12:14.072" v="20" actId="20577"/>
          <ac:spMkLst>
            <pc:docMk/>
            <pc:sldMk cId="0" sldId="256"/>
            <ac:spMk id="7" creationId="{00000000-0000-0000-0000-000000000000}"/>
          </ac:spMkLst>
        </pc:spChg>
        <pc:picChg chg="add mod">
          <ac:chgData name="#JOHN TAN ZHU EN#" userId="9c038d62-e560-4ab3-ba62-0b2d27497b2c" providerId="ADAL" clId="{5C1BCBFD-8B58-4C86-A45C-C465C252E69B}" dt="2023-02-04T18:12:09.874" v="7" actId="1076"/>
          <ac:picMkLst>
            <pc:docMk/>
            <pc:sldMk cId="0" sldId="256"/>
            <ac:picMk id="3" creationId="{4430DC43-2CA1-A667-0618-14603CC20D48}"/>
          </ac:picMkLst>
        </pc:picChg>
        <pc:picChg chg="del">
          <ac:chgData name="#JOHN TAN ZHU EN#" userId="9c038d62-e560-4ab3-ba62-0b2d27497b2c" providerId="ADAL" clId="{5C1BCBFD-8B58-4C86-A45C-C465C252E69B}" dt="2023-02-04T18:11:49.850" v="4" actId="478"/>
          <ac:picMkLst>
            <pc:docMk/>
            <pc:sldMk cId="0" sldId="256"/>
            <ac:picMk id="6" creationId="{00000000-0000-0000-0000-000000000000}"/>
          </ac:picMkLst>
        </pc:picChg>
      </pc:sldChg>
      <pc:sldChg chg="addSp modSp mod">
        <pc:chgData name="#JOHN TAN ZHU EN#" userId="9c038d62-e560-4ab3-ba62-0b2d27497b2c" providerId="ADAL" clId="{5C1BCBFD-8B58-4C86-A45C-C465C252E69B}" dt="2023-02-04T18:17:47.802" v="88" actId="1076"/>
        <pc:sldMkLst>
          <pc:docMk/>
          <pc:sldMk cId="723655709" sldId="395"/>
        </pc:sldMkLst>
        <pc:spChg chg="add mod">
          <ac:chgData name="#JOHN TAN ZHU EN#" userId="9c038d62-e560-4ab3-ba62-0b2d27497b2c" providerId="ADAL" clId="{5C1BCBFD-8B58-4C86-A45C-C465C252E69B}" dt="2023-02-04T18:17:23.311" v="79" actId="1076"/>
          <ac:spMkLst>
            <pc:docMk/>
            <pc:sldMk cId="723655709" sldId="395"/>
            <ac:spMk id="2" creationId="{7CB21DF7-53A9-8301-2A8D-AC8DBAE11264}"/>
          </ac:spMkLst>
        </pc:spChg>
        <pc:spChg chg="add mod">
          <ac:chgData name="#JOHN TAN ZHU EN#" userId="9c038d62-e560-4ab3-ba62-0b2d27497b2c" providerId="ADAL" clId="{5C1BCBFD-8B58-4C86-A45C-C465C252E69B}" dt="2023-02-04T18:17:35.797" v="84" actId="1076"/>
          <ac:spMkLst>
            <pc:docMk/>
            <pc:sldMk cId="723655709" sldId="395"/>
            <ac:spMk id="3" creationId="{840703D1-7049-03FE-ED6C-1D01CDCBE4ED}"/>
          </ac:spMkLst>
        </pc:spChg>
        <pc:spChg chg="mod">
          <ac:chgData name="#JOHN TAN ZHU EN#" userId="9c038d62-e560-4ab3-ba62-0b2d27497b2c" providerId="ADAL" clId="{5C1BCBFD-8B58-4C86-A45C-C465C252E69B}" dt="2023-02-04T18:16:06.056" v="53" actId="1076"/>
          <ac:spMkLst>
            <pc:docMk/>
            <pc:sldMk cId="723655709" sldId="395"/>
            <ac:spMk id="5" creationId="{E81C5CDA-6A71-36AE-6A2B-089850349171}"/>
          </ac:spMkLst>
        </pc:spChg>
        <pc:spChg chg="mod">
          <ac:chgData name="#JOHN TAN ZHU EN#" userId="9c038d62-e560-4ab3-ba62-0b2d27497b2c" providerId="ADAL" clId="{5C1BCBFD-8B58-4C86-A45C-C465C252E69B}" dt="2023-02-04T18:14:53.234" v="50" actId="404"/>
          <ac:spMkLst>
            <pc:docMk/>
            <pc:sldMk cId="723655709" sldId="395"/>
            <ac:spMk id="7" creationId="{75FEC82B-A3AB-51ED-9546-137D0417925C}"/>
          </ac:spMkLst>
        </pc:spChg>
        <pc:spChg chg="mod">
          <ac:chgData name="#JOHN TAN ZHU EN#" userId="9c038d62-e560-4ab3-ba62-0b2d27497b2c" providerId="ADAL" clId="{5C1BCBFD-8B58-4C86-A45C-C465C252E69B}" dt="2023-02-04T18:16:29.274" v="70" actId="20577"/>
          <ac:spMkLst>
            <pc:docMk/>
            <pc:sldMk cId="723655709" sldId="395"/>
            <ac:spMk id="8" creationId="{CEE303D4-35FA-C10D-C859-0417DFD03E20}"/>
          </ac:spMkLst>
        </pc:spChg>
        <pc:picChg chg="add mod">
          <ac:chgData name="#JOHN TAN ZHU EN#" userId="9c038d62-e560-4ab3-ba62-0b2d27497b2c" providerId="ADAL" clId="{5C1BCBFD-8B58-4C86-A45C-C465C252E69B}" dt="2023-02-04T18:17:30.855" v="83" actId="1076"/>
          <ac:picMkLst>
            <pc:docMk/>
            <pc:sldMk cId="723655709" sldId="395"/>
            <ac:picMk id="4" creationId="{4BB9C257-0E55-854D-829B-9DC4FD0B22CF}"/>
          </ac:picMkLst>
        </pc:picChg>
        <pc:picChg chg="add mod">
          <ac:chgData name="#JOHN TAN ZHU EN#" userId="9c038d62-e560-4ab3-ba62-0b2d27497b2c" providerId="ADAL" clId="{5C1BCBFD-8B58-4C86-A45C-C465C252E69B}" dt="2023-02-04T18:17:47.802" v="88" actId="1076"/>
          <ac:picMkLst>
            <pc:docMk/>
            <pc:sldMk cId="723655709" sldId="395"/>
            <ac:picMk id="6" creationId="{8F4D74FC-DE81-1ECC-FBCB-D262DAB8CCB7}"/>
          </ac:picMkLst>
        </pc:picChg>
      </pc:sldChg>
      <pc:sldChg chg="del">
        <pc:chgData name="#JOHN TAN ZHU EN#" userId="9c038d62-e560-4ab3-ba62-0b2d27497b2c" providerId="ADAL" clId="{5C1BCBFD-8B58-4C86-A45C-C465C252E69B}" dt="2023-02-04T20:55:20.157" v="788" actId="47"/>
        <pc:sldMkLst>
          <pc:docMk/>
          <pc:sldMk cId="4217733320" sldId="398"/>
        </pc:sldMkLst>
      </pc:sldChg>
      <pc:sldChg chg="del">
        <pc:chgData name="#JOHN TAN ZHU EN#" userId="9c038d62-e560-4ab3-ba62-0b2d27497b2c" providerId="ADAL" clId="{5C1BCBFD-8B58-4C86-A45C-C465C252E69B}" dt="2023-02-04T20:55:20.122" v="787" actId="47"/>
        <pc:sldMkLst>
          <pc:docMk/>
          <pc:sldMk cId="2907081463" sldId="402"/>
        </pc:sldMkLst>
      </pc:sldChg>
      <pc:sldChg chg="del">
        <pc:chgData name="#JOHN TAN ZHU EN#" userId="9c038d62-e560-4ab3-ba62-0b2d27497b2c" providerId="ADAL" clId="{5C1BCBFD-8B58-4C86-A45C-C465C252E69B}" dt="2023-02-04T20:55:20.280" v="792" actId="47"/>
        <pc:sldMkLst>
          <pc:docMk/>
          <pc:sldMk cId="1356559173" sldId="403"/>
        </pc:sldMkLst>
      </pc:sldChg>
      <pc:sldChg chg="del">
        <pc:chgData name="#JOHN TAN ZHU EN#" userId="9c038d62-e560-4ab3-ba62-0b2d27497b2c" providerId="ADAL" clId="{5C1BCBFD-8B58-4C86-A45C-C465C252E69B}" dt="2023-02-04T20:55:20.311" v="793" actId="47"/>
        <pc:sldMkLst>
          <pc:docMk/>
          <pc:sldMk cId="4182440111" sldId="404"/>
        </pc:sldMkLst>
      </pc:sldChg>
      <pc:sldChg chg="del">
        <pc:chgData name="#JOHN TAN ZHU EN#" userId="9c038d62-e560-4ab3-ba62-0b2d27497b2c" providerId="ADAL" clId="{5C1BCBFD-8B58-4C86-A45C-C465C252E69B}" dt="2023-02-04T20:55:20.210" v="790" actId="47"/>
        <pc:sldMkLst>
          <pc:docMk/>
          <pc:sldMk cId="1915719895" sldId="405"/>
        </pc:sldMkLst>
      </pc:sldChg>
      <pc:sldChg chg="del">
        <pc:chgData name="#JOHN TAN ZHU EN#" userId="9c038d62-e560-4ab3-ba62-0b2d27497b2c" providerId="ADAL" clId="{5C1BCBFD-8B58-4C86-A45C-C465C252E69B}" dt="2023-02-04T20:55:20.338" v="794" actId="47"/>
        <pc:sldMkLst>
          <pc:docMk/>
          <pc:sldMk cId="86440855" sldId="406"/>
        </pc:sldMkLst>
      </pc:sldChg>
      <pc:sldChg chg="del">
        <pc:chgData name="#JOHN TAN ZHU EN#" userId="9c038d62-e560-4ab3-ba62-0b2d27497b2c" providerId="ADAL" clId="{5C1BCBFD-8B58-4C86-A45C-C465C252E69B}" dt="2023-02-04T20:55:24.388" v="806" actId="47"/>
        <pc:sldMkLst>
          <pc:docMk/>
          <pc:sldMk cId="2848709632" sldId="407"/>
        </pc:sldMkLst>
      </pc:sldChg>
      <pc:sldChg chg="del">
        <pc:chgData name="#JOHN TAN ZHU EN#" userId="9c038d62-e560-4ab3-ba62-0b2d27497b2c" providerId="ADAL" clId="{5C1BCBFD-8B58-4C86-A45C-C465C252E69B}" dt="2023-02-04T20:55:20.381" v="795" actId="47"/>
        <pc:sldMkLst>
          <pc:docMk/>
          <pc:sldMk cId="2440716187" sldId="409"/>
        </pc:sldMkLst>
      </pc:sldChg>
      <pc:sldChg chg="del">
        <pc:chgData name="#JOHN TAN ZHU EN#" userId="9c038d62-e560-4ab3-ba62-0b2d27497b2c" providerId="ADAL" clId="{5C1BCBFD-8B58-4C86-A45C-C465C252E69B}" dt="2023-02-04T20:55:20.410" v="796" actId="47"/>
        <pc:sldMkLst>
          <pc:docMk/>
          <pc:sldMk cId="4127117882" sldId="410"/>
        </pc:sldMkLst>
      </pc:sldChg>
      <pc:sldChg chg="del">
        <pc:chgData name="#JOHN TAN ZHU EN#" userId="9c038d62-e560-4ab3-ba62-0b2d27497b2c" providerId="ADAL" clId="{5C1BCBFD-8B58-4C86-A45C-C465C252E69B}" dt="2023-02-04T20:55:20.444" v="797" actId="47"/>
        <pc:sldMkLst>
          <pc:docMk/>
          <pc:sldMk cId="3950068639" sldId="411"/>
        </pc:sldMkLst>
      </pc:sldChg>
      <pc:sldChg chg="del">
        <pc:chgData name="#JOHN TAN ZHU EN#" userId="9c038d62-e560-4ab3-ba62-0b2d27497b2c" providerId="ADAL" clId="{5C1BCBFD-8B58-4C86-A45C-C465C252E69B}" dt="2023-02-04T20:55:20.475" v="798" actId="47"/>
        <pc:sldMkLst>
          <pc:docMk/>
          <pc:sldMk cId="959074697" sldId="412"/>
        </pc:sldMkLst>
      </pc:sldChg>
      <pc:sldChg chg="del">
        <pc:chgData name="#JOHN TAN ZHU EN#" userId="9c038d62-e560-4ab3-ba62-0b2d27497b2c" providerId="ADAL" clId="{5C1BCBFD-8B58-4C86-A45C-C465C252E69B}" dt="2023-02-04T20:55:20.504" v="799" actId="47"/>
        <pc:sldMkLst>
          <pc:docMk/>
          <pc:sldMk cId="4023535343" sldId="413"/>
        </pc:sldMkLst>
      </pc:sldChg>
      <pc:sldChg chg="del">
        <pc:chgData name="#JOHN TAN ZHU EN#" userId="9c038d62-e560-4ab3-ba62-0b2d27497b2c" providerId="ADAL" clId="{5C1BCBFD-8B58-4C86-A45C-C465C252E69B}" dt="2023-02-04T20:55:22.235" v="802" actId="47"/>
        <pc:sldMkLst>
          <pc:docMk/>
          <pc:sldMk cId="3401492572" sldId="415"/>
        </pc:sldMkLst>
      </pc:sldChg>
      <pc:sldChg chg="del">
        <pc:chgData name="#JOHN TAN ZHU EN#" userId="9c038d62-e560-4ab3-ba62-0b2d27497b2c" providerId="ADAL" clId="{5C1BCBFD-8B58-4C86-A45C-C465C252E69B}" dt="2023-02-04T20:55:23.787" v="803" actId="47"/>
        <pc:sldMkLst>
          <pc:docMk/>
          <pc:sldMk cId="551647675" sldId="416"/>
        </pc:sldMkLst>
      </pc:sldChg>
      <pc:sldChg chg="del">
        <pc:chgData name="#JOHN TAN ZHU EN#" userId="9c038d62-e560-4ab3-ba62-0b2d27497b2c" providerId="ADAL" clId="{5C1BCBFD-8B58-4C86-A45C-C465C252E69B}" dt="2023-02-04T20:55:24.404" v="807" actId="47"/>
        <pc:sldMkLst>
          <pc:docMk/>
          <pc:sldMk cId="605092863" sldId="417"/>
        </pc:sldMkLst>
      </pc:sldChg>
      <pc:sldChg chg="del">
        <pc:chgData name="#JOHN TAN ZHU EN#" userId="9c038d62-e560-4ab3-ba62-0b2d27497b2c" providerId="ADAL" clId="{5C1BCBFD-8B58-4C86-A45C-C465C252E69B}" dt="2023-02-04T20:55:24.301" v="804" actId="47"/>
        <pc:sldMkLst>
          <pc:docMk/>
          <pc:sldMk cId="1446591207" sldId="418"/>
        </pc:sldMkLst>
      </pc:sldChg>
      <pc:sldChg chg="del">
        <pc:chgData name="#JOHN TAN ZHU EN#" userId="9c038d62-e560-4ab3-ba62-0b2d27497b2c" providerId="ADAL" clId="{5C1BCBFD-8B58-4C86-A45C-C465C252E69B}" dt="2023-02-04T20:55:25.677" v="811" actId="47"/>
        <pc:sldMkLst>
          <pc:docMk/>
          <pc:sldMk cId="3546362907" sldId="419"/>
        </pc:sldMkLst>
      </pc:sldChg>
      <pc:sldChg chg="del">
        <pc:chgData name="#JOHN TAN ZHU EN#" userId="9c038d62-e560-4ab3-ba62-0b2d27497b2c" providerId="ADAL" clId="{5C1BCBFD-8B58-4C86-A45C-C465C252E69B}" dt="2023-02-04T20:55:24.436" v="808" actId="47"/>
        <pc:sldMkLst>
          <pc:docMk/>
          <pc:sldMk cId="222082585" sldId="420"/>
        </pc:sldMkLst>
      </pc:sldChg>
      <pc:sldChg chg="del">
        <pc:chgData name="#JOHN TAN ZHU EN#" userId="9c038d62-e560-4ab3-ba62-0b2d27497b2c" providerId="ADAL" clId="{5C1BCBFD-8B58-4C86-A45C-C465C252E69B}" dt="2023-02-04T20:55:24.455" v="809" actId="47"/>
        <pc:sldMkLst>
          <pc:docMk/>
          <pc:sldMk cId="4052440763" sldId="421"/>
        </pc:sldMkLst>
      </pc:sldChg>
      <pc:sldChg chg="del">
        <pc:chgData name="#JOHN TAN ZHU EN#" userId="9c038d62-e560-4ab3-ba62-0b2d27497b2c" providerId="ADAL" clId="{5C1BCBFD-8B58-4C86-A45C-C465C252E69B}" dt="2023-02-04T20:55:25.166" v="810" actId="47"/>
        <pc:sldMkLst>
          <pc:docMk/>
          <pc:sldMk cId="2022824510" sldId="422"/>
        </pc:sldMkLst>
      </pc:sldChg>
      <pc:sldChg chg="del">
        <pc:chgData name="#JOHN TAN ZHU EN#" userId="9c038d62-e560-4ab3-ba62-0b2d27497b2c" providerId="ADAL" clId="{5C1BCBFD-8B58-4C86-A45C-C465C252E69B}" dt="2023-02-04T20:55:25.709" v="812" actId="47"/>
        <pc:sldMkLst>
          <pc:docMk/>
          <pc:sldMk cId="3954411684" sldId="423"/>
        </pc:sldMkLst>
      </pc:sldChg>
      <pc:sldChg chg="del">
        <pc:chgData name="#JOHN TAN ZHU EN#" userId="9c038d62-e560-4ab3-ba62-0b2d27497b2c" providerId="ADAL" clId="{5C1BCBFD-8B58-4C86-A45C-C465C252E69B}" dt="2023-02-04T20:55:20.246" v="791" actId="47"/>
        <pc:sldMkLst>
          <pc:docMk/>
          <pc:sldMk cId="4244365170" sldId="426"/>
        </pc:sldMkLst>
      </pc:sldChg>
      <pc:sldChg chg="del">
        <pc:chgData name="#JOHN TAN ZHU EN#" userId="9c038d62-e560-4ab3-ba62-0b2d27497b2c" providerId="ADAL" clId="{5C1BCBFD-8B58-4C86-A45C-C465C252E69B}" dt="2023-02-04T20:55:20.540" v="800" actId="47"/>
        <pc:sldMkLst>
          <pc:docMk/>
          <pc:sldMk cId="1328833230" sldId="428"/>
        </pc:sldMkLst>
      </pc:sldChg>
      <pc:sldChg chg="del">
        <pc:chgData name="#JOHN TAN ZHU EN#" userId="9c038d62-e560-4ab3-ba62-0b2d27497b2c" providerId="ADAL" clId="{5C1BCBFD-8B58-4C86-A45C-C465C252E69B}" dt="2023-02-04T20:55:21.471" v="801" actId="47"/>
        <pc:sldMkLst>
          <pc:docMk/>
          <pc:sldMk cId="938475400" sldId="429"/>
        </pc:sldMkLst>
      </pc:sldChg>
      <pc:sldChg chg="del">
        <pc:chgData name="#JOHN TAN ZHU EN#" userId="9c038d62-e560-4ab3-ba62-0b2d27497b2c" providerId="ADAL" clId="{5C1BCBFD-8B58-4C86-A45C-C465C252E69B}" dt="2023-02-04T20:55:20.184" v="789" actId="47"/>
        <pc:sldMkLst>
          <pc:docMk/>
          <pc:sldMk cId="3071776116" sldId="431"/>
        </pc:sldMkLst>
      </pc:sldChg>
      <pc:sldChg chg="del">
        <pc:chgData name="#JOHN TAN ZHU EN#" userId="9c038d62-e560-4ab3-ba62-0b2d27497b2c" providerId="ADAL" clId="{5C1BCBFD-8B58-4C86-A45C-C465C252E69B}" dt="2023-02-04T20:55:24.335" v="805" actId="47"/>
        <pc:sldMkLst>
          <pc:docMk/>
          <pc:sldMk cId="417712166" sldId="432"/>
        </pc:sldMkLst>
      </pc:sldChg>
      <pc:sldChg chg="del">
        <pc:chgData name="#JOHN TAN ZHU EN#" userId="9c038d62-e560-4ab3-ba62-0b2d27497b2c" providerId="ADAL" clId="{5C1BCBFD-8B58-4C86-A45C-C465C252E69B}" dt="2023-02-04T20:55:25.751" v="813" actId="47"/>
        <pc:sldMkLst>
          <pc:docMk/>
          <pc:sldMk cId="300121830" sldId="434"/>
        </pc:sldMkLst>
      </pc:sldChg>
      <pc:sldChg chg="add del">
        <pc:chgData name="#JOHN TAN ZHU EN#" userId="9c038d62-e560-4ab3-ba62-0b2d27497b2c" providerId="ADAL" clId="{5C1BCBFD-8B58-4C86-A45C-C465C252E69B}" dt="2023-02-04T20:55:36.026" v="834" actId="47"/>
        <pc:sldMkLst>
          <pc:docMk/>
          <pc:sldMk cId="3818747353" sldId="435"/>
        </pc:sldMkLst>
      </pc:sldChg>
      <pc:sldChg chg="del">
        <pc:chgData name="#JOHN TAN ZHU EN#" userId="9c038d62-e560-4ab3-ba62-0b2d27497b2c" providerId="ADAL" clId="{5C1BCBFD-8B58-4C86-A45C-C465C252E69B}" dt="2023-02-04T20:55:19.617" v="786" actId="47"/>
        <pc:sldMkLst>
          <pc:docMk/>
          <pc:sldMk cId="155787196" sldId="436"/>
        </pc:sldMkLst>
      </pc:sldChg>
      <pc:sldChg chg="addSp delSp modSp add mod">
        <pc:chgData name="#JOHN TAN ZHU EN#" userId="9c038d62-e560-4ab3-ba62-0b2d27497b2c" providerId="ADAL" clId="{5C1BCBFD-8B58-4C86-A45C-C465C252E69B}" dt="2023-02-04T18:23:12.501" v="108" actId="1076"/>
        <pc:sldMkLst>
          <pc:docMk/>
          <pc:sldMk cId="921638460" sldId="437"/>
        </pc:sldMkLst>
        <pc:spChg chg="del">
          <ac:chgData name="#JOHN TAN ZHU EN#" userId="9c038d62-e560-4ab3-ba62-0b2d27497b2c" providerId="ADAL" clId="{5C1BCBFD-8B58-4C86-A45C-C465C252E69B}" dt="2023-02-04T18:20:53.170" v="98" actId="478"/>
          <ac:spMkLst>
            <pc:docMk/>
            <pc:sldMk cId="921638460" sldId="437"/>
            <ac:spMk id="2" creationId="{7CB21DF7-53A9-8301-2A8D-AC8DBAE11264}"/>
          </ac:spMkLst>
        </pc:spChg>
        <pc:spChg chg="del">
          <ac:chgData name="#JOHN TAN ZHU EN#" userId="9c038d62-e560-4ab3-ba62-0b2d27497b2c" providerId="ADAL" clId="{5C1BCBFD-8B58-4C86-A45C-C465C252E69B}" dt="2023-02-04T18:20:55.975" v="100" actId="478"/>
          <ac:spMkLst>
            <pc:docMk/>
            <pc:sldMk cId="921638460" sldId="437"/>
            <ac:spMk id="3" creationId="{840703D1-7049-03FE-ED6C-1D01CDCBE4ED}"/>
          </ac:spMkLst>
        </pc:spChg>
        <pc:spChg chg="del">
          <ac:chgData name="#JOHN TAN ZHU EN#" userId="9c038d62-e560-4ab3-ba62-0b2d27497b2c" providerId="ADAL" clId="{5C1BCBFD-8B58-4C86-A45C-C465C252E69B}" dt="2023-02-04T18:20:57.680" v="101" actId="478"/>
          <ac:spMkLst>
            <pc:docMk/>
            <pc:sldMk cId="921638460" sldId="437"/>
            <ac:spMk id="5" creationId="{E81C5CDA-6A71-36AE-6A2B-089850349171}"/>
          </ac:spMkLst>
        </pc:spChg>
        <pc:spChg chg="mod">
          <ac:chgData name="#JOHN TAN ZHU EN#" userId="9c038d62-e560-4ab3-ba62-0b2d27497b2c" providerId="ADAL" clId="{5C1BCBFD-8B58-4C86-A45C-C465C252E69B}" dt="2023-02-04T18:20:47.044" v="96" actId="20577"/>
          <ac:spMkLst>
            <pc:docMk/>
            <pc:sldMk cId="921638460" sldId="437"/>
            <ac:spMk id="8" creationId="{CEE303D4-35FA-C10D-C859-0417DFD03E20}"/>
          </ac:spMkLst>
        </pc:spChg>
        <pc:spChg chg="add mod">
          <ac:chgData name="#JOHN TAN ZHU EN#" userId="9c038d62-e560-4ab3-ba62-0b2d27497b2c" providerId="ADAL" clId="{5C1BCBFD-8B58-4C86-A45C-C465C252E69B}" dt="2023-02-04T18:23:12.501" v="108" actId="1076"/>
          <ac:spMkLst>
            <pc:docMk/>
            <pc:sldMk cId="921638460" sldId="437"/>
            <ac:spMk id="10" creationId="{A12B37CE-307A-A16D-8E2A-4C649D7A10D8}"/>
          </ac:spMkLst>
        </pc:spChg>
        <pc:picChg chg="del">
          <ac:chgData name="#JOHN TAN ZHU EN#" userId="9c038d62-e560-4ab3-ba62-0b2d27497b2c" providerId="ADAL" clId="{5C1BCBFD-8B58-4C86-A45C-C465C252E69B}" dt="2023-02-04T18:20:51.813" v="97" actId="478"/>
          <ac:picMkLst>
            <pc:docMk/>
            <pc:sldMk cId="921638460" sldId="437"/>
            <ac:picMk id="4" creationId="{4BB9C257-0E55-854D-829B-9DC4FD0B22CF}"/>
          </ac:picMkLst>
        </pc:picChg>
        <pc:picChg chg="del">
          <ac:chgData name="#JOHN TAN ZHU EN#" userId="9c038d62-e560-4ab3-ba62-0b2d27497b2c" providerId="ADAL" clId="{5C1BCBFD-8B58-4C86-A45C-C465C252E69B}" dt="2023-02-04T18:20:53.767" v="99" actId="478"/>
          <ac:picMkLst>
            <pc:docMk/>
            <pc:sldMk cId="921638460" sldId="437"/>
            <ac:picMk id="6" creationId="{8F4D74FC-DE81-1ECC-FBCB-D262DAB8CCB7}"/>
          </ac:picMkLst>
        </pc:picChg>
      </pc:sldChg>
      <pc:sldChg chg="modSp add mod modNotesTx">
        <pc:chgData name="#JOHN TAN ZHU EN#" userId="9c038d62-e560-4ab3-ba62-0b2d27497b2c" providerId="ADAL" clId="{5C1BCBFD-8B58-4C86-A45C-C465C252E69B}" dt="2023-02-04T18:25:07.046" v="150" actId="20577"/>
        <pc:sldMkLst>
          <pc:docMk/>
          <pc:sldMk cId="1286511172" sldId="438"/>
        </pc:sldMkLst>
        <pc:spChg chg="mod">
          <ac:chgData name="#JOHN TAN ZHU EN#" userId="9c038d62-e560-4ab3-ba62-0b2d27497b2c" providerId="ADAL" clId="{5C1BCBFD-8B58-4C86-A45C-C465C252E69B}" dt="2023-02-04T18:23:33.840" v="131" actId="20577"/>
          <ac:spMkLst>
            <pc:docMk/>
            <pc:sldMk cId="1286511172" sldId="438"/>
            <ac:spMk id="8" creationId="{CEE303D4-35FA-C10D-C859-0417DFD03E20}"/>
          </ac:spMkLst>
        </pc:spChg>
        <pc:spChg chg="mod">
          <ac:chgData name="#JOHN TAN ZHU EN#" userId="9c038d62-e560-4ab3-ba62-0b2d27497b2c" providerId="ADAL" clId="{5C1BCBFD-8B58-4C86-A45C-C465C252E69B}" dt="2023-02-04T18:25:07.046" v="150" actId="20577"/>
          <ac:spMkLst>
            <pc:docMk/>
            <pc:sldMk cId="1286511172" sldId="438"/>
            <ac:spMk id="10" creationId="{A12B37CE-307A-A16D-8E2A-4C649D7A10D8}"/>
          </ac:spMkLst>
        </pc:spChg>
      </pc:sldChg>
      <pc:sldChg chg="addSp modSp add mod modNotesTx">
        <pc:chgData name="#JOHN TAN ZHU EN#" userId="9c038d62-e560-4ab3-ba62-0b2d27497b2c" providerId="ADAL" clId="{5C1BCBFD-8B58-4C86-A45C-C465C252E69B}" dt="2023-02-04T18:29:43.250" v="176" actId="1076"/>
        <pc:sldMkLst>
          <pc:docMk/>
          <pc:sldMk cId="974091328" sldId="439"/>
        </pc:sldMkLst>
        <pc:spChg chg="mod">
          <ac:chgData name="#JOHN TAN ZHU EN#" userId="9c038d62-e560-4ab3-ba62-0b2d27497b2c" providerId="ADAL" clId="{5C1BCBFD-8B58-4C86-A45C-C465C252E69B}" dt="2023-02-04T18:29:29.029" v="172" actId="255"/>
          <ac:spMkLst>
            <pc:docMk/>
            <pc:sldMk cId="974091328" sldId="439"/>
            <ac:spMk id="10" creationId="{A12B37CE-307A-A16D-8E2A-4C649D7A10D8}"/>
          </ac:spMkLst>
        </pc:spChg>
        <pc:graphicFrameChg chg="add mod">
          <ac:chgData name="#JOHN TAN ZHU EN#" userId="9c038d62-e560-4ab3-ba62-0b2d27497b2c" providerId="ADAL" clId="{5C1BCBFD-8B58-4C86-A45C-C465C252E69B}" dt="2023-02-04T18:29:43.250" v="176" actId="1076"/>
          <ac:graphicFrameMkLst>
            <pc:docMk/>
            <pc:sldMk cId="974091328" sldId="439"/>
            <ac:graphicFrameMk id="2" creationId="{A7BC7060-E8FA-FD24-2FAC-A123EBA50863}"/>
          </ac:graphicFrameMkLst>
        </pc:graphicFrameChg>
      </pc:sldChg>
      <pc:sldChg chg="addSp delSp modSp add mod modAnim">
        <pc:chgData name="#JOHN TAN ZHU EN#" userId="9c038d62-e560-4ab3-ba62-0b2d27497b2c" providerId="ADAL" clId="{5C1BCBFD-8B58-4C86-A45C-C465C252E69B}" dt="2023-02-04T18:33:59.055" v="219" actId="1076"/>
        <pc:sldMkLst>
          <pc:docMk/>
          <pc:sldMk cId="37964738" sldId="440"/>
        </pc:sldMkLst>
        <pc:spChg chg="add mod">
          <ac:chgData name="#JOHN TAN ZHU EN#" userId="9c038d62-e560-4ab3-ba62-0b2d27497b2c" providerId="ADAL" clId="{5C1BCBFD-8B58-4C86-A45C-C465C252E69B}" dt="2023-02-04T18:31:17.147" v="185" actId="1076"/>
          <ac:spMkLst>
            <pc:docMk/>
            <pc:sldMk cId="37964738" sldId="440"/>
            <ac:spMk id="4" creationId="{A4FCE8B6-F1A3-E1C3-8220-36701AC43BB4}"/>
          </ac:spMkLst>
        </pc:spChg>
        <pc:spChg chg="add mod">
          <ac:chgData name="#JOHN TAN ZHU EN#" userId="9c038d62-e560-4ab3-ba62-0b2d27497b2c" providerId="ADAL" clId="{5C1BCBFD-8B58-4C86-A45C-C465C252E69B}" dt="2023-02-04T18:32:08.034" v="192" actId="14100"/>
          <ac:spMkLst>
            <pc:docMk/>
            <pc:sldMk cId="37964738" sldId="440"/>
            <ac:spMk id="9" creationId="{7A178CEE-D49F-E1B3-165D-E7289F30FA0A}"/>
          </ac:spMkLst>
        </pc:spChg>
        <pc:spChg chg="del mod">
          <ac:chgData name="#JOHN TAN ZHU EN#" userId="9c038d62-e560-4ab3-ba62-0b2d27497b2c" providerId="ADAL" clId="{5C1BCBFD-8B58-4C86-A45C-C465C252E69B}" dt="2023-02-04T18:31:01.155" v="181"/>
          <ac:spMkLst>
            <pc:docMk/>
            <pc:sldMk cId="37964738" sldId="440"/>
            <ac:spMk id="10" creationId="{A12B37CE-307A-A16D-8E2A-4C649D7A10D8}"/>
          </ac:spMkLst>
        </pc:spChg>
        <pc:spChg chg="add mod">
          <ac:chgData name="#JOHN TAN ZHU EN#" userId="9c038d62-e560-4ab3-ba62-0b2d27497b2c" providerId="ADAL" clId="{5C1BCBFD-8B58-4C86-A45C-C465C252E69B}" dt="2023-02-04T18:33:29.324" v="211" actId="1076"/>
          <ac:spMkLst>
            <pc:docMk/>
            <pc:sldMk cId="37964738" sldId="440"/>
            <ac:spMk id="11" creationId="{766F1DAF-7578-BC2F-AA83-AEB48FC60D54}"/>
          </ac:spMkLst>
        </pc:spChg>
        <pc:spChg chg="add mod">
          <ac:chgData name="#JOHN TAN ZHU EN#" userId="9c038d62-e560-4ab3-ba62-0b2d27497b2c" providerId="ADAL" clId="{5C1BCBFD-8B58-4C86-A45C-C465C252E69B}" dt="2023-02-04T18:33:16.296" v="209" actId="1076"/>
          <ac:spMkLst>
            <pc:docMk/>
            <pc:sldMk cId="37964738" sldId="440"/>
            <ac:spMk id="18" creationId="{C48334E1-4C9C-8F07-5E6A-EC5C70B6EE84}"/>
          </ac:spMkLst>
        </pc:spChg>
        <pc:spChg chg="add mod">
          <ac:chgData name="#JOHN TAN ZHU EN#" userId="9c038d62-e560-4ab3-ba62-0b2d27497b2c" providerId="ADAL" clId="{5C1BCBFD-8B58-4C86-A45C-C465C252E69B}" dt="2023-02-04T18:33:09.312" v="207" actId="1076"/>
          <ac:spMkLst>
            <pc:docMk/>
            <pc:sldMk cId="37964738" sldId="440"/>
            <ac:spMk id="19" creationId="{AAB2068C-C8FD-5F10-0C9C-E8A85E29392C}"/>
          </ac:spMkLst>
        </pc:spChg>
        <pc:spChg chg="add mod">
          <ac:chgData name="#JOHN TAN ZHU EN#" userId="9c038d62-e560-4ab3-ba62-0b2d27497b2c" providerId="ADAL" clId="{5C1BCBFD-8B58-4C86-A45C-C465C252E69B}" dt="2023-02-04T18:33:52.258" v="218" actId="404"/>
          <ac:spMkLst>
            <pc:docMk/>
            <pc:sldMk cId="37964738" sldId="440"/>
            <ac:spMk id="22" creationId="{31D4A94D-2742-1889-BE66-010AB27C1FE6}"/>
          </ac:spMkLst>
        </pc:spChg>
        <pc:graphicFrameChg chg="del">
          <ac:chgData name="#JOHN TAN ZHU EN#" userId="9c038d62-e560-4ab3-ba62-0b2d27497b2c" providerId="ADAL" clId="{5C1BCBFD-8B58-4C86-A45C-C465C252E69B}" dt="2023-02-04T18:31:01.155" v="179" actId="478"/>
          <ac:graphicFrameMkLst>
            <pc:docMk/>
            <pc:sldMk cId="37964738" sldId="440"/>
            <ac:graphicFrameMk id="2" creationId="{A7BC7060-E8FA-FD24-2FAC-A123EBA50863}"/>
          </ac:graphicFrameMkLst>
        </pc:graphicFrameChg>
        <pc:cxnChg chg="add mod">
          <ac:chgData name="#JOHN TAN ZHU EN#" userId="9c038d62-e560-4ab3-ba62-0b2d27497b2c" providerId="ADAL" clId="{5C1BCBFD-8B58-4C86-A45C-C465C252E69B}" dt="2023-02-04T18:31:56.730" v="189" actId="14100"/>
          <ac:cxnSpMkLst>
            <pc:docMk/>
            <pc:sldMk cId="37964738" sldId="440"/>
            <ac:cxnSpMk id="5" creationId="{D9D02AE0-BD4A-B951-16F8-55B61A44A0A2}"/>
          </ac:cxnSpMkLst>
        </pc:cxnChg>
        <pc:cxnChg chg="add mod">
          <ac:chgData name="#JOHN TAN ZHU EN#" userId="9c038d62-e560-4ab3-ba62-0b2d27497b2c" providerId="ADAL" clId="{5C1BCBFD-8B58-4C86-A45C-C465C252E69B}" dt="2023-02-04T18:31:59.863" v="190" actId="14100"/>
          <ac:cxnSpMkLst>
            <pc:docMk/>
            <pc:sldMk cId="37964738" sldId="440"/>
            <ac:cxnSpMk id="6" creationId="{1EAD4A0C-4BA2-77D6-57E1-1159BFA3A643}"/>
          </ac:cxnSpMkLst>
        </pc:cxnChg>
        <pc:cxnChg chg="add mod">
          <ac:chgData name="#JOHN TAN ZHU EN#" userId="9c038d62-e560-4ab3-ba62-0b2d27497b2c" providerId="ADAL" clId="{5C1BCBFD-8B58-4C86-A45C-C465C252E69B}" dt="2023-02-04T18:33:59.055" v="219" actId="1076"/>
          <ac:cxnSpMkLst>
            <pc:docMk/>
            <pc:sldMk cId="37964738" sldId="440"/>
            <ac:cxnSpMk id="12" creationId="{3B0D4FA2-2713-C580-D2D2-B15E89ED8E81}"/>
          </ac:cxnSpMkLst>
        </pc:cxnChg>
      </pc:sldChg>
      <pc:sldChg chg="addSp delSp modSp add mod delAnim modAnim modNotesTx">
        <pc:chgData name="#JOHN TAN ZHU EN#" userId="9c038d62-e560-4ab3-ba62-0b2d27497b2c" providerId="ADAL" clId="{5C1BCBFD-8B58-4C86-A45C-C465C252E69B}" dt="2023-02-04T18:42:34.771" v="278" actId="20577"/>
        <pc:sldMkLst>
          <pc:docMk/>
          <pc:sldMk cId="4092687721" sldId="441"/>
        </pc:sldMkLst>
        <pc:spChg chg="add mod">
          <ac:chgData name="#JOHN TAN ZHU EN#" userId="9c038d62-e560-4ab3-ba62-0b2d27497b2c" providerId="ADAL" clId="{5C1BCBFD-8B58-4C86-A45C-C465C252E69B}" dt="2023-02-04T18:38:54.954" v="251" actId="14100"/>
          <ac:spMkLst>
            <pc:docMk/>
            <pc:sldMk cId="4092687721" sldId="441"/>
            <ac:spMk id="3" creationId="{320BF643-695E-FCBC-E400-1A717E5D6CAA}"/>
          </ac:spMkLst>
        </pc:spChg>
        <pc:spChg chg="del">
          <ac:chgData name="#JOHN TAN ZHU EN#" userId="9c038d62-e560-4ab3-ba62-0b2d27497b2c" providerId="ADAL" clId="{5C1BCBFD-8B58-4C86-A45C-C465C252E69B}" dt="2023-02-04T18:38:21.757" v="240" actId="478"/>
          <ac:spMkLst>
            <pc:docMk/>
            <pc:sldMk cId="4092687721" sldId="441"/>
            <ac:spMk id="4" creationId="{A4FCE8B6-F1A3-E1C3-8220-36701AC43BB4}"/>
          </ac:spMkLst>
        </pc:spChg>
        <pc:spChg chg="mod">
          <ac:chgData name="#JOHN TAN ZHU EN#" userId="9c038d62-e560-4ab3-ba62-0b2d27497b2c" providerId="ADAL" clId="{5C1BCBFD-8B58-4C86-A45C-C465C252E69B}" dt="2023-02-04T18:38:16.246" v="239" actId="20577"/>
          <ac:spMkLst>
            <pc:docMk/>
            <pc:sldMk cId="4092687721" sldId="441"/>
            <ac:spMk id="8" creationId="{CEE303D4-35FA-C10D-C859-0417DFD03E20}"/>
          </ac:spMkLst>
        </pc:spChg>
        <pc:spChg chg="del">
          <ac:chgData name="#JOHN TAN ZHU EN#" userId="9c038d62-e560-4ab3-ba62-0b2d27497b2c" providerId="ADAL" clId="{5C1BCBFD-8B58-4C86-A45C-C465C252E69B}" dt="2023-02-04T18:38:25.714" v="242" actId="478"/>
          <ac:spMkLst>
            <pc:docMk/>
            <pc:sldMk cId="4092687721" sldId="441"/>
            <ac:spMk id="9" creationId="{7A178CEE-D49F-E1B3-165D-E7289F30FA0A}"/>
          </ac:spMkLst>
        </pc:spChg>
        <pc:spChg chg="del">
          <ac:chgData name="#JOHN TAN ZHU EN#" userId="9c038d62-e560-4ab3-ba62-0b2d27497b2c" providerId="ADAL" clId="{5C1BCBFD-8B58-4C86-A45C-C465C252E69B}" dt="2023-02-04T18:38:25.714" v="242" actId="478"/>
          <ac:spMkLst>
            <pc:docMk/>
            <pc:sldMk cId="4092687721" sldId="441"/>
            <ac:spMk id="11" creationId="{766F1DAF-7578-BC2F-AA83-AEB48FC60D54}"/>
          </ac:spMkLst>
        </pc:spChg>
        <pc:spChg chg="add mod">
          <ac:chgData name="#JOHN TAN ZHU EN#" userId="9c038d62-e560-4ab3-ba62-0b2d27497b2c" providerId="ADAL" clId="{5C1BCBFD-8B58-4C86-A45C-C465C252E69B}" dt="2023-02-04T18:39:46.764" v="262" actId="14100"/>
          <ac:spMkLst>
            <pc:docMk/>
            <pc:sldMk cId="4092687721" sldId="441"/>
            <ac:spMk id="13" creationId="{9F23794C-756F-5F7E-DBFE-94B0E0CC0F21}"/>
          </ac:spMkLst>
        </pc:spChg>
        <pc:spChg chg="add mod">
          <ac:chgData name="#JOHN TAN ZHU EN#" userId="9c038d62-e560-4ab3-ba62-0b2d27497b2c" providerId="ADAL" clId="{5C1BCBFD-8B58-4C86-A45C-C465C252E69B}" dt="2023-02-04T18:39:56.098" v="264" actId="1076"/>
          <ac:spMkLst>
            <pc:docMk/>
            <pc:sldMk cId="4092687721" sldId="441"/>
            <ac:spMk id="14" creationId="{73C69FDD-AA98-4E9A-F0DF-8A4303C64026}"/>
          </ac:spMkLst>
        </pc:spChg>
        <pc:spChg chg="add mod">
          <ac:chgData name="#JOHN TAN ZHU EN#" userId="9c038d62-e560-4ab3-ba62-0b2d27497b2c" providerId="ADAL" clId="{5C1BCBFD-8B58-4C86-A45C-C465C252E69B}" dt="2023-02-04T18:40:02.103" v="266" actId="1076"/>
          <ac:spMkLst>
            <pc:docMk/>
            <pc:sldMk cId="4092687721" sldId="441"/>
            <ac:spMk id="15" creationId="{D356292A-7403-B66A-7C95-82932D58E32E}"/>
          </ac:spMkLst>
        </pc:spChg>
        <pc:spChg chg="del">
          <ac:chgData name="#JOHN TAN ZHU EN#" userId="9c038d62-e560-4ab3-ba62-0b2d27497b2c" providerId="ADAL" clId="{5C1BCBFD-8B58-4C86-A45C-C465C252E69B}" dt="2023-02-04T18:38:27.420" v="243" actId="478"/>
          <ac:spMkLst>
            <pc:docMk/>
            <pc:sldMk cId="4092687721" sldId="441"/>
            <ac:spMk id="18" creationId="{C48334E1-4C9C-8F07-5E6A-EC5C70B6EE84}"/>
          </ac:spMkLst>
        </pc:spChg>
        <pc:spChg chg="del">
          <ac:chgData name="#JOHN TAN ZHU EN#" userId="9c038d62-e560-4ab3-ba62-0b2d27497b2c" providerId="ADAL" clId="{5C1BCBFD-8B58-4C86-A45C-C465C252E69B}" dt="2023-02-04T18:38:25.714" v="242" actId="478"/>
          <ac:spMkLst>
            <pc:docMk/>
            <pc:sldMk cId="4092687721" sldId="441"/>
            <ac:spMk id="19" creationId="{AAB2068C-C8FD-5F10-0C9C-E8A85E29392C}"/>
          </ac:spMkLst>
        </pc:spChg>
        <pc:spChg chg="del">
          <ac:chgData name="#JOHN TAN ZHU EN#" userId="9c038d62-e560-4ab3-ba62-0b2d27497b2c" providerId="ADAL" clId="{5C1BCBFD-8B58-4C86-A45C-C465C252E69B}" dt="2023-02-04T18:38:23.070" v="241" actId="478"/>
          <ac:spMkLst>
            <pc:docMk/>
            <pc:sldMk cId="4092687721" sldId="441"/>
            <ac:spMk id="22" creationId="{31D4A94D-2742-1889-BE66-010AB27C1FE6}"/>
          </ac:spMkLst>
        </pc:spChg>
        <pc:graphicFrameChg chg="add mod modGraphic">
          <ac:chgData name="#JOHN TAN ZHU EN#" userId="9c038d62-e560-4ab3-ba62-0b2d27497b2c" providerId="ADAL" clId="{5C1BCBFD-8B58-4C86-A45C-C465C252E69B}" dt="2023-02-04T18:39:36.039" v="259" actId="1076"/>
          <ac:graphicFrameMkLst>
            <pc:docMk/>
            <pc:sldMk cId="4092687721" sldId="441"/>
            <ac:graphicFrameMk id="10" creationId="{A73DE19A-17B6-B03B-8142-7197FCC0FF49}"/>
          </ac:graphicFrameMkLst>
        </pc:graphicFrameChg>
        <pc:cxnChg chg="del">
          <ac:chgData name="#JOHN TAN ZHU EN#" userId="9c038d62-e560-4ab3-ba62-0b2d27497b2c" providerId="ADAL" clId="{5C1BCBFD-8B58-4C86-A45C-C465C252E69B}" dt="2023-02-04T18:38:25.714" v="242" actId="478"/>
          <ac:cxnSpMkLst>
            <pc:docMk/>
            <pc:sldMk cId="4092687721" sldId="441"/>
            <ac:cxnSpMk id="5" creationId="{D9D02AE0-BD4A-B951-16F8-55B61A44A0A2}"/>
          </ac:cxnSpMkLst>
        </pc:cxnChg>
        <pc:cxnChg chg="del">
          <ac:chgData name="#JOHN TAN ZHU EN#" userId="9c038d62-e560-4ab3-ba62-0b2d27497b2c" providerId="ADAL" clId="{5C1BCBFD-8B58-4C86-A45C-C465C252E69B}" dt="2023-02-04T18:38:25.714" v="242" actId="478"/>
          <ac:cxnSpMkLst>
            <pc:docMk/>
            <pc:sldMk cId="4092687721" sldId="441"/>
            <ac:cxnSpMk id="6" creationId="{1EAD4A0C-4BA2-77D6-57E1-1159BFA3A643}"/>
          </ac:cxnSpMkLst>
        </pc:cxnChg>
        <pc:cxnChg chg="del">
          <ac:chgData name="#JOHN TAN ZHU EN#" userId="9c038d62-e560-4ab3-ba62-0b2d27497b2c" providerId="ADAL" clId="{5C1BCBFD-8B58-4C86-A45C-C465C252E69B}" dt="2023-02-04T18:38:25.714" v="242" actId="478"/>
          <ac:cxnSpMkLst>
            <pc:docMk/>
            <pc:sldMk cId="4092687721" sldId="441"/>
            <ac:cxnSpMk id="12" creationId="{3B0D4FA2-2713-C580-D2D2-B15E89ED8E81}"/>
          </ac:cxnSpMkLst>
        </pc:cxnChg>
      </pc:sldChg>
      <pc:sldChg chg="addSp delSp modSp add mod delAnim modNotesTx">
        <pc:chgData name="#JOHN TAN ZHU EN#" userId="9c038d62-e560-4ab3-ba62-0b2d27497b2c" providerId="ADAL" clId="{5C1BCBFD-8B58-4C86-A45C-C465C252E69B}" dt="2023-02-04T18:46:42.329" v="331" actId="1076"/>
        <pc:sldMkLst>
          <pc:docMk/>
          <pc:sldMk cId="2091373070" sldId="442"/>
        </pc:sldMkLst>
        <pc:spChg chg="del mod">
          <ac:chgData name="#JOHN TAN ZHU EN#" userId="9c038d62-e560-4ab3-ba62-0b2d27497b2c" providerId="ADAL" clId="{5C1BCBFD-8B58-4C86-A45C-C465C252E69B}" dt="2023-02-04T18:42:20" v="276"/>
          <ac:spMkLst>
            <pc:docMk/>
            <pc:sldMk cId="2091373070" sldId="442"/>
            <ac:spMk id="3" creationId="{320BF643-695E-FCBC-E400-1A717E5D6CAA}"/>
          </ac:spMkLst>
        </pc:spChg>
        <pc:spChg chg="add mod">
          <ac:chgData name="#JOHN TAN ZHU EN#" userId="9c038d62-e560-4ab3-ba62-0b2d27497b2c" providerId="ADAL" clId="{5C1BCBFD-8B58-4C86-A45C-C465C252E69B}" dt="2023-02-04T18:46:37.421" v="330" actId="20577"/>
          <ac:spMkLst>
            <pc:docMk/>
            <pc:sldMk cId="2091373070" sldId="442"/>
            <ac:spMk id="4" creationId="{0B2E757D-E1EC-A596-38C2-580B339A0C33}"/>
          </ac:spMkLst>
        </pc:spChg>
        <pc:spChg chg="add mod">
          <ac:chgData name="#JOHN TAN ZHU EN#" userId="9c038d62-e560-4ab3-ba62-0b2d27497b2c" providerId="ADAL" clId="{5C1BCBFD-8B58-4C86-A45C-C465C252E69B}" dt="2023-02-04T18:45:34.600" v="309" actId="1076"/>
          <ac:spMkLst>
            <pc:docMk/>
            <pc:sldMk cId="2091373070" sldId="442"/>
            <ac:spMk id="12" creationId="{8E6106A2-38B1-8791-BE6B-3921152B327C}"/>
          </ac:spMkLst>
        </pc:spChg>
        <pc:spChg chg="del">
          <ac:chgData name="#JOHN TAN ZHU EN#" userId="9c038d62-e560-4ab3-ba62-0b2d27497b2c" providerId="ADAL" clId="{5C1BCBFD-8B58-4C86-A45C-C465C252E69B}" dt="2023-02-04T18:42:17.174" v="272" actId="478"/>
          <ac:spMkLst>
            <pc:docMk/>
            <pc:sldMk cId="2091373070" sldId="442"/>
            <ac:spMk id="13" creationId="{9F23794C-756F-5F7E-DBFE-94B0E0CC0F21}"/>
          </ac:spMkLst>
        </pc:spChg>
        <pc:spChg chg="del">
          <ac:chgData name="#JOHN TAN ZHU EN#" userId="9c038d62-e560-4ab3-ba62-0b2d27497b2c" providerId="ADAL" clId="{5C1BCBFD-8B58-4C86-A45C-C465C252E69B}" dt="2023-02-04T18:42:16.797" v="271" actId="478"/>
          <ac:spMkLst>
            <pc:docMk/>
            <pc:sldMk cId="2091373070" sldId="442"/>
            <ac:spMk id="14" creationId="{73C69FDD-AA98-4E9A-F0DF-8A4303C64026}"/>
          </ac:spMkLst>
        </pc:spChg>
        <pc:spChg chg="del mod">
          <ac:chgData name="#JOHN TAN ZHU EN#" userId="9c038d62-e560-4ab3-ba62-0b2d27497b2c" providerId="ADAL" clId="{5C1BCBFD-8B58-4C86-A45C-C465C252E69B}" dt="2023-02-04T18:42:16.440" v="270" actId="478"/>
          <ac:spMkLst>
            <pc:docMk/>
            <pc:sldMk cId="2091373070" sldId="442"/>
            <ac:spMk id="15" creationId="{D356292A-7403-B66A-7C95-82932D58E32E}"/>
          </ac:spMkLst>
        </pc:spChg>
        <pc:spChg chg="add mod">
          <ac:chgData name="#JOHN TAN ZHU EN#" userId="9c038d62-e560-4ab3-ba62-0b2d27497b2c" providerId="ADAL" clId="{5C1BCBFD-8B58-4C86-A45C-C465C252E69B}" dt="2023-02-04T18:46:05.167" v="318" actId="1076"/>
          <ac:spMkLst>
            <pc:docMk/>
            <pc:sldMk cId="2091373070" sldId="442"/>
            <ac:spMk id="17" creationId="{F3A0B7C3-A572-F541-FAF8-FE833FA064EA}"/>
          </ac:spMkLst>
        </pc:spChg>
        <pc:spChg chg="add mod">
          <ac:chgData name="#JOHN TAN ZHU EN#" userId="9c038d62-e560-4ab3-ba62-0b2d27497b2c" providerId="ADAL" clId="{5C1BCBFD-8B58-4C86-A45C-C465C252E69B}" dt="2023-02-04T18:46:42.329" v="331" actId="1076"/>
          <ac:spMkLst>
            <pc:docMk/>
            <pc:sldMk cId="2091373070" sldId="442"/>
            <ac:spMk id="18" creationId="{3E0F3916-B181-12BD-4CE2-FEF22BD855F8}"/>
          </ac:spMkLst>
        </pc:spChg>
        <pc:graphicFrameChg chg="add mod">
          <ac:chgData name="#JOHN TAN ZHU EN#" userId="9c038d62-e560-4ab3-ba62-0b2d27497b2c" providerId="ADAL" clId="{5C1BCBFD-8B58-4C86-A45C-C465C252E69B}" dt="2023-02-04T18:44:18.092" v="290" actId="14100"/>
          <ac:graphicFrameMkLst>
            <pc:docMk/>
            <pc:sldMk cId="2091373070" sldId="442"/>
            <ac:graphicFrameMk id="5" creationId="{C7FB55E3-A0D6-CC11-7431-2FFBFE0F41FA}"/>
          </ac:graphicFrameMkLst>
        </pc:graphicFrameChg>
        <pc:graphicFrameChg chg="add mod">
          <ac:chgData name="#JOHN TAN ZHU EN#" userId="9c038d62-e560-4ab3-ba62-0b2d27497b2c" providerId="ADAL" clId="{5C1BCBFD-8B58-4C86-A45C-C465C252E69B}" dt="2023-02-04T18:44:34.653" v="293" actId="1076"/>
          <ac:graphicFrameMkLst>
            <pc:docMk/>
            <pc:sldMk cId="2091373070" sldId="442"/>
            <ac:graphicFrameMk id="6" creationId="{5D2BF3C6-0570-EF4E-FD1A-A20E82128832}"/>
          </ac:graphicFrameMkLst>
        </pc:graphicFrameChg>
        <pc:graphicFrameChg chg="add mod">
          <ac:chgData name="#JOHN TAN ZHU EN#" userId="9c038d62-e560-4ab3-ba62-0b2d27497b2c" providerId="ADAL" clId="{5C1BCBFD-8B58-4C86-A45C-C465C252E69B}" dt="2023-02-04T18:44:45.502" v="297" actId="1076"/>
          <ac:graphicFrameMkLst>
            <pc:docMk/>
            <pc:sldMk cId="2091373070" sldId="442"/>
            <ac:graphicFrameMk id="9" creationId="{7B3B5F1D-F551-09EE-B2A4-9D8166AE7627}"/>
          </ac:graphicFrameMkLst>
        </pc:graphicFrameChg>
        <pc:graphicFrameChg chg="del">
          <ac:chgData name="#JOHN TAN ZHU EN#" userId="9c038d62-e560-4ab3-ba62-0b2d27497b2c" providerId="ADAL" clId="{5C1BCBFD-8B58-4C86-A45C-C465C252E69B}" dt="2023-02-04T18:42:15.562" v="268" actId="478"/>
          <ac:graphicFrameMkLst>
            <pc:docMk/>
            <pc:sldMk cId="2091373070" sldId="442"/>
            <ac:graphicFrameMk id="10" creationId="{A73DE19A-17B6-B03B-8142-7197FCC0FF49}"/>
          </ac:graphicFrameMkLst>
        </pc:graphicFrameChg>
        <pc:graphicFrameChg chg="add mod">
          <ac:chgData name="#JOHN TAN ZHU EN#" userId="9c038d62-e560-4ab3-ba62-0b2d27497b2c" providerId="ADAL" clId="{5C1BCBFD-8B58-4C86-A45C-C465C252E69B}" dt="2023-02-04T18:45:01.651" v="302" actId="1076"/>
          <ac:graphicFrameMkLst>
            <pc:docMk/>
            <pc:sldMk cId="2091373070" sldId="442"/>
            <ac:graphicFrameMk id="11" creationId="{DA47D10C-874B-ADA7-0026-0921388CA94D}"/>
          </ac:graphicFrameMkLst>
        </pc:graphicFrameChg>
      </pc:sldChg>
      <pc:sldChg chg="addSp delSp modSp add mod modAnim modNotesTx">
        <pc:chgData name="#JOHN TAN ZHU EN#" userId="9c038d62-e560-4ab3-ba62-0b2d27497b2c" providerId="ADAL" clId="{5C1BCBFD-8B58-4C86-A45C-C465C252E69B}" dt="2023-02-04T18:50:20.005" v="423" actId="1076"/>
        <pc:sldMkLst>
          <pc:docMk/>
          <pc:sldMk cId="347285931" sldId="443"/>
        </pc:sldMkLst>
        <pc:spChg chg="add mod">
          <ac:chgData name="#JOHN TAN ZHU EN#" userId="9c038d62-e560-4ab3-ba62-0b2d27497b2c" providerId="ADAL" clId="{5C1BCBFD-8B58-4C86-A45C-C465C252E69B}" dt="2023-02-04T18:49:33.255" v="413" actId="20577"/>
          <ac:spMkLst>
            <pc:docMk/>
            <pc:sldMk cId="347285931" sldId="443"/>
            <ac:spMk id="3" creationId="{F8DB10B9-24A9-D296-DC03-E4CD9C7DBB51}"/>
          </ac:spMkLst>
        </pc:spChg>
        <pc:spChg chg="del mod">
          <ac:chgData name="#JOHN TAN ZHU EN#" userId="9c038d62-e560-4ab3-ba62-0b2d27497b2c" providerId="ADAL" clId="{5C1BCBFD-8B58-4C86-A45C-C465C252E69B}" dt="2023-02-04T18:48:29.311" v="381" actId="478"/>
          <ac:spMkLst>
            <pc:docMk/>
            <pc:sldMk cId="347285931" sldId="443"/>
            <ac:spMk id="4" creationId="{0B2E757D-E1EC-A596-38C2-580B339A0C33}"/>
          </ac:spMkLst>
        </pc:spChg>
        <pc:spChg chg="mod">
          <ac:chgData name="#JOHN TAN ZHU EN#" userId="9c038d62-e560-4ab3-ba62-0b2d27497b2c" providerId="ADAL" clId="{5C1BCBFD-8B58-4C86-A45C-C465C252E69B}" dt="2023-02-04T18:48:08.662" v="369" actId="20577"/>
          <ac:spMkLst>
            <pc:docMk/>
            <pc:sldMk cId="347285931" sldId="443"/>
            <ac:spMk id="8" creationId="{CEE303D4-35FA-C10D-C859-0417DFD03E20}"/>
          </ac:spMkLst>
        </pc:spChg>
        <pc:spChg chg="del mod">
          <ac:chgData name="#JOHN TAN ZHU EN#" userId="9c038d62-e560-4ab3-ba62-0b2d27497b2c" providerId="ADAL" clId="{5C1BCBFD-8B58-4C86-A45C-C465C252E69B}" dt="2023-02-04T18:48:20.566" v="373" actId="478"/>
          <ac:spMkLst>
            <pc:docMk/>
            <pc:sldMk cId="347285931" sldId="443"/>
            <ac:spMk id="12" creationId="{8E6106A2-38B1-8791-BE6B-3921152B327C}"/>
          </ac:spMkLst>
        </pc:spChg>
        <pc:spChg chg="add mod">
          <ac:chgData name="#JOHN TAN ZHU EN#" userId="9c038d62-e560-4ab3-ba62-0b2d27497b2c" providerId="ADAL" clId="{5C1BCBFD-8B58-4C86-A45C-C465C252E69B}" dt="2023-02-04T18:49:46.538" v="415" actId="1076"/>
          <ac:spMkLst>
            <pc:docMk/>
            <pc:sldMk cId="347285931" sldId="443"/>
            <ac:spMk id="13" creationId="{5F576B04-C3EC-00BA-6CAD-D4A8C0DE2981}"/>
          </ac:spMkLst>
        </pc:spChg>
        <pc:spChg chg="add mod">
          <ac:chgData name="#JOHN TAN ZHU EN#" userId="9c038d62-e560-4ab3-ba62-0b2d27497b2c" providerId="ADAL" clId="{5C1BCBFD-8B58-4C86-A45C-C465C252E69B}" dt="2023-02-04T18:49:56.776" v="417" actId="1076"/>
          <ac:spMkLst>
            <pc:docMk/>
            <pc:sldMk cId="347285931" sldId="443"/>
            <ac:spMk id="14" creationId="{85EA3BE5-902B-8206-F683-25B793C8C8F3}"/>
          </ac:spMkLst>
        </pc:spChg>
        <pc:spChg chg="add mod">
          <ac:chgData name="#JOHN TAN ZHU EN#" userId="9c038d62-e560-4ab3-ba62-0b2d27497b2c" providerId="ADAL" clId="{5C1BCBFD-8B58-4C86-A45C-C465C252E69B}" dt="2023-02-04T18:50:04.872" v="419" actId="1076"/>
          <ac:spMkLst>
            <pc:docMk/>
            <pc:sldMk cId="347285931" sldId="443"/>
            <ac:spMk id="15" creationId="{16E0D935-C542-B073-368B-1EADC2C2B547}"/>
          </ac:spMkLst>
        </pc:spChg>
        <pc:spChg chg="add mod">
          <ac:chgData name="#JOHN TAN ZHU EN#" userId="9c038d62-e560-4ab3-ba62-0b2d27497b2c" providerId="ADAL" clId="{5C1BCBFD-8B58-4C86-A45C-C465C252E69B}" dt="2023-02-04T18:50:11.827" v="421" actId="1076"/>
          <ac:spMkLst>
            <pc:docMk/>
            <pc:sldMk cId="347285931" sldId="443"/>
            <ac:spMk id="16" creationId="{3CC37B83-5BC7-361D-C08C-5573C66123CE}"/>
          </ac:spMkLst>
        </pc:spChg>
        <pc:spChg chg="del">
          <ac:chgData name="#JOHN TAN ZHU EN#" userId="9c038d62-e560-4ab3-ba62-0b2d27497b2c" providerId="ADAL" clId="{5C1BCBFD-8B58-4C86-A45C-C465C252E69B}" dt="2023-02-04T18:48:19.550" v="371" actId="478"/>
          <ac:spMkLst>
            <pc:docMk/>
            <pc:sldMk cId="347285931" sldId="443"/>
            <ac:spMk id="17" creationId="{F3A0B7C3-A572-F541-FAF8-FE833FA064EA}"/>
          </ac:spMkLst>
        </pc:spChg>
        <pc:spChg chg="del">
          <ac:chgData name="#JOHN TAN ZHU EN#" userId="9c038d62-e560-4ab3-ba62-0b2d27497b2c" providerId="ADAL" clId="{5C1BCBFD-8B58-4C86-A45C-C465C252E69B}" dt="2023-02-04T18:48:18.975" v="370" actId="478"/>
          <ac:spMkLst>
            <pc:docMk/>
            <pc:sldMk cId="347285931" sldId="443"/>
            <ac:spMk id="18" creationId="{3E0F3916-B181-12BD-4CE2-FEF22BD855F8}"/>
          </ac:spMkLst>
        </pc:spChg>
        <pc:spChg chg="add mod">
          <ac:chgData name="#JOHN TAN ZHU EN#" userId="9c038d62-e560-4ab3-ba62-0b2d27497b2c" providerId="ADAL" clId="{5C1BCBFD-8B58-4C86-A45C-C465C252E69B}" dt="2023-02-04T18:50:20.005" v="423" actId="1076"/>
          <ac:spMkLst>
            <pc:docMk/>
            <pc:sldMk cId="347285931" sldId="443"/>
            <ac:spMk id="19" creationId="{2FBAF904-CDAB-0717-19D4-EC6588BD5485}"/>
          </ac:spMkLst>
        </pc:spChg>
        <pc:graphicFrameChg chg="del">
          <ac:chgData name="#JOHN TAN ZHU EN#" userId="9c038d62-e560-4ab3-ba62-0b2d27497b2c" providerId="ADAL" clId="{5C1BCBFD-8B58-4C86-A45C-C465C252E69B}" dt="2023-02-04T18:48:21.010" v="374" actId="478"/>
          <ac:graphicFrameMkLst>
            <pc:docMk/>
            <pc:sldMk cId="347285931" sldId="443"/>
            <ac:graphicFrameMk id="5" creationId="{C7FB55E3-A0D6-CC11-7431-2FFBFE0F41FA}"/>
          </ac:graphicFrameMkLst>
        </pc:graphicFrameChg>
        <pc:graphicFrameChg chg="del">
          <ac:chgData name="#JOHN TAN ZHU EN#" userId="9c038d62-e560-4ab3-ba62-0b2d27497b2c" providerId="ADAL" clId="{5C1BCBFD-8B58-4C86-A45C-C465C252E69B}" dt="2023-02-04T18:48:21.476" v="375" actId="478"/>
          <ac:graphicFrameMkLst>
            <pc:docMk/>
            <pc:sldMk cId="347285931" sldId="443"/>
            <ac:graphicFrameMk id="6" creationId="{5D2BF3C6-0570-EF4E-FD1A-A20E82128832}"/>
          </ac:graphicFrameMkLst>
        </pc:graphicFrameChg>
        <pc:graphicFrameChg chg="del">
          <ac:chgData name="#JOHN TAN ZHU EN#" userId="9c038d62-e560-4ab3-ba62-0b2d27497b2c" providerId="ADAL" clId="{5C1BCBFD-8B58-4C86-A45C-C465C252E69B}" dt="2023-02-04T18:48:21.832" v="376" actId="478"/>
          <ac:graphicFrameMkLst>
            <pc:docMk/>
            <pc:sldMk cId="347285931" sldId="443"/>
            <ac:graphicFrameMk id="9" creationId="{7B3B5F1D-F551-09EE-B2A4-9D8166AE7627}"/>
          </ac:graphicFrameMkLst>
        </pc:graphicFrameChg>
        <pc:graphicFrameChg chg="add mod">
          <ac:chgData name="#JOHN TAN ZHU EN#" userId="9c038d62-e560-4ab3-ba62-0b2d27497b2c" providerId="ADAL" clId="{5C1BCBFD-8B58-4C86-A45C-C465C252E69B}" dt="2023-02-04T18:49:09.902" v="391" actId="1076"/>
          <ac:graphicFrameMkLst>
            <pc:docMk/>
            <pc:sldMk cId="347285931" sldId="443"/>
            <ac:graphicFrameMk id="10" creationId="{13E33662-13CD-25EA-F4A2-BACED22096C4}"/>
          </ac:graphicFrameMkLst>
        </pc:graphicFrameChg>
        <pc:graphicFrameChg chg="del">
          <ac:chgData name="#JOHN TAN ZHU EN#" userId="9c038d62-e560-4ab3-ba62-0b2d27497b2c" providerId="ADAL" clId="{5C1BCBFD-8B58-4C86-A45C-C465C252E69B}" dt="2023-02-04T18:48:22.647" v="377" actId="478"/>
          <ac:graphicFrameMkLst>
            <pc:docMk/>
            <pc:sldMk cId="347285931" sldId="443"/>
            <ac:graphicFrameMk id="11" creationId="{DA47D10C-874B-ADA7-0026-0921388CA94D}"/>
          </ac:graphicFrameMkLst>
        </pc:graphicFrameChg>
      </pc:sldChg>
      <pc:sldChg chg="addSp delSp modSp add del mod delAnim">
        <pc:chgData name="#JOHN TAN ZHU EN#" userId="9c038d62-e560-4ab3-ba62-0b2d27497b2c" providerId="ADAL" clId="{5C1BCBFD-8B58-4C86-A45C-C465C252E69B}" dt="2023-02-04T20:55:28.825" v="824" actId="47"/>
        <pc:sldMkLst>
          <pc:docMk/>
          <pc:sldMk cId="4212888094" sldId="444"/>
        </pc:sldMkLst>
        <pc:spChg chg="mod">
          <ac:chgData name="#JOHN TAN ZHU EN#" userId="9c038d62-e560-4ab3-ba62-0b2d27497b2c" providerId="ADAL" clId="{5C1BCBFD-8B58-4C86-A45C-C465C252E69B}" dt="2023-02-04T18:55:59.018" v="447" actId="255"/>
          <ac:spMkLst>
            <pc:docMk/>
            <pc:sldMk cId="4212888094" sldId="444"/>
            <ac:spMk id="3" creationId="{F8DB10B9-24A9-D296-DC03-E4CD9C7DBB51}"/>
          </ac:spMkLst>
        </pc:spChg>
        <pc:spChg chg="mod">
          <ac:chgData name="#JOHN TAN ZHU EN#" userId="9c038d62-e560-4ab3-ba62-0b2d27497b2c" providerId="ADAL" clId="{5C1BCBFD-8B58-4C86-A45C-C465C252E69B}" dt="2023-02-04T18:57:33.644" v="453"/>
          <ac:spMkLst>
            <pc:docMk/>
            <pc:sldMk cId="4212888094" sldId="444"/>
            <ac:spMk id="6" creationId="{E60C534B-FA30-D630-1D95-AA9BFFE49C40}"/>
          </ac:spMkLst>
        </pc:spChg>
        <pc:spChg chg="mod">
          <ac:chgData name="#JOHN TAN ZHU EN#" userId="9c038d62-e560-4ab3-ba62-0b2d27497b2c" providerId="ADAL" clId="{5C1BCBFD-8B58-4C86-A45C-C465C252E69B}" dt="2023-02-04T18:55:34.750" v="443" actId="20577"/>
          <ac:spMkLst>
            <pc:docMk/>
            <pc:sldMk cId="4212888094" sldId="444"/>
            <ac:spMk id="8" creationId="{CEE303D4-35FA-C10D-C859-0417DFD03E20}"/>
          </ac:spMkLst>
        </pc:spChg>
        <pc:spChg chg="mod">
          <ac:chgData name="#JOHN TAN ZHU EN#" userId="9c038d62-e560-4ab3-ba62-0b2d27497b2c" providerId="ADAL" clId="{5C1BCBFD-8B58-4C86-A45C-C465C252E69B}" dt="2023-02-04T18:57:33.644" v="453"/>
          <ac:spMkLst>
            <pc:docMk/>
            <pc:sldMk cId="4212888094" sldId="444"/>
            <ac:spMk id="9" creationId="{4C44EF53-1A45-295A-4883-D7FE7E9EC896}"/>
          </ac:spMkLst>
        </pc:spChg>
        <pc:spChg chg="mod">
          <ac:chgData name="#JOHN TAN ZHU EN#" userId="9c038d62-e560-4ab3-ba62-0b2d27497b2c" providerId="ADAL" clId="{5C1BCBFD-8B58-4C86-A45C-C465C252E69B}" dt="2023-02-04T18:57:41.244" v="455" actId="1076"/>
          <ac:spMkLst>
            <pc:docMk/>
            <pc:sldMk cId="4212888094" sldId="444"/>
            <ac:spMk id="11" creationId="{8374D79A-E449-F563-35BE-6BAC11629B74}"/>
          </ac:spMkLst>
        </pc:spChg>
        <pc:spChg chg="mod">
          <ac:chgData name="#JOHN TAN ZHU EN#" userId="9c038d62-e560-4ab3-ba62-0b2d27497b2c" providerId="ADAL" clId="{5C1BCBFD-8B58-4C86-A45C-C465C252E69B}" dt="2023-02-04T18:57:33.644" v="453"/>
          <ac:spMkLst>
            <pc:docMk/>
            <pc:sldMk cId="4212888094" sldId="444"/>
            <ac:spMk id="12" creationId="{D1674B1D-4B96-C8EB-B84D-6A3D096A8F25}"/>
          </ac:spMkLst>
        </pc:spChg>
        <pc:spChg chg="del">
          <ac:chgData name="#JOHN TAN ZHU EN#" userId="9c038d62-e560-4ab3-ba62-0b2d27497b2c" providerId="ADAL" clId="{5C1BCBFD-8B58-4C86-A45C-C465C252E69B}" dt="2023-02-04T18:56:03.530" v="448" actId="478"/>
          <ac:spMkLst>
            <pc:docMk/>
            <pc:sldMk cId="4212888094" sldId="444"/>
            <ac:spMk id="13" creationId="{5F576B04-C3EC-00BA-6CAD-D4A8C0DE2981}"/>
          </ac:spMkLst>
        </pc:spChg>
        <pc:spChg chg="del">
          <ac:chgData name="#JOHN TAN ZHU EN#" userId="9c038d62-e560-4ab3-ba62-0b2d27497b2c" providerId="ADAL" clId="{5C1BCBFD-8B58-4C86-A45C-C465C252E69B}" dt="2023-02-04T18:56:04.170" v="449" actId="478"/>
          <ac:spMkLst>
            <pc:docMk/>
            <pc:sldMk cId="4212888094" sldId="444"/>
            <ac:spMk id="14" creationId="{85EA3BE5-902B-8206-F683-25B793C8C8F3}"/>
          </ac:spMkLst>
        </pc:spChg>
        <pc:spChg chg="del">
          <ac:chgData name="#JOHN TAN ZHU EN#" userId="9c038d62-e560-4ab3-ba62-0b2d27497b2c" providerId="ADAL" clId="{5C1BCBFD-8B58-4C86-A45C-C465C252E69B}" dt="2023-02-04T18:56:04.656" v="450" actId="478"/>
          <ac:spMkLst>
            <pc:docMk/>
            <pc:sldMk cId="4212888094" sldId="444"/>
            <ac:spMk id="15" creationId="{16E0D935-C542-B073-368B-1EADC2C2B547}"/>
          </ac:spMkLst>
        </pc:spChg>
        <pc:spChg chg="del">
          <ac:chgData name="#JOHN TAN ZHU EN#" userId="9c038d62-e560-4ab3-ba62-0b2d27497b2c" providerId="ADAL" clId="{5C1BCBFD-8B58-4C86-A45C-C465C252E69B}" dt="2023-02-04T18:56:05.077" v="451" actId="478"/>
          <ac:spMkLst>
            <pc:docMk/>
            <pc:sldMk cId="4212888094" sldId="444"/>
            <ac:spMk id="16" creationId="{3CC37B83-5BC7-361D-C08C-5573C66123CE}"/>
          </ac:spMkLst>
        </pc:spChg>
        <pc:spChg chg="mod">
          <ac:chgData name="#JOHN TAN ZHU EN#" userId="9c038d62-e560-4ab3-ba62-0b2d27497b2c" providerId="ADAL" clId="{5C1BCBFD-8B58-4C86-A45C-C465C252E69B}" dt="2023-02-04T18:57:33.644" v="453"/>
          <ac:spMkLst>
            <pc:docMk/>
            <pc:sldMk cId="4212888094" sldId="444"/>
            <ac:spMk id="17" creationId="{07DB5AF4-CC49-04C6-0A14-900080DE2910}"/>
          </ac:spMkLst>
        </pc:spChg>
        <pc:spChg chg="del">
          <ac:chgData name="#JOHN TAN ZHU EN#" userId="9c038d62-e560-4ab3-ba62-0b2d27497b2c" providerId="ADAL" clId="{5C1BCBFD-8B58-4C86-A45C-C465C252E69B}" dt="2023-02-04T18:56:05.500" v="452" actId="478"/>
          <ac:spMkLst>
            <pc:docMk/>
            <pc:sldMk cId="4212888094" sldId="444"/>
            <ac:spMk id="19" creationId="{2FBAF904-CDAB-0717-19D4-EC6588BD5485}"/>
          </ac:spMkLst>
        </pc:spChg>
        <pc:grpChg chg="add mod">
          <ac:chgData name="#JOHN TAN ZHU EN#" userId="9c038d62-e560-4ab3-ba62-0b2d27497b2c" providerId="ADAL" clId="{5C1BCBFD-8B58-4C86-A45C-C465C252E69B}" dt="2023-02-04T18:57:36.110" v="454" actId="14100"/>
          <ac:grpSpMkLst>
            <pc:docMk/>
            <pc:sldMk cId="4212888094" sldId="444"/>
            <ac:grpSpMk id="2" creationId="{F0BB52B1-7FA0-5853-45DB-82324D7F9BB3}"/>
          </ac:grpSpMkLst>
        </pc:grpChg>
        <pc:graphicFrameChg chg="del">
          <ac:chgData name="#JOHN TAN ZHU EN#" userId="9c038d62-e560-4ab3-ba62-0b2d27497b2c" providerId="ADAL" clId="{5C1BCBFD-8B58-4C86-A45C-C465C252E69B}" dt="2023-02-04T18:55:41.446" v="444" actId="478"/>
          <ac:graphicFrameMkLst>
            <pc:docMk/>
            <pc:sldMk cId="4212888094" sldId="444"/>
            <ac:graphicFrameMk id="10" creationId="{13E33662-13CD-25EA-F4A2-BACED22096C4}"/>
          </ac:graphicFrameMkLst>
        </pc:graphicFrameChg>
        <pc:cxnChg chg="mod">
          <ac:chgData name="#JOHN TAN ZHU EN#" userId="9c038d62-e560-4ab3-ba62-0b2d27497b2c" providerId="ADAL" clId="{5C1BCBFD-8B58-4C86-A45C-C465C252E69B}" dt="2023-02-04T18:57:33.644" v="453"/>
          <ac:cxnSpMkLst>
            <pc:docMk/>
            <pc:sldMk cId="4212888094" sldId="444"/>
            <ac:cxnSpMk id="4" creationId="{9D95ECDC-937C-447D-4C3B-C5C41F8EA984}"/>
          </ac:cxnSpMkLst>
        </pc:cxnChg>
        <pc:cxnChg chg="mod">
          <ac:chgData name="#JOHN TAN ZHU EN#" userId="9c038d62-e560-4ab3-ba62-0b2d27497b2c" providerId="ADAL" clId="{5C1BCBFD-8B58-4C86-A45C-C465C252E69B}" dt="2023-02-04T18:57:33.644" v="453"/>
          <ac:cxnSpMkLst>
            <pc:docMk/>
            <pc:sldMk cId="4212888094" sldId="444"/>
            <ac:cxnSpMk id="5" creationId="{CA3FF205-8C70-7A7A-2DE7-095DCBDF5CCD}"/>
          </ac:cxnSpMkLst>
        </pc:cxnChg>
      </pc:sldChg>
      <pc:sldChg chg="addSp delSp modSp add del mod modNotesTx">
        <pc:chgData name="#JOHN TAN ZHU EN#" userId="9c038d62-e560-4ab3-ba62-0b2d27497b2c" providerId="ADAL" clId="{5C1BCBFD-8B58-4C86-A45C-C465C252E69B}" dt="2023-02-04T20:55:29.234" v="825" actId="47"/>
        <pc:sldMkLst>
          <pc:docMk/>
          <pc:sldMk cId="3315885274" sldId="445"/>
        </pc:sldMkLst>
        <pc:spChg chg="mod">
          <ac:chgData name="#JOHN TAN ZHU EN#" userId="9c038d62-e560-4ab3-ba62-0b2d27497b2c" providerId="ADAL" clId="{5C1BCBFD-8B58-4C86-A45C-C465C252E69B}" dt="2023-02-04T19:19:43.788" v="512" actId="14100"/>
          <ac:spMkLst>
            <pc:docMk/>
            <pc:sldMk cId="3315885274" sldId="445"/>
            <ac:spMk id="3" creationId="{F8DB10B9-24A9-D296-DC03-E4CD9C7DBB51}"/>
          </ac:spMkLst>
        </pc:spChg>
        <pc:spChg chg="mod">
          <ac:chgData name="#JOHN TAN ZHU EN#" userId="9c038d62-e560-4ab3-ba62-0b2d27497b2c" providerId="ADAL" clId="{5C1BCBFD-8B58-4C86-A45C-C465C252E69B}" dt="2023-02-04T19:19:26.393" v="509" actId="20577"/>
          <ac:spMkLst>
            <pc:docMk/>
            <pc:sldMk cId="3315885274" sldId="445"/>
            <ac:spMk id="8" creationId="{CEE303D4-35FA-C10D-C859-0417DFD03E20}"/>
          </ac:spMkLst>
        </pc:spChg>
        <pc:grpChg chg="del">
          <ac:chgData name="#JOHN TAN ZHU EN#" userId="9c038d62-e560-4ab3-ba62-0b2d27497b2c" providerId="ADAL" clId="{5C1BCBFD-8B58-4C86-A45C-C465C252E69B}" dt="2023-02-04T19:19:47.511" v="513" actId="478"/>
          <ac:grpSpMkLst>
            <pc:docMk/>
            <pc:sldMk cId="3315885274" sldId="445"/>
            <ac:grpSpMk id="2" creationId="{F0BB52B1-7FA0-5853-45DB-82324D7F9BB3}"/>
          </ac:grpSpMkLst>
        </pc:grpChg>
        <pc:graphicFrameChg chg="add mod modGraphic">
          <ac:chgData name="#JOHN TAN ZHU EN#" userId="9c038d62-e560-4ab3-ba62-0b2d27497b2c" providerId="ADAL" clId="{5C1BCBFD-8B58-4C86-A45C-C465C252E69B}" dt="2023-02-04T19:20:04.833" v="516" actId="1076"/>
          <ac:graphicFrameMkLst>
            <pc:docMk/>
            <pc:sldMk cId="3315885274" sldId="445"/>
            <ac:graphicFrameMk id="10" creationId="{DA4AA9C2-56A0-F40E-C17B-4943749AD608}"/>
          </ac:graphicFrameMkLst>
        </pc:graphicFrameChg>
      </pc:sldChg>
      <pc:sldChg chg="addSp delSp modSp add del mod modAnim modNotesTx">
        <pc:chgData name="#JOHN TAN ZHU EN#" userId="9c038d62-e560-4ab3-ba62-0b2d27497b2c" providerId="ADAL" clId="{5C1BCBFD-8B58-4C86-A45C-C465C252E69B}" dt="2023-02-04T20:55:29.659" v="826" actId="47"/>
        <pc:sldMkLst>
          <pc:docMk/>
          <pc:sldMk cId="4028851198" sldId="446"/>
        </pc:sldMkLst>
        <pc:spChg chg="mod">
          <ac:chgData name="#JOHN TAN ZHU EN#" userId="9c038d62-e560-4ab3-ba62-0b2d27497b2c" providerId="ADAL" clId="{5C1BCBFD-8B58-4C86-A45C-C465C252E69B}" dt="2023-02-04T19:21:08.445" v="561" actId="20577"/>
          <ac:spMkLst>
            <pc:docMk/>
            <pc:sldMk cId="4028851198" sldId="446"/>
            <ac:spMk id="3" creationId="{F8DB10B9-24A9-D296-DC03-E4CD9C7DBB51}"/>
          </ac:spMkLst>
        </pc:spChg>
        <pc:spChg chg="add mod">
          <ac:chgData name="#JOHN TAN ZHU EN#" userId="9c038d62-e560-4ab3-ba62-0b2d27497b2c" providerId="ADAL" clId="{5C1BCBFD-8B58-4C86-A45C-C465C252E69B}" dt="2023-02-04T19:24:31.805" v="583" actId="14100"/>
          <ac:spMkLst>
            <pc:docMk/>
            <pc:sldMk cId="4028851198" sldId="446"/>
            <ac:spMk id="5" creationId="{8A16B599-6E28-8217-6982-88BACEBEC128}"/>
          </ac:spMkLst>
        </pc:spChg>
        <pc:spChg chg="add mod">
          <ac:chgData name="#JOHN TAN ZHU EN#" userId="9c038d62-e560-4ab3-ba62-0b2d27497b2c" providerId="ADAL" clId="{5C1BCBFD-8B58-4C86-A45C-C465C252E69B}" dt="2023-02-04T19:22:17.812" v="568" actId="14100"/>
          <ac:spMkLst>
            <pc:docMk/>
            <pc:sldMk cId="4028851198" sldId="446"/>
            <ac:spMk id="6" creationId="{961581E7-1AC3-6F32-BD06-619901AD8356}"/>
          </ac:spMkLst>
        </pc:spChg>
        <pc:spChg chg="add mod">
          <ac:chgData name="#JOHN TAN ZHU EN#" userId="9c038d62-e560-4ab3-ba62-0b2d27497b2c" providerId="ADAL" clId="{5C1BCBFD-8B58-4C86-A45C-C465C252E69B}" dt="2023-02-04T19:22:17.812" v="568" actId="14100"/>
          <ac:spMkLst>
            <pc:docMk/>
            <pc:sldMk cId="4028851198" sldId="446"/>
            <ac:spMk id="9" creationId="{40F3556F-7A65-F94E-4CD7-925539A4AB56}"/>
          </ac:spMkLst>
        </pc:spChg>
        <pc:spChg chg="add mod">
          <ac:chgData name="#JOHN TAN ZHU EN#" userId="9c038d62-e560-4ab3-ba62-0b2d27497b2c" providerId="ADAL" clId="{5C1BCBFD-8B58-4C86-A45C-C465C252E69B}" dt="2023-02-04T19:22:17.812" v="568" actId="14100"/>
          <ac:spMkLst>
            <pc:docMk/>
            <pc:sldMk cId="4028851198" sldId="446"/>
            <ac:spMk id="12" creationId="{B6CBF145-BFBF-7417-D9C4-7874E1D0BF0D}"/>
          </ac:spMkLst>
        </pc:spChg>
        <pc:spChg chg="add mod">
          <ac:chgData name="#JOHN TAN ZHU EN#" userId="9c038d62-e560-4ab3-ba62-0b2d27497b2c" providerId="ADAL" clId="{5C1BCBFD-8B58-4C86-A45C-C465C252E69B}" dt="2023-02-04T19:22:17.812" v="568" actId="14100"/>
          <ac:spMkLst>
            <pc:docMk/>
            <pc:sldMk cId="4028851198" sldId="446"/>
            <ac:spMk id="13" creationId="{0DD011F2-290F-C431-3A28-10B14DD18EEB}"/>
          </ac:spMkLst>
        </pc:spChg>
        <pc:spChg chg="add mod">
          <ac:chgData name="#JOHN TAN ZHU EN#" userId="9c038d62-e560-4ab3-ba62-0b2d27497b2c" providerId="ADAL" clId="{5C1BCBFD-8B58-4C86-A45C-C465C252E69B}" dt="2023-02-04T19:22:17.812" v="568" actId="14100"/>
          <ac:spMkLst>
            <pc:docMk/>
            <pc:sldMk cId="4028851198" sldId="446"/>
            <ac:spMk id="14" creationId="{51D7234D-D162-84DE-5BF3-379B4BFBBA88}"/>
          </ac:spMkLst>
        </pc:spChg>
        <pc:spChg chg="add mod">
          <ac:chgData name="#JOHN TAN ZHU EN#" userId="9c038d62-e560-4ab3-ba62-0b2d27497b2c" providerId="ADAL" clId="{5C1BCBFD-8B58-4C86-A45C-C465C252E69B}" dt="2023-02-04T19:22:17.812" v="568" actId="14100"/>
          <ac:spMkLst>
            <pc:docMk/>
            <pc:sldMk cId="4028851198" sldId="446"/>
            <ac:spMk id="15" creationId="{1C3CF595-ED07-FD40-5A7B-A69465D84A7D}"/>
          </ac:spMkLst>
        </pc:spChg>
        <pc:spChg chg="add mod">
          <ac:chgData name="#JOHN TAN ZHU EN#" userId="9c038d62-e560-4ab3-ba62-0b2d27497b2c" providerId="ADAL" clId="{5C1BCBFD-8B58-4C86-A45C-C465C252E69B}" dt="2023-02-04T19:24:27.336" v="581" actId="1076"/>
          <ac:spMkLst>
            <pc:docMk/>
            <pc:sldMk cId="4028851198" sldId="446"/>
            <ac:spMk id="21" creationId="{A378BD65-E046-AC3D-FD4E-5D76E24FE118}"/>
          </ac:spMkLst>
        </pc:spChg>
        <pc:spChg chg="add mod">
          <ac:chgData name="#JOHN TAN ZHU EN#" userId="9c038d62-e560-4ab3-ba62-0b2d27497b2c" providerId="ADAL" clId="{5C1BCBFD-8B58-4C86-A45C-C465C252E69B}" dt="2023-02-04T19:22:59.447" v="575" actId="14100"/>
          <ac:spMkLst>
            <pc:docMk/>
            <pc:sldMk cId="4028851198" sldId="446"/>
            <ac:spMk id="22" creationId="{A0A5DFC8-5523-3490-7116-837460F3A4CA}"/>
          </ac:spMkLst>
        </pc:spChg>
        <pc:spChg chg="add mod">
          <ac:chgData name="#JOHN TAN ZHU EN#" userId="9c038d62-e560-4ab3-ba62-0b2d27497b2c" providerId="ADAL" clId="{5C1BCBFD-8B58-4C86-A45C-C465C252E69B}" dt="2023-02-04T19:24:18.280" v="579" actId="1076"/>
          <ac:spMkLst>
            <pc:docMk/>
            <pc:sldMk cId="4028851198" sldId="446"/>
            <ac:spMk id="23" creationId="{2CF3267F-44B9-5553-3AFF-AE69AD746F59}"/>
          </ac:spMkLst>
        </pc:spChg>
        <pc:graphicFrameChg chg="del modGraphic">
          <ac:chgData name="#JOHN TAN ZHU EN#" userId="9c038d62-e560-4ab3-ba62-0b2d27497b2c" providerId="ADAL" clId="{5C1BCBFD-8B58-4C86-A45C-C465C252E69B}" dt="2023-02-04T19:20:53.313" v="521" actId="478"/>
          <ac:graphicFrameMkLst>
            <pc:docMk/>
            <pc:sldMk cId="4028851198" sldId="446"/>
            <ac:graphicFrameMk id="10" creationId="{DA4AA9C2-56A0-F40E-C17B-4943749AD608}"/>
          </ac:graphicFrameMkLst>
        </pc:graphicFrameChg>
        <pc:cxnChg chg="add mod">
          <ac:chgData name="#JOHN TAN ZHU EN#" userId="9c038d62-e560-4ab3-ba62-0b2d27497b2c" providerId="ADAL" clId="{5C1BCBFD-8B58-4C86-A45C-C465C252E69B}" dt="2023-02-04T19:26:34.018" v="587" actId="14100"/>
          <ac:cxnSpMkLst>
            <pc:docMk/>
            <pc:sldMk cId="4028851198" sldId="446"/>
            <ac:cxnSpMk id="2" creationId="{706EA02B-A07F-0C00-A4ED-48EAE0A16FD7}"/>
          </ac:cxnSpMkLst>
        </pc:cxnChg>
        <pc:cxnChg chg="add mod">
          <ac:chgData name="#JOHN TAN ZHU EN#" userId="9c038d62-e560-4ab3-ba62-0b2d27497b2c" providerId="ADAL" clId="{5C1BCBFD-8B58-4C86-A45C-C465C252E69B}" dt="2023-02-04T19:22:29.220" v="570" actId="14100"/>
          <ac:cxnSpMkLst>
            <pc:docMk/>
            <pc:sldMk cId="4028851198" sldId="446"/>
            <ac:cxnSpMk id="4" creationId="{7CD269C2-AC72-A03A-04E0-EA19C2AA1242}"/>
          </ac:cxnSpMkLst>
        </pc:cxnChg>
        <pc:cxnChg chg="add mod">
          <ac:chgData name="#JOHN TAN ZHU EN#" userId="9c038d62-e560-4ab3-ba62-0b2d27497b2c" providerId="ADAL" clId="{5C1BCBFD-8B58-4C86-A45C-C465C252E69B}" dt="2023-02-04T19:26:20.932" v="586" actId="14100"/>
          <ac:cxnSpMkLst>
            <pc:docMk/>
            <pc:sldMk cId="4028851198" sldId="446"/>
            <ac:cxnSpMk id="11" creationId="{51F6FCF3-2F47-41D4-37FE-391DE329E7D4}"/>
          </ac:cxnSpMkLst>
        </pc:cxnChg>
        <pc:cxnChg chg="add mod">
          <ac:chgData name="#JOHN TAN ZHU EN#" userId="9c038d62-e560-4ab3-ba62-0b2d27497b2c" providerId="ADAL" clId="{5C1BCBFD-8B58-4C86-A45C-C465C252E69B}" dt="2023-02-04T19:22:17.812" v="568" actId="14100"/>
          <ac:cxnSpMkLst>
            <pc:docMk/>
            <pc:sldMk cId="4028851198" sldId="446"/>
            <ac:cxnSpMk id="16" creationId="{D2BE4499-51D1-03A6-B704-F11086A3A854}"/>
          </ac:cxnSpMkLst>
        </pc:cxnChg>
        <pc:cxnChg chg="add mod">
          <ac:chgData name="#JOHN TAN ZHU EN#" userId="9c038d62-e560-4ab3-ba62-0b2d27497b2c" providerId="ADAL" clId="{5C1BCBFD-8B58-4C86-A45C-C465C252E69B}" dt="2023-02-04T19:22:17.812" v="568" actId="14100"/>
          <ac:cxnSpMkLst>
            <pc:docMk/>
            <pc:sldMk cId="4028851198" sldId="446"/>
            <ac:cxnSpMk id="17" creationId="{9F829932-EF8E-E21A-D373-BACF1E371547}"/>
          </ac:cxnSpMkLst>
        </pc:cxnChg>
      </pc:sldChg>
      <pc:sldChg chg="delSp modSp add del mod ord modNotesTx">
        <pc:chgData name="#JOHN TAN ZHU EN#" userId="9c038d62-e560-4ab3-ba62-0b2d27497b2c" providerId="ADAL" clId="{5C1BCBFD-8B58-4C86-A45C-C465C252E69B}" dt="2023-02-04T20:55:30.097" v="827" actId="47"/>
        <pc:sldMkLst>
          <pc:docMk/>
          <pc:sldMk cId="3094326729" sldId="447"/>
        </pc:sldMkLst>
        <pc:spChg chg="mod">
          <ac:chgData name="#JOHN TAN ZHU EN#" userId="9c038d62-e560-4ab3-ba62-0b2d27497b2c" providerId="ADAL" clId="{5C1BCBFD-8B58-4C86-A45C-C465C252E69B}" dt="2023-02-04T20:26:59.454" v="596" actId="14100"/>
          <ac:spMkLst>
            <pc:docMk/>
            <pc:sldMk cId="3094326729" sldId="447"/>
            <ac:spMk id="3" creationId="{F8DB10B9-24A9-D296-DC03-E4CD9C7DBB51}"/>
          </ac:spMkLst>
        </pc:spChg>
        <pc:graphicFrameChg chg="del">
          <ac:chgData name="#JOHN TAN ZHU EN#" userId="9c038d62-e560-4ab3-ba62-0b2d27497b2c" providerId="ADAL" clId="{5C1BCBFD-8B58-4C86-A45C-C465C252E69B}" dt="2023-02-04T19:27:03.543" v="591" actId="478"/>
          <ac:graphicFrameMkLst>
            <pc:docMk/>
            <pc:sldMk cId="3094326729" sldId="447"/>
            <ac:graphicFrameMk id="10" creationId="{DA4AA9C2-56A0-F40E-C17B-4943749AD608}"/>
          </ac:graphicFrameMkLst>
        </pc:graphicFrameChg>
      </pc:sldChg>
      <pc:sldChg chg="addSp delSp modSp add del mod modNotesTx">
        <pc:chgData name="#JOHN TAN ZHU EN#" userId="9c038d62-e560-4ab3-ba62-0b2d27497b2c" providerId="ADAL" clId="{5C1BCBFD-8B58-4C86-A45C-C465C252E69B}" dt="2023-02-04T20:55:30.516" v="828" actId="47"/>
        <pc:sldMkLst>
          <pc:docMk/>
          <pc:sldMk cId="3460283768" sldId="448"/>
        </pc:sldMkLst>
        <pc:spChg chg="mod">
          <ac:chgData name="#JOHN TAN ZHU EN#" userId="9c038d62-e560-4ab3-ba62-0b2d27497b2c" providerId="ADAL" clId="{5C1BCBFD-8B58-4C86-A45C-C465C252E69B}" dt="2023-02-04T20:28:29.892" v="612" actId="1076"/>
          <ac:spMkLst>
            <pc:docMk/>
            <pc:sldMk cId="3460283768" sldId="448"/>
            <ac:spMk id="3" creationId="{F8DB10B9-24A9-D296-DC03-E4CD9C7DBB51}"/>
          </ac:spMkLst>
        </pc:spChg>
        <pc:spChg chg="add del">
          <ac:chgData name="#JOHN TAN ZHU EN#" userId="9c038d62-e560-4ab3-ba62-0b2d27497b2c" providerId="ADAL" clId="{5C1BCBFD-8B58-4C86-A45C-C465C252E69B}" dt="2023-02-04T20:27:55.797" v="604" actId="22"/>
          <ac:spMkLst>
            <pc:docMk/>
            <pc:sldMk cId="3460283768" sldId="448"/>
            <ac:spMk id="4" creationId="{9037FE0A-1D9D-5B41-B4AF-025A1E8A3ED6}"/>
          </ac:spMkLst>
        </pc:spChg>
        <pc:spChg chg="add mod">
          <ac:chgData name="#JOHN TAN ZHU EN#" userId="9c038d62-e560-4ab3-ba62-0b2d27497b2c" providerId="ADAL" clId="{5C1BCBFD-8B58-4C86-A45C-C465C252E69B}" dt="2023-02-04T20:28:25.464" v="611" actId="1076"/>
          <ac:spMkLst>
            <pc:docMk/>
            <pc:sldMk cId="3460283768" sldId="448"/>
            <ac:spMk id="6" creationId="{14E97011-5191-55BD-DF7D-75ABE2578B08}"/>
          </ac:spMkLst>
        </pc:spChg>
      </pc:sldChg>
      <pc:sldChg chg="addSp delSp modSp add del mod ord addAnim delAnim modAnim">
        <pc:chgData name="#JOHN TAN ZHU EN#" userId="9c038d62-e560-4ab3-ba62-0b2d27497b2c" providerId="ADAL" clId="{5C1BCBFD-8B58-4C86-A45C-C465C252E69B}" dt="2023-02-04T20:55:30.899" v="829" actId="47"/>
        <pc:sldMkLst>
          <pc:docMk/>
          <pc:sldMk cId="3568854406" sldId="449"/>
        </pc:sldMkLst>
        <pc:spChg chg="del mod">
          <ac:chgData name="#JOHN TAN ZHU EN#" userId="9c038d62-e560-4ab3-ba62-0b2d27497b2c" providerId="ADAL" clId="{5C1BCBFD-8B58-4C86-A45C-C465C252E69B}" dt="2023-02-04T20:33:21.045" v="631" actId="478"/>
          <ac:spMkLst>
            <pc:docMk/>
            <pc:sldMk cId="3568854406" sldId="449"/>
            <ac:spMk id="3" creationId="{F8DB10B9-24A9-D296-DC03-E4CD9C7DBB51}"/>
          </ac:spMkLst>
        </pc:spChg>
        <pc:spChg chg="del">
          <ac:chgData name="#JOHN TAN ZHU EN#" userId="9c038d62-e560-4ab3-ba62-0b2d27497b2c" providerId="ADAL" clId="{5C1BCBFD-8B58-4C86-A45C-C465C252E69B}" dt="2023-02-04T20:33:06.380" v="620" actId="478"/>
          <ac:spMkLst>
            <pc:docMk/>
            <pc:sldMk cId="3568854406" sldId="449"/>
            <ac:spMk id="5" creationId="{8A16B599-6E28-8217-6982-88BACEBEC128}"/>
          </ac:spMkLst>
        </pc:spChg>
        <pc:spChg chg="del">
          <ac:chgData name="#JOHN TAN ZHU EN#" userId="9c038d62-e560-4ab3-ba62-0b2d27497b2c" providerId="ADAL" clId="{5C1BCBFD-8B58-4C86-A45C-C465C252E69B}" dt="2023-02-04T20:33:06.380" v="620" actId="478"/>
          <ac:spMkLst>
            <pc:docMk/>
            <pc:sldMk cId="3568854406" sldId="449"/>
            <ac:spMk id="6" creationId="{961581E7-1AC3-6F32-BD06-619901AD8356}"/>
          </ac:spMkLst>
        </pc:spChg>
        <pc:spChg chg="del">
          <ac:chgData name="#JOHN TAN ZHU EN#" userId="9c038d62-e560-4ab3-ba62-0b2d27497b2c" providerId="ADAL" clId="{5C1BCBFD-8B58-4C86-A45C-C465C252E69B}" dt="2023-02-04T20:33:06.380" v="620" actId="478"/>
          <ac:spMkLst>
            <pc:docMk/>
            <pc:sldMk cId="3568854406" sldId="449"/>
            <ac:spMk id="9" creationId="{40F3556F-7A65-F94E-4CD7-925539A4AB56}"/>
          </ac:spMkLst>
        </pc:spChg>
        <pc:spChg chg="del">
          <ac:chgData name="#JOHN TAN ZHU EN#" userId="9c038d62-e560-4ab3-ba62-0b2d27497b2c" providerId="ADAL" clId="{5C1BCBFD-8B58-4C86-A45C-C465C252E69B}" dt="2023-02-04T20:33:06.380" v="620" actId="478"/>
          <ac:spMkLst>
            <pc:docMk/>
            <pc:sldMk cId="3568854406" sldId="449"/>
            <ac:spMk id="12" creationId="{B6CBF145-BFBF-7417-D9C4-7874E1D0BF0D}"/>
          </ac:spMkLst>
        </pc:spChg>
        <pc:spChg chg="del">
          <ac:chgData name="#JOHN TAN ZHU EN#" userId="9c038d62-e560-4ab3-ba62-0b2d27497b2c" providerId="ADAL" clId="{5C1BCBFD-8B58-4C86-A45C-C465C252E69B}" dt="2023-02-04T20:33:06.380" v="620" actId="478"/>
          <ac:spMkLst>
            <pc:docMk/>
            <pc:sldMk cId="3568854406" sldId="449"/>
            <ac:spMk id="13" creationId="{0DD011F2-290F-C431-3A28-10B14DD18EEB}"/>
          </ac:spMkLst>
        </pc:spChg>
        <pc:spChg chg="del">
          <ac:chgData name="#JOHN TAN ZHU EN#" userId="9c038d62-e560-4ab3-ba62-0b2d27497b2c" providerId="ADAL" clId="{5C1BCBFD-8B58-4C86-A45C-C465C252E69B}" dt="2023-02-04T20:33:06.380" v="620" actId="478"/>
          <ac:spMkLst>
            <pc:docMk/>
            <pc:sldMk cId="3568854406" sldId="449"/>
            <ac:spMk id="14" creationId="{51D7234D-D162-84DE-5BF3-379B4BFBBA88}"/>
          </ac:spMkLst>
        </pc:spChg>
        <pc:spChg chg="del">
          <ac:chgData name="#JOHN TAN ZHU EN#" userId="9c038d62-e560-4ab3-ba62-0b2d27497b2c" providerId="ADAL" clId="{5C1BCBFD-8B58-4C86-A45C-C465C252E69B}" dt="2023-02-04T20:33:06.380" v="620" actId="478"/>
          <ac:spMkLst>
            <pc:docMk/>
            <pc:sldMk cId="3568854406" sldId="449"/>
            <ac:spMk id="15" creationId="{1C3CF595-ED07-FD40-5A7B-A69465D84A7D}"/>
          </ac:spMkLst>
        </pc:spChg>
        <pc:spChg chg="add del">
          <ac:chgData name="#JOHN TAN ZHU EN#" userId="9c038d62-e560-4ab3-ba62-0b2d27497b2c" providerId="ADAL" clId="{5C1BCBFD-8B58-4C86-A45C-C465C252E69B}" dt="2023-02-04T20:33:24.454" v="633" actId="22"/>
          <ac:spMkLst>
            <pc:docMk/>
            <pc:sldMk cId="3568854406" sldId="449"/>
            <ac:spMk id="18" creationId="{FE80FE48-4678-DF4F-F4BD-9A53C548A7C9}"/>
          </ac:spMkLst>
        </pc:spChg>
        <pc:spChg chg="add mod">
          <ac:chgData name="#JOHN TAN ZHU EN#" userId="9c038d62-e560-4ab3-ba62-0b2d27497b2c" providerId="ADAL" clId="{5C1BCBFD-8B58-4C86-A45C-C465C252E69B}" dt="2023-02-04T20:33:44.913" v="638" actId="14100"/>
          <ac:spMkLst>
            <pc:docMk/>
            <pc:sldMk cId="3568854406" sldId="449"/>
            <ac:spMk id="19" creationId="{B294B99B-EC02-BE55-C3EE-D5550BF4E962}"/>
          </ac:spMkLst>
        </pc:spChg>
        <pc:spChg chg="del">
          <ac:chgData name="#JOHN TAN ZHU EN#" userId="9c038d62-e560-4ab3-ba62-0b2d27497b2c" providerId="ADAL" clId="{5C1BCBFD-8B58-4C86-A45C-C465C252E69B}" dt="2023-02-04T20:33:06.380" v="620" actId="478"/>
          <ac:spMkLst>
            <pc:docMk/>
            <pc:sldMk cId="3568854406" sldId="449"/>
            <ac:spMk id="21" creationId="{A378BD65-E046-AC3D-FD4E-5D76E24FE118}"/>
          </ac:spMkLst>
        </pc:spChg>
        <pc:spChg chg="add del">
          <ac:chgData name="#JOHN TAN ZHU EN#" userId="9c038d62-e560-4ab3-ba62-0b2d27497b2c" providerId="ADAL" clId="{5C1BCBFD-8B58-4C86-A45C-C465C252E69B}" dt="2023-02-04T20:33:19.187" v="629" actId="478"/>
          <ac:spMkLst>
            <pc:docMk/>
            <pc:sldMk cId="3568854406" sldId="449"/>
            <ac:spMk id="22" creationId="{A0A5DFC8-5523-3490-7116-837460F3A4CA}"/>
          </ac:spMkLst>
        </pc:spChg>
        <pc:spChg chg="add del">
          <ac:chgData name="#JOHN TAN ZHU EN#" userId="9c038d62-e560-4ab3-ba62-0b2d27497b2c" providerId="ADAL" clId="{5C1BCBFD-8B58-4C86-A45C-C465C252E69B}" dt="2023-02-04T20:33:20.004" v="630" actId="478"/>
          <ac:spMkLst>
            <pc:docMk/>
            <pc:sldMk cId="3568854406" sldId="449"/>
            <ac:spMk id="23" creationId="{2CF3267F-44B9-5553-3AFF-AE69AD746F59}"/>
          </ac:spMkLst>
        </pc:spChg>
        <pc:spChg chg="add mod">
          <ac:chgData name="#JOHN TAN ZHU EN#" userId="9c038d62-e560-4ab3-ba62-0b2d27497b2c" providerId="ADAL" clId="{5C1BCBFD-8B58-4C86-A45C-C465C252E69B}" dt="2023-02-04T20:35:27.861" v="669" actId="1076"/>
          <ac:spMkLst>
            <pc:docMk/>
            <pc:sldMk cId="3568854406" sldId="449"/>
            <ac:spMk id="25" creationId="{ED1827E2-B413-2CC9-765F-42C9A1E4B617}"/>
          </ac:spMkLst>
        </pc:spChg>
        <pc:spChg chg="add mod">
          <ac:chgData name="#JOHN TAN ZHU EN#" userId="9c038d62-e560-4ab3-ba62-0b2d27497b2c" providerId="ADAL" clId="{5C1BCBFD-8B58-4C86-A45C-C465C252E69B}" dt="2023-02-04T20:34:22.312" v="646" actId="1076"/>
          <ac:spMkLst>
            <pc:docMk/>
            <pc:sldMk cId="3568854406" sldId="449"/>
            <ac:spMk id="26" creationId="{13C8240D-A2CB-4DA0-EE95-3B7A7C07707D}"/>
          </ac:spMkLst>
        </pc:spChg>
        <pc:spChg chg="add mod">
          <ac:chgData name="#JOHN TAN ZHU EN#" userId="9c038d62-e560-4ab3-ba62-0b2d27497b2c" providerId="ADAL" clId="{5C1BCBFD-8B58-4C86-A45C-C465C252E69B}" dt="2023-02-04T20:34:47.918" v="654" actId="1076"/>
          <ac:spMkLst>
            <pc:docMk/>
            <pc:sldMk cId="3568854406" sldId="449"/>
            <ac:spMk id="27" creationId="{2137C575-B052-5D85-B19F-91B58FB2BD13}"/>
          </ac:spMkLst>
        </pc:spChg>
        <pc:spChg chg="add mod">
          <ac:chgData name="#JOHN TAN ZHU EN#" userId="9c038d62-e560-4ab3-ba62-0b2d27497b2c" providerId="ADAL" clId="{5C1BCBFD-8B58-4C86-A45C-C465C252E69B}" dt="2023-02-04T20:35:04.689" v="658" actId="14100"/>
          <ac:spMkLst>
            <pc:docMk/>
            <pc:sldMk cId="3568854406" sldId="449"/>
            <ac:spMk id="30" creationId="{A62FFAC2-B8F7-598F-7433-5E27A40B58FB}"/>
          </ac:spMkLst>
        </pc:spChg>
        <pc:spChg chg="add mod">
          <ac:chgData name="#JOHN TAN ZHU EN#" userId="9c038d62-e560-4ab3-ba62-0b2d27497b2c" providerId="ADAL" clId="{5C1BCBFD-8B58-4C86-A45C-C465C252E69B}" dt="2023-02-04T20:35:12.800" v="662" actId="1076"/>
          <ac:spMkLst>
            <pc:docMk/>
            <pc:sldMk cId="3568854406" sldId="449"/>
            <ac:spMk id="31" creationId="{93BC5A15-7133-625B-2198-F0F8F6A69E6A}"/>
          </ac:spMkLst>
        </pc:spChg>
        <pc:spChg chg="add mod">
          <ac:chgData name="#JOHN TAN ZHU EN#" userId="9c038d62-e560-4ab3-ba62-0b2d27497b2c" providerId="ADAL" clId="{5C1BCBFD-8B58-4C86-A45C-C465C252E69B}" dt="2023-02-04T20:35:58.888" v="672" actId="1076"/>
          <ac:spMkLst>
            <pc:docMk/>
            <pc:sldMk cId="3568854406" sldId="449"/>
            <ac:spMk id="36" creationId="{1D4C1035-8463-BD16-D0E4-C5D6CBAA4D0D}"/>
          </ac:spMkLst>
        </pc:spChg>
        <pc:spChg chg="add mod">
          <ac:chgData name="#JOHN TAN ZHU EN#" userId="9c038d62-e560-4ab3-ba62-0b2d27497b2c" providerId="ADAL" clId="{5C1BCBFD-8B58-4C86-A45C-C465C252E69B}" dt="2023-02-04T20:38:09.412" v="677" actId="1076"/>
          <ac:spMkLst>
            <pc:docMk/>
            <pc:sldMk cId="3568854406" sldId="449"/>
            <ac:spMk id="37" creationId="{AF820712-BB59-E9C1-3D93-9A68C5BC2FB7}"/>
          </ac:spMkLst>
        </pc:spChg>
        <pc:cxnChg chg="del">
          <ac:chgData name="#JOHN TAN ZHU EN#" userId="9c038d62-e560-4ab3-ba62-0b2d27497b2c" providerId="ADAL" clId="{5C1BCBFD-8B58-4C86-A45C-C465C252E69B}" dt="2023-02-04T20:33:06.380" v="620" actId="478"/>
          <ac:cxnSpMkLst>
            <pc:docMk/>
            <pc:sldMk cId="3568854406" sldId="449"/>
            <ac:cxnSpMk id="2" creationId="{706EA02B-A07F-0C00-A4ED-48EAE0A16FD7}"/>
          </ac:cxnSpMkLst>
        </pc:cxnChg>
        <pc:cxnChg chg="del">
          <ac:chgData name="#JOHN TAN ZHU EN#" userId="9c038d62-e560-4ab3-ba62-0b2d27497b2c" providerId="ADAL" clId="{5C1BCBFD-8B58-4C86-A45C-C465C252E69B}" dt="2023-02-04T20:33:06.380" v="620" actId="478"/>
          <ac:cxnSpMkLst>
            <pc:docMk/>
            <pc:sldMk cId="3568854406" sldId="449"/>
            <ac:cxnSpMk id="4" creationId="{7CD269C2-AC72-A03A-04E0-EA19C2AA1242}"/>
          </ac:cxnSpMkLst>
        </pc:cxnChg>
        <pc:cxnChg chg="del mod">
          <ac:chgData name="#JOHN TAN ZHU EN#" userId="9c038d62-e560-4ab3-ba62-0b2d27497b2c" providerId="ADAL" clId="{5C1BCBFD-8B58-4C86-A45C-C465C252E69B}" dt="2023-02-04T20:33:06.380" v="620" actId="478"/>
          <ac:cxnSpMkLst>
            <pc:docMk/>
            <pc:sldMk cId="3568854406" sldId="449"/>
            <ac:cxnSpMk id="11" creationId="{51F6FCF3-2F47-41D4-37FE-391DE329E7D4}"/>
          </ac:cxnSpMkLst>
        </pc:cxnChg>
        <pc:cxnChg chg="del">
          <ac:chgData name="#JOHN TAN ZHU EN#" userId="9c038d62-e560-4ab3-ba62-0b2d27497b2c" providerId="ADAL" clId="{5C1BCBFD-8B58-4C86-A45C-C465C252E69B}" dt="2023-02-04T20:33:06.380" v="620" actId="478"/>
          <ac:cxnSpMkLst>
            <pc:docMk/>
            <pc:sldMk cId="3568854406" sldId="449"/>
            <ac:cxnSpMk id="16" creationId="{D2BE4499-51D1-03A6-B704-F11086A3A854}"/>
          </ac:cxnSpMkLst>
        </pc:cxnChg>
        <pc:cxnChg chg="del mod">
          <ac:chgData name="#JOHN TAN ZHU EN#" userId="9c038d62-e560-4ab3-ba62-0b2d27497b2c" providerId="ADAL" clId="{5C1BCBFD-8B58-4C86-A45C-C465C252E69B}" dt="2023-02-04T20:33:06.380" v="620" actId="478"/>
          <ac:cxnSpMkLst>
            <pc:docMk/>
            <pc:sldMk cId="3568854406" sldId="449"/>
            <ac:cxnSpMk id="17" creationId="{9F829932-EF8E-E21A-D373-BACF1E371547}"/>
          </ac:cxnSpMkLst>
        </pc:cxnChg>
        <pc:cxnChg chg="add mod">
          <ac:chgData name="#JOHN TAN ZHU EN#" userId="9c038d62-e560-4ab3-ba62-0b2d27497b2c" providerId="ADAL" clId="{5C1BCBFD-8B58-4C86-A45C-C465C252E69B}" dt="2023-02-04T20:34:08.783" v="642" actId="14100"/>
          <ac:cxnSpMkLst>
            <pc:docMk/>
            <pc:sldMk cId="3568854406" sldId="449"/>
            <ac:cxnSpMk id="20" creationId="{65E261EB-8112-1E40-A0EA-8509C291B3F0}"/>
          </ac:cxnSpMkLst>
        </pc:cxnChg>
        <pc:cxnChg chg="add mod">
          <ac:chgData name="#JOHN TAN ZHU EN#" userId="9c038d62-e560-4ab3-ba62-0b2d27497b2c" providerId="ADAL" clId="{5C1BCBFD-8B58-4C86-A45C-C465C252E69B}" dt="2023-02-04T20:35:25.227" v="668" actId="14100"/>
          <ac:cxnSpMkLst>
            <pc:docMk/>
            <pc:sldMk cId="3568854406" sldId="449"/>
            <ac:cxnSpMk id="24" creationId="{8EA3F54C-6715-5604-1E0C-13DE1534C509}"/>
          </ac:cxnSpMkLst>
        </pc:cxnChg>
        <pc:cxnChg chg="add mod">
          <ac:chgData name="#JOHN TAN ZHU EN#" userId="9c038d62-e560-4ab3-ba62-0b2d27497b2c" providerId="ADAL" clId="{5C1BCBFD-8B58-4C86-A45C-C465C252E69B}" dt="2023-02-04T20:34:47.918" v="654" actId="1076"/>
          <ac:cxnSpMkLst>
            <pc:docMk/>
            <pc:sldMk cId="3568854406" sldId="449"/>
            <ac:cxnSpMk id="28" creationId="{C8FBA6F5-3707-5D8C-642C-11C1C39B1F8F}"/>
          </ac:cxnSpMkLst>
        </pc:cxnChg>
        <pc:cxnChg chg="add mod">
          <ac:chgData name="#JOHN TAN ZHU EN#" userId="9c038d62-e560-4ab3-ba62-0b2d27497b2c" providerId="ADAL" clId="{5C1BCBFD-8B58-4C86-A45C-C465C252E69B}" dt="2023-02-04T20:34:56.752" v="655" actId="1076"/>
          <ac:cxnSpMkLst>
            <pc:docMk/>
            <pc:sldMk cId="3568854406" sldId="449"/>
            <ac:cxnSpMk id="29" creationId="{54876BE3-34F6-9765-D4D0-B32A542F1D5A}"/>
          </ac:cxnSpMkLst>
        </pc:cxnChg>
      </pc:sldChg>
      <pc:sldChg chg="addSp delSp modSp add del mod delAnim">
        <pc:chgData name="#JOHN TAN ZHU EN#" userId="9c038d62-e560-4ab3-ba62-0b2d27497b2c" providerId="ADAL" clId="{5C1BCBFD-8B58-4C86-A45C-C465C252E69B}" dt="2023-02-04T20:55:31.552" v="830" actId="47"/>
        <pc:sldMkLst>
          <pc:docMk/>
          <pc:sldMk cId="294658869" sldId="450"/>
        </pc:sldMkLst>
        <pc:spChg chg="mod">
          <ac:chgData name="#JOHN TAN ZHU EN#" userId="9c038d62-e560-4ab3-ba62-0b2d27497b2c" providerId="ADAL" clId="{5C1BCBFD-8B58-4C86-A45C-C465C252E69B}" dt="2023-02-04T20:40:28.640" v="713" actId="20577"/>
          <ac:spMkLst>
            <pc:docMk/>
            <pc:sldMk cId="294658869" sldId="450"/>
            <ac:spMk id="8" creationId="{CEE303D4-35FA-C10D-C859-0417DFD03E20}"/>
          </ac:spMkLst>
        </pc:spChg>
        <pc:spChg chg="mod">
          <ac:chgData name="#JOHN TAN ZHU EN#" userId="9c038d62-e560-4ab3-ba62-0b2d27497b2c" providerId="ADAL" clId="{5C1BCBFD-8B58-4C86-A45C-C465C252E69B}" dt="2023-02-04T20:40:39.516" v="715" actId="403"/>
          <ac:spMkLst>
            <pc:docMk/>
            <pc:sldMk cId="294658869" sldId="450"/>
            <ac:spMk id="19" creationId="{B294B99B-EC02-BE55-C3EE-D5550BF4E962}"/>
          </ac:spMkLst>
        </pc:spChg>
        <pc:spChg chg="del">
          <ac:chgData name="#JOHN TAN ZHU EN#" userId="9c038d62-e560-4ab3-ba62-0b2d27497b2c" providerId="ADAL" clId="{5C1BCBFD-8B58-4C86-A45C-C465C252E69B}" dt="2023-02-04T20:40:56.610" v="726" actId="478"/>
          <ac:spMkLst>
            <pc:docMk/>
            <pc:sldMk cId="294658869" sldId="450"/>
            <ac:spMk id="25" creationId="{ED1827E2-B413-2CC9-765F-42C9A1E4B617}"/>
          </ac:spMkLst>
        </pc:spChg>
        <pc:spChg chg="del">
          <ac:chgData name="#JOHN TAN ZHU EN#" userId="9c038d62-e560-4ab3-ba62-0b2d27497b2c" providerId="ADAL" clId="{5C1BCBFD-8B58-4C86-A45C-C465C252E69B}" dt="2023-02-04T20:40:52.196" v="721" actId="478"/>
          <ac:spMkLst>
            <pc:docMk/>
            <pc:sldMk cId="294658869" sldId="450"/>
            <ac:spMk id="26" creationId="{13C8240D-A2CB-4DA0-EE95-3B7A7C07707D}"/>
          </ac:spMkLst>
        </pc:spChg>
        <pc:spChg chg="del">
          <ac:chgData name="#JOHN TAN ZHU EN#" userId="9c038d62-e560-4ab3-ba62-0b2d27497b2c" providerId="ADAL" clId="{5C1BCBFD-8B58-4C86-A45C-C465C252E69B}" dt="2023-02-04T20:40:51.020" v="719" actId="478"/>
          <ac:spMkLst>
            <pc:docMk/>
            <pc:sldMk cId="294658869" sldId="450"/>
            <ac:spMk id="27" creationId="{2137C575-B052-5D85-B19F-91B58FB2BD13}"/>
          </ac:spMkLst>
        </pc:spChg>
        <pc:spChg chg="del">
          <ac:chgData name="#JOHN TAN ZHU EN#" userId="9c038d62-e560-4ab3-ba62-0b2d27497b2c" providerId="ADAL" clId="{5C1BCBFD-8B58-4C86-A45C-C465C252E69B}" dt="2023-02-04T20:40:50.578" v="718" actId="478"/>
          <ac:spMkLst>
            <pc:docMk/>
            <pc:sldMk cId="294658869" sldId="450"/>
            <ac:spMk id="30" creationId="{A62FFAC2-B8F7-598F-7433-5E27A40B58FB}"/>
          </ac:spMkLst>
        </pc:spChg>
        <pc:spChg chg="del">
          <ac:chgData name="#JOHN TAN ZHU EN#" userId="9c038d62-e560-4ab3-ba62-0b2d27497b2c" providerId="ADAL" clId="{5C1BCBFD-8B58-4C86-A45C-C465C252E69B}" dt="2023-02-04T20:40:55.795" v="725" actId="478"/>
          <ac:spMkLst>
            <pc:docMk/>
            <pc:sldMk cId="294658869" sldId="450"/>
            <ac:spMk id="31" creationId="{93BC5A15-7133-625B-2198-F0F8F6A69E6A}"/>
          </ac:spMkLst>
        </pc:spChg>
        <pc:spChg chg="del mod">
          <ac:chgData name="#JOHN TAN ZHU EN#" userId="9c038d62-e560-4ab3-ba62-0b2d27497b2c" providerId="ADAL" clId="{5C1BCBFD-8B58-4C86-A45C-C465C252E69B}" dt="2023-02-04T20:40:53.895" v="724" actId="478"/>
          <ac:spMkLst>
            <pc:docMk/>
            <pc:sldMk cId="294658869" sldId="450"/>
            <ac:spMk id="36" creationId="{1D4C1035-8463-BD16-D0E4-C5D6CBAA4D0D}"/>
          </ac:spMkLst>
        </pc:spChg>
        <pc:spChg chg="del">
          <ac:chgData name="#JOHN TAN ZHU EN#" userId="9c038d62-e560-4ab3-ba62-0b2d27497b2c" providerId="ADAL" clId="{5C1BCBFD-8B58-4C86-A45C-C465C252E69B}" dt="2023-02-04T20:40:48.608" v="716" actId="478"/>
          <ac:spMkLst>
            <pc:docMk/>
            <pc:sldMk cId="294658869" sldId="450"/>
            <ac:spMk id="37" creationId="{AF820712-BB59-E9C1-3D93-9A68C5BC2FB7}"/>
          </ac:spMkLst>
        </pc:spChg>
        <pc:graphicFrameChg chg="add mod">
          <ac:chgData name="#JOHN TAN ZHU EN#" userId="9c038d62-e560-4ab3-ba62-0b2d27497b2c" providerId="ADAL" clId="{5C1BCBFD-8B58-4C86-A45C-C465C252E69B}" dt="2023-02-04T20:41:06.129" v="730" actId="1076"/>
          <ac:graphicFrameMkLst>
            <pc:docMk/>
            <pc:sldMk cId="294658869" sldId="450"/>
            <ac:graphicFrameMk id="2" creationId="{45F2683C-A1DD-5842-3F82-BC446D10A5BC}"/>
          </ac:graphicFrameMkLst>
        </pc:graphicFrameChg>
        <pc:cxnChg chg="del">
          <ac:chgData name="#JOHN TAN ZHU EN#" userId="9c038d62-e560-4ab3-ba62-0b2d27497b2c" providerId="ADAL" clId="{5C1BCBFD-8B58-4C86-A45C-C465C252E69B}" dt="2023-02-04T20:40:52.591" v="722" actId="478"/>
          <ac:cxnSpMkLst>
            <pc:docMk/>
            <pc:sldMk cId="294658869" sldId="450"/>
            <ac:cxnSpMk id="20" creationId="{65E261EB-8112-1E40-A0EA-8509C291B3F0}"/>
          </ac:cxnSpMkLst>
        </pc:cxnChg>
        <pc:cxnChg chg="del">
          <ac:chgData name="#JOHN TAN ZHU EN#" userId="9c038d62-e560-4ab3-ba62-0b2d27497b2c" providerId="ADAL" clId="{5C1BCBFD-8B58-4C86-A45C-C465C252E69B}" dt="2023-02-04T20:40:57.075" v="727" actId="478"/>
          <ac:cxnSpMkLst>
            <pc:docMk/>
            <pc:sldMk cId="294658869" sldId="450"/>
            <ac:cxnSpMk id="24" creationId="{8EA3F54C-6715-5604-1E0C-13DE1534C509}"/>
          </ac:cxnSpMkLst>
        </pc:cxnChg>
        <pc:cxnChg chg="del mod">
          <ac:chgData name="#JOHN TAN ZHU EN#" userId="9c038d62-e560-4ab3-ba62-0b2d27497b2c" providerId="ADAL" clId="{5C1BCBFD-8B58-4C86-A45C-C465C252E69B}" dt="2023-02-04T20:40:51.436" v="720" actId="478"/>
          <ac:cxnSpMkLst>
            <pc:docMk/>
            <pc:sldMk cId="294658869" sldId="450"/>
            <ac:cxnSpMk id="28" creationId="{C8FBA6F5-3707-5D8C-642C-11C1C39B1F8F}"/>
          </ac:cxnSpMkLst>
        </pc:cxnChg>
        <pc:cxnChg chg="del">
          <ac:chgData name="#JOHN TAN ZHU EN#" userId="9c038d62-e560-4ab3-ba62-0b2d27497b2c" providerId="ADAL" clId="{5C1BCBFD-8B58-4C86-A45C-C465C252E69B}" dt="2023-02-04T20:40:49.738" v="717" actId="478"/>
          <ac:cxnSpMkLst>
            <pc:docMk/>
            <pc:sldMk cId="294658869" sldId="450"/>
            <ac:cxnSpMk id="29" creationId="{54876BE3-34F6-9765-D4D0-B32A542F1D5A}"/>
          </ac:cxnSpMkLst>
        </pc:cxnChg>
      </pc:sldChg>
      <pc:sldChg chg="addSp delSp modSp add del mod modAnim">
        <pc:chgData name="#JOHN TAN ZHU EN#" userId="9c038d62-e560-4ab3-ba62-0b2d27497b2c" providerId="ADAL" clId="{5C1BCBFD-8B58-4C86-A45C-C465C252E69B}" dt="2023-02-04T20:55:31.918" v="831" actId="47"/>
        <pc:sldMkLst>
          <pc:docMk/>
          <pc:sldMk cId="2351446934" sldId="451"/>
        </pc:sldMkLst>
        <pc:spChg chg="add mod">
          <ac:chgData name="#JOHN TAN ZHU EN#" userId="9c038d62-e560-4ab3-ba62-0b2d27497b2c" providerId="ADAL" clId="{5C1BCBFD-8B58-4C86-A45C-C465C252E69B}" dt="2023-02-04T20:50:49.263" v="763" actId="404"/>
          <ac:spMkLst>
            <pc:docMk/>
            <pc:sldMk cId="2351446934" sldId="451"/>
            <ac:spMk id="6" creationId="{ECC943C4-3DCB-6CBB-3E8E-4DAD79C84101}"/>
          </ac:spMkLst>
        </pc:spChg>
        <pc:spChg chg="mod">
          <ac:chgData name="#JOHN TAN ZHU EN#" userId="9c038d62-e560-4ab3-ba62-0b2d27497b2c" providerId="ADAL" clId="{5C1BCBFD-8B58-4C86-A45C-C465C252E69B}" dt="2023-02-04T20:41:53.015" v="734" actId="5793"/>
          <ac:spMkLst>
            <pc:docMk/>
            <pc:sldMk cId="2351446934" sldId="451"/>
            <ac:spMk id="19" creationId="{B294B99B-EC02-BE55-C3EE-D5550BF4E962}"/>
          </ac:spMkLst>
        </pc:spChg>
        <pc:graphicFrameChg chg="del">
          <ac:chgData name="#JOHN TAN ZHU EN#" userId="9c038d62-e560-4ab3-ba62-0b2d27497b2c" providerId="ADAL" clId="{5C1BCBFD-8B58-4C86-A45C-C465C252E69B}" dt="2023-02-04T20:41:48.494" v="732" actId="478"/>
          <ac:graphicFrameMkLst>
            <pc:docMk/>
            <pc:sldMk cId="2351446934" sldId="451"/>
            <ac:graphicFrameMk id="2" creationId="{45F2683C-A1DD-5842-3F82-BC446D10A5BC}"/>
          </ac:graphicFrameMkLst>
        </pc:graphicFrameChg>
        <pc:graphicFrameChg chg="add mod">
          <ac:chgData name="#JOHN TAN ZHU EN#" userId="9c038d62-e560-4ab3-ba62-0b2d27497b2c" providerId="ADAL" clId="{5C1BCBFD-8B58-4C86-A45C-C465C252E69B}" dt="2023-02-04T20:42:09.061" v="739" actId="1076"/>
          <ac:graphicFrameMkLst>
            <pc:docMk/>
            <pc:sldMk cId="2351446934" sldId="451"/>
            <ac:graphicFrameMk id="3" creationId="{D84FD0C5-0925-0175-2D81-FE5900CFC8A6}"/>
          </ac:graphicFrameMkLst>
        </pc:graphicFrameChg>
        <pc:graphicFrameChg chg="add mod">
          <ac:chgData name="#JOHN TAN ZHU EN#" userId="9c038d62-e560-4ab3-ba62-0b2d27497b2c" providerId="ADAL" clId="{5C1BCBFD-8B58-4C86-A45C-C465C252E69B}" dt="2023-02-04T20:42:21.806" v="742" actId="1076"/>
          <ac:graphicFrameMkLst>
            <pc:docMk/>
            <pc:sldMk cId="2351446934" sldId="451"/>
            <ac:graphicFrameMk id="4" creationId="{99DFD964-4BA3-AB23-8AD1-3B8737908CEB}"/>
          </ac:graphicFrameMkLst>
        </pc:graphicFrameChg>
        <pc:graphicFrameChg chg="add mod">
          <ac:chgData name="#JOHN TAN ZHU EN#" userId="9c038d62-e560-4ab3-ba62-0b2d27497b2c" providerId="ADAL" clId="{5C1BCBFD-8B58-4C86-A45C-C465C252E69B}" dt="2023-02-04T20:42:29.517" v="745" actId="1076"/>
          <ac:graphicFrameMkLst>
            <pc:docMk/>
            <pc:sldMk cId="2351446934" sldId="451"/>
            <ac:graphicFrameMk id="5" creationId="{3A728351-6771-9AAE-B51F-025713ECA9E7}"/>
          </ac:graphicFrameMkLst>
        </pc:graphicFrameChg>
      </pc:sldChg>
      <pc:sldChg chg="addSp delSp modSp add del mod delAnim modAnim">
        <pc:chgData name="#JOHN TAN ZHU EN#" userId="9c038d62-e560-4ab3-ba62-0b2d27497b2c" providerId="ADAL" clId="{5C1BCBFD-8B58-4C86-A45C-C465C252E69B}" dt="2023-02-04T20:55:32.488" v="832" actId="47"/>
        <pc:sldMkLst>
          <pc:docMk/>
          <pc:sldMk cId="3228794130" sldId="452"/>
        </pc:sldMkLst>
        <pc:spChg chg="add del mod">
          <ac:chgData name="#JOHN TAN ZHU EN#" userId="9c038d62-e560-4ab3-ba62-0b2d27497b2c" providerId="ADAL" clId="{5C1BCBFD-8B58-4C86-A45C-C465C252E69B}" dt="2023-02-04T20:51:31.575" v="770" actId="478"/>
          <ac:spMkLst>
            <pc:docMk/>
            <pc:sldMk cId="3228794130" sldId="452"/>
            <ac:spMk id="2" creationId="{30FFFA9C-6C33-07E4-21D7-6EB6C706DC9F}"/>
          </ac:spMkLst>
        </pc:spChg>
        <pc:spChg chg="del">
          <ac:chgData name="#JOHN TAN ZHU EN#" userId="9c038d62-e560-4ab3-ba62-0b2d27497b2c" providerId="ADAL" clId="{5C1BCBFD-8B58-4C86-A45C-C465C252E69B}" dt="2023-02-04T20:51:25.615" v="765" actId="478"/>
          <ac:spMkLst>
            <pc:docMk/>
            <pc:sldMk cId="3228794130" sldId="452"/>
            <ac:spMk id="6" creationId="{ECC943C4-3DCB-6CBB-3E8E-4DAD79C84101}"/>
          </ac:spMkLst>
        </pc:spChg>
        <pc:spChg chg="add mod">
          <ac:chgData name="#JOHN TAN ZHU EN#" userId="9c038d62-e560-4ab3-ba62-0b2d27497b2c" providerId="ADAL" clId="{5C1BCBFD-8B58-4C86-A45C-C465C252E69B}" dt="2023-02-04T20:52:15.601" v="776" actId="14100"/>
          <ac:spMkLst>
            <pc:docMk/>
            <pc:sldMk cId="3228794130" sldId="452"/>
            <ac:spMk id="10" creationId="{CE0A6B83-D75F-5CEC-EE51-2FD5C7F5CCD0}"/>
          </ac:spMkLst>
        </pc:spChg>
        <pc:spChg chg="add mod">
          <ac:chgData name="#JOHN TAN ZHU EN#" userId="9c038d62-e560-4ab3-ba62-0b2d27497b2c" providerId="ADAL" clId="{5C1BCBFD-8B58-4C86-A45C-C465C252E69B}" dt="2023-02-04T20:52:47.311" v="785" actId="1076"/>
          <ac:spMkLst>
            <pc:docMk/>
            <pc:sldMk cId="3228794130" sldId="452"/>
            <ac:spMk id="12" creationId="{1E461819-3FB1-0F9D-5C8C-153BC4F7745F}"/>
          </ac:spMkLst>
        </pc:spChg>
        <pc:graphicFrameChg chg="del">
          <ac:chgData name="#JOHN TAN ZHU EN#" userId="9c038d62-e560-4ab3-ba62-0b2d27497b2c" providerId="ADAL" clId="{5C1BCBFD-8B58-4C86-A45C-C465C252E69B}" dt="2023-02-04T20:51:29.148" v="768" actId="478"/>
          <ac:graphicFrameMkLst>
            <pc:docMk/>
            <pc:sldMk cId="3228794130" sldId="452"/>
            <ac:graphicFrameMk id="3" creationId="{D84FD0C5-0925-0175-2D81-FE5900CFC8A6}"/>
          </ac:graphicFrameMkLst>
        </pc:graphicFrameChg>
        <pc:graphicFrameChg chg="del">
          <ac:chgData name="#JOHN TAN ZHU EN#" userId="9c038d62-e560-4ab3-ba62-0b2d27497b2c" providerId="ADAL" clId="{5C1BCBFD-8B58-4C86-A45C-C465C252E69B}" dt="2023-02-04T20:51:28.624" v="767" actId="478"/>
          <ac:graphicFrameMkLst>
            <pc:docMk/>
            <pc:sldMk cId="3228794130" sldId="452"/>
            <ac:graphicFrameMk id="4" creationId="{99DFD964-4BA3-AB23-8AD1-3B8737908CEB}"/>
          </ac:graphicFrameMkLst>
        </pc:graphicFrameChg>
        <pc:graphicFrameChg chg="del">
          <ac:chgData name="#JOHN TAN ZHU EN#" userId="9c038d62-e560-4ab3-ba62-0b2d27497b2c" providerId="ADAL" clId="{5C1BCBFD-8B58-4C86-A45C-C465C252E69B}" dt="2023-02-04T20:51:26.643" v="766" actId="478"/>
          <ac:graphicFrameMkLst>
            <pc:docMk/>
            <pc:sldMk cId="3228794130" sldId="452"/>
            <ac:graphicFrameMk id="5" creationId="{3A728351-6771-9AAE-B51F-025713ECA9E7}"/>
          </ac:graphicFrameMkLst>
        </pc:graphicFrameChg>
        <pc:graphicFrameChg chg="add mod">
          <ac:chgData name="#JOHN TAN ZHU EN#" userId="9c038d62-e560-4ab3-ba62-0b2d27497b2c" providerId="ADAL" clId="{5C1BCBFD-8B58-4C86-A45C-C465C252E69B}" dt="2023-02-04T20:52:31.756" v="780" actId="1076"/>
          <ac:graphicFrameMkLst>
            <pc:docMk/>
            <pc:sldMk cId="3228794130" sldId="452"/>
            <ac:graphicFrameMk id="11" creationId="{19533694-077B-90E0-1094-7EE8C607537F}"/>
          </ac:graphicFrameMkLst>
        </pc:graphicFrame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2T12:58:09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17 692,'-17'8'26724,"11"-3"-21377,3-2-5347,-1 1 0,1-1 0,0 1 0,1 0 0,-1 0 0,0 0 0,1 0 0,-3 8 0,-12 19 0,-28 35 0,-47 90 0,77-126 0,1 0 0,1 2 0,2-1 0,1 2 0,2-1 0,-8 53 0,14-62 0,0 0 0,1-1 0,2 1 0,0 0 0,1 0 0,2 0 0,0 0 0,1-1 0,2 0 0,13 33 0,-17-49 0,1 1 0,-1-1 0,1 0 0,0 0 0,1-1 0,0 1 0,0-1 0,0 0 0,0 0 0,1-1 0,-1 1 0,1-1 0,1-1 0,-1 1 0,0-1 0,1 0 0,0 0 0,-1-1 0,1 0 0,0 0 0,0-1 0,0 1 0,1-2 0,-1 1 0,0-1 0,0 0 0,0 0 0,0-1 0,1 0 0,-1-1 0,0 1 0,0-1 0,-1 0 0,12-6 0,1-2 0,0-2 0,-1 0 0,-1-2 0,0 1 0,-1-2 0,0 0 0,-1-1 0,-1-1 0,0 0 0,14-26 0,-5 5 0,-2-1 0,-1 0 0,-3-2 0,15-48 0,-26 66 0,0 1 0,-2 0 0,-1-1 0,0 0 0,-2 0 0,0 0 0,-2 0 0,0 0 0,-8-38 0,5 43 0,-1 1 0,0 0 0,-1 0 0,-1 1 0,-1-1 0,0 2 0,-1-1 0,-1 1 0,0 0 0,-1 1 0,-1 1 0,0-1 0,-15-11 0,23 21 0,0 1 0,0 0 0,-1 0 0,1 0 0,-1 0 0,0 1 0,0-1 0,0 1 0,0 1 0,0-1 0,-1 1 0,1-1 0,0 2 0,-1-1 0,1 1 0,0-1 0,-1 1 0,-9 2 0,4 0 0,0 2 0,0-1 0,1 1 0,-1 1 0,1 0 0,0 0 0,-18 13 0,20-14-2847,1 0-4940,23-6-11208,-14 2 17977,20-2-746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2T12:58:10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165 125 76,'-12'21'1099,"7"-13"666,1 1 0,0-1 1,0 1-1,-4 11 0,8-18-1270,-1 0-1,1 1 1,0-1-1,-1 0 1,1 0-1,0 1 1,0-1-1,0 0 1,1 1-1,-1-1 1,0 0-1,1 0 1,0 1-1,-1-1 1,1 0-1,0 0 1,0 0-1,0 0 1,0 0-1,1 0 1,-1 0-1,3 2 1,-3-3-367,1 0-1,-1 0 1,0 0 0,1 0 0,-1-1 0,1 1 0,-1 0 0,1-1 0,-1 1 0,1-1 0,-1 0-1,1 0 1,-1 1 0,1-1 0,0 0 0,-1 0 0,1 0 0,-1-1 0,1 1 0,0 0 0,-1-1-1,1 1 1,-1-1 0,1 1 0,-1-1 0,1 1 0,-1-1 0,0 0 0,1 0 0,-1 0 0,2-1-1,3-2 42,0-1 1,-1 0-1,1 0 0,-1 0 0,7-8 0,-5 3 250,0 1-1,-1-1 1,0-1 0,-1 1 0,0-1-1,0 0 1,-1 0 0,-1 0 0,0 0-1,0-1 1,-1 0 0,-1 1 0,0-1-1,0-15 1,-1 26-419,0-1 0,0 1 0,0 0 0,-1-1 0,1 1 0,0-1 0,-1 1 0,1 0 0,-1-1 0,1 1 0,-1 0 0,0-1 0,0 1 0,1 0 0,-1 0 0,0 0 0,0 0 0,0 0 0,0 0 0,0 0 0,-1 0 0,1 0 0,-1-1 0,-1 2 0,1-1 0,-1 0 0,1 0 0,-1 1 0,0-1 0,1 1 0,-1 0 0,0 0 0,1 0 0,-1 0 0,-4 1 0,-4 1 0,1 1 0,0 0 0,-1 1 0,1 0 0,-11 6 0,5-1 0,1 0 0,0 1 0,1 1 0,0 0 0,0 1 0,2 0 0,-1 1 0,1 0 0,1 1 0,-15 26 0,26-40-1,0 0-1,0 0 1,0 0 0,0 0 0,0 0-1,0 0 1,1 0 0,-1 0 0,0 0-1,0 0 1,0 0 0,0 0-1,0 0 1,0 0 0,0 0 0,0 0-1,1 1 1,-1-1 0,0 0-1,0 0 1,0 0 0,0 0 0,0 0-1,0 0 1,0 0 0,0 0 0,0 0-1,0 1 1,0-1 0,0 0-1,0 0 1,0 0 0,0 0 0,0 0-1,0 0 1,0 0 0,0 1 0,0-1-1,0 0 1,0 0 0,0 0-1,0 0 1,0 0 0,0 0 0,0 0-1,0 1 1,0-1 0,0 0-1,17-12-362,21-21-2333,49-41-18055,-25 30 13762,-25 23 5557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2T12:58:10.3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848 15 540,'9'-14'28971,"-15"14"-25719,-6 4-3252,0 1 0,0 1 0,0 0 0,0 0 0,1 1 0,0 1 0,-13 11 0,-2 0 0,-47 37 0,2 2 0,-69 74 0,-114 147 0,219-238 0,25-31 24,-7 11-304,0-1 0,-1-2 0,-2 0-1,0 0 1,-23 14 0,50-58-28498,8 9 26918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2T12:58:10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88 137 1220,'-10'19'4365,"-13"24"16562,8-17-14676,8-14-6251,1 2 0,0-1 0,1 1 0,-5 19 0,8-29 0,1 0 0,0 0 0,1 1 0,-1-1 0,1 0 0,0 1 0,0-1 0,0 0 0,1 0 0,-1 1 0,1-1 0,0 0 0,0 0 0,1 0 0,-1 0 0,1 0 0,0 0 0,0 0 0,4 6 0,-5-9 0,1 1 0,-1-1 0,1 0 0,-1 1 0,1-1 0,0 0 0,-1 0 0,1 0 0,0 0 0,0 0 0,0-1 0,0 1 0,0 0 0,0-1 0,0 1 0,0-1 0,0 0 0,0 0 0,4 0 0,-2 0 0,1-1 0,-1 0 0,0 0 0,0-1 0,1 1 0,-1-1 0,0 0 0,7-4 0,2-3 0,-1-1 0,1 0 0,-1-1 0,11-14 0,-2 0 0,0 0 0,-2-2 0,16-29 0,-25 37 0,0 1 0,-2-1 0,0 0 0,-1-1 0,7-38 0,-13 56 0,-1 0 0,1 0 0,-1 0 0,0 0 0,0 0 0,0 0 0,0 0 0,0 0 0,0 1 0,-1-1 0,1 0 0,-1 0 0,1 0 0,-1 0 0,0 0 0,1 1 0,-1-1 0,0 0 0,-2-1 0,2 2 0,0 0 0,0 0 0,-1 0 0,1 0 0,-1 0 0,1 1 0,-1-1 0,1 0 0,-1 1 0,0-1 0,1 1 0,-1 0 0,0 0 0,1-1 0,-1 1 0,0 0 0,-2 1 0,-8 0 0,1 2 0,-1-1 0,1 2 0,-21 8 0,22-8 0,-129 46 0,138-49-240,0-1 0,0 0-1,0 1 1,0-1 0,0 0 0,0 0-1,0 1 1,0-1 0,0 0 0,0 0-1,0 0 1,0 0 0,0 0 0,0-1-1,0 1 1,-2-1 0,2 1-160,1 0 0,-1-1 0,1 1 0,-1 0 0,1-1 0,0 1 0,-1-1 0,1 1 0,0 0 0,-1-1 0,1 1 0,0-1 0,0 1 0,-1-1 0,1 1 0,0-1 0,0 0 0,0 1 0,0-1 0,0 1 0,0-1 0,0 0 0,5-21-10946,4 10 7260,6-3 1035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370C6-0EB6-AB4C-B6F2-DFBA4991C1ED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E6A36-EFE3-384E-8CE4-826E101309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623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5D3BF3-D352-46FC-8343-31F56E6730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Large; Small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581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70393-E8AE-485C-5503-D93611F2F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05236D-1DB0-D4AA-8BA7-282249BFF3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587FA8-6305-7791-E283-B746C84901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Large; Small</a:t>
            </a:r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7411A-F541-FCBA-42CA-55FA787DD1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3511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410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Expected return=25%*31%+45%*14%+25%*(-6.75%)+5%*(-52%)=9.76%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Variance=25%*0.0451+45%*0.0018+25%*0.0273+5%*0.3815=0.038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Std=(Variance)^(1/2)=19.49%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7584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12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7312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0%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757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8219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4043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want to higher expected returns, you have to bear higher </a:t>
            </a:r>
            <a:r>
              <a:rPr lang="en-US" dirty="0" err="1"/>
              <a:t>s.d.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9952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98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2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7DDC1-F938-39E6-B3F4-EE600A5A00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10E25C-DA30-F293-094D-6C39E109A1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FDE2F-3C96-91B6-5144-86EF252C9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0E73F-BD8A-1A31-E1EA-8D0C5BAD9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404F0-4178-CE82-D356-35F161479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111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13162-2B14-4CA9-34B5-4C54D72AC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E6F61-CB65-7BDF-539B-E50D55B14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A6BF6-4C90-201F-92CF-20B243068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38521-5721-D7E9-C5BD-1A005E7DB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A9494-39DF-3752-31D7-E1A2FF29F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077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C542-42B3-DEF2-8D99-F6F5CFA91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43B492-7744-AEE7-3E0D-9B0B34D5B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9855A-1C3C-BCAF-BA93-EFB9556B3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5939B-A777-DBE7-E457-B3D5F6941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F3945-DAEF-EC24-6450-36E53556C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312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52EDA-922E-3FB8-D74A-041F33CF5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6B4D5-9E31-2CBB-683F-631D34E8B2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D82937-D4A7-B2A4-73BE-97B71BF772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7BE170-5ED5-DBDC-9598-3BC575CCC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24D56-BF9A-22ED-C2A7-99F5991BA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E357D-6133-6A46-144D-403593448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46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F133A-AC9A-D625-3179-1A32B6987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DEC2B-4EC1-0AC9-08A1-712C1D601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CEA498-10A5-5B38-CA4A-8DBAEECD12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40DD02-8608-91C6-80F3-31687FF44D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733F49-49EF-E36F-8072-31F0522E87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5AD18D-8600-3D9E-F7DF-BB27CC9E6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831029-141B-BFFF-73FF-A66219D4D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06EEDD-A397-2580-48D3-A253530AE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218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4DE71-0437-F5AA-9446-18C06C7C4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D63A9C-6008-2E20-B9B1-4A0FAA4C0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86955-7AF9-A7DD-C41A-4F16D1B5A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E9460A-1480-FE9F-9A17-937A23D56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201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E15C2-1EC8-B992-ECD0-C58895213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315E9E-720E-BC87-9443-2F895F70B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D9D3E-C868-F812-8E13-F0D1739F6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757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5DD15-EEED-CEA6-C707-385C1B295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93A3A-B88B-08AF-C900-1A5642671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0EA202-647A-AEC1-3A69-F88FA6146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699A85-DB44-0343-144A-E9A91DDC4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4C8560-3CD4-5BD1-7073-6C81305E8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426E01-2CBA-5305-A8C9-6AD316FC0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375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76486-D790-8717-6108-668B5D01E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C77FDC-5172-3106-DC82-8A74194AD2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BA6034-A474-10C9-4218-96F78062F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C41F6A-2BBC-CE28-A15A-988E24A72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6B4D11-D1AA-1913-F28A-FD5D0270F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E6097-F062-EBFB-5A2D-5A8B95B22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847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FCE19-3113-5CA8-4A83-BAE90D3AF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E0656D-219D-B693-BDCA-F6240A895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9D2FF-C4E7-28CC-49DB-885EA0704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0D90F-5BDA-FDD3-D096-145F86BFC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56B89-CA2C-7B4B-1E75-F21BA63FC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07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154FBD-B0CE-D003-3384-B360414AE4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3F0770-FE73-D5A6-3F31-3F45F9FDCE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806A0-DB60-4C90-0E5C-A4438A160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60272-25A5-F266-476F-DCEC76907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7DF08-E356-0558-FF8F-2DC1400D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4590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10" name="Rectangle 9"/>
          <p:cNvSpPr/>
          <p:nvPr/>
        </p:nvSpPr>
        <p:spPr>
          <a:xfrm>
            <a:off x="-12192" y="6053328"/>
            <a:ext cx="2999232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11" name="Rectangle 10"/>
          <p:cNvSpPr/>
          <p:nvPr/>
        </p:nvSpPr>
        <p:spPr>
          <a:xfrm>
            <a:off x="3145536" y="6044184"/>
            <a:ext cx="90464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686800" cy="685800"/>
          </a:xfrm>
        </p:spPr>
        <p:txBody>
          <a:bodyPr anchor="ctr"/>
          <a:lstStyle>
            <a:lvl1pPr marL="0" indent="0" algn="l">
              <a:buNone/>
              <a:defRPr sz="3733">
                <a:solidFill>
                  <a:srgbClr val="FFFFFF"/>
                </a:solidFill>
              </a:defRPr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01600" y="6068699"/>
            <a:ext cx="2743200" cy="685800"/>
          </a:xfrm>
        </p:spPr>
        <p:txBody>
          <a:bodyPr>
            <a:noAutofit/>
          </a:bodyPr>
          <a:lstStyle>
            <a:lvl1pPr algn="ctr">
              <a:defRPr sz="2667">
                <a:solidFill>
                  <a:srgbClr val="FFFFFF"/>
                </a:solidFill>
              </a:defRPr>
            </a:lvl1pPr>
            <a:extLst/>
          </a:lstStyle>
          <a:p>
            <a:pPr algn="ctr"/>
            <a:fld id="{047E157E-8DCB-4F70-A0AF-5EB586A91DD4}" type="datetime1">
              <a:rPr lang="en-US" smtClean="0">
                <a:solidFill>
                  <a:srgbClr val="FFFFFF"/>
                </a:solidFill>
              </a:rPr>
              <a:pPr algn="ctr"/>
              <a:t>2/22/2025</a:t>
            </a:fld>
            <a:endParaRPr lang="en-US" sz="2667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80524" y="236539"/>
            <a:ext cx="78232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  <a:extLst/>
          </a:lstStyle>
          <a:p>
            <a:pPr algn="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3149600" y="3124200"/>
            <a:ext cx="8636000" cy="2717800"/>
          </a:xfrm>
        </p:spPr>
        <p:txBody>
          <a:bodyPr rtlCol="0" anchor="b"/>
          <a:lstStyle>
            <a:lvl1pPr>
              <a:defRPr cap="all" baseline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200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EA6-EFEA-4C30-9264-4F9291A5780D}" type="datetime1">
              <a:rPr lang="en-US" smtClean="0"/>
              <a:pPr/>
              <a:t>2/22/2025</a:t>
            </a:fld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867" b="1" smtClean="0">
                <a:solidFill>
                  <a:srgbClr val="FFFFFF"/>
                </a:solidFill>
              </a:rPr>
              <a:pPr algn="ctr"/>
              <a:t>‹#›</a:t>
            </a:fld>
            <a:endParaRPr lang="en-US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812800" y="1803400"/>
            <a:ext cx="10871200" cy="436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1084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1" y="2743201"/>
            <a:ext cx="9497484" cy="1673225"/>
          </a:xfrm>
        </p:spPr>
        <p:txBody>
          <a:bodyPr anchor="t"/>
          <a:lstStyle>
            <a:lvl1pPr>
              <a:buNone/>
              <a:defRPr sz="3733">
                <a:solidFill>
                  <a:schemeClr val="tx2"/>
                </a:solidFill>
              </a:defRPr>
            </a:lvl1pPr>
            <a:lvl2pPr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5867" b="0" cap="none">
                <a:solidFill>
                  <a:srgbClr val="FFFFFF"/>
                </a:solidFill>
              </a:defRPr>
            </a:lvl1pPr>
            <a:extLst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9F07-3BC7-4570-B054-79111B0A380C}" type="datetime1">
              <a:rPr lang="en-US" smtClean="0"/>
              <a:pPr/>
              <a:t>2/22/2025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1"/>
            <a:ext cx="1727200" cy="701676"/>
          </a:xfrm>
        </p:spPr>
        <p:txBody>
          <a:bodyPr>
            <a:noAutofit/>
          </a:bodyPr>
          <a:lstStyle>
            <a:lvl1pPr>
              <a:defRPr sz="32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32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5580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812800" y="1803402"/>
            <a:ext cx="5181600" cy="43581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459868" y="1803399"/>
            <a:ext cx="5181600" cy="4358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rPr lang="en-US" smtClean="0"/>
              <a:pPr/>
              <a:t>2/22/2025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867" b="1" smtClean="0">
                <a:solidFill>
                  <a:srgbClr val="FFFFFF"/>
                </a:solidFill>
              </a:rPr>
              <a:pPr algn="ctr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5134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157480"/>
            <a:ext cx="10871200" cy="134112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812800" y="2559757"/>
            <a:ext cx="51816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400800" y="2559757"/>
            <a:ext cx="51816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rPr lang="en-US" smtClean="0"/>
              <a:pPr/>
              <a:t>2/22/2025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867" b="1" smtClean="0">
                <a:solidFill>
                  <a:srgbClr val="FFFFFF"/>
                </a:solidFill>
              </a:rPr>
              <a:pPr algn="ctr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812800" y="1816383"/>
            <a:ext cx="5181600" cy="707136"/>
          </a:xfrm>
          <a:solidFill>
            <a:schemeClr val="accent2"/>
          </a:solidFill>
        </p:spPr>
        <p:txBody>
          <a:bodyPr rtlCol="0" anchor="ctr"/>
          <a:lstStyle>
            <a:lvl1pPr>
              <a:buFontTx/>
              <a:buNone/>
              <a:defRPr sz="2667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6400800" y="1816383"/>
            <a:ext cx="5181600" cy="707136"/>
          </a:xfrm>
          <a:solidFill>
            <a:schemeClr val="accent4"/>
          </a:solidFill>
        </p:spPr>
        <p:txBody>
          <a:bodyPr rtlCol="0" anchor="ctr"/>
          <a:lstStyle>
            <a:lvl1pPr>
              <a:buFontTx/>
              <a:buNone/>
              <a:defRPr sz="2667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10586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DB5D-B7A0-47E3-AD2D-B1A6F8614213}" type="datetime1">
              <a:rPr lang="en-US" smtClean="0"/>
              <a:pPr/>
              <a:t>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9293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68126-03FC-49C0-B9B8-2B561CCC3D90}" type="datetime1">
              <a:rPr lang="en-US" smtClean="0"/>
              <a:pPr/>
              <a:t>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0227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57480"/>
            <a:ext cx="10871200" cy="1341120"/>
          </a:xfrm>
        </p:spPr>
        <p:txBody>
          <a:bodyPr anchor="b"/>
          <a:lstStyle>
            <a:lvl1pPr algn="l">
              <a:buNone/>
              <a:defRPr sz="5600" b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8198-4617-485E-9585-4840B69DBBA6}" type="datetime1">
              <a:rPr lang="en-US" smtClean="0"/>
              <a:pPr/>
              <a:t>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905000"/>
            <a:ext cx="2133600" cy="41656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333"/>
              </a:spcAft>
              <a:buNone/>
              <a:defRPr sz="2400"/>
            </a:lvl1pPr>
            <a:lvl2pPr>
              <a:buNone/>
              <a:defRPr sz="1600"/>
            </a:lvl2pPr>
            <a:lvl3pPr>
              <a:buNone/>
              <a:defRPr sz="1333"/>
            </a:lvl3pPr>
            <a:lvl4pPr>
              <a:buNone/>
              <a:defRPr sz="1200"/>
            </a:lvl4pPr>
            <a:lvl5pPr>
              <a:buNone/>
              <a:defRPr sz="12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149600" y="1905000"/>
            <a:ext cx="85344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1890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76891" y="0"/>
            <a:ext cx="10115109" cy="4559808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>
              <a:buNone/>
              <a:defRPr sz="4267"/>
            </a:lvl1pPr>
            <a:extLst/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2267"/>
            </a:lvl1pPr>
            <a:lvl2pPr>
              <a:buFontTx/>
              <a:buNone/>
              <a:defRPr sz="1600"/>
            </a:lvl2pPr>
            <a:lvl3pPr>
              <a:buFontTx/>
              <a:buNone/>
              <a:defRPr sz="1333"/>
            </a:lvl3pPr>
            <a:lvl4pPr>
              <a:buFontTx/>
              <a:buNone/>
              <a:defRPr sz="1200"/>
            </a:lvl4pPr>
            <a:lvl5pPr>
              <a:buFontTx/>
              <a:buNone/>
              <a:defRPr sz="12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-12192" y="4572000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-12192" y="4663440"/>
            <a:ext cx="195072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10" name="Rectangle 9"/>
          <p:cNvSpPr/>
          <p:nvPr/>
        </p:nvSpPr>
        <p:spPr>
          <a:xfrm>
            <a:off x="2060448" y="4654296"/>
            <a:ext cx="10119360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724400"/>
            <a:ext cx="9753600" cy="609600"/>
          </a:xfrm>
        </p:spPr>
        <p:txBody>
          <a:bodyPr anchor="ctr"/>
          <a:lstStyle>
            <a:lvl1pPr algn="l">
              <a:buNone/>
              <a:defRPr sz="3733" b="0">
                <a:solidFill>
                  <a:srgbClr val="FFFFFF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930400" y="0"/>
            <a:ext cx="134112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31200" y="6248400"/>
            <a:ext cx="3556000" cy="365125"/>
          </a:xfrm>
        </p:spPr>
        <p:txBody>
          <a:bodyPr rtlCol="0"/>
          <a:lstStyle/>
          <a:p>
            <a:fld id="{E4606EA6-EFEA-4C30-9264-4F9291A5780D}" type="datetime1">
              <a:rPr lang="en-US" smtClean="0"/>
              <a:pPr/>
              <a:t>2/22/2025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930400" cy="663579"/>
          </a:xfrm>
        </p:spPr>
        <p:txBody>
          <a:bodyPr rtlCol="0"/>
          <a:lstStyle>
            <a:lvl1pPr>
              <a:defRPr sz="3733"/>
            </a:lvl1pPr>
            <a:extLst/>
          </a:lstStyle>
          <a:p>
            <a:pPr algn="ctr"/>
            <a:fld id="{8F82E0A0-C266-4798-8C8F-B9F91E9DA37E}" type="slidenum">
              <a:rPr lang="en-US" sz="3733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3733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2133600" y="6248207"/>
            <a:ext cx="6096000" cy="365125"/>
          </a:xfrm>
        </p:spPr>
        <p:txBody>
          <a:bodyPr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7424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000B9F-3D16-F369-AF91-1E7E3797B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678A3-0C92-DA57-BF84-76D00ED97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35C56-5483-A3CC-1AD0-7E2B0047C5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9FE89A-86BA-FD42-9062-6FDC96000E94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EBC52-95E6-A71C-B80B-178C8A1F9C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58E87-786F-0E40-8A5E-1DB601037E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259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816864" y="1803400"/>
            <a:ext cx="10871200" cy="43230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128000" y="6248400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>
              <a:defRPr sz="1867">
                <a:solidFill>
                  <a:schemeClr val="tx2"/>
                </a:solidFill>
              </a:defRPr>
            </a:lvl1pPr>
            <a:extLst/>
          </a:lstStyle>
          <a:p>
            <a:fld id="{E4606EA6-EFEA-4C30-9264-4F9291A5780D}" type="datetime1">
              <a:rPr lang="en-US" smtClean="0"/>
              <a:pPr/>
              <a:t>2/22/2025</a:t>
            </a:fld>
            <a:endParaRPr lang="en-US" sz="1867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12802" y="6248207"/>
            <a:ext cx="7228111" cy="365125"/>
          </a:xfrm>
          <a:prstGeom prst="rect">
            <a:avLst/>
          </a:prstGeom>
        </p:spPr>
        <p:txBody>
          <a:bodyPr vert="horz" anchor="ctr"/>
          <a:lstStyle>
            <a:lvl1pPr algn="r">
              <a:defRPr sz="1867">
                <a:solidFill>
                  <a:schemeClr val="tx2"/>
                </a:solidFill>
              </a:defRPr>
            </a:lvl1pPr>
            <a:extLst/>
          </a:lstStyle>
          <a:p>
            <a:pPr algn="r"/>
            <a:endParaRPr lang="en-US" sz="1867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460227"/>
            <a:ext cx="12192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0" y="1505947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787400" y="1505947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498010"/>
            <a:ext cx="7112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>
              <a:defRPr sz="1867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1867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867" b="1" dirty="0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812800" y="157480"/>
            <a:ext cx="10871200" cy="134112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683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l" rtl="0" eaLnBrk="1" latinLnBrk="0" hangingPunct="1">
        <a:spcBef>
          <a:spcPct val="0"/>
        </a:spcBef>
        <a:buNone/>
        <a:defRPr sz="56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426709" indent="-426709" algn="l" rtl="0" eaLnBrk="1" latinLnBrk="0" hangingPunct="1">
        <a:spcBef>
          <a:spcPts val="933"/>
        </a:spcBef>
        <a:buClr>
          <a:schemeClr val="accent2"/>
        </a:buClr>
        <a:buSzPct val="60000"/>
        <a:buFont typeface="Wingdings"/>
        <a:buChar char=""/>
        <a:defRPr sz="3867" kern="1200">
          <a:solidFill>
            <a:schemeClr val="tx1"/>
          </a:solidFill>
          <a:latin typeface="+mn-lt"/>
          <a:ea typeface="+mn-ea"/>
          <a:cs typeface="+mn-cs"/>
        </a:defRPr>
      </a:lvl1pPr>
      <a:lvl2pPr marL="853419" indent="-365751" algn="l" rtl="0" eaLnBrk="1" latinLnBrk="0" hangingPunct="1">
        <a:spcBef>
          <a:spcPts val="733"/>
        </a:spcBef>
        <a:buClr>
          <a:schemeClr val="accent1"/>
        </a:buClr>
        <a:buSzPct val="70000"/>
        <a:buFont typeface="Wingdings 2"/>
        <a:buChar char=""/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indent="-304792" algn="l" rtl="0" eaLnBrk="1" latinLnBrk="0" hangingPunct="1">
        <a:spcBef>
          <a:spcPts val="667"/>
        </a:spcBef>
        <a:buClr>
          <a:schemeClr val="accent2"/>
        </a:buClr>
        <a:buSzPct val="75000"/>
        <a:buFont typeface="Wingdings"/>
        <a:buChar char=""/>
        <a:defRPr sz="3067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indent="-304792" algn="l" rtl="0" eaLnBrk="1" latinLnBrk="0" hangingPunct="1">
        <a:spcBef>
          <a:spcPts val="533"/>
        </a:spcBef>
        <a:buClr>
          <a:schemeClr val="accent3"/>
        </a:buClr>
        <a:buSzPct val="75000"/>
        <a:buFont typeface="Wingdings"/>
        <a:buChar char="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indent="-304792" algn="l" rtl="0" eaLnBrk="1" latinLnBrk="0" hangingPunct="1">
        <a:spcBef>
          <a:spcPts val="533"/>
        </a:spcBef>
        <a:buClr>
          <a:schemeClr val="accent4"/>
        </a:buClr>
        <a:buSzPct val="65000"/>
        <a:buFont typeface="Wingdings"/>
        <a:buChar char="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2804090" indent="-304792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169841" indent="-304792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535592" indent="-304792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01342" indent="-304792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9.emf"/><Relationship Id="rId4" Type="http://schemas.openxmlformats.org/officeDocument/2006/relationships/image" Target="../media/image6.emf"/><Relationship Id="rId9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customXml" Target="../ink/ink2.xml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customXml" Target="../ink/ink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8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e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7.emf"/><Relationship Id="rId4" Type="http://schemas.openxmlformats.org/officeDocument/2006/relationships/image" Target="../media/image14.emf"/><Relationship Id="rId9" Type="http://schemas.openxmlformats.org/officeDocument/2006/relationships/oleObject" Target="../embeddings/oleObject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/>
          </p:cNvSpPr>
          <p:nvPr>
            <p:ph type="title"/>
          </p:nvPr>
        </p:nvSpPr>
        <p:spPr>
          <a:xfrm>
            <a:off x="1218332" y="844329"/>
            <a:ext cx="10036690" cy="1715705"/>
          </a:xfrm>
        </p:spPr>
        <p:txBody>
          <a:bodyPr>
            <a:noAutofit/>
          </a:bodyPr>
          <a:lstStyle/>
          <a:p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rgbClr val="DA1F28">
                    <a:lumMod val="75000"/>
                  </a:srgbClr>
                </a:solidFill>
                <a:effectLst/>
                <a:uLnTx/>
                <a:uFillTx/>
                <a:latin typeface="Tw Cen MT"/>
                <a:ea typeface="+mj-ea"/>
                <a:cs typeface="+mj-cs"/>
              </a:rPr>
              <a:t>Lecture 5: Modern Portfolio Theory I</a:t>
            </a:r>
            <a:b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rgbClr val="DA1F28">
                    <a:lumMod val="75000"/>
                  </a:srgbClr>
                </a:solidFill>
                <a:effectLst/>
                <a:uLnTx/>
                <a:uFillTx/>
                <a:latin typeface="Tw Cen MT"/>
                <a:ea typeface="+mj-ea"/>
                <a:cs typeface="+mj-cs"/>
              </a:rPr>
            </a:b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966184" y="1136501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/>
            <a:endParaRPr lang="en-US" sz="2400" dirty="0">
              <a:solidFill>
                <a:prstClr val="white"/>
              </a:solidFill>
              <a:latin typeface="Tw Cen MT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365393" y="6070600"/>
            <a:ext cx="2590800" cy="6858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indent="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None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defTabSz="1219170">
              <a:spcBef>
                <a:spcPts val="933"/>
              </a:spcBef>
              <a:buClr>
                <a:srgbClr val="DA1F28"/>
              </a:buClr>
            </a:pPr>
            <a:r>
              <a:rPr lang="en-US" sz="3733" dirty="0">
                <a:latin typeface="Tw Cen MT"/>
              </a:rPr>
              <a:t>HE Tai-</a:t>
            </a:r>
            <a:r>
              <a:rPr lang="en-US" sz="3733" dirty="0" err="1">
                <a:latin typeface="Tw Cen MT"/>
              </a:rPr>
              <a:t>Sen</a:t>
            </a:r>
            <a:endParaRPr lang="en-US" sz="3733" dirty="0">
              <a:latin typeface="Tw Cen MT"/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5177794" y="5973618"/>
            <a:ext cx="4963734" cy="8128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indent="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None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defTabSz="1219170">
              <a:spcBef>
                <a:spcPts val="933"/>
              </a:spcBef>
              <a:buClr>
                <a:srgbClr val="DA1F28"/>
              </a:buClr>
            </a:pPr>
            <a:r>
              <a:rPr lang="en-US" sz="3067" b="1" dirty="0">
                <a:latin typeface="Tw Cen MT"/>
                <a:cs typeface="Tw Cen MT"/>
              </a:rPr>
              <a:t>FINANCIAL ECONOMICS</a:t>
            </a:r>
          </a:p>
        </p:txBody>
      </p:sp>
      <p:pic>
        <p:nvPicPr>
          <p:cNvPr id="3" name="Picture 4" descr="What does a healthy investment portfolio look like?">
            <a:extLst>
              <a:ext uri="{FF2B5EF4-FFF2-40B4-BE49-F238E27FC236}">
                <a16:creationId xmlns:a16="http://schemas.microsoft.com/office/drawing/2014/main" id="{4430DC43-2CA1-A667-0618-14603CC20D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00"/>
          <a:stretch/>
        </p:blipFill>
        <p:spPr bwMode="auto">
          <a:xfrm>
            <a:off x="7467507" y="3206045"/>
            <a:ext cx="4651266" cy="2767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921369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Modern Portfolio Theory 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Introduction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81C5CDA-6A71-36AE-6A2B-089850349171}"/>
              </a:ext>
            </a:extLst>
          </p:cNvPr>
          <p:cNvSpPr txBox="1">
            <a:spLocks/>
          </p:cNvSpPr>
          <p:nvPr/>
        </p:nvSpPr>
        <p:spPr>
          <a:xfrm>
            <a:off x="867409" y="3248497"/>
            <a:ext cx="11176000" cy="3289251"/>
          </a:xfrm>
          <a:prstGeom prst="rect">
            <a:avLst/>
          </a:prstGeom>
        </p:spPr>
        <p:txBody>
          <a:bodyPr vert="horz">
            <a:noAutofit/>
          </a:bodyPr>
          <a:lstStyle>
            <a:lvl1pPr marL="426709" indent="-426709" algn="l" rtl="0" eaLnBrk="1" latinLnBrk="0" hangingPunct="1">
              <a:spcBef>
                <a:spcPts val="933"/>
              </a:spcBef>
              <a:buClr>
                <a:schemeClr val="accent2"/>
              </a:buClr>
              <a:buSzPct val="60000"/>
              <a:buFont typeface="Wingdings"/>
              <a:buChar char=""/>
              <a:defRPr sz="3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53419" indent="-365751" algn="l" rtl="0" eaLnBrk="1" latinLnBrk="0" hangingPunct="1">
              <a:spcBef>
                <a:spcPts val="733"/>
              </a:spcBef>
              <a:buClr>
                <a:schemeClr val="accent1"/>
              </a:buClr>
              <a:buSzPct val="70000"/>
              <a:buFont typeface="Wingdings 2"/>
              <a:buChar char=""/>
              <a:defRPr sz="3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304792" algn="l" rtl="0" eaLnBrk="1" latinLnBrk="0" hangingPunct="1">
              <a:spcBef>
                <a:spcPts val="667"/>
              </a:spcBef>
              <a:buClr>
                <a:schemeClr val="accent2"/>
              </a:buClr>
              <a:buSzPct val="75000"/>
              <a:buFont typeface="Wingdings"/>
              <a:buChar char=""/>
              <a:defRPr sz="30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304792" algn="l" rtl="0" eaLnBrk="1" latinLnBrk="0" hangingPunct="1">
              <a:spcBef>
                <a:spcPts val="533"/>
              </a:spcBef>
              <a:buClr>
                <a:schemeClr val="accent3"/>
              </a:buClr>
              <a:buSzPct val="7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304792" algn="l" rtl="0" eaLnBrk="1" latinLnBrk="0" hangingPunct="1">
              <a:spcBef>
                <a:spcPts val="533"/>
              </a:spcBef>
              <a:buClr>
                <a:schemeClr val="accent4"/>
              </a:buClr>
              <a:buSzPct val="6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4090" indent="-304792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9841" indent="-304792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35592" indent="-30479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1342" indent="-304792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Investment assets can be categorized into broad asset classes, such as bonds, stocks, real estate, commodities, and so on. Investors make two types of decisions in constructing their portfolios:</a:t>
            </a:r>
          </a:p>
          <a:p>
            <a:pPr marL="83439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The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asset allocation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decision is the choice among these broad asset classes.</a:t>
            </a:r>
          </a:p>
          <a:p>
            <a:pPr marL="83439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The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security selection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decision is the choice of which particular securities to hold within each asset class.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B21DF7-53A9-8301-2A8D-AC8DBAE11264}"/>
              </a:ext>
            </a:extLst>
          </p:cNvPr>
          <p:cNvSpPr txBox="1"/>
          <p:nvPr/>
        </p:nvSpPr>
        <p:spPr>
          <a:xfrm>
            <a:off x="2699010" y="824951"/>
            <a:ext cx="254683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prstClr val="black"/>
                </a:solidFill>
                <a:latin typeface="Tw Cen MT"/>
              </a:rPr>
              <a:t>Lectures 2 - 4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0703D1-7049-03FE-ED6C-1D01CDCBE4ED}"/>
              </a:ext>
            </a:extLst>
          </p:cNvPr>
          <p:cNvSpPr txBox="1"/>
          <p:nvPr/>
        </p:nvSpPr>
        <p:spPr>
          <a:xfrm>
            <a:off x="6781570" y="824951"/>
            <a:ext cx="213946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prstClr val="black"/>
                </a:solidFill>
                <a:latin typeface="Tw Cen MT"/>
              </a:rPr>
              <a:t>Lectures 5 - 6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B9C257-0E55-854D-829B-9DC4FD0B2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915" y="1343730"/>
            <a:ext cx="2225351" cy="15542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4D74FC-DE81-1ECC-FBCB-D262DAB8C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088" y="1331197"/>
            <a:ext cx="1676402" cy="156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655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921369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Modern Portfolio Theory 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Outline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2B37CE-307A-A16D-8E2A-4C649D7A10D8}"/>
              </a:ext>
            </a:extLst>
          </p:cNvPr>
          <p:cNvSpPr txBox="1"/>
          <p:nvPr/>
        </p:nvSpPr>
        <p:spPr>
          <a:xfrm>
            <a:off x="177018" y="631665"/>
            <a:ext cx="11449343" cy="3495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Risk and Risk Aversion (6.1)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Scenario Analysis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The Asset-allocation Decision (6.2)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The Risk-free Asset (6.3)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Portfolios of One Risky Asset and a Risk-free Asset (6.4)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Risk Tolerance and Asset Allocation (6.5)</a:t>
            </a:r>
          </a:p>
        </p:txBody>
      </p:sp>
    </p:spTree>
    <p:extLst>
      <p:ext uri="{BB962C8B-B14F-4D97-AF65-F5344CB8AC3E}">
        <p14:creationId xmlns:p14="http://schemas.microsoft.com/office/powerpoint/2010/main" val="921638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921369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Modern Portfolio Theory 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Risk and Risk Aversion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2B37CE-307A-A16D-8E2A-4C649D7A10D8}"/>
              </a:ext>
            </a:extLst>
          </p:cNvPr>
          <p:cNvSpPr txBox="1"/>
          <p:nvPr/>
        </p:nvSpPr>
        <p:spPr>
          <a:xfrm>
            <a:off x="92439" y="552924"/>
            <a:ext cx="11732520" cy="7591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When investors are choosing their optimal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portfolio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, we assume that they only care about return (measured by expected return) and risk (measured by variance), their utility function can be: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lang="en-US" sz="3200" dirty="0">
              <a:solidFill>
                <a:prstClr val="black"/>
              </a:solidFill>
              <a:latin typeface="Tw Cen MT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lang="en-US" sz="3200" dirty="0">
              <a:solidFill>
                <a:prstClr val="black"/>
              </a:solidFill>
              <a:latin typeface="Tw Cen MT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lang="en-US" sz="3200" dirty="0">
              <a:solidFill>
                <a:prstClr val="black"/>
              </a:solidFill>
              <a:latin typeface="Tw Cen MT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[Risk Preference Survey]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Which option do you prefer?</a:t>
            </a:r>
          </a:p>
          <a:p>
            <a:pPr marL="971550" lvl="1" indent="-514350">
              <a:spcBef>
                <a:spcPts val="700"/>
              </a:spcBef>
              <a:buClr>
                <a:srgbClr val="DA1F28"/>
              </a:buClr>
              <a:buSzPct val="60000"/>
              <a:buFont typeface="+mj-lt"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Tw Cen MT"/>
              </a:rPr>
              <a:t>Option A: Guaranteed $4.</a:t>
            </a:r>
          </a:p>
          <a:p>
            <a:pPr marL="971550" lvl="1" indent="-514350">
              <a:spcBef>
                <a:spcPts val="700"/>
              </a:spcBef>
              <a:buClr>
                <a:srgbClr val="DA1F28"/>
              </a:buClr>
              <a:buSzPct val="60000"/>
              <a:buFont typeface="+mj-lt"/>
              <a:buAutoNum type="arabicPeriod"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Option B: 50% chance of getting </a:t>
            </a:r>
            <a:r>
              <a:rPr lang="en-US" sz="2600" dirty="0">
                <a:solidFill>
                  <a:prstClr val="black"/>
                </a:solidFill>
                <a:latin typeface="Tw Cen MT"/>
              </a:rPr>
              <a:t>$10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and a 50% chance of getting nothing.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tabLst/>
              <a:defRPr/>
            </a:pPr>
            <a:endParaRPr lang="en-US" sz="3200" dirty="0">
              <a:solidFill>
                <a:prstClr val="black"/>
              </a:solidFill>
              <a:latin typeface="Tw Cen MT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tabLst/>
              <a:defRPr/>
            </a:pPr>
            <a:endParaRPr lang="en-US" sz="2000" dirty="0">
              <a:solidFill>
                <a:prstClr val="black"/>
              </a:solidFill>
              <a:latin typeface="Tw Cen MT"/>
            </a:endParaRPr>
          </a:p>
          <a:p>
            <a:pPr marL="320040" marR="0" lvl="1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A7BC7060-E8FA-FD24-2FAC-A123EBA508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2901904"/>
              </p:ext>
            </p:extLst>
          </p:nvPr>
        </p:nvGraphicFramePr>
        <p:xfrm>
          <a:off x="2030480" y="2629904"/>
          <a:ext cx="3781777" cy="7090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19200" imgH="228600" progId="Equation.3">
                  <p:embed/>
                </p:oleObj>
              </mc:Choice>
              <mc:Fallback>
                <p:oleObj name="Equation" r:id="rId3" imgW="1219200" imgH="228600" progId="Equation.3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A7BC7060-E8FA-FD24-2FAC-A123EBA508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30480" y="2629904"/>
                        <a:ext cx="3781777" cy="7090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456C2391-4AE3-386C-C546-04E2C1F1796B}"/>
              </a:ext>
            </a:extLst>
          </p:cNvPr>
          <p:cNvSpPr txBox="1"/>
          <p:nvPr/>
        </p:nvSpPr>
        <p:spPr>
          <a:xfrm>
            <a:off x="6379745" y="2629904"/>
            <a:ext cx="50757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Tw Cen MT"/>
              </a:rPr>
              <a:t>“A” measures individual’s risk-aversion. Typically, we assume that investors are </a:t>
            </a:r>
            <a:r>
              <a:rPr lang="en-US" sz="2000" dirty="0">
                <a:solidFill>
                  <a:srgbClr val="DA1F28">
                    <a:lumMod val="60000"/>
                    <a:lumOff val="40000"/>
                  </a:srgbClr>
                </a:solidFill>
                <a:latin typeface="Tw Cen MT"/>
              </a:rPr>
              <a:t>risk-averse</a:t>
            </a:r>
            <a:r>
              <a:rPr lang="en-US" sz="2000" dirty="0">
                <a:solidFill>
                  <a:prstClr val="black"/>
                </a:solidFill>
                <a:latin typeface="Tw Cen M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4091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94B5A-AC4C-F350-33DD-2FBE71484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5CDE7F8-06FF-586E-7E7E-5DA9534613B6}"/>
              </a:ext>
            </a:extLst>
          </p:cNvPr>
          <p:cNvSpPr/>
          <p:nvPr/>
        </p:nvSpPr>
        <p:spPr>
          <a:xfrm>
            <a:off x="0" y="0"/>
            <a:ext cx="3921369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Modern Portfolio Theory 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3891C1-B257-591F-08A6-B2A150697003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Risk and Risk Aversion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A8D014-4344-3C8C-DF9E-776669F82692}"/>
              </a:ext>
            </a:extLst>
          </p:cNvPr>
          <p:cNvSpPr txBox="1"/>
          <p:nvPr/>
        </p:nvSpPr>
        <p:spPr>
          <a:xfrm>
            <a:off x="92439" y="552924"/>
            <a:ext cx="11732520" cy="2318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320040">
              <a:spcBef>
                <a:spcPts val="700"/>
              </a:spcBef>
              <a:buClr>
                <a:srgbClr val="DA1F28"/>
              </a:buClr>
              <a:buSzPct val="60000"/>
              <a:buFont typeface="Wingdings"/>
              <a:buChar char="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The indifference curve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320040" marR="0" lvl="1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08408584-90A6-8F3E-1939-9429719E8A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8305279"/>
              </p:ext>
            </p:extLst>
          </p:nvPr>
        </p:nvGraphicFramePr>
        <p:xfrm>
          <a:off x="1965617" y="1403989"/>
          <a:ext cx="2971795" cy="5572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19200" imgH="228600" progId="Equation.3">
                  <p:embed/>
                </p:oleObj>
              </mc:Choice>
              <mc:Fallback>
                <p:oleObj name="Equation" r:id="rId3" imgW="1219200" imgH="228600" progId="Equation.3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A7BC7060-E8FA-FD24-2FAC-A123EBA508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5617" y="1403989"/>
                        <a:ext cx="2971795" cy="5572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BA2DBF-7B94-5B29-19ED-328F474F9C18}"/>
              </a:ext>
            </a:extLst>
          </p:cNvPr>
          <p:cNvCxnSpPr>
            <a:cxnSpLocks/>
          </p:cNvCxnSpPr>
          <p:nvPr/>
        </p:nvCxnSpPr>
        <p:spPr>
          <a:xfrm>
            <a:off x="1960866" y="2594659"/>
            <a:ext cx="0" cy="2658805"/>
          </a:xfrm>
          <a:prstGeom prst="line">
            <a:avLst/>
          </a:prstGeom>
          <a:noFill/>
          <a:ln w="19050" cap="flat" cmpd="sng" algn="ctr">
            <a:solidFill>
              <a:srgbClr val="2DA2BF"/>
            </a:solidFill>
            <a:prstDash val="solid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569288F-A42C-CE9C-F645-E6775F890DA4}"/>
              </a:ext>
            </a:extLst>
          </p:cNvPr>
          <p:cNvCxnSpPr>
            <a:cxnSpLocks/>
          </p:cNvCxnSpPr>
          <p:nvPr/>
        </p:nvCxnSpPr>
        <p:spPr>
          <a:xfrm>
            <a:off x="1960865" y="5253464"/>
            <a:ext cx="4979377" cy="0"/>
          </a:xfrm>
          <a:prstGeom prst="line">
            <a:avLst/>
          </a:prstGeom>
          <a:noFill/>
          <a:ln w="19050" cap="flat" cmpd="sng" algn="ctr">
            <a:solidFill>
              <a:srgbClr val="2DA2BF"/>
            </a:solidFill>
            <a:prstDash val="solid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</p:cxnSp>
      <p:sp>
        <p:nvSpPr>
          <p:cNvPr id="14" name="Freeform 14">
            <a:extLst>
              <a:ext uri="{FF2B5EF4-FFF2-40B4-BE49-F238E27FC236}">
                <a16:creationId xmlns:a16="http://schemas.microsoft.com/office/drawing/2014/main" id="{097F7A92-F94E-95D4-5DDF-CE7691B3E994}"/>
              </a:ext>
            </a:extLst>
          </p:cNvPr>
          <p:cNvSpPr/>
          <p:nvPr/>
        </p:nvSpPr>
        <p:spPr>
          <a:xfrm>
            <a:off x="2242517" y="2734896"/>
            <a:ext cx="2971794" cy="1825790"/>
          </a:xfrm>
          <a:custGeom>
            <a:avLst/>
            <a:gdLst>
              <a:gd name="connsiteX0" fmla="*/ 0 w 2690149"/>
              <a:gd name="connsiteY0" fmla="*/ 1387199 h 1387199"/>
              <a:gd name="connsiteX1" fmla="*/ 1854699 w 2690149"/>
              <a:gd name="connsiteY1" fmla="*/ 1153213 h 1387199"/>
              <a:gd name="connsiteX2" fmla="*/ 2690149 w 2690149"/>
              <a:gd name="connsiteY2" fmla="*/ 0 h 1387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90149" h="1387199">
                <a:moveTo>
                  <a:pt x="0" y="1387199"/>
                </a:moveTo>
                <a:cubicBezTo>
                  <a:pt x="703170" y="1385806"/>
                  <a:pt x="1406341" y="1384413"/>
                  <a:pt x="1854699" y="1153213"/>
                </a:cubicBezTo>
                <a:cubicBezTo>
                  <a:pt x="2303057" y="922013"/>
                  <a:pt x="2690149" y="0"/>
                  <a:pt x="2690149" y="0"/>
                </a:cubicBezTo>
              </a:path>
            </a:pathLst>
          </a:custGeom>
          <a:noFill/>
          <a:ln w="19050" cap="flat" cmpd="sng" algn="ctr">
            <a:solidFill>
              <a:srgbClr val="2DA2BF"/>
            </a:solidFill>
            <a:prstDash val="solid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CBDAE615-95AC-2EDE-1976-85CB137E100A}"/>
              </a:ext>
            </a:extLst>
          </p:cNvPr>
          <p:cNvSpPr/>
          <p:nvPr/>
        </p:nvSpPr>
        <p:spPr>
          <a:xfrm>
            <a:off x="2394916" y="2823260"/>
            <a:ext cx="3173715" cy="2118426"/>
          </a:xfrm>
          <a:custGeom>
            <a:avLst/>
            <a:gdLst>
              <a:gd name="connsiteX0" fmla="*/ 0 w 2690149"/>
              <a:gd name="connsiteY0" fmla="*/ 1387199 h 1387199"/>
              <a:gd name="connsiteX1" fmla="*/ 1854699 w 2690149"/>
              <a:gd name="connsiteY1" fmla="*/ 1153213 h 1387199"/>
              <a:gd name="connsiteX2" fmla="*/ 2690149 w 2690149"/>
              <a:gd name="connsiteY2" fmla="*/ 0 h 1387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90149" h="1387199">
                <a:moveTo>
                  <a:pt x="0" y="1387199"/>
                </a:moveTo>
                <a:cubicBezTo>
                  <a:pt x="703170" y="1385806"/>
                  <a:pt x="1406341" y="1384413"/>
                  <a:pt x="1854699" y="1153213"/>
                </a:cubicBezTo>
                <a:cubicBezTo>
                  <a:pt x="2303057" y="922013"/>
                  <a:pt x="2690149" y="0"/>
                  <a:pt x="2690149" y="0"/>
                </a:cubicBezTo>
              </a:path>
            </a:pathLst>
          </a:custGeom>
          <a:noFill/>
          <a:ln w="19050" cap="flat" cmpd="sng" algn="ctr">
            <a:solidFill>
              <a:srgbClr val="2DA2BF"/>
            </a:solidFill>
            <a:prstDash val="solid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DB154D4-3D09-F1B5-4850-26B4DEACE72D}"/>
              </a:ext>
            </a:extLst>
          </p:cNvPr>
          <p:cNvCxnSpPr>
            <a:cxnSpLocks/>
          </p:cNvCxnSpPr>
          <p:nvPr/>
        </p:nvCxnSpPr>
        <p:spPr>
          <a:xfrm flipH="1" flipV="1">
            <a:off x="4857268" y="3025003"/>
            <a:ext cx="611205" cy="622788"/>
          </a:xfrm>
          <a:prstGeom prst="straightConnector1">
            <a:avLst/>
          </a:prstGeom>
          <a:noFill/>
          <a:ln w="19050" cap="flat" cmpd="sng" algn="ctr">
            <a:solidFill>
              <a:srgbClr val="DA1F28"/>
            </a:solidFill>
            <a:prstDash val="solid"/>
            <a:tailEnd type="arrow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68B1090-CE74-D9F0-1B62-71ABFFADDBA6}"/>
              </a:ext>
            </a:extLst>
          </p:cNvPr>
          <p:cNvSpPr txBox="1"/>
          <p:nvPr/>
        </p:nvSpPr>
        <p:spPr>
          <a:xfrm>
            <a:off x="4856955" y="5279917"/>
            <a:ext cx="2248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Tw Cen MT"/>
              </a:rPr>
              <a:t>Standard Deviation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59E104-C3C8-DD11-E210-C3C9D02AF3B3}"/>
              </a:ext>
            </a:extLst>
          </p:cNvPr>
          <p:cNvSpPr txBox="1"/>
          <p:nvPr/>
        </p:nvSpPr>
        <p:spPr>
          <a:xfrm>
            <a:off x="793821" y="2594658"/>
            <a:ext cx="16010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Tw Cen MT"/>
              </a:rPr>
              <a:t>Expected Return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6191F9-6AF1-ED1B-99EB-E7D953CD6352}"/>
              </a:ext>
            </a:extLst>
          </p:cNvPr>
          <p:cNvSpPr txBox="1"/>
          <p:nvPr/>
        </p:nvSpPr>
        <p:spPr>
          <a:xfrm>
            <a:off x="5833800" y="3554549"/>
            <a:ext cx="50757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Mean-variance (M-V) criterion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Portfolio A dominates B if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E(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r</a:t>
            </a:r>
            <a:r>
              <a:rPr kumimoji="0" lang="en-US" sz="2000" b="0" i="0" u="none" strike="noStrike" kern="1200" cap="none" spc="0" normalizeH="0" baseline="-25000" noProof="0" dirty="0" err="1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)≥E(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r</a:t>
            </a:r>
            <a:r>
              <a:rPr kumimoji="0" lang="en-US" sz="2000" b="0" i="0" u="none" strike="noStrike" kern="1200" cap="none" spc="0" normalizeH="0" baseline="-25000" noProof="0" dirty="0" err="1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and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DA2B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σ</a:t>
            </a:r>
            <a:r>
              <a:rPr kumimoji="0" lang="en-US" sz="2000" b="0" i="0" u="none" strike="noStrike" kern="1200" cap="none" spc="0" normalizeH="0" baseline="-25000" noProof="0" dirty="0" err="1">
                <a:ln>
                  <a:noFill/>
                </a:ln>
                <a:solidFill>
                  <a:srgbClr val="2DA2B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DA2B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≤σ</a:t>
            </a:r>
            <a:r>
              <a:rPr kumimoji="0" lang="en-US" sz="2000" b="0" i="0" u="none" strike="noStrike" kern="1200" cap="none" spc="0" normalizeH="0" baseline="-25000" noProof="0" dirty="0" err="1">
                <a:ln>
                  <a:noFill/>
                </a:ln>
                <a:solidFill>
                  <a:srgbClr val="2DA2B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B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And at least one inequality is strict.</a:t>
            </a:r>
          </a:p>
        </p:txBody>
      </p:sp>
    </p:spTree>
    <p:extLst>
      <p:ext uri="{BB962C8B-B14F-4D97-AF65-F5344CB8AC3E}">
        <p14:creationId xmlns:p14="http://schemas.microsoft.com/office/powerpoint/2010/main" val="634911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921369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Modern Portfolio Theory 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Scenario Analysis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0BF643-695E-FCBC-E400-1A717E5D6CAA}"/>
              </a:ext>
            </a:extLst>
          </p:cNvPr>
          <p:cNvSpPr txBox="1"/>
          <p:nvPr/>
        </p:nvSpPr>
        <p:spPr>
          <a:xfrm>
            <a:off x="155201" y="526472"/>
            <a:ext cx="11432198" cy="1659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Individuals would perform scenario analysis to determine the return and risk for all of the assets available on the market.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Assume initial price is $100.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73DE19A-17B6-B03B-8142-7197FCC0FF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175826"/>
              </p:ext>
            </p:extLst>
          </p:nvPr>
        </p:nvGraphicFramePr>
        <p:xfrm>
          <a:off x="629548" y="2220191"/>
          <a:ext cx="10301683" cy="3441380"/>
        </p:xfrm>
        <a:graphic>
          <a:graphicData uri="http://schemas.openxmlformats.org/drawingml/2006/table">
            <a:tbl>
              <a:tblPr firstRow="1" bandRow="1">
                <a:solidFill>
                  <a:srgbClr val="2DA2BF">
                    <a:tint val="50000"/>
                  </a:srgbClr>
                </a:solidFill>
                <a:effectLst>
                  <a:outerShdw blurRad="38100" dist="30000" dir="5400000" rotWithShape="0">
                    <a:srgbClr val="000000">
                      <a:alpha val="45000"/>
                    </a:srgbClr>
                  </a:outerShdw>
                </a:effectLst>
              </a:tblPr>
              <a:tblGrid>
                <a:gridCol w="1593043">
                  <a:extLst>
                    <a:ext uri="{9D8B030D-6E8A-4147-A177-3AD203B41FA5}">
                      <a16:colId xmlns:a16="http://schemas.microsoft.com/office/drawing/2014/main" val="3154229575"/>
                    </a:ext>
                  </a:extLst>
                </a:gridCol>
                <a:gridCol w="1350295">
                  <a:extLst>
                    <a:ext uri="{9D8B030D-6E8A-4147-A177-3AD203B41FA5}">
                      <a16:colId xmlns:a16="http://schemas.microsoft.com/office/drawing/2014/main" val="1724430360"/>
                    </a:ext>
                  </a:extLst>
                </a:gridCol>
                <a:gridCol w="1471669">
                  <a:extLst>
                    <a:ext uri="{9D8B030D-6E8A-4147-A177-3AD203B41FA5}">
                      <a16:colId xmlns:a16="http://schemas.microsoft.com/office/drawing/2014/main" val="126010217"/>
                    </a:ext>
                  </a:extLst>
                </a:gridCol>
                <a:gridCol w="1471669">
                  <a:extLst>
                    <a:ext uri="{9D8B030D-6E8A-4147-A177-3AD203B41FA5}">
                      <a16:colId xmlns:a16="http://schemas.microsoft.com/office/drawing/2014/main" val="322449136"/>
                    </a:ext>
                  </a:extLst>
                </a:gridCol>
                <a:gridCol w="1471669">
                  <a:extLst>
                    <a:ext uri="{9D8B030D-6E8A-4147-A177-3AD203B41FA5}">
                      <a16:colId xmlns:a16="http://schemas.microsoft.com/office/drawing/2014/main" val="2928293964"/>
                    </a:ext>
                  </a:extLst>
                </a:gridCol>
                <a:gridCol w="1471669">
                  <a:extLst>
                    <a:ext uri="{9D8B030D-6E8A-4147-A177-3AD203B41FA5}">
                      <a16:colId xmlns:a16="http://schemas.microsoft.com/office/drawing/2014/main" val="1294351563"/>
                    </a:ext>
                  </a:extLst>
                </a:gridCol>
                <a:gridCol w="1471669">
                  <a:extLst>
                    <a:ext uri="{9D8B030D-6E8A-4147-A177-3AD203B41FA5}">
                      <a16:colId xmlns:a16="http://schemas.microsoft.com/office/drawing/2014/main" val="2878165046"/>
                    </a:ext>
                  </a:extLst>
                </a:gridCol>
              </a:tblGrid>
              <a:tr h="151393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300" b="0" dirty="0"/>
                        <a:t>State of the Market</a:t>
                      </a:r>
                    </a:p>
                  </a:txBody>
                  <a:tcPr marL="127443" marR="127443" marT="63722" marB="63722">
                    <a:lnL w="10000" cap="flat" cmpd="sng" algn="ctr">
                      <a:solidFill>
                        <a:srgbClr val="2DA2BF"/>
                      </a:solidFill>
                      <a:prstDash val="solid"/>
                    </a:lnL>
                    <a:lnR>
                      <a:noFill/>
                    </a:lnR>
                    <a:lnT w="10000" cap="flat" cmpd="sng" algn="ctr">
                      <a:solidFill>
                        <a:srgbClr val="2DA2BF"/>
                      </a:solidFill>
                      <a:prstDash val="soli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1900" b="0" dirty="0"/>
                        <a:t>Probability</a:t>
                      </a:r>
                    </a:p>
                  </a:txBody>
                  <a:tcPr marL="127443" marR="127443" marT="63722" marB="63722">
                    <a:lnL>
                      <a:noFill/>
                    </a:lnL>
                    <a:lnR>
                      <a:noFill/>
                    </a:lnR>
                    <a:lnT w="10000" cap="flat" cmpd="sng" algn="ctr">
                      <a:solidFill>
                        <a:srgbClr val="2DA2BF"/>
                      </a:solidFill>
                      <a:prstDash val="soli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300" b="0" dirty="0"/>
                        <a:t>Year-end Price</a:t>
                      </a:r>
                    </a:p>
                  </a:txBody>
                  <a:tcPr marL="127443" marR="127443" marT="63722" marB="63722">
                    <a:lnL>
                      <a:noFill/>
                    </a:lnL>
                    <a:lnR>
                      <a:noFill/>
                    </a:lnR>
                    <a:lnT w="10000" cap="flat" cmpd="sng" algn="ctr">
                      <a:solidFill>
                        <a:srgbClr val="2DA2BF"/>
                      </a:solidFill>
                      <a:prstDash val="soli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300" b="0" dirty="0"/>
                        <a:t>Cash Dividends</a:t>
                      </a:r>
                    </a:p>
                  </a:txBody>
                  <a:tcPr marL="127443" marR="127443" marT="63722" marB="63722">
                    <a:lnL>
                      <a:noFill/>
                    </a:lnL>
                    <a:lnR>
                      <a:noFill/>
                    </a:lnR>
                    <a:lnT w="10000" cap="flat" cmpd="sng" algn="ctr">
                      <a:solidFill>
                        <a:srgbClr val="2DA2BF"/>
                      </a:solidFill>
                      <a:prstDash val="soli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300" b="0" dirty="0"/>
                        <a:t>Holding-period Return</a:t>
                      </a:r>
                    </a:p>
                  </a:txBody>
                  <a:tcPr marL="127443" marR="127443" marT="63722" marB="63722">
                    <a:lnL>
                      <a:noFill/>
                    </a:lnL>
                    <a:lnR>
                      <a:noFill/>
                    </a:lnR>
                    <a:lnT w="10000" cap="flat" cmpd="sng" algn="ctr">
                      <a:solidFill>
                        <a:srgbClr val="2DA2BF"/>
                      </a:solidFill>
                      <a:prstDash val="soli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300" b="0" dirty="0"/>
                        <a:t>Deviations from the Mean</a:t>
                      </a:r>
                    </a:p>
                  </a:txBody>
                  <a:tcPr marL="127443" marR="127443" marT="63722" marB="63722">
                    <a:lnL>
                      <a:noFill/>
                    </a:lnL>
                    <a:lnR>
                      <a:noFill/>
                    </a:lnR>
                    <a:lnT w="10000" cap="flat" cmpd="sng" algn="ctr">
                      <a:solidFill>
                        <a:srgbClr val="2DA2BF"/>
                      </a:solidFill>
                      <a:prstDash val="soli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300" b="0" dirty="0"/>
                        <a:t>Squared Deviations from Mean</a:t>
                      </a:r>
                    </a:p>
                  </a:txBody>
                  <a:tcPr marL="127443" marR="127443" marT="63722" marB="63722">
                    <a:lnL>
                      <a:noFill/>
                    </a:lnL>
                    <a:lnR w="10000" cap="flat" cmpd="sng" algn="ctr">
                      <a:solidFill>
                        <a:srgbClr val="2DA2BF"/>
                      </a:solidFill>
                      <a:prstDash val="solid"/>
                    </a:lnR>
                    <a:lnT w="10000" cap="flat" cmpd="sng" algn="ctr">
                      <a:solidFill>
                        <a:srgbClr val="2DA2BF"/>
                      </a:solidFill>
                      <a:prstDash val="soli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445915"/>
                  </a:ext>
                </a:extLst>
              </a:tr>
              <a:tr h="4740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300" dirty="0"/>
                        <a:t>EXCELLENT</a:t>
                      </a:r>
                    </a:p>
                  </a:txBody>
                  <a:tcPr marL="127443" marR="127443" marT="63722" marB="63722">
                    <a:lnL w="10000" cap="flat" cmpd="sng" algn="ctr">
                      <a:solidFill>
                        <a:srgbClr val="2DA2BF"/>
                      </a:solidFill>
                      <a:prstDash val="solid"/>
                    </a:lnL>
                    <a:lnR w="10000" cap="flat" cmpd="sng" algn="ctr">
                      <a:solidFill>
                        <a:srgbClr val="2DA2BF"/>
                      </a:solidFill>
                      <a:prstDash val="soli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</a:lnT>
                    <a:lnB w="10000" cap="flat" cmpd="sng" algn="ctr">
                      <a:solidFill>
                        <a:srgbClr val="2DA2B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300" dirty="0"/>
                        <a:t>25%</a:t>
                      </a:r>
                    </a:p>
                  </a:txBody>
                  <a:tcPr marL="127443" marR="127443" marT="63722" marB="63722">
                    <a:lnL w="10000" cap="flat" cmpd="sng" algn="ctr">
                      <a:solidFill>
                        <a:srgbClr val="2DA2BF"/>
                      </a:solidFill>
                      <a:prstDash val="solid"/>
                    </a:lnL>
                    <a:lnR w="10000" cap="flat" cmpd="sng" algn="ctr">
                      <a:solidFill>
                        <a:srgbClr val="2DA2BF"/>
                      </a:solidFill>
                      <a:prstDash val="soli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</a:lnT>
                    <a:lnB w="10000" cap="flat" cmpd="sng" algn="ctr">
                      <a:solidFill>
                        <a:srgbClr val="2DA2B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300" dirty="0"/>
                        <a:t>126.50</a:t>
                      </a:r>
                    </a:p>
                  </a:txBody>
                  <a:tcPr marL="127443" marR="127443" marT="63722" marB="63722">
                    <a:lnL w="10000" cap="flat" cmpd="sng" algn="ctr">
                      <a:solidFill>
                        <a:srgbClr val="2DA2BF"/>
                      </a:solidFill>
                      <a:prstDash val="solid"/>
                    </a:lnL>
                    <a:lnR w="10000" cap="flat" cmpd="sng" algn="ctr">
                      <a:solidFill>
                        <a:srgbClr val="2DA2BF"/>
                      </a:solidFill>
                      <a:prstDash val="soli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</a:lnT>
                    <a:lnB w="10000" cap="flat" cmpd="sng" algn="ctr">
                      <a:solidFill>
                        <a:srgbClr val="2DA2B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300" dirty="0"/>
                        <a:t>4.5</a:t>
                      </a:r>
                    </a:p>
                  </a:txBody>
                  <a:tcPr marL="127443" marR="127443" marT="63722" marB="63722">
                    <a:lnL w="10000" cap="flat" cmpd="sng" algn="ctr">
                      <a:solidFill>
                        <a:srgbClr val="2DA2BF"/>
                      </a:solidFill>
                      <a:prstDash val="solid"/>
                    </a:lnL>
                    <a:lnR w="10000" cap="flat" cmpd="sng" algn="ctr">
                      <a:solidFill>
                        <a:srgbClr val="2DA2BF"/>
                      </a:solidFill>
                      <a:prstDash val="soli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</a:lnT>
                    <a:lnB w="10000" cap="flat" cmpd="sng" algn="ctr">
                      <a:solidFill>
                        <a:srgbClr val="2DA2B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300" dirty="0"/>
                        <a:t>31%</a:t>
                      </a:r>
                    </a:p>
                  </a:txBody>
                  <a:tcPr marL="127443" marR="127443" marT="63722" marB="63722">
                    <a:lnL w="10000" cap="flat" cmpd="sng" algn="ctr">
                      <a:solidFill>
                        <a:srgbClr val="2DA2BF"/>
                      </a:solidFill>
                      <a:prstDash val="solid"/>
                    </a:lnL>
                    <a:lnR w="10000" cap="flat" cmpd="sng" algn="ctr">
                      <a:solidFill>
                        <a:srgbClr val="2DA2BF"/>
                      </a:solidFill>
                      <a:prstDash val="soli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</a:lnT>
                    <a:lnB w="10000" cap="flat" cmpd="sng" algn="ctr">
                      <a:solidFill>
                        <a:srgbClr val="2DA2B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300" dirty="0"/>
                        <a:t>21.24%</a:t>
                      </a:r>
                    </a:p>
                  </a:txBody>
                  <a:tcPr marL="127443" marR="127443" marT="63722" marB="63722">
                    <a:lnL w="10000" cap="flat" cmpd="sng" algn="ctr">
                      <a:solidFill>
                        <a:srgbClr val="2DA2BF"/>
                      </a:solidFill>
                      <a:prstDash val="solid"/>
                    </a:lnL>
                    <a:lnR w="10000" cap="flat" cmpd="sng" algn="ctr">
                      <a:solidFill>
                        <a:srgbClr val="2DA2BF"/>
                      </a:solidFill>
                      <a:prstDash val="soli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</a:lnT>
                    <a:lnB w="10000" cap="flat" cmpd="sng" algn="ctr">
                      <a:solidFill>
                        <a:srgbClr val="2DA2B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300" dirty="0"/>
                        <a:t>0.0451</a:t>
                      </a:r>
                    </a:p>
                  </a:txBody>
                  <a:tcPr marL="127443" marR="127443" marT="63722" marB="63722">
                    <a:lnL w="10000" cap="flat" cmpd="sng" algn="ctr">
                      <a:solidFill>
                        <a:srgbClr val="2DA2BF"/>
                      </a:solidFill>
                      <a:prstDash val="solid"/>
                    </a:lnL>
                    <a:lnR w="10000" cap="flat" cmpd="sng" algn="ctr">
                      <a:solidFill>
                        <a:srgbClr val="2DA2BF"/>
                      </a:solidFill>
                      <a:prstDash val="soli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</a:lnT>
                    <a:lnB w="10000" cap="flat" cmpd="sng" algn="ctr">
                      <a:solidFill>
                        <a:srgbClr val="2DA2B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027100"/>
                  </a:ext>
                </a:extLst>
              </a:tr>
              <a:tr h="4740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300" dirty="0"/>
                        <a:t>GOOD</a:t>
                      </a:r>
                    </a:p>
                  </a:txBody>
                  <a:tcPr marL="127443" marR="127443" marT="63722" marB="63722">
                    <a:lnL w="10000" cap="flat" cmpd="sng" algn="ctr">
                      <a:solidFill>
                        <a:srgbClr val="2DA2BF"/>
                      </a:solidFill>
                      <a:prstDash val="solid"/>
                    </a:lnL>
                    <a:lnR w="10000" cap="flat" cmpd="sng" algn="ctr">
                      <a:solidFill>
                        <a:srgbClr val="2DA2BF"/>
                      </a:solidFill>
                      <a:prstDash val="solid"/>
                    </a:lnR>
                    <a:lnT w="10000" cap="flat" cmpd="sng" algn="ctr">
                      <a:solidFill>
                        <a:srgbClr val="2DA2BF"/>
                      </a:solidFill>
                      <a:prstDash val="solid"/>
                    </a:lnT>
                    <a:lnB w="10000" cap="flat" cmpd="sng" algn="ctr">
                      <a:solidFill>
                        <a:srgbClr val="2DA2B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300" dirty="0"/>
                        <a:t>45%</a:t>
                      </a:r>
                    </a:p>
                  </a:txBody>
                  <a:tcPr marL="127443" marR="127443" marT="63722" marB="63722">
                    <a:lnL w="10000" cap="flat" cmpd="sng" algn="ctr">
                      <a:solidFill>
                        <a:srgbClr val="2DA2BF"/>
                      </a:solidFill>
                      <a:prstDash val="solid"/>
                    </a:lnL>
                    <a:lnR w="10000" cap="flat" cmpd="sng" algn="ctr">
                      <a:solidFill>
                        <a:srgbClr val="2DA2BF"/>
                      </a:solidFill>
                      <a:prstDash val="solid"/>
                    </a:lnR>
                    <a:lnT w="10000" cap="flat" cmpd="sng" algn="ctr">
                      <a:solidFill>
                        <a:srgbClr val="2DA2BF"/>
                      </a:solidFill>
                      <a:prstDash val="solid"/>
                    </a:lnT>
                    <a:lnB w="10000" cap="flat" cmpd="sng" algn="ctr">
                      <a:solidFill>
                        <a:srgbClr val="2DA2B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300" dirty="0"/>
                        <a:t>110.00</a:t>
                      </a:r>
                    </a:p>
                  </a:txBody>
                  <a:tcPr marL="127443" marR="127443" marT="63722" marB="63722">
                    <a:lnL w="10000" cap="flat" cmpd="sng" algn="ctr">
                      <a:solidFill>
                        <a:srgbClr val="2DA2BF"/>
                      </a:solidFill>
                      <a:prstDash val="solid"/>
                    </a:lnL>
                    <a:lnR w="10000" cap="flat" cmpd="sng" algn="ctr">
                      <a:solidFill>
                        <a:srgbClr val="2DA2BF"/>
                      </a:solidFill>
                      <a:prstDash val="solid"/>
                    </a:lnR>
                    <a:lnT w="10000" cap="flat" cmpd="sng" algn="ctr">
                      <a:solidFill>
                        <a:srgbClr val="2DA2BF"/>
                      </a:solidFill>
                      <a:prstDash val="solid"/>
                    </a:lnT>
                    <a:lnB w="10000" cap="flat" cmpd="sng" algn="ctr">
                      <a:solidFill>
                        <a:srgbClr val="2DA2B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300" dirty="0"/>
                        <a:t>4.0</a:t>
                      </a:r>
                    </a:p>
                  </a:txBody>
                  <a:tcPr marL="127443" marR="127443" marT="63722" marB="63722">
                    <a:lnL w="10000" cap="flat" cmpd="sng" algn="ctr">
                      <a:solidFill>
                        <a:srgbClr val="2DA2BF"/>
                      </a:solidFill>
                      <a:prstDash val="solid"/>
                    </a:lnL>
                    <a:lnR w="10000" cap="flat" cmpd="sng" algn="ctr">
                      <a:solidFill>
                        <a:srgbClr val="2DA2BF"/>
                      </a:solidFill>
                      <a:prstDash val="solid"/>
                    </a:lnR>
                    <a:lnT w="10000" cap="flat" cmpd="sng" algn="ctr">
                      <a:solidFill>
                        <a:srgbClr val="2DA2BF"/>
                      </a:solidFill>
                      <a:prstDash val="solid"/>
                    </a:lnT>
                    <a:lnB w="10000" cap="flat" cmpd="sng" algn="ctr">
                      <a:solidFill>
                        <a:srgbClr val="2DA2B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300" dirty="0"/>
                        <a:t>14%</a:t>
                      </a:r>
                    </a:p>
                  </a:txBody>
                  <a:tcPr marL="127443" marR="127443" marT="63722" marB="63722">
                    <a:lnL w="10000" cap="flat" cmpd="sng" algn="ctr">
                      <a:solidFill>
                        <a:srgbClr val="2DA2BF"/>
                      </a:solidFill>
                      <a:prstDash val="solid"/>
                    </a:lnL>
                    <a:lnR w="10000" cap="flat" cmpd="sng" algn="ctr">
                      <a:solidFill>
                        <a:srgbClr val="2DA2BF"/>
                      </a:solidFill>
                      <a:prstDash val="solid"/>
                    </a:lnR>
                    <a:lnT w="10000" cap="flat" cmpd="sng" algn="ctr">
                      <a:solidFill>
                        <a:srgbClr val="2DA2BF"/>
                      </a:solidFill>
                      <a:prstDash val="solid"/>
                    </a:lnT>
                    <a:lnB w="10000" cap="flat" cmpd="sng" algn="ctr">
                      <a:solidFill>
                        <a:srgbClr val="2DA2B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300" dirty="0"/>
                        <a:t>4.24%</a:t>
                      </a:r>
                    </a:p>
                  </a:txBody>
                  <a:tcPr marL="127443" marR="127443" marT="63722" marB="63722">
                    <a:lnL w="10000" cap="flat" cmpd="sng" algn="ctr">
                      <a:solidFill>
                        <a:srgbClr val="2DA2BF"/>
                      </a:solidFill>
                      <a:prstDash val="solid"/>
                    </a:lnL>
                    <a:lnR w="10000" cap="flat" cmpd="sng" algn="ctr">
                      <a:solidFill>
                        <a:srgbClr val="2DA2BF"/>
                      </a:solidFill>
                      <a:prstDash val="solid"/>
                    </a:lnR>
                    <a:lnT w="10000" cap="flat" cmpd="sng" algn="ctr">
                      <a:solidFill>
                        <a:srgbClr val="2DA2BF"/>
                      </a:solidFill>
                      <a:prstDash val="solid"/>
                    </a:lnT>
                    <a:lnB w="10000" cap="flat" cmpd="sng" algn="ctr">
                      <a:solidFill>
                        <a:srgbClr val="2DA2B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300" dirty="0"/>
                        <a:t>0.0018</a:t>
                      </a:r>
                    </a:p>
                  </a:txBody>
                  <a:tcPr marL="127443" marR="127443" marT="63722" marB="63722">
                    <a:lnL w="10000" cap="flat" cmpd="sng" algn="ctr">
                      <a:solidFill>
                        <a:srgbClr val="2DA2BF"/>
                      </a:solidFill>
                      <a:prstDash val="solid"/>
                    </a:lnL>
                    <a:lnR w="10000" cap="flat" cmpd="sng" algn="ctr">
                      <a:solidFill>
                        <a:srgbClr val="2DA2BF"/>
                      </a:solidFill>
                      <a:prstDash val="solid"/>
                    </a:lnR>
                    <a:lnT w="10000" cap="flat" cmpd="sng" algn="ctr">
                      <a:solidFill>
                        <a:srgbClr val="2DA2BF"/>
                      </a:solidFill>
                      <a:prstDash val="solid"/>
                    </a:lnT>
                    <a:lnB w="10000" cap="flat" cmpd="sng" algn="ctr">
                      <a:solidFill>
                        <a:srgbClr val="2DA2B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787909"/>
                  </a:ext>
                </a:extLst>
              </a:tr>
              <a:tr h="4740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300" dirty="0"/>
                        <a:t>POOR</a:t>
                      </a:r>
                    </a:p>
                  </a:txBody>
                  <a:tcPr marL="127443" marR="127443" marT="63722" marB="63722">
                    <a:lnL w="10000" cap="flat" cmpd="sng" algn="ctr">
                      <a:solidFill>
                        <a:srgbClr val="2DA2BF"/>
                      </a:solidFill>
                      <a:prstDash val="solid"/>
                    </a:lnL>
                    <a:lnR w="10000" cap="flat" cmpd="sng" algn="ctr">
                      <a:solidFill>
                        <a:srgbClr val="2DA2BF"/>
                      </a:solidFill>
                      <a:prstDash val="solid"/>
                    </a:lnR>
                    <a:lnT w="10000" cap="flat" cmpd="sng" algn="ctr">
                      <a:solidFill>
                        <a:srgbClr val="2DA2BF"/>
                      </a:solidFill>
                      <a:prstDash val="solid"/>
                    </a:lnT>
                    <a:lnB w="10000" cap="flat" cmpd="sng" algn="ctr">
                      <a:solidFill>
                        <a:srgbClr val="2DA2B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300" dirty="0"/>
                        <a:t>25%</a:t>
                      </a:r>
                    </a:p>
                  </a:txBody>
                  <a:tcPr marL="127443" marR="127443" marT="63722" marB="63722">
                    <a:lnL w="10000" cap="flat" cmpd="sng" algn="ctr">
                      <a:solidFill>
                        <a:srgbClr val="2DA2BF"/>
                      </a:solidFill>
                      <a:prstDash val="solid"/>
                    </a:lnL>
                    <a:lnR w="10000" cap="flat" cmpd="sng" algn="ctr">
                      <a:solidFill>
                        <a:srgbClr val="2DA2BF"/>
                      </a:solidFill>
                      <a:prstDash val="solid"/>
                    </a:lnR>
                    <a:lnT w="10000" cap="flat" cmpd="sng" algn="ctr">
                      <a:solidFill>
                        <a:srgbClr val="2DA2BF"/>
                      </a:solidFill>
                      <a:prstDash val="solid"/>
                    </a:lnT>
                    <a:lnB w="10000" cap="flat" cmpd="sng" algn="ctr">
                      <a:solidFill>
                        <a:srgbClr val="2DA2B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300" dirty="0"/>
                        <a:t>89.75</a:t>
                      </a:r>
                    </a:p>
                  </a:txBody>
                  <a:tcPr marL="127443" marR="127443" marT="63722" marB="63722">
                    <a:lnL w="10000" cap="flat" cmpd="sng" algn="ctr">
                      <a:solidFill>
                        <a:srgbClr val="2DA2BF"/>
                      </a:solidFill>
                      <a:prstDash val="solid"/>
                    </a:lnL>
                    <a:lnR w="10000" cap="flat" cmpd="sng" algn="ctr">
                      <a:solidFill>
                        <a:srgbClr val="2DA2BF"/>
                      </a:solidFill>
                      <a:prstDash val="solid"/>
                    </a:lnR>
                    <a:lnT w="10000" cap="flat" cmpd="sng" algn="ctr">
                      <a:solidFill>
                        <a:srgbClr val="2DA2BF"/>
                      </a:solidFill>
                      <a:prstDash val="solid"/>
                    </a:lnT>
                    <a:lnB w="10000" cap="flat" cmpd="sng" algn="ctr">
                      <a:solidFill>
                        <a:srgbClr val="2DA2B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300" dirty="0"/>
                        <a:t>3.5</a:t>
                      </a:r>
                    </a:p>
                  </a:txBody>
                  <a:tcPr marL="127443" marR="127443" marT="63722" marB="63722">
                    <a:lnL w="10000" cap="flat" cmpd="sng" algn="ctr">
                      <a:solidFill>
                        <a:srgbClr val="2DA2BF"/>
                      </a:solidFill>
                      <a:prstDash val="solid"/>
                    </a:lnL>
                    <a:lnR w="10000" cap="flat" cmpd="sng" algn="ctr">
                      <a:solidFill>
                        <a:srgbClr val="2DA2BF"/>
                      </a:solidFill>
                      <a:prstDash val="solid"/>
                    </a:lnR>
                    <a:lnT w="10000" cap="flat" cmpd="sng" algn="ctr">
                      <a:solidFill>
                        <a:srgbClr val="2DA2BF"/>
                      </a:solidFill>
                      <a:prstDash val="solid"/>
                    </a:lnT>
                    <a:lnB w="10000" cap="flat" cmpd="sng" algn="ctr">
                      <a:solidFill>
                        <a:srgbClr val="2DA2B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300" dirty="0"/>
                        <a:t>-6.75%</a:t>
                      </a:r>
                    </a:p>
                  </a:txBody>
                  <a:tcPr marL="127443" marR="127443" marT="63722" marB="63722">
                    <a:lnL w="10000" cap="flat" cmpd="sng" algn="ctr">
                      <a:solidFill>
                        <a:srgbClr val="2DA2BF"/>
                      </a:solidFill>
                      <a:prstDash val="solid"/>
                    </a:lnL>
                    <a:lnR w="10000" cap="flat" cmpd="sng" algn="ctr">
                      <a:solidFill>
                        <a:srgbClr val="2DA2BF"/>
                      </a:solidFill>
                      <a:prstDash val="solid"/>
                    </a:lnR>
                    <a:lnT w="10000" cap="flat" cmpd="sng" algn="ctr">
                      <a:solidFill>
                        <a:srgbClr val="2DA2BF"/>
                      </a:solidFill>
                      <a:prstDash val="solid"/>
                    </a:lnT>
                    <a:lnB w="10000" cap="flat" cmpd="sng" algn="ctr">
                      <a:solidFill>
                        <a:srgbClr val="2DA2B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300" dirty="0"/>
                        <a:t>-16.51%</a:t>
                      </a:r>
                    </a:p>
                  </a:txBody>
                  <a:tcPr marL="127443" marR="127443" marT="63722" marB="63722">
                    <a:lnL w="10000" cap="flat" cmpd="sng" algn="ctr">
                      <a:solidFill>
                        <a:srgbClr val="2DA2BF"/>
                      </a:solidFill>
                      <a:prstDash val="solid"/>
                    </a:lnL>
                    <a:lnR w="10000" cap="flat" cmpd="sng" algn="ctr">
                      <a:solidFill>
                        <a:srgbClr val="2DA2BF"/>
                      </a:solidFill>
                      <a:prstDash val="solid"/>
                    </a:lnR>
                    <a:lnT w="10000" cap="flat" cmpd="sng" algn="ctr">
                      <a:solidFill>
                        <a:srgbClr val="2DA2BF"/>
                      </a:solidFill>
                      <a:prstDash val="solid"/>
                    </a:lnT>
                    <a:lnB w="10000" cap="flat" cmpd="sng" algn="ctr">
                      <a:solidFill>
                        <a:srgbClr val="2DA2B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300" dirty="0"/>
                        <a:t>0.0273</a:t>
                      </a:r>
                    </a:p>
                  </a:txBody>
                  <a:tcPr marL="127443" marR="127443" marT="63722" marB="63722">
                    <a:lnL w="10000" cap="flat" cmpd="sng" algn="ctr">
                      <a:solidFill>
                        <a:srgbClr val="2DA2BF"/>
                      </a:solidFill>
                      <a:prstDash val="solid"/>
                    </a:lnL>
                    <a:lnR w="10000" cap="flat" cmpd="sng" algn="ctr">
                      <a:solidFill>
                        <a:srgbClr val="2DA2BF"/>
                      </a:solidFill>
                      <a:prstDash val="solid"/>
                    </a:lnR>
                    <a:lnT w="10000" cap="flat" cmpd="sng" algn="ctr">
                      <a:solidFill>
                        <a:srgbClr val="2DA2BF"/>
                      </a:solidFill>
                      <a:prstDash val="solid"/>
                    </a:lnT>
                    <a:lnB w="10000" cap="flat" cmpd="sng" algn="ctr">
                      <a:solidFill>
                        <a:srgbClr val="2DA2B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287909"/>
                  </a:ext>
                </a:extLst>
              </a:tr>
              <a:tr h="4740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300" dirty="0"/>
                        <a:t>CRASH</a:t>
                      </a:r>
                    </a:p>
                  </a:txBody>
                  <a:tcPr marL="127443" marR="127443" marT="63722" marB="63722">
                    <a:lnL w="10000" cap="flat" cmpd="sng" algn="ctr">
                      <a:solidFill>
                        <a:srgbClr val="2DA2BF"/>
                      </a:solidFill>
                      <a:prstDash val="solid"/>
                    </a:lnL>
                    <a:lnR w="10000" cap="flat" cmpd="sng" algn="ctr">
                      <a:solidFill>
                        <a:srgbClr val="2DA2BF"/>
                      </a:solidFill>
                      <a:prstDash val="solid"/>
                    </a:lnR>
                    <a:lnT w="10000" cap="flat" cmpd="sng" algn="ctr">
                      <a:solidFill>
                        <a:srgbClr val="2DA2BF"/>
                      </a:solidFill>
                      <a:prstDash val="solid"/>
                    </a:lnT>
                    <a:lnB w="10000" cap="flat" cmpd="sng" algn="ctr">
                      <a:solidFill>
                        <a:srgbClr val="2DA2B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300" dirty="0"/>
                        <a:t>5%</a:t>
                      </a:r>
                    </a:p>
                  </a:txBody>
                  <a:tcPr marL="127443" marR="127443" marT="63722" marB="63722">
                    <a:lnL w="10000" cap="flat" cmpd="sng" algn="ctr">
                      <a:solidFill>
                        <a:srgbClr val="2DA2BF"/>
                      </a:solidFill>
                      <a:prstDash val="solid"/>
                    </a:lnL>
                    <a:lnR w="10000" cap="flat" cmpd="sng" algn="ctr">
                      <a:solidFill>
                        <a:srgbClr val="2DA2BF"/>
                      </a:solidFill>
                      <a:prstDash val="solid"/>
                    </a:lnR>
                    <a:lnT w="10000" cap="flat" cmpd="sng" algn="ctr">
                      <a:solidFill>
                        <a:srgbClr val="2DA2BF"/>
                      </a:solidFill>
                      <a:prstDash val="solid"/>
                    </a:lnT>
                    <a:lnB w="10000" cap="flat" cmpd="sng" algn="ctr">
                      <a:solidFill>
                        <a:srgbClr val="2DA2B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300" dirty="0"/>
                        <a:t>46.00</a:t>
                      </a:r>
                    </a:p>
                  </a:txBody>
                  <a:tcPr marL="127443" marR="127443" marT="63722" marB="63722">
                    <a:lnL w="10000" cap="flat" cmpd="sng" algn="ctr">
                      <a:solidFill>
                        <a:srgbClr val="2DA2BF"/>
                      </a:solidFill>
                      <a:prstDash val="solid"/>
                    </a:lnL>
                    <a:lnR w="10000" cap="flat" cmpd="sng" algn="ctr">
                      <a:solidFill>
                        <a:srgbClr val="2DA2BF"/>
                      </a:solidFill>
                      <a:prstDash val="solid"/>
                    </a:lnR>
                    <a:lnT w="10000" cap="flat" cmpd="sng" algn="ctr">
                      <a:solidFill>
                        <a:srgbClr val="2DA2BF"/>
                      </a:solidFill>
                      <a:prstDash val="solid"/>
                    </a:lnT>
                    <a:lnB w="10000" cap="flat" cmpd="sng" algn="ctr">
                      <a:solidFill>
                        <a:srgbClr val="2DA2B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300" dirty="0"/>
                        <a:t>2.0</a:t>
                      </a:r>
                    </a:p>
                  </a:txBody>
                  <a:tcPr marL="127443" marR="127443" marT="63722" marB="63722">
                    <a:lnL w="10000" cap="flat" cmpd="sng" algn="ctr">
                      <a:solidFill>
                        <a:srgbClr val="2DA2BF"/>
                      </a:solidFill>
                      <a:prstDash val="solid"/>
                    </a:lnL>
                    <a:lnR w="10000" cap="flat" cmpd="sng" algn="ctr">
                      <a:solidFill>
                        <a:srgbClr val="2DA2BF"/>
                      </a:solidFill>
                      <a:prstDash val="solid"/>
                    </a:lnR>
                    <a:lnT w="10000" cap="flat" cmpd="sng" algn="ctr">
                      <a:solidFill>
                        <a:srgbClr val="2DA2BF"/>
                      </a:solidFill>
                      <a:prstDash val="solid"/>
                    </a:lnT>
                    <a:lnB w="10000" cap="flat" cmpd="sng" algn="ctr">
                      <a:solidFill>
                        <a:srgbClr val="2DA2B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300" dirty="0"/>
                        <a:t>-52%</a:t>
                      </a:r>
                    </a:p>
                  </a:txBody>
                  <a:tcPr marL="127443" marR="127443" marT="63722" marB="63722">
                    <a:lnL w="10000" cap="flat" cmpd="sng" algn="ctr">
                      <a:solidFill>
                        <a:srgbClr val="2DA2BF"/>
                      </a:solidFill>
                      <a:prstDash val="solid"/>
                    </a:lnL>
                    <a:lnR w="10000" cap="flat" cmpd="sng" algn="ctr">
                      <a:solidFill>
                        <a:srgbClr val="2DA2BF"/>
                      </a:solidFill>
                      <a:prstDash val="solid"/>
                    </a:lnR>
                    <a:lnT w="10000" cap="flat" cmpd="sng" algn="ctr">
                      <a:solidFill>
                        <a:srgbClr val="2DA2BF"/>
                      </a:solidFill>
                      <a:prstDash val="solid"/>
                    </a:lnT>
                    <a:lnB w="10000" cap="flat" cmpd="sng" algn="ctr">
                      <a:solidFill>
                        <a:srgbClr val="2DA2B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300" dirty="0"/>
                        <a:t>-61.76%</a:t>
                      </a:r>
                    </a:p>
                  </a:txBody>
                  <a:tcPr marL="127443" marR="127443" marT="63722" marB="63722">
                    <a:lnL w="10000" cap="flat" cmpd="sng" algn="ctr">
                      <a:solidFill>
                        <a:srgbClr val="2DA2BF"/>
                      </a:solidFill>
                      <a:prstDash val="solid"/>
                    </a:lnL>
                    <a:lnR w="10000" cap="flat" cmpd="sng" algn="ctr">
                      <a:solidFill>
                        <a:srgbClr val="2DA2BF"/>
                      </a:solidFill>
                      <a:prstDash val="solid"/>
                    </a:lnR>
                    <a:lnT w="10000" cap="flat" cmpd="sng" algn="ctr">
                      <a:solidFill>
                        <a:srgbClr val="2DA2BF"/>
                      </a:solidFill>
                      <a:prstDash val="solid"/>
                    </a:lnT>
                    <a:lnB w="10000" cap="flat" cmpd="sng" algn="ctr">
                      <a:solidFill>
                        <a:srgbClr val="2DA2B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300" dirty="0"/>
                        <a:t>0.3815</a:t>
                      </a:r>
                    </a:p>
                  </a:txBody>
                  <a:tcPr marL="127443" marR="127443" marT="63722" marB="63722">
                    <a:lnL w="10000" cap="flat" cmpd="sng" algn="ctr">
                      <a:solidFill>
                        <a:srgbClr val="2DA2BF"/>
                      </a:solidFill>
                      <a:prstDash val="solid"/>
                    </a:lnL>
                    <a:lnR w="10000" cap="flat" cmpd="sng" algn="ctr">
                      <a:solidFill>
                        <a:srgbClr val="2DA2BF"/>
                      </a:solidFill>
                      <a:prstDash val="solid"/>
                    </a:lnR>
                    <a:lnT w="10000" cap="flat" cmpd="sng" algn="ctr">
                      <a:solidFill>
                        <a:srgbClr val="2DA2BF"/>
                      </a:solidFill>
                      <a:prstDash val="solid"/>
                    </a:lnT>
                    <a:lnB w="10000" cap="flat" cmpd="sng" algn="ctr">
                      <a:solidFill>
                        <a:srgbClr val="2DA2B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891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2687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921369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Modern Portfolio Theory 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Scenario Analysis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2E757D-E1EC-A596-38C2-580B339A0C33}"/>
              </a:ext>
            </a:extLst>
          </p:cNvPr>
          <p:cNvSpPr txBox="1"/>
          <p:nvPr/>
        </p:nvSpPr>
        <p:spPr>
          <a:xfrm>
            <a:off x="378069" y="597877"/>
            <a:ext cx="11813931" cy="5062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Please calculate:</a:t>
            </a:r>
          </a:p>
          <a:p>
            <a:pPr marL="320040" marR="0" lvl="1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Holding-period Return</a:t>
            </a:r>
          </a:p>
          <a:p>
            <a:pPr marL="320040" marR="0" lvl="1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EC767C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320040" marR="0" lvl="1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Expected Return                     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E(r) = ______</a:t>
            </a:r>
          </a:p>
          <a:p>
            <a:pPr marL="320040" marR="0" lvl="1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2DA2BF">
                  <a:lumMod val="60000"/>
                  <a:lumOff val="40000"/>
                </a:srgbClr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320040" marR="0" lvl="1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2DA2BF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Variance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                           Variance = _____</a:t>
            </a:r>
          </a:p>
          <a:p>
            <a:pPr marL="320040" marR="0" lvl="1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7ACBE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320040" marR="0" lvl="1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7ACBE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Standard Deviation                  </a:t>
            </a:r>
            <a:r>
              <a:rPr lang="en-US" sz="3600" dirty="0">
                <a:solidFill>
                  <a:prstClr val="black"/>
                </a:solidFill>
                <a:latin typeface="Tw Cen MT"/>
              </a:rPr>
              <a:t>Std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= ______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C7FB55E3-A0D6-CC11-7431-2FFBFE0F41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3055532"/>
              </p:ext>
            </p:extLst>
          </p:nvPr>
        </p:nvGraphicFramePr>
        <p:xfrm>
          <a:off x="5188336" y="1243339"/>
          <a:ext cx="6891285" cy="877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90900" imgH="431800" progId="Equation.3">
                  <p:embed/>
                </p:oleObj>
              </mc:Choice>
              <mc:Fallback>
                <p:oleObj name="Equation" r:id="rId3" imgW="3390900" imgH="431800" progId="Equation.3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C7FB55E3-A0D6-CC11-7431-2FFBFE0F41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88336" y="1243339"/>
                        <a:ext cx="6891285" cy="8772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D2BF3C6-0570-EF4E-FD1A-A20E821288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4211205"/>
              </p:ext>
            </p:extLst>
          </p:nvPr>
        </p:nvGraphicFramePr>
        <p:xfrm>
          <a:off x="3974953" y="2429494"/>
          <a:ext cx="2144453" cy="877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17600" imgH="457200" progId="Equation.3">
                  <p:embed/>
                </p:oleObj>
              </mc:Choice>
              <mc:Fallback>
                <p:oleObj name="Equation" r:id="rId5" imgW="1117600" imgH="457200" progId="Equation.3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5D2BF3C6-0570-EF4E-FD1A-A20E82128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74953" y="2429494"/>
                        <a:ext cx="2144453" cy="8772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7B3B5F1D-F551-09EE-B2A4-9D8166AE76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4503082"/>
              </p:ext>
            </p:extLst>
          </p:nvPr>
        </p:nvGraphicFramePr>
        <p:xfrm>
          <a:off x="2717400" y="3573077"/>
          <a:ext cx="2870773" cy="8075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25600" imgH="457200" progId="Equation.3">
                  <p:embed/>
                </p:oleObj>
              </mc:Choice>
              <mc:Fallback>
                <p:oleObj name="Equation" r:id="rId7" imgW="1625600" imgH="457200" progId="Equation.3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7B3B5F1D-F551-09EE-B2A4-9D8166AE76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17400" y="3573077"/>
                        <a:ext cx="2870773" cy="8075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DA47D10C-874B-ADA7-0026-0921388CA9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8875953"/>
              </p:ext>
            </p:extLst>
          </p:nvPr>
        </p:nvGraphicFramePr>
        <p:xfrm>
          <a:off x="4578930" y="4927705"/>
          <a:ext cx="1374776" cy="579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23900" imgH="304800" progId="Equation.3">
                  <p:embed/>
                </p:oleObj>
              </mc:Choice>
              <mc:Fallback>
                <p:oleObj name="Equation" r:id="rId9" imgW="723900" imgH="304800" progId="Equation.3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DA47D10C-874B-ADA7-0026-0921388CA9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578930" y="4927705"/>
                        <a:ext cx="1374776" cy="5792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E6106A2-38B1-8791-BE6B-3921152B327C}"/>
              </a:ext>
            </a:extLst>
          </p:cNvPr>
          <p:cNvSpPr txBox="1"/>
          <p:nvPr/>
        </p:nvSpPr>
        <p:spPr>
          <a:xfrm>
            <a:off x="7681651" y="2429494"/>
            <a:ext cx="15717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prstClr val="black"/>
                </a:solidFill>
                <a:latin typeface="Tw Cen MT"/>
              </a:rPr>
              <a:t>9.76%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A0B7C3-A572-F541-FAF8-FE833FA064EA}"/>
              </a:ext>
            </a:extLst>
          </p:cNvPr>
          <p:cNvSpPr txBox="1"/>
          <p:nvPr/>
        </p:nvSpPr>
        <p:spPr>
          <a:xfrm>
            <a:off x="8042882" y="3695903"/>
            <a:ext cx="14431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0.038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0F3916-B181-12BD-4CE2-FEF22BD855F8}"/>
              </a:ext>
            </a:extLst>
          </p:cNvPr>
          <p:cNvSpPr txBox="1"/>
          <p:nvPr/>
        </p:nvSpPr>
        <p:spPr>
          <a:xfrm>
            <a:off x="7667888" y="4939452"/>
            <a:ext cx="1806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prstClr val="black"/>
                </a:solidFill>
                <a:latin typeface="Tw Cen MT"/>
              </a:rPr>
              <a:t>19.49%</a:t>
            </a:r>
          </a:p>
        </p:txBody>
      </p:sp>
    </p:spTree>
    <p:extLst>
      <p:ext uri="{BB962C8B-B14F-4D97-AF65-F5344CB8AC3E}">
        <p14:creationId xmlns:p14="http://schemas.microsoft.com/office/powerpoint/2010/main" val="2091373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921369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Modern Portfolio Theory 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The Asset-allocation Decision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DB10B9-24A9-D296-DC03-E4CD9C7DBB51}"/>
              </a:ext>
            </a:extLst>
          </p:cNvPr>
          <p:cNvSpPr txBox="1"/>
          <p:nvPr/>
        </p:nvSpPr>
        <p:spPr>
          <a:xfrm>
            <a:off x="164201" y="546391"/>
            <a:ext cx="12155485" cy="248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An individual maximizes his/her utility subject to the budget constraint. The optimization problem: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   Max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    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s.t.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 </a:t>
            </a:r>
            <a:r>
              <a:rPr lang="en-US" sz="4000" dirty="0">
                <a:solidFill>
                  <a:srgbClr val="DA1F28">
                    <a:lumMod val="60000"/>
                    <a:lumOff val="40000"/>
                  </a:srgbClr>
                </a:solidFill>
                <a:latin typeface="Tw Cen MT"/>
              </a:rPr>
              <a:t>Budget Constraint</a:t>
            </a:r>
            <a:endParaRPr lang="en-SG" sz="4000" dirty="0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13E33662-13CD-25EA-F4A2-BACED22096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3279374"/>
              </p:ext>
            </p:extLst>
          </p:nvPr>
        </p:nvGraphicFramePr>
        <p:xfrm>
          <a:off x="2052398" y="1666462"/>
          <a:ext cx="3593806" cy="673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19200" imgH="228600" progId="Equation.3">
                  <p:embed/>
                </p:oleObj>
              </mc:Choice>
              <mc:Fallback>
                <p:oleObj name="Equation" r:id="rId3" imgW="1219200" imgH="228600" progId="Equation.3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13E33662-13CD-25EA-F4A2-BACED22096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2398" y="1666462"/>
                        <a:ext cx="3593806" cy="6738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5F576B04-C3EC-00BA-6CAD-D4A8C0DE2981}"/>
              </a:ext>
            </a:extLst>
          </p:cNvPr>
          <p:cNvSpPr/>
          <p:nvPr/>
        </p:nvSpPr>
        <p:spPr>
          <a:xfrm>
            <a:off x="1895501" y="3095991"/>
            <a:ext cx="5486400" cy="381000"/>
          </a:xfrm>
          <a:prstGeom prst="rect">
            <a:avLst/>
          </a:prstGeom>
          <a:solidFill>
            <a:srgbClr val="EC767C"/>
          </a:solidFill>
          <a:ln>
            <a:noFill/>
          </a:ln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rgbClr val="DA1F28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6.3: One risk-free asset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EA3BE5-902B-8206-F683-25B793C8C8F3}"/>
              </a:ext>
            </a:extLst>
          </p:cNvPr>
          <p:cNvSpPr/>
          <p:nvPr/>
        </p:nvSpPr>
        <p:spPr>
          <a:xfrm>
            <a:off x="1895501" y="3594607"/>
            <a:ext cx="5486400" cy="381000"/>
          </a:xfrm>
          <a:prstGeom prst="rect">
            <a:avLst/>
          </a:prstGeom>
          <a:solidFill>
            <a:srgbClr val="EC767C"/>
          </a:solidFill>
          <a:ln>
            <a:noFill/>
          </a:ln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rgbClr val="DA1F28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6.4: One risky asset and a risk-free asset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E0D935-C542-B073-368B-1EADC2C2B547}"/>
              </a:ext>
            </a:extLst>
          </p:cNvPr>
          <p:cNvSpPr/>
          <p:nvPr/>
        </p:nvSpPr>
        <p:spPr>
          <a:xfrm>
            <a:off x="1895501" y="4122915"/>
            <a:ext cx="5486400" cy="381000"/>
          </a:xfrm>
          <a:prstGeom prst="rect">
            <a:avLst/>
          </a:prstGeom>
          <a:solidFill>
            <a:srgbClr val="EC767C"/>
          </a:solidFill>
          <a:ln>
            <a:noFill/>
          </a:ln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rgbClr val="DA1F28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7.2: Two risky assets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C37B83-5BC7-361D-C08C-5573C66123CE}"/>
              </a:ext>
            </a:extLst>
          </p:cNvPr>
          <p:cNvSpPr/>
          <p:nvPr/>
        </p:nvSpPr>
        <p:spPr>
          <a:xfrm>
            <a:off x="1895501" y="4627393"/>
            <a:ext cx="5486400" cy="381000"/>
          </a:xfrm>
          <a:prstGeom prst="rect">
            <a:avLst/>
          </a:prstGeom>
          <a:solidFill>
            <a:srgbClr val="EC767C"/>
          </a:solidFill>
          <a:ln>
            <a:noFill/>
          </a:ln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rgbClr val="DA1F28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7.3 Two risky assets and a risk-free asset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BAF904-CDAB-0717-19D4-EC6588BD5485}"/>
              </a:ext>
            </a:extLst>
          </p:cNvPr>
          <p:cNvSpPr/>
          <p:nvPr/>
        </p:nvSpPr>
        <p:spPr>
          <a:xfrm>
            <a:off x="1895501" y="5131871"/>
            <a:ext cx="5486400" cy="381000"/>
          </a:xfrm>
          <a:prstGeom prst="rect">
            <a:avLst/>
          </a:prstGeom>
          <a:solidFill>
            <a:srgbClr val="EC767C"/>
          </a:solidFill>
          <a:ln>
            <a:noFill/>
          </a:ln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rgbClr val="DA1F28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7.4 Many risky assets and a risk-free asset</a:t>
            </a:r>
          </a:p>
        </p:txBody>
      </p:sp>
    </p:spTree>
    <p:extLst>
      <p:ext uri="{BB962C8B-B14F-4D97-AF65-F5344CB8AC3E}">
        <p14:creationId xmlns:p14="http://schemas.microsoft.com/office/powerpoint/2010/main" val="347285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921369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Modern Portfolio Theory 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One Risk-free Asset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DB10B9-24A9-D296-DC03-E4CD9C7DBB51}"/>
              </a:ext>
            </a:extLst>
          </p:cNvPr>
          <p:cNvSpPr txBox="1"/>
          <p:nvPr/>
        </p:nvSpPr>
        <p:spPr>
          <a:xfrm>
            <a:off x="229693" y="579291"/>
            <a:ext cx="10964007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It is common practice to view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T-bills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as the risk-free asset. </a:t>
            </a:r>
          </a:p>
          <a:p>
            <a:pPr marL="83439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Very low default risk</a:t>
            </a:r>
          </a:p>
          <a:p>
            <a:pPr marL="83439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Insensitive to interest rate fluctuations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0BB52B1-7FA0-5853-45DB-82324D7F9BB3}"/>
              </a:ext>
            </a:extLst>
          </p:cNvPr>
          <p:cNvGrpSpPr/>
          <p:nvPr/>
        </p:nvGrpSpPr>
        <p:grpSpPr>
          <a:xfrm>
            <a:off x="5611125" y="2931688"/>
            <a:ext cx="6148334" cy="3293199"/>
            <a:chOff x="1295400" y="1809750"/>
            <a:chExt cx="6781799" cy="507766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D95ECDC-937C-447D-4C3B-C5C41F8EA984}"/>
                </a:ext>
              </a:extLst>
            </p:cNvPr>
            <p:cNvCxnSpPr/>
            <p:nvPr/>
          </p:nvCxnSpPr>
          <p:spPr>
            <a:xfrm>
              <a:off x="3124200" y="2038350"/>
              <a:ext cx="0" cy="2362200"/>
            </a:xfrm>
            <a:prstGeom prst="line">
              <a:avLst/>
            </a:prstGeom>
            <a:noFill/>
            <a:ln w="19050" cap="flat" cmpd="sng" algn="ctr">
              <a:solidFill>
                <a:srgbClr val="2DA2BF"/>
              </a:solidFill>
              <a:prstDash val="solid"/>
            </a:ln>
            <a:effectLst>
              <a:outerShdw blurRad="38100" dist="30000" dir="5400000" rotWithShape="0">
                <a:srgbClr val="000000">
                  <a:alpha val="45000"/>
                </a:srgbClr>
              </a:outerShdw>
            </a:effectLst>
          </p:spPr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A3FF205-8C70-7A7A-2DE7-095DCBDF5CCD}"/>
                </a:ext>
              </a:extLst>
            </p:cNvPr>
            <p:cNvCxnSpPr/>
            <p:nvPr/>
          </p:nvCxnSpPr>
          <p:spPr>
            <a:xfrm>
              <a:off x="3124200" y="4400550"/>
              <a:ext cx="3886200" cy="0"/>
            </a:xfrm>
            <a:prstGeom prst="line">
              <a:avLst/>
            </a:prstGeom>
            <a:noFill/>
            <a:ln w="19050" cap="flat" cmpd="sng" algn="ctr">
              <a:solidFill>
                <a:srgbClr val="2DA2BF"/>
              </a:solidFill>
              <a:prstDash val="solid"/>
            </a:ln>
            <a:effectLst>
              <a:outerShdw blurRad="38100" dist="30000" dir="5400000" rotWithShape="0">
                <a:srgbClr val="000000">
                  <a:alpha val="45000"/>
                </a:srgbClr>
              </a:outerShdw>
            </a:effectLst>
          </p:spPr>
        </p:cxn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60C534B-FA30-D630-1D95-AA9BFFE49C40}"/>
                </a:ext>
              </a:extLst>
            </p:cNvPr>
            <p:cNvSpPr/>
            <p:nvPr/>
          </p:nvSpPr>
          <p:spPr>
            <a:xfrm>
              <a:off x="3124200" y="1809750"/>
              <a:ext cx="2690149" cy="1387199"/>
            </a:xfrm>
            <a:custGeom>
              <a:avLst/>
              <a:gdLst>
                <a:gd name="connsiteX0" fmla="*/ 0 w 2690149"/>
                <a:gd name="connsiteY0" fmla="*/ 1387199 h 1387199"/>
                <a:gd name="connsiteX1" fmla="*/ 1854699 w 2690149"/>
                <a:gd name="connsiteY1" fmla="*/ 1153213 h 1387199"/>
                <a:gd name="connsiteX2" fmla="*/ 2690149 w 2690149"/>
                <a:gd name="connsiteY2" fmla="*/ 0 h 1387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0149" h="1387199">
                  <a:moveTo>
                    <a:pt x="0" y="1387199"/>
                  </a:moveTo>
                  <a:cubicBezTo>
                    <a:pt x="703170" y="1385806"/>
                    <a:pt x="1406341" y="1384413"/>
                    <a:pt x="1854699" y="1153213"/>
                  </a:cubicBezTo>
                  <a:cubicBezTo>
                    <a:pt x="2303057" y="922013"/>
                    <a:pt x="2690149" y="0"/>
                    <a:pt x="2690149" y="0"/>
                  </a:cubicBezTo>
                </a:path>
              </a:pathLst>
            </a:custGeom>
            <a:noFill/>
            <a:ln w="19050" cap="flat" cmpd="sng" algn="ctr">
              <a:solidFill>
                <a:srgbClr val="2DA2BF"/>
              </a:solidFill>
              <a:prstDash val="solid"/>
            </a:ln>
            <a:effectLst>
              <a:outerShdw blurRad="38100" dist="30000" dir="5400000" rotWithShape="0">
                <a:srgbClr val="000000">
                  <a:alpha val="4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4C44EF53-1A45-295A-4883-D7FE7E9EC896}"/>
                </a:ext>
              </a:extLst>
            </p:cNvPr>
            <p:cNvSpPr/>
            <p:nvPr/>
          </p:nvSpPr>
          <p:spPr>
            <a:xfrm>
              <a:off x="3186131" y="2279281"/>
              <a:ext cx="2690149" cy="1387199"/>
            </a:xfrm>
            <a:custGeom>
              <a:avLst/>
              <a:gdLst>
                <a:gd name="connsiteX0" fmla="*/ 0 w 2690149"/>
                <a:gd name="connsiteY0" fmla="*/ 1387199 h 1387199"/>
                <a:gd name="connsiteX1" fmla="*/ 1854699 w 2690149"/>
                <a:gd name="connsiteY1" fmla="*/ 1153213 h 1387199"/>
                <a:gd name="connsiteX2" fmla="*/ 2690149 w 2690149"/>
                <a:gd name="connsiteY2" fmla="*/ 0 h 1387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0149" h="1387199">
                  <a:moveTo>
                    <a:pt x="0" y="1387199"/>
                  </a:moveTo>
                  <a:cubicBezTo>
                    <a:pt x="703170" y="1385806"/>
                    <a:pt x="1406341" y="1384413"/>
                    <a:pt x="1854699" y="1153213"/>
                  </a:cubicBezTo>
                  <a:cubicBezTo>
                    <a:pt x="2303057" y="922013"/>
                    <a:pt x="2690149" y="0"/>
                    <a:pt x="2690149" y="0"/>
                  </a:cubicBezTo>
                </a:path>
              </a:pathLst>
            </a:custGeom>
            <a:noFill/>
            <a:ln w="19050" cap="flat" cmpd="sng" algn="ctr">
              <a:solidFill>
                <a:srgbClr val="2DA2BF"/>
              </a:solidFill>
              <a:prstDash val="solid"/>
            </a:ln>
            <a:effectLst>
              <a:outerShdw blurRad="38100" dist="30000" dir="5400000" rotWithShape="0">
                <a:srgbClr val="000000">
                  <a:alpha val="4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374D79A-E449-F563-35BE-6BAC11629B74}"/>
                </a:ext>
              </a:extLst>
            </p:cNvPr>
            <p:cNvSpPr txBox="1"/>
            <p:nvPr/>
          </p:nvSpPr>
          <p:spPr>
            <a:xfrm>
              <a:off x="1295400" y="1971718"/>
              <a:ext cx="2133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/>
                </a:rPr>
                <a:t>Expected Return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1674B1D-4B96-C8EB-B84D-6A3D096A8F25}"/>
                </a:ext>
              </a:extLst>
            </p:cNvPr>
            <p:cNvSpPr txBox="1"/>
            <p:nvPr/>
          </p:nvSpPr>
          <p:spPr>
            <a:xfrm>
              <a:off x="5943598" y="4477491"/>
              <a:ext cx="2133601" cy="2409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/>
                </a:rPr>
                <a:t>Standard Deviation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7DB5AF4-CC49-04C6-0A14-900080DE2910}"/>
                </a:ext>
              </a:extLst>
            </p:cNvPr>
            <p:cNvSpPr/>
            <p:nvPr/>
          </p:nvSpPr>
          <p:spPr>
            <a:xfrm>
              <a:off x="3048000" y="3613888"/>
              <a:ext cx="152400" cy="152400"/>
            </a:xfrm>
            <a:prstGeom prst="ellipse">
              <a:avLst/>
            </a:prstGeom>
            <a:solidFill>
              <a:srgbClr val="DA1F28"/>
            </a:solidFill>
            <a:ln w="10000" cap="flat" cmpd="sng" algn="ctr">
              <a:solidFill>
                <a:srgbClr val="DA1F28"/>
              </a:solidFill>
              <a:prstDash val="solid"/>
            </a:ln>
            <a:effectLst>
              <a:outerShdw blurRad="38100" dist="30000" dir="5400000" rotWithShape="0">
                <a:srgbClr val="000000">
                  <a:alpha val="4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DA1F28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2888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921369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Modern Portfolio Theory 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Portfolios of One Risky Asset and a Risk-free Asset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DB10B9-24A9-D296-DC03-E4CD9C7DBB51}"/>
              </a:ext>
            </a:extLst>
          </p:cNvPr>
          <p:cNvSpPr txBox="1"/>
          <p:nvPr/>
        </p:nvSpPr>
        <p:spPr>
          <a:xfrm>
            <a:off x="128953" y="526472"/>
            <a:ext cx="1193409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Suppose there are only two assets. One is risky and the other is risk-free. You are deciding how much money to invest in the risky asset and in the risk-free asset.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A4AA9C2-56A0-F40E-C17B-4943749AD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167289"/>
              </p:ext>
            </p:extLst>
          </p:nvPr>
        </p:nvGraphicFramePr>
        <p:xfrm>
          <a:off x="1960684" y="2603235"/>
          <a:ext cx="8676978" cy="2368305"/>
        </p:xfrm>
        <a:graphic>
          <a:graphicData uri="http://schemas.openxmlformats.org/drawingml/2006/table">
            <a:tbl>
              <a:tblPr firstRow="1" bandRow="1">
                <a:solidFill>
                  <a:srgbClr val="2DA2BF">
                    <a:tint val="50000"/>
                  </a:srgbClr>
                </a:solidFill>
                <a:effectLst>
                  <a:outerShdw blurRad="38100" dist="30000" dir="5400000" rotWithShape="0">
                    <a:srgbClr val="000000">
                      <a:alpha val="45000"/>
                    </a:srgbClr>
                  </a:outerShdw>
                </a:effectLst>
              </a:tblPr>
              <a:tblGrid>
                <a:gridCol w="2892326">
                  <a:extLst>
                    <a:ext uri="{9D8B030D-6E8A-4147-A177-3AD203B41FA5}">
                      <a16:colId xmlns:a16="http://schemas.microsoft.com/office/drawing/2014/main" val="3224953228"/>
                    </a:ext>
                  </a:extLst>
                </a:gridCol>
                <a:gridCol w="2892326">
                  <a:extLst>
                    <a:ext uri="{9D8B030D-6E8A-4147-A177-3AD203B41FA5}">
                      <a16:colId xmlns:a16="http://schemas.microsoft.com/office/drawing/2014/main" val="2946788127"/>
                    </a:ext>
                  </a:extLst>
                </a:gridCol>
                <a:gridCol w="2892326">
                  <a:extLst>
                    <a:ext uri="{9D8B030D-6E8A-4147-A177-3AD203B41FA5}">
                      <a16:colId xmlns:a16="http://schemas.microsoft.com/office/drawing/2014/main" val="1283380594"/>
                    </a:ext>
                  </a:extLst>
                </a:gridCol>
              </a:tblGrid>
              <a:tr h="11171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endParaRPr lang="en-US" sz="2800" dirty="0"/>
                    </a:p>
                  </a:txBody>
                  <a:tcPr marL="122499" marR="122499" marT="61249" marB="61249">
                    <a:lnL w="10000" cap="flat" cmpd="sng" algn="ctr">
                      <a:solidFill>
                        <a:srgbClr val="2DA2BF"/>
                      </a:solidFill>
                      <a:prstDash val="solid"/>
                    </a:lnL>
                    <a:lnR>
                      <a:noFill/>
                    </a:lnR>
                    <a:lnT w="10000" cap="flat" cmpd="sng" algn="ctr">
                      <a:solidFill>
                        <a:srgbClr val="2DA2BF"/>
                      </a:solidFill>
                      <a:prstDash val="soli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800" dirty="0"/>
                        <a:t>Expected</a:t>
                      </a:r>
                      <a:r>
                        <a:rPr lang="en-US" sz="2800" baseline="0" dirty="0"/>
                        <a:t> Return</a:t>
                      </a:r>
                      <a:endParaRPr lang="en-US" sz="2800" dirty="0"/>
                    </a:p>
                  </a:txBody>
                  <a:tcPr marL="122499" marR="122499" marT="61249" marB="61249">
                    <a:lnL>
                      <a:noFill/>
                    </a:lnL>
                    <a:lnR>
                      <a:noFill/>
                    </a:lnR>
                    <a:lnT w="10000" cap="flat" cmpd="sng" algn="ctr">
                      <a:solidFill>
                        <a:srgbClr val="2DA2BF"/>
                      </a:solidFill>
                      <a:prstDash val="soli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800" dirty="0"/>
                        <a:t>Standard Deviation</a:t>
                      </a:r>
                    </a:p>
                  </a:txBody>
                  <a:tcPr marL="122499" marR="122499" marT="61249" marB="61249">
                    <a:lnL>
                      <a:noFill/>
                    </a:lnL>
                    <a:lnR w="10000" cap="flat" cmpd="sng" algn="ctr">
                      <a:solidFill>
                        <a:srgbClr val="2DA2BF"/>
                      </a:solidFill>
                      <a:prstDash val="solid"/>
                    </a:lnR>
                    <a:lnT w="10000" cap="flat" cmpd="sng" algn="ctr">
                      <a:solidFill>
                        <a:srgbClr val="2DA2BF"/>
                      </a:solidFill>
                      <a:prstDash val="soli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58335"/>
                  </a:ext>
                </a:extLst>
              </a:tr>
              <a:tr h="6255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800" dirty="0"/>
                        <a:t>Risky</a:t>
                      </a:r>
                    </a:p>
                  </a:txBody>
                  <a:tcPr marL="122499" marR="122499" marT="61249" marB="61249">
                    <a:lnL w="10000" cap="flat" cmpd="sng" algn="ctr">
                      <a:solidFill>
                        <a:srgbClr val="2DA2BF"/>
                      </a:solidFill>
                      <a:prstDash val="solid"/>
                    </a:lnL>
                    <a:lnR w="10000" cap="flat" cmpd="sng" algn="ctr">
                      <a:solidFill>
                        <a:srgbClr val="2DA2BF"/>
                      </a:solidFill>
                      <a:prstDash val="soli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</a:lnT>
                    <a:lnB w="10000" cap="flat" cmpd="sng" algn="ctr">
                      <a:solidFill>
                        <a:srgbClr val="2DA2B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800" dirty="0"/>
                        <a:t>15%</a:t>
                      </a:r>
                    </a:p>
                  </a:txBody>
                  <a:tcPr marL="122499" marR="122499" marT="61249" marB="61249">
                    <a:lnL w="10000" cap="flat" cmpd="sng" algn="ctr">
                      <a:solidFill>
                        <a:srgbClr val="2DA2BF"/>
                      </a:solidFill>
                      <a:prstDash val="solid"/>
                    </a:lnL>
                    <a:lnR w="10000" cap="flat" cmpd="sng" algn="ctr">
                      <a:solidFill>
                        <a:srgbClr val="2DA2BF"/>
                      </a:solidFill>
                      <a:prstDash val="soli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</a:lnT>
                    <a:lnB w="10000" cap="flat" cmpd="sng" algn="ctr">
                      <a:solidFill>
                        <a:srgbClr val="2DA2B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800" dirty="0"/>
                        <a:t>22%</a:t>
                      </a:r>
                    </a:p>
                  </a:txBody>
                  <a:tcPr marL="122499" marR="122499" marT="61249" marB="61249">
                    <a:lnL w="10000" cap="flat" cmpd="sng" algn="ctr">
                      <a:solidFill>
                        <a:srgbClr val="2DA2BF"/>
                      </a:solidFill>
                      <a:prstDash val="solid"/>
                    </a:lnL>
                    <a:lnR w="10000" cap="flat" cmpd="sng" algn="ctr">
                      <a:solidFill>
                        <a:srgbClr val="2DA2BF"/>
                      </a:solidFill>
                      <a:prstDash val="soli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</a:lnT>
                    <a:lnB w="10000" cap="flat" cmpd="sng" algn="ctr">
                      <a:solidFill>
                        <a:srgbClr val="2DA2B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60433"/>
                  </a:ext>
                </a:extLst>
              </a:tr>
              <a:tr h="6255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800" dirty="0"/>
                        <a:t>Risk-free</a:t>
                      </a:r>
                    </a:p>
                  </a:txBody>
                  <a:tcPr marL="122499" marR="122499" marT="61249" marB="61249">
                    <a:lnL w="10000" cap="flat" cmpd="sng" algn="ctr">
                      <a:solidFill>
                        <a:srgbClr val="2DA2BF"/>
                      </a:solidFill>
                      <a:prstDash val="solid"/>
                    </a:lnL>
                    <a:lnR w="10000" cap="flat" cmpd="sng" algn="ctr">
                      <a:solidFill>
                        <a:srgbClr val="2DA2BF"/>
                      </a:solidFill>
                      <a:prstDash val="solid"/>
                    </a:lnR>
                    <a:lnT w="10000" cap="flat" cmpd="sng" algn="ctr">
                      <a:solidFill>
                        <a:srgbClr val="2DA2BF"/>
                      </a:solidFill>
                      <a:prstDash val="solid"/>
                    </a:lnT>
                    <a:lnB w="10000" cap="flat" cmpd="sng" algn="ctr">
                      <a:solidFill>
                        <a:srgbClr val="2DA2B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800" dirty="0"/>
                        <a:t>7%</a:t>
                      </a:r>
                    </a:p>
                  </a:txBody>
                  <a:tcPr marL="122499" marR="122499" marT="61249" marB="61249">
                    <a:lnL w="10000" cap="flat" cmpd="sng" algn="ctr">
                      <a:solidFill>
                        <a:srgbClr val="2DA2BF"/>
                      </a:solidFill>
                      <a:prstDash val="solid"/>
                    </a:lnL>
                    <a:lnR w="10000" cap="flat" cmpd="sng" algn="ctr">
                      <a:solidFill>
                        <a:srgbClr val="2DA2BF"/>
                      </a:solidFill>
                      <a:prstDash val="solid"/>
                    </a:lnR>
                    <a:lnT w="10000" cap="flat" cmpd="sng" algn="ctr">
                      <a:solidFill>
                        <a:srgbClr val="2DA2BF"/>
                      </a:solidFill>
                      <a:prstDash val="solid"/>
                    </a:lnT>
                    <a:lnB w="10000" cap="flat" cmpd="sng" algn="ctr">
                      <a:solidFill>
                        <a:srgbClr val="2DA2B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endParaRPr lang="en-US" sz="2800" dirty="0"/>
                    </a:p>
                  </a:txBody>
                  <a:tcPr marL="122499" marR="122499" marT="61249" marB="61249">
                    <a:lnL w="10000" cap="flat" cmpd="sng" algn="ctr">
                      <a:solidFill>
                        <a:srgbClr val="2DA2BF"/>
                      </a:solidFill>
                      <a:prstDash val="solid"/>
                    </a:lnL>
                    <a:lnR w="10000" cap="flat" cmpd="sng" algn="ctr">
                      <a:solidFill>
                        <a:srgbClr val="2DA2BF"/>
                      </a:solidFill>
                      <a:prstDash val="solid"/>
                    </a:lnR>
                    <a:lnT w="10000" cap="flat" cmpd="sng" algn="ctr">
                      <a:solidFill>
                        <a:srgbClr val="2DA2BF"/>
                      </a:solidFill>
                      <a:prstDash val="solid"/>
                    </a:lnT>
                    <a:lnB w="10000" cap="flat" cmpd="sng" algn="ctr">
                      <a:solidFill>
                        <a:srgbClr val="2DA2BF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2935813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D8CFD1BD-3AED-D26A-11A7-878DDA63D7C3}"/>
              </a:ext>
            </a:extLst>
          </p:cNvPr>
          <p:cNvGrpSpPr/>
          <p:nvPr/>
        </p:nvGrpSpPr>
        <p:grpSpPr>
          <a:xfrm>
            <a:off x="8978810" y="4528639"/>
            <a:ext cx="703800" cy="371520"/>
            <a:chOff x="8978810" y="4528639"/>
            <a:chExt cx="703800" cy="37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C43E197-B806-354F-E6EC-A2642BED9C4F}"/>
                    </a:ext>
                  </a:extLst>
                </p14:cNvPr>
                <p14:cNvContentPartPr/>
                <p14:nvPr/>
              </p14:nvContentPartPr>
              <p14:xfrm>
                <a:off x="8978810" y="4528639"/>
                <a:ext cx="215280" cy="3517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C43E197-B806-354F-E6EC-A2642BED9C4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972690" y="4522519"/>
                  <a:ext cx="22752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59FC505-C046-ABD2-237E-BA9890458157}"/>
                    </a:ext>
                  </a:extLst>
                </p14:cNvPr>
                <p14:cNvContentPartPr/>
                <p14:nvPr/>
              </p14:nvContentPartPr>
              <p14:xfrm>
                <a:off x="9336290" y="4571479"/>
                <a:ext cx="104040" cy="939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59FC505-C046-ABD2-237E-BA989045815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330170" y="4565359"/>
                  <a:ext cx="1162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D7D260F-17A7-B6DD-3707-255DCEC14B72}"/>
                    </a:ext>
                  </a:extLst>
                </p14:cNvPr>
                <p14:cNvContentPartPr/>
                <p14:nvPr/>
              </p14:nvContentPartPr>
              <p14:xfrm>
                <a:off x="9374090" y="4559959"/>
                <a:ext cx="308520" cy="282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D7D260F-17A7-B6DD-3707-255DCEC14B7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367970" y="4553839"/>
                  <a:ext cx="32076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13A8E46-EEC9-1656-81A0-10C7BACEAF3D}"/>
                    </a:ext>
                  </a:extLst>
                </p14:cNvPr>
                <p14:cNvContentPartPr/>
                <p14:nvPr/>
              </p14:nvContentPartPr>
              <p14:xfrm>
                <a:off x="9499730" y="4750039"/>
                <a:ext cx="119880" cy="1501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13A8E46-EEC9-1656-81A0-10C7BACEAF3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493610" y="4743919"/>
                  <a:ext cx="132120" cy="162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15885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921369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Modern Portfolio Theory 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Portfolios of One Risky Asset and a Risk-free Asset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DB10B9-24A9-D296-DC03-E4CD9C7DBB51}"/>
              </a:ext>
            </a:extLst>
          </p:cNvPr>
          <p:cNvSpPr txBox="1"/>
          <p:nvPr/>
        </p:nvSpPr>
        <p:spPr>
          <a:xfrm>
            <a:off x="224204" y="577354"/>
            <a:ext cx="117435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Let’s first solve it graphically: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06EA02B-A07F-0C00-A4ED-48EAE0A16FD7}"/>
              </a:ext>
            </a:extLst>
          </p:cNvPr>
          <p:cNvCxnSpPr>
            <a:cxnSpLocks/>
          </p:cNvCxnSpPr>
          <p:nvPr/>
        </p:nvCxnSpPr>
        <p:spPr>
          <a:xfrm>
            <a:off x="3124200" y="1811215"/>
            <a:ext cx="0" cy="2589335"/>
          </a:xfrm>
          <a:prstGeom prst="line">
            <a:avLst/>
          </a:prstGeom>
          <a:noFill/>
          <a:ln w="19050" cap="flat" cmpd="sng" algn="ctr">
            <a:solidFill>
              <a:srgbClr val="2DA2BF"/>
            </a:solidFill>
            <a:prstDash val="solid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CD269C2-AC72-A03A-04E0-EA19C2AA1242}"/>
              </a:ext>
            </a:extLst>
          </p:cNvPr>
          <p:cNvCxnSpPr>
            <a:cxnSpLocks/>
          </p:cNvCxnSpPr>
          <p:nvPr/>
        </p:nvCxnSpPr>
        <p:spPr>
          <a:xfrm>
            <a:off x="3124200" y="4400550"/>
            <a:ext cx="4146550" cy="0"/>
          </a:xfrm>
          <a:prstGeom prst="line">
            <a:avLst/>
          </a:prstGeom>
          <a:noFill/>
          <a:ln w="19050" cap="flat" cmpd="sng" algn="ctr">
            <a:solidFill>
              <a:srgbClr val="2DA2BF"/>
            </a:solidFill>
            <a:prstDash val="solid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A16B599-6E28-8217-6982-88BACEBEC128}"/>
              </a:ext>
            </a:extLst>
          </p:cNvPr>
          <p:cNvSpPr txBox="1"/>
          <p:nvPr/>
        </p:nvSpPr>
        <p:spPr>
          <a:xfrm>
            <a:off x="5197475" y="4402095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Tw Cen MT"/>
              </a:rPr>
              <a:t>Standard Deviation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61581E7-1AC3-6F32-BD06-619901AD8356}"/>
              </a:ext>
            </a:extLst>
          </p:cNvPr>
          <p:cNvSpPr/>
          <p:nvPr/>
        </p:nvSpPr>
        <p:spPr>
          <a:xfrm>
            <a:off x="3048000" y="3867150"/>
            <a:ext cx="152400" cy="152400"/>
          </a:xfrm>
          <a:prstGeom prst="ellipse">
            <a:avLst/>
          </a:prstGeom>
          <a:solidFill>
            <a:srgbClr val="DA1F28"/>
          </a:solidFill>
          <a:ln w="10000" cap="flat" cmpd="sng" algn="ctr">
            <a:solidFill>
              <a:srgbClr val="DA1F28"/>
            </a:solidFill>
            <a:prstDash val="solid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DA1F28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0F3556F-7A65-F94E-4CD7-925539A4AB56}"/>
              </a:ext>
            </a:extLst>
          </p:cNvPr>
          <p:cNvSpPr/>
          <p:nvPr/>
        </p:nvSpPr>
        <p:spPr>
          <a:xfrm>
            <a:off x="5334000" y="3257550"/>
            <a:ext cx="152400" cy="152400"/>
          </a:xfrm>
          <a:prstGeom prst="ellipse">
            <a:avLst/>
          </a:prstGeom>
          <a:solidFill>
            <a:srgbClr val="2DA2BF"/>
          </a:solidFill>
          <a:ln w="10000" cap="flat" cmpd="sng" algn="ctr">
            <a:solidFill>
              <a:srgbClr val="2DA2BF"/>
            </a:solidFill>
            <a:prstDash val="solid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DA1F28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1F6FCF3-2F47-41D4-37FE-391DE329E7D4}"/>
              </a:ext>
            </a:extLst>
          </p:cNvPr>
          <p:cNvCxnSpPr>
            <a:cxnSpLocks/>
            <a:endCxn id="9" idx="6"/>
          </p:cNvCxnSpPr>
          <p:nvPr/>
        </p:nvCxnSpPr>
        <p:spPr>
          <a:xfrm flipV="1">
            <a:off x="3124200" y="3333750"/>
            <a:ext cx="2362200" cy="609600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</p:cxnSp>
      <p:sp>
        <p:nvSpPr>
          <p:cNvPr id="12" name="Freeform 22">
            <a:extLst>
              <a:ext uri="{FF2B5EF4-FFF2-40B4-BE49-F238E27FC236}">
                <a16:creationId xmlns:a16="http://schemas.microsoft.com/office/drawing/2014/main" id="{B6CBF145-BFBF-7417-D9C4-7874E1D0BF0D}"/>
              </a:ext>
            </a:extLst>
          </p:cNvPr>
          <p:cNvSpPr/>
          <p:nvPr/>
        </p:nvSpPr>
        <p:spPr>
          <a:xfrm>
            <a:off x="3124200" y="2418296"/>
            <a:ext cx="1828800" cy="1006199"/>
          </a:xfrm>
          <a:custGeom>
            <a:avLst/>
            <a:gdLst>
              <a:gd name="connsiteX0" fmla="*/ 0 w 2690149"/>
              <a:gd name="connsiteY0" fmla="*/ 1387199 h 1387199"/>
              <a:gd name="connsiteX1" fmla="*/ 1854699 w 2690149"/>
              <a:gd name="connsiteY1" fmla="*/ 1153213 h 1387199"/>
              <a:gd name="connsiteX2" fmla="*/ 2690149 w 2690149"/>
              <a:gd name="connsiteY2" fmla="*/ 0 h 1387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90149" h="1387199">
                <a:moveTo>
                  <a:pt x="0" y="1387199"/>
                </a:moveTo>
                <a:cubicBezTo>
                  <a:pt x="703170" y="1385806"/>
                  <a:pt x="1406341" y="1384413"/>
                  <a:pt x="1854699" y="1153213"/>
                </a:cubicBezTo>
                <a:cubicBezTo>
                  <a:pt x="2303057" y="922013"/>
                  <a:pt x="2690149" y="0"/>
                  <a:pt x="2690149" y="0"/>
                </a:cubicBezTo>
              </a:path>
            </a:pathLst>
          </a:custGeom>
          <a:noFill/>
          <a:ln w="19050" cap="flat" cmpd="sng" algn="ctr">
            <a:solidFill>
              <a:srgbClr val="2DA2BF"/>
            </a:solidFill>
            <a:prstDash val="solid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3" name="Freeform 23">
            <a:extLst>
              <a:ext uri="{FF2B5EF4-FFF2-40B4-BE49-F238E27FC236}">
                <a16:creationId xmlns:a16="http://schemas.microsoft.com/office/drawing/2014/main" id="{0DD011F2-290F-C431-3A28-10B14DD18EEB}"/>
              </a:ext>
            </a:extLst>
          </p:cNvPr>
          <p:cNvSpPr/>
          <p:nvPr/>
        </p:nvSpPr>
        <p:spPr>
          <a:xfrm>
            <a:off x="3188070" y="2554991"/>
            <a:ext cx="1828800" cy="1006199"/>
          </a:xfrm>
          <a:custGeom>
            <a:avLst/>
            <a:gdLst>
              <a:gd name="connsiteX0" fmla="*/ 0 w 2690149"/>
              <a:gd name="connsiteY0" fmla="*/ 1387199 h 1387199"/>
              <a:gd name="connsiteX1" fmla="*/ 1854699 w 2690149"/>
              <a:gd name="connsiteY1" fmla="*/ 1153213 h 1387199"/>
              <a:gd name="connsiteX2" fmla="*/ 2690149 w 2690149"/>
              <a:gd name="connsiteY2" fmla="*/ 0 h 1387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90149" h="1387199">
                <a:moveTo>
                  <a:pt x="0" y="1387199"/>
                </a:moveTo>
                <a:cubicBezTo>
                  <a:pt x="703170" y="1385806"/>
                  <a:pt x="1406341" y="1384413"/>
                  <a:pt x="1854699" y="1153213"/>
                </a:cubicBezTo>
                <a:cubicBezTo>
                  <a:pt x="2303057" y="922013"/>
                  <a:pt x="2690149" y="0"/>
                  <a:pt x="2690149" y="0"/>
                </a:cubicBezTo>
              </a:path>
            </a:pathLst>
          </a:custGeom>
          <a:noFill/>
          <a:ln w="19050" cap="flat" cmpd="sng" algn="ctr">
            <a:solidFill>
              <a:srgbClr val="2DA2BF"/>
            </a:solidFill>
            <a:prstDash val="solid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51D7234D-D162-84DE-5BF3-379B4BFBBA88}"/>
              </a:ext>
            </a:extLst>
          </p:cNvPr>
          <p:cNvSpPr/>
          <p:nvPr/>
        </p:nvSpPr>
        <p:spPr>
          <a:xfrm>
            <a:off x="3251940" y="2681675"/>
            <a:ext cx="1828800" cy="1006199"/>
          </a:xfrm>
          <a:custGeom>
            <a:avLst/>
            <a:gdLst>
              <a:gd name="connsiteX0" fmla="*/ 0 w 2690149"/>
              <a:gd name="connsiteY0" fmla="*/ 1387199 h 1387199"/>
              <a:gd name="connsiteX1" fmla="*/ 1854699 w 2690149"/>
              <a:gd name="connsiteY1" fmla="*/ 1153213 h 1387199"/>
              <a:gd name="connsiteX2" fmla="*/ 2690149 w 2690149"/>
              <a:gd name="connsiteY2" fmla="*/ 0 h 1387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90149" h="1387199">
                <a:moveTo>
                  <a:pt x="0" y="1387199"/>
                </a:moveTo>
                <a:cubicBezTo>
                  <a:pt x="703170" y="1385806"/>
                  <a:pt x="1406341" y="1384413"/>
                  <a:pt x="1854699" y="1153213"/>
                </a:cubicBezTo>
                <a:cubicBezTo>
                  <a:pt x="2303057" y="922013"/>
                  <a:pt x="2690149" y="0"/>
                  <a:pt x="2690149" y="0"/>
                </a:cubicBezTo>
              </a:path>
            </a:pathLst>
          </a:custGeom>
          <a:noFill/>
          <a:ln w="19050" cap="flat" cmpd="sng" algn="ctr">
            <a:solidFill>
              <a:srgbClr val="2DA2BF"/>
            </a:solidFill>
            <a:prstDash val="solid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C3CF595-ED07-FD40-5A7B-A69465D84A7D}"/>
              </a:ext>
            </a:extLst>
          </p:cNvPr>
          <p:cNvSpPr/>
          <p:nvPr/>
        </p:nvSpPr>
        <p:spPr>
          <a:xfrm>
            <a:off x="4191000" y="3562350"/>
            <a:ext cx="152400" cy="152400"/>
          </a:xfrm>
          <a:prstGeom prst="ellipse">
            <a:avLst/>
          </a:prstGeom>
          <a:solidFill>
            <a:sysClr val="windowText" lastClr="000000"/>
          </a:solidFill>
          <a:ln w="10000" cap="flat" cmpd="sng" algn="ctr">
            <a:solidFill>
              <a:sysClr val="windowText" lastClr="000000"/>
            </a:solidFill>
            <a:prstDash val="solid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2BE4499-51D1-03A6-B704-F11086A3A854}"/>
              </a:ext>
            </a:extLst>
          </p:cNvPr>
          <p:cNvCxnSpPr/>
          <p:nvPr/>
        </p:nvCxnSpPr>
        <p:spPr>
          <a:xfrm flipH="1" flipV="1">
            <a:off x="4953000" y="3486150"/>
            <a:ext cx="1295400" cy="233065"/>
          </a:xfrm>
          <a:prstGeom prst="straightConnector1">
            <a:avLst/>
          </a:prstGeom>
          <a:noFill/>
          <a:ln w="19050" cap="flat" cmpd="sng" algn="ctr">
            <a:solidFill>
              <a:srgbClr val="DA1F28"/>
            </a:solidFill>
            <a:prstDash val="solid"/>
            <a:tailEnd type="arrow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F829932-EF8E-E21A-D373-BACF1E371547}"/>
              </a:ext>
            </a:extLst>
          </p:cNvPr>
          <p:cNvCxnSpPr>
            <a:endCxn id="15" idx="7"/>
          </p:cNvCxnSpPr>
          <p:nvPr/>
        </p:nvCxnSpPr>
        <p:spPr>
          <a:xfrm flipH="1">
            <a:off x="4321082" y="2056716"/>
            <a:ext cx="1927318" cy="1527952"/>
          </a:xfrm>
          <a:prstGeom prst="straightConnector1">
            <a:avLst/>
          </a:prstGeom>
          <a:noFill/>
          <a:ln w="19050" cap="flat" cmpd="sng" algn="ctr">
            <a:solidFill>
              <a:srgbClr val="DA1F28"/>
            </a:solidFill>
            <a:prstDash val="solid"/>
            <a:tailEnd type="arrow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378BD65-E046-AC3D-FD4E-5D76E24FE118}"/>
              </a:ext>
            </a:extLst>
          </p:cNvPr>
          <p:cNvSpPr txBox="1"/>
          <p:nvPr/>
        </p:nvSpPr>
        <p:spPr>
          <a:xfrm>
            <a:off x="1152163" y="1739422"/>
            <a:ext cx="61326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Expected Return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A5DFC8-5523-3490-7116-837460F3A4CA}"/>
              </a:ext>
            </a:extLst>
          </p:cNvPr>
          <p:cNvSpPr txBox="1"/>
          <p:nvPr/>
        </p:nvSpPr>
        <p:spPr>
          <a:xfrm>
            <a:off x="6248400" y="1733550"/>
            <a:ext cx="2819402" cy="923330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7D3C4A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Optimal complete portfolio</a:t>
            </a:r>
            <a:r>
              <a:rPr lang="en-US" kern="0" noProof="0" dirty="0">
                <a:solidFill>
                  <a:srgbClr val="DA1F28">
                    <a:lumMod val="60000"/>
                    <a:lumOff val="40000"/>
                  </a:srgbClr>
                </a:solidFill>
                <a:latin typeface="Tw Cen MT"/>
              </a:rPr>
              <a:t> </a:t>
            </a:r>
            <a:r>
              <a:rPr lang="en-US" kern="0" dirty="0">
                <a:solidFill>
                  <a:srgbClr val="DA1F28">
                    <a:lumMod val="60000"/>
                    <a:lumOff val="40000"/>
                  </a:srgbClr>
                </a:solidFill>
                <a:latin typeface="Tw Cen MT"/>
              </a:rPr>
              <a:t>(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The optimal portfolio choice for an individual)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F3267F-44B9-5553-3AFF-AE69AD746F59}"/>
              </a:ext>
            </a:extLst>
          </p:cNvPr>
          <p:cNvSpPr txBox="1"/>
          <p:nvPr/>
        </p:nvSpPr>
        <p:spPr>
          <a:xfrm>
            <a:off x="6363248" y="3286720"/>
            <a:ext cx="2566142" cy="923330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7D3C4A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"/>
              </a:rPr>
              <a:t>Capital</a:t>
            </a:r>
            <a:r>
              <a:rPr kumimoji="0" lang="en-US" sz="1800" b="1" i="0" u="none" strike="noStrike" kern="0" cap="none" spc="0" normalizeH="0" noProof="0" dirty="0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"/>
              </a:rPr>
              <a:t> allocation line</a:t>
            </a:r>
            <a:r>
              <a:rPr lang="en-US" b="1" kern="0" dirty="0">
                <a:solidFill>
                  <a:srgbClr val="DA1F28">
                    <a:lumMod val="60000"/>
                    <a:lumOff val="40000"/>
                  </a:srgbClr>
                </a:solidFill>
                <a:latin typeface="Tw Cen MT"/>
              </a:rPr>
              <a:t> </a:t>
            </a:r>
            <a:r>
              <a:rPr lang="en-US" kern="0" dirty="0">
                <a:solidFill>
                  <a:srgbClr val="DA1F28">
                    <a:lumMod val="60000"/>
                    <a:lumOff val="40000"/>
                  </a:srgbClr>
                </a:solidFill>
                <a:latin typeface="Tw Cen MT"/>
              </a:rPr>
              <a:t>(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Risk-return combinations available to investors)</a:t>
            </a:r>
          </a:p>
        </p:txBody>
      </p:sp>
    </p:spTree>
    <p:extLst>
      <p:ext uri="{BB962C8B-B14F-4D97-AF65-F5344CB8AC3E}">
        <p14:creationId xmlns:p14="http://schemas.microsoft.com/office/powerpoint/2010/main" val="4028851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2" grpId="0" animBg="1"/>
      <p:bldP spid="13" grpId="0" animBg="1"/>
      <p:bldP spid="14" grpId="0" animBg="1"/>
      <p:bldP spid="15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921369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Modern Portfolio Theory 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Portfolios of One Risky Asset and a Risk-free Asset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DB10B9-24A9-D296-DC03-E4CD9C7DBB51}"/>
              </a:ext>
            </a:extLst>
          </p:cNvPr>
          <p:cNvSpPr txBox="1"/>
          <p:nvPr/>
        </p:nvSpPr>
        <p:spPr>
          <a:xfrm>
            <a:off x="81329" y="526472"/>
            <a:ext cx="12029341" cy="4793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The budget line tells you the relationship between portfolio’s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expected return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and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DA2B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standard deviation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.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Let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be the proportion of the investment budget allocated to the risky asset.         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Tw Cen MT"/>
              </a:rPr>
              <a:t>    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1-y</a:t>
            </a:r>
            <a:r>
              <a:rPr lang="en-US" sz="2800" dirty="0">
                <a:solidFill>
                  <a:prstClr val="black"/>
                </a:solidFill>
                <a:latin typeface="Tw Cen MT"/>
              </a:rPr>
              <a:t> be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the proportion of the investment budget allocated to the risk-free asset.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The complete portfolio (C) is composed of y in the risky asset and 1-y in the risk-free asset.</a:t>
            </a:r>
          </a:p>
          <a:p>
            <a:pPr marL="320040" marR="0" lvl="1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y : proportion in the risky asset;</a:t>
            </a:r>
          </a:p>
          <a:p>
            <a:pPr marL="320040" marR="0" lvl="1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r</a:t>
            </a:r>
            <a:r>
              <a:rPr kumimoji="0" lang="en-US" sz="25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</a:t>
            </a:r>
            <a:r>
              <a:rPr kumimoji="0" lang="en-US" sz="25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: RR of the complete portfolio; 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r</a:t>
            </a:r>
            <a:r>
              <a:rPr kumimoji="0" lang="en-US" sz="25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p</a:t>
            </a:r>
            <a:r>
              <a:rPr kumimoji="0" lang="en-US" sz="25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: RR of the risky asset; r</a:t>
            </a:r>
            <a:r>
              <a:rPr kumimoji="0" lang="en-US" sz="25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f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: RR of the risk-free asset</a:t>
            </a:r>
          </a:p>
          <a:p>
            <a:pPr marL="320040" marR="0" lvl="1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E(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r</a:t>
            </a:r>
            <a:r>
              <a:rPr kumimoji="0" lang="en-US" sz="25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</a:t>
            </a:r>
            <a:r>
              <a:rPr kumimoji="0" lang="en-US" sz="25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): ER of the complete portfolio; E(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r</a:t>
            </a:r>
            <a:r>
              <a:rPr kumimoji="0" lang="en-US" sz="25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p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): ER of the risky asset; E(r</a:t>
            </a:r>
            <a:r>
              <a:rPr kumimoji="0" lang="en-US" sz="25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f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): ER of the risk-free asset</a:t>
            </a:r>
          </a:p>
          <a:p>
            <a:pPr marL="320040" marR="0" lvl="1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σ</a:t>
            </a:r>
            <a:r>
              <a:rPr kumimoji="0" lang="en-US" sz="25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</a:t>
            </a:r>
            <a:r>
              <a:rPr kumimoji="0" lang="en-US" sz="25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: Std of the complete portfolio;</a:t>
            </a:r>
            <a:r>
              <a:rPr kumimoji="0" lang="en-US" sz="25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σ</a:t>
            </a:r>
            <a:r>
              <a:rPr kumimoji="0" lang="en-US" sz="25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p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: Std of the risky asset; 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σ</a:t>
            </a:r>
            <a:r>
              <a:rPr kumimoji="0" lang="en-US" sz="25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f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: Std of the risk-free asset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4326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921369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Modern Portfolio Theory 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Portfolios of One Risky Asset and a Risk-free Asset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DB10B9-24A9-D296-DC03-E4CD9C7DBB51}"/>
              </a:ext>
            </a:extLst>
          </p:cNvPr>
          <p:cNvSpPr txBox="1"/>
          <p:nvPr/>
        </p:nvSpPr>
        <p:spPr>
          <a:xfrm>
            <a:off x="102870" y="697493"/>
            <a:ext cx="11653325" cy="407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marR="0" lvl="1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 y*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+(1-y)*r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f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777240" marR="0" lvl="1" indent="-45720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E(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 = y*E(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)+(1-y)*r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f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 r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f 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+y*[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E(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)-r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f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=7%+y*8% ……(1)</a:t>
            </a:r>
          </a:p>
          <a:p>
            <a:pPr marL="777240" marR="0" lvl="1" indent="-45720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V(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)=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y</a:t>
            </a:r>
            <a:r>
              <a:rPr lang="en-US" sz="2800" baseline="30000" dirty="0">
                <a:solidFill>
                  <a:prstClr val="black"/>
                </a:solidFill>
                <a:latin typeface="Tw Cen MT"/>
              </a:rPr>
              <a:t>2 </a:t>
            </a:r>
            <a:r>
              <a:rPr lang="en-US" sz="2800" dirty="0">
                <a:solidFill>
                  <a:prstClr val="black"/>
                </a:solidFill>
                <a:latin typeface="Tw Cen MT"/>
              </a:rPr>
              <a:t>*V(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p</a:t>
            </a:r>
            <a:r>
              <a:rPr lang="en-US" sz="2800" dirty="0">
                <a:solidFill>
                  <a:prstClr val="black"/>
                </a:solidFill>
                <a:latin typeface="Tw Cen MT"/>
              </a:rPr>
              <a:t>)+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(1-y)</a:t>
            </a:r>
            <a:r>
              <a:rPr lang="en-US" sz="2800" baseline="30000" dirty="0">
                <a:solidFill>
                  <a:prstClr val="black"/>
                </a:solidFill>
                <a:latin typeface="Tw Cen MT"/>
              </a:rPr>
              <a:t>2</a:t>
            </a:r>
            <a:r>
              <a:rPr lang="en-US" sz="2800" dirty="0">
                <a:solidFill>
                  <a:prstClr val="black"/>
                </a:solidFill>
                <a:latin typeface="Tw Cen MT"/>
              </a:rPr>
              <a:t>*V(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f</a:t>
            </a:r>
            <a:r>
              <a:rPr lang="en-US" sz="2800" dirty="0">
                <a:solidFill>
                  <a:prstClr val="black"/>
                </a:solidFill>
                <a:latin typeface="Tw Cen MT"/>
              </a:rPr>
              <a:t>)+2*y*(1-y)*</a:t>
            </a:r>
            <a:r>
              <a:rPr lang="en-US" sz="2800" dirty="0" err="1">
                <a:solidFill>
                  <a:prstClr val="black"/>
                </a:solidFill>
                <a:latin typeface="Tw Cen MT"/>
              </a:rPr>
              <a:t>Cov</a:t>
            </a:r>
            <a:r>
              <a:rPr lang="en-US" sz="2800" dirty="0">
                <a:solidFill>
                  <a:prstClr val="black"/>
                </a:solidFill>
                <a:latin typeface="Tw Cen MT"/>
              </a:rPr>
              <a:t>(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p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, r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f</a:t>
            </a:r>
            <a:r>
              <a:rPr lang="en-US" sz="2800" dirty="0">
                <a:solidFill>
                  <a:prstClr val="black"/>
                </a:solidFill>
                <a:latin typeface="Tw Cen MT"/>
              </a:rPr>
              <a:t>) = 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y</a:t>
            </a:r>
            <a:r>
              <a:rPr lang="en-US" sz="2800" baseline="30000" dirty="0">
                <a:solidFill>
                  <a:prstClr val="black"/>
                </a:solidFill>
                <a:latin typeface="Tw Cen MT"/>
              </a:rPr>
              <a:t>2 </a:t>
            </a:r>
            <a:r>
              <a:rPr lang="en-US" sz="2800" dirty="0">
                <a:solidFill>
                  <a:prstClr val="black"/>
                </a:solidFill>
                <a:latin typeface="Tw Cen MT"/>
              </a:rPr>
              <a:t>* V(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p</a:t>
            </a:r>
            <a:r>
              <a:rPr lang="en-US" sz="2800" dirty="0">
                <a:solidFill>
                  <a:prstClr val="black"/>
                </a:solidFill>
                <a:latin typeface="Tw Cen MT"/>
              </a:rPr>
              <a:t>)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</a:t>
            </a:r>
          </a:p>
          <a:p>
            <a:pPr marL="777240" lvl="2">
              <a:spcBef>
                <a:spcPts val="550"/>
              </a:spcBef>
              <a:buClr>
                <a:srgbClr val="2DA2BF"/>
              </a:buClr>
              <a:buSzPct val="70000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=&gt;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σ</a:t>
            </a:r>
            <a:r>
              <a:rPr kumimoji="0" 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 y*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σ</a:t>
            </a:r>
            <a:r>
              <a:rPr kumimoji="0" 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p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 y*(22%)……(2)</a:t>
            </a:r>
          </a:p>
          <a:p>
            <a:pPr marL="320040" marR="0" lvl="1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Combining 1 and 2, we can derive the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risk-return relationship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.</a:t>
            </a:r>
          </a:p>
          <a:p>
            <a:pPr marL="320040" marR="0" lvl="1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	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σ</a:t>
            </a:r>
            <a:r>
              <a:rPr kumimoji="0" 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 y*(22%) =&gt; y=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σ</a:t>
            </a:r>
            <a:r>
              <a:rPr kumimoji="0" 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/ (22%) </a:t>
            </a:r>
          </a:p>
          <a:p>
            <a:pPr marL="320040" marR="0" lvl="1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     E(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 = 7%+(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σ</a:t>
            </a:r>
            <a:r>
              <a:rPr kumimoji="0" 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/ (22%)) * 8% = 7%+0.36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σ</a:t>
            </a:r>
            <a:r>
              <a:rPr kumimoji="0" 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 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…... Capital Allocation Line</a:t>
            </a:r>
            <a:endParaRPr kumimoji="0" 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320040" marR="0" lvl="1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None/>
              <a:tabLst/>
              <a:defRPr/>
            </a:pP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         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E97011-5191-55BD-DF7D-75ABE2578B08}"/>
              </a:ext>
            </a:extLst>
          </p:cNvPr>
          <p:cNvSpPr txBox="1"/>
          <p:nvPr/>
        </p:nvSpPr>
        <p:spPr>
          <a:xfrm>
            <a:off x="476313" y="4858870"/>
            <a:ext cx="818359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Review: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M is a linear combination of two random variables 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and 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So, M=w 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+(1-w) 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E(M)= w E(N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)+(1-w) E(N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V(M)= w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V(N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+(1-w)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V(N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)+2w(1-w) COV(N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, 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7369F01-6549-E6B3-13C3-7AB7A5AA080B}"/>
              </a:ext>
            </a:extLst>
          </p:cNvPr>
          <p:cNvCxnSpPr/>
          <p:nvPr/>
        </p:nvCxnSpPr>
        <p:spPr>
          <a:xfrm flipH="1" flipV="1">
            <a:off x="6877878" y="4227443"/>
            <a:ext cx="304800" cy="344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CFCDDA8-4E1F-DBF2-9F59-8DC03C387BEF}"/>
              </a:ext>
            </a:extLst>
          </p:cNvPr>
          <p:cNvSpPr txBox="1"/>
          <p:nvPr/>
        </p:nvSpPr>
        <p:spPr>
          <a:xfrm>
            <a:off x="7179621" y="4419099"/>
            <a:ext cx="1480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Slope of CAL</a:t>
            </a:r>
          </a:p>
        </p:txBody>
      </p:sp>
    </p:spTree>
    <p:extLst>
      <p:ext uri="{BB962C8B-B14F-4D97-AF65-F5344CB8AC3E}">
        <p14:creationId xmlns:p14="http://schemas.microsoft.com/office/powerpoint/2010/main" val="3460283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921369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Modern Portfolio Theory 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Portfolios of One Risky Asset and a Risk-free Asset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294B99B-EC02-BE55-C3EE-D5550BF4E962}"/>
              </a:ext>
            </a:extLst>
          </p:cNvPr>
          <p:cNvSpPr txBox="1">
            <a:spLocks/>
          </p:cNvSpPr>
          <p:nvPr/>
        </p:nvSpPr>
        <p:spPr>
          <a:xfrm>
            <a:off x="233142" y="627355"/>
            <a:ext cx="11519975" cy="32766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>
              <a:buClr>
                <a:srgbClr val="DA1F28"/>
              </a:buClr>
            </a:pPr>
            <a:r>
              <a:rPr lang="en-US" sz="2800" b="1" dirty="0">
                <a:solidFill>
                  <a:prstClr val="black"/>
                </a:solidFill>
                <a:latin typeface="Tw Cen MT"/>
              </a:rPr>
              <a:t>Capital allocation line (CAL)</a:t>
            </a:r>
            <a:r>
              <a:rPr lang="en-US" sz="2800" dirty="0">
                <a:solidFill>
                  <a:prstClr val="black"/>
                </a:solidFill>
                <a:latin typeface="Tw Cen MT"/>
              </a:rPr>
              <a:t>: a line that depicts all risk-return combinations available to investors, formed between a risky and a risk-free asset.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5E261EB-8112-1E40-A0EA-8509C291B3F0}"/>
              </a:ext>
            </a:extLst>
          </p:cNvPr>
          <p:cNvCxnSpPr>
            <a:cxnSpLocks/>
          </p:cNvCxnSpPr>
          <p:nvPr/>
        </p:nvCxnSpPr>
        <p:spPr>
          <a:xfrm>
            <a:off x="2594610" y="2066431"/>
            <a:ext cx="0" cy="3056792"/>
          </a:xfrm>
          <a:prstGeom prst="line">
            <a:avLst/>
          </a:prstGeom>
          <a:noFill/>
          <a:ln w="19050" cap="flat" cmpd="sng" algn="ctr">
            <a:solidFill>
              <a:srgbClr val="2DA2BF"/>
            </a:solidFill>
            <a:prstDash val="solid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EA3F54C-6715-5604-1E0C-13DE1534C509}"/>
              </a:ext>
            </a:extLst>
          </p:cNvPr>
          <p:cNvCxnSpPr>
            <a:cxnSpLocks/>
          </p:cNvCxnSpPr>
          <p:nvPr/>
        </p:nvCxnSpPr>
        <p:spPr>
          <a:xfrm>
            <a:off x="2581004" y="5123223"/>
            <a:ext cx="6106675" cy="0"/>
          </a:xfrm>
          <a:prstGeom prst="line">
            <a:avLst/>
          </a:prstGeom>
          <a:noFill/>
          <a:ln w="19050" cap="flat" cmpd="sng" algn="ctr">
            <a:solidFill>
              <a:srgbClr val="2DA2BF"/>
            </a:solidFill>
            <a:prstDash val="solid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D1827E2-B413-2CC9-765F-42C9A1E4B617}"/>
              </a:ext>
            </a:extLst>
          </p:cNvPr>
          <p:cNvSpPr txBox="1"/>
          <p:nvPr/>
        </p:nvSpPr>
        <p:spPr>
          <a:xfrm>
            <a:off x="6611306" y="5134881"/>
            <a:ext cx="3574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Tw Cen MT"/>
              </a:rPr>
              <a:t>Standard Deviation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3C8240D-A2CB-4DA0-EE95-3B7A7C07707D}"/>
              </a:ext>
            </a:extLst>
          </p:cNvPr>
          <p:cNvSpPr/>
          <p:nvPr/>
        </p:nvSpPr>
        <p:spPr>
          <a:xfrm>
            <a:off x="2536014" y="4438862"/>
            <a:ext cx="152400" cy="152400"/>
          </a:xfrm>
          <a:prstGeom prst="ellipse">
            <a:avLst/>
          </a:prstGeom>
          <a:solidFill>
            <a:srgbClr val="DA1F28"/>
          </a:solidFill>
          <a:ln w="10000" cap="flat" cmpd="sng" algn="ctr">
            <a:solidFill>
              <a:srgbClr val="DA1F28"/>
            </a:solidFill>
            <a:prstDash val="solid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DA1F28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137C575-B052-5D85-B19F-91B58FB2BD13}"/>
              </a:ext>
            </a:extLst>
          </p:cNvPr>
          <p:cNvSpPr/>
          <p:nvPr/>
        </p:nvSpPr>
        <p:spPr>
          <a:xfrm>
            <a:off x="5133466" y="3748858"/>
            <a:ext cx="152400" cy="152400"/>
          </a:xfrm>
          <a:prstGeom prst="ellipse">
            <a:avLst/>
          </a:prstGeom>
          <a:solidFill>
            <a:srgbClr val="2DA2BF"/>
          </a:solidFill>
          <a:ln w="10000" cap="flat" cmpd="sng" algn="ctr">
            <a:solidFill>
              <a:srgbClr val="2DA2BF"/>
            </a:solidFill>
            <a:prstDash val="solid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DA1F28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8FBA6F5-3707-5D8C-642C-11C1C39B1F8F}"/>
              </a:ext>
            </a:extLst>
          </p:cNvPr>
          <p:cNvCxnSpPr>
            <a:cxnSpLocks/>
            <a:endCxn id="27" idx="3"/>
          </p:cNvCxnSpPr>
          <p:nvPr/>
        </p:nvCxnSpPr>
        <p:spPr>
          <a:xfrm flipV="1">
            <a:off x="2658254" y="3878940"/>
            <a:ext cx="2497530" cy="635877"/>
          </a:xfrm>
          <a:prstGeom prst="line">
            <a:avLst/>
          </a:prstGeom>
          <a:noFill/>
          <a:ln w="19050" cap="flat" cmpd="sng" algn="ctr">
            <a:solidFill>
              <a:srgbClr val="DA1F28"/>
            </a:solidFill>
            <a:prstDash val="solid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4876BE3-34F6-9765-D4D0-B32A542F1D5A}"/>
              </a:ext>
            </a:extLst>
          </p:cNvPr>
          <p:cNvCxnSpPr>
            <a:cxnSpLocks/>
          </p:cNvCxnSpPr>
          <p:nvPr/>
        </p:nvCxnSpPr>
        <p:spPr>
          <a:xfrm flipV="1">
            <a:off x="5294678" y="2977433"/>
            <a:ext cx="3103685" cy="838468"/>
          </a:xfrm>
          <a:prstGeom prst="line">
            <a:avLst/>
          </a:prstGeom>
          <a:noFill/>
          <a:ln w="19050" cap="flat" cmpd="sng" algn="ctr">
            <a:solidFill>
              <a:srgbClr val="DA1F28"/>
            </a:solidFill>
            <a:prstDash val="dash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</p:cxnSp>
      <p:sp>
        <p:nvSpPr>
          <p:cNvPr id="30" name="Right Brace 29">
            <a:extLst>
              <a:ext uri="{FF2B5EF4-FFF2-40B4-BE49-F238E27FC236}">
                <a16:creationId xmlns:a16="http://schemas.microsoft.com/office/drawing/2014/main" id="{A62FFAC2-B8F7-598F-7433-5E27A40B58FB}"/>
              </a:ext>
            </a:extLst>
          </p:cNvPr>
          <p:cNvSpPr/>
          <p:nvPr/>
        </p:nvSpPr>
        <p:spPr>
          <a:xfrm rot="4552344">
            <a:off x="6756196" y="2139249"/>
            <a:ext cx="353358" cy="3129501"/>
          </a:xfrm>
          <a:prstGeom prst="rightBrace">
            <a:avLst>
              <a:gd name="adj1" fmla="val 100000"/>
              <a:gd name="adj2" fmla="val 50000"/>
            </a:avLst>
          </a:prstGeom>
          <a:noFill/>
          <a:ln w="19050" cap="flat" cmpd="sng" algn="ctr">
            <a:solidFill>
              <a:srgbClr val="2DA2BF"/>
            </a:solidFill>
            <a:prstDash val="solid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BC5A15-7133-625B-2198-F0F8F6A69E6A}"/>
              </a:ext>
            </a:extLst>
          </p:cNvPr>
          <p:cNvSpPr txBox="1"/>
          <p:nvPr/>
        </p:nvSpPr>
        <p:spPr>
          <a:xfrm rot="20726556">
            <a:off x="5925393" y="3697536"/>
            <a:ext cx="367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Tw Cen MT"/>
              </a:rPr>
              <a:t>Borrowing at the risk-free rate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4C1035-8463-BD16-D0E4-C5D6CBAA4D0D}"/>
              </a:ext>
            </a:extLst>
          </p:cNvPr>
          <p:cNvSpPr txBox="1"/>
          <p:nvPr/>
        </p:nvSpPr>
        <p:spPr>
          <a:xfrm>
            <a:off x="783394" y="1963799"/>
            <a:ext cx="2133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Tw Cen MT"/>
              </a:rPr>
              <a:t>Expected Return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F820712-BB59-E9C1-3D93-9A68C5BC2FB7}"/>
              </a:ext>
            </a:extLst>
          </p:cNvPr>
          <p:cNvSpPr txBox="1"/>
          <p:nvPr/>
        </p:nvSpPr>
        <p:spPr>
          <a:xfrm>
            <a:off x="7384615" y="2431947"/>
            <a:ext cx="48073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EC767C"/>
                </a:solidFill>
                <a:latin typeface="Tw Cen MT"/>
              </a:rPr>
              <a:t>Slope of CAL</a:t>
            </a:r>
            <a:r>
              <a:rPr lang="en-US" sz="2200" dirty="0">
                <a:solidFill>
                  <a:prstClr val="black"/>
                </a:solidFill>
                <a:latin typeface="Tw Cen MT"/>
              </a:rPr>
              <a:t>: Reward-to-volatility ratio</a:t>
            </a:r>
          </a:p>
          <a:p>
            <a:r>
              <a:rPr lang="en-US" sz="2200" dirty="0">
                <a:solidFill>
                  <a:prstClr val="black"/>
                </a:solidFill>
                <a:latin typeface="Tw Cen MT"/>
              </a:rPr>
              <a:t>                     Sharpe ratio</a:t>
            </a:r>
          </a:p>
        </p:txBody>
      </p:sp>
    </p:spTree>
    <p:extLst>
      <p:ext uri="{BB962C8B-B14F-4D97-AF65-F5344CB8AC3E}">
        <p14:creationId xmlns:p14="http://schemas.microsoft.com/office/powerpoint/2010/main" val="3568854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921369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Modern Portfolio Theory 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Risk Tolerance and Asset Allocation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294B99B-EC02-BE55-C3EE-D5550BF4E962}"/>
              </a:ext>
            </a:extLst>
          </p:cNvPr>
          <p:cNvSpPr txBox="1">
            <a:spLocks/>
          </p:cNvSpPr>
          <p:nvPr/>
        </p:nvSpPr>
        <p:spPr>
          <a:xfrm>
            <a:off x="168519" y="588209"/>
            <a:ext cx="11854962" cy="707805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Now, let’s solve for the optimal portfolio: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45F2683C-A1DD-5842-3F82-BC446D10A5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8409323"/>
              </p:ext>
            </p:extLst>
          </p:nvPr>
        </p:nvGraphicFramePr>
        <p:xfrm>
          <a:off x="698600" y="1174583"/>
          <a:ext cx="4515952" cy="1931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19300" imgH="863600" progId="Equation.3">
                  <p:embed/>
                </p:oleObj>
              </mc:Choice>
              <mc:Fallback>
                <p:oleObj name="Equation" r:id="rId3" imgW="2019300" imgH="863600" progId="Equation.3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45F2683C-A1DD-5842-3F82-BC446D10A5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8600" y="1174583"/>
                        <a:ext cx="4515952" cy="1931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A9381635-C034-8AED-CD76-BEE2B2F1E9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1762539"/>
              </p:ext>
            </p:extLst>
          </p:nvPr>
        </p:nvGraphicFramePr>
        <p:xfrm>
          <a:off x="723313" y="3243535"/>
          <a:ext cx="5605430" cy="737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05100" imgH="355600" progId="Equation.3">
                  <p:embed/>
                </p:oleObj>
              </mc:Choice>
              <mc:Fallback>
                <p:oleObj name="Equation" r:id="rId5" imgW="2705100" imgH="355600" progId="Equation.3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D84FD0C5-0925-0175-2D81-FE5900CFC8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3313" y="3243535"/>
                        <a:ext cx="5605430" cy="7371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4830836-97D1-3354-43DD-8C68E71EF5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8536290"/>
              </p:ext>
            </p:extLst>
          </p:nvPr>
        </p:nvGraphicFramePr>
        <p:xfrm>
          <a:off x="983704" y="4104296"/>
          <a:ext cx="4421813" cy="589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05000" imgH="254000" progId="Equation.3">
                  <p:embed/>
                </p:oleObj>
              </mc:Choice>
              <mc:Fallback>
                <p:oleObj name="Equation" r:id="rId7" imgW="1905000" imgH="254000" progId="Equation.3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99DFD964-4BA3-AB23-8AD1-3B8737908C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83704" y="4104296"/>
                        <a:ext cx="4421813" cy="5894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5D63EDAD-C550-9638-CA65-D5653184EF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4769338"/>
              </p:ext>
            </p:extLst>
          </p:nvPr>
        </p:nvGraphicFramePr>
        <p:xfrm>
          <a:off x="5519953" y="3926380"/>
          <a:ext cx="2233066" cy="9344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92200" imgH="457200" progId="Equation.3">
                  <p:embed/>
                </p:oleObj>
              </mc:Choice>
              <mc:Fallback>
                <p:oleObj name="Equation" r:id="rId9" imgW="1092200" imgH="457200" progId="Equation.3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3A728351-6771-9AAE-B51F-025713ECA9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519953" y="3926380"/>
                        <a:ext cx="2233066" cy="9344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loud Callout 7">
            <a:extLst>
              <a:ext uri="{FF2B5EF4-FFF2-40B4-BE49-F238E27FC236}">
                <a16:creationId xmlns:a16="http://schemas.microsoft.com/office/drawing/2014/main" id="{5B1375DB-ACF0-4800-DF70-872F058CF4FD}"/>
              </a:ext>
            </a:extLst>
          </p:cNvPr>
          <p:cNvSpPr/>
          <p:nvPr/>
        </p:nvSpPr>
        <p:spPr>
          <a:xfrm>
            <a:off x="8294577" y="4213151"/>
            <a:ext cx="2383390" cy="769541"/>
          </a:xfrm>
          <a:prstGeom prst="cloudCallout">
            <a:avLst>
              <a:gd name="adj1" fmla="val -63115"/>
              <a:gd name="adj2" fmla="val -28815"/>
            </a:avLst>
          </a:prstGeom>
          <a:solidFill>
            <a:srgbClr val="DA1F28">
              <a:lumMod val="60000"/>
              <a:lumOff val="40000"/>
            </a:srgbClr>
          </a:solidFill>
          <a:ln w="10000" cap="flat" cmpd="sng" algn="ctr">
            <a:solidFill>
              <a:srgbClr val="DA1F28">
                <a:lumMod val="60000"/>
                <a:lumOff val="40000"/>
              </a:srgbClr>
            </a:solidFill>
            <a:prstDash val="solid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The optimal portfolio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B778C8-8DE7-706A-3388-40D135C0ED04}"/>
              </a:ext>
            </a:extLst>
          </p:cNvPr>
          <p:cNvSpPr txBox="1"/>
          <p:nvPr/>
        </p:nvSpPr>
        <p:spPr>
          <a:xfrm>
            <a:off x="830580" y="5102916"/>
            <a:ext cx="11192901" cy="1474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Assume A=4,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Comparative static analysis: the larger the value of A, the more you would invest in the _______ asset. 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D5E6C545-8A8A-AF1F-35B3-4707205858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8145268"/>
              </p:ext>
            </p:extLst>
          </p:nvPr>
        </p:nvGraphicFramePr>
        <p:xfrm>
          <a:off x="3314136" y="4926919"/>
          <a:ext cx="3844376" cy="849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070100" imgH="457200" progId="Equation.3">
                  <p:embed/>
                </p:oleObj>
              </mc:Choice>
              <mc:Fallback>
                <p:oleObj name="Equation" r:id="rId11" imgW="2070100" imgH="457200" progId="Equation.3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9B9A07B1-0DE9-2F59-3B74-E1B8C9F45B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14136" y="4926919"/>
                        <a:ext cx="3844376" cy="8493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2E80A30-4331-3C63-A915-BE7EA1D2489A}"/>
              </a:ext>
            </a:extLst>
          </p:cNvPr>
          <p:cNvSpPr txBox="1"/>
          <p:nvPr/>
        </p:nvSpPr>
        <p:spPr>
          <a:xfrm>
            <a:off x="3045574" y="6009449"/>
            <a:ext cx="14609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DA1F28">
                    <a:lumMod val="60000"/>
                    <a:lumOff val="40000"/>
                  </a:srgbClr>
                </a:solidFill>
                <a:latin typeface="Tw Cen MT"/>
              </a:rPr>
              <a:t>risk-free</a:t>
            </a:r>
          </a:p>
        </p:txBody>
      </p:sp>
    </p:spTree>
    <p:extLst>
      <p:ext uri="{BB962C8B-B14F-4D97-AF65-F5344CB8AC3E}">
        <p14:creationId xmlns:p14="http://schemas.microsoft.com/office/powerpoint/2010/main" val="294658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13" grpId="0"/>
    </p:bld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idescreen Presentation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1181</TotalTime>
  <Words>1190</Words>
  <Application>Microsoft Office PowerPoint</Application>
  <PresentationFormat>Widescreen</PresentationFormat>
  <Paragraphs>187</Paragraphs>
  <Slides>15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Calibri Light</vt:lpstr>
      <vt:lpstr>Tw Cen MT</vt:lpstr>
      <vt:lpstr>Wingdings</vt:lpstr>
      <vt:lpstr>Wingdings 2</vt:lpstr>
      <vt:lpstr>Office Theme</vt:lpstr>
      <vt:lpstr>Widescreen Presentation</vt:lpstr>
      <vt:lpstr>Equation</vt:lpstr>
      <vt:lpstr>Lecture 5: Modern Portfolio Theory I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6: time preference</dc:title>
  <dc:creator>#LIM PUI YEE#</dc:creator>
  <cp:lastModifiedBy>#GOH BO JUN, ISSAC (WU BOJUN)#</cp:lastModifiedBy>
  <cp:revision>37</cp:revision>
  <dcterms:created xsi:type="dcterms:W3CDTF">2022-07-09T07:25:24Z</dcterms:created>
  <dcterms:modified xsi:type="dcterms:W3CDTF">2025-02-22T14:45:33Z</dcterms:modified>
</cp:coreProperties>
</file>