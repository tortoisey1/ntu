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9"/>
  </p:notesMasterIdLst>
  <p:sldIdLst>
    <p:sldId id="256" r:id="rId3"/>
    <p:sldId id="395" r:id="rId4"/>
    <p:sldId id="438" r:id="rId5"/>
    <p:sldId id="440" r:id="rId6"/>
    <p:sldId id="441" r:id="rId7"/>
    <p:sldId id="456" r:id="rId8"/>
    <p:sldId id="443" r:id="rId9"/>
    <p:sldId id="444" r:id="rId10"/>
    <p:sldId id="445" r:id="rId11"/>
    <p:sldId id="446" r:id="rId12"/>
    <p:sldId id="447" r:id="rId13"/>
    <p:sldId id="449" r:id="rId14"/>
    <p:sldId id="451" r:id="rId15"/>
    <p:sldId id="452" r:id="rId16"/>
    <p:sldId id="457" r:id="rId17"/>
    <p:sldId id="45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E79"/>
    <a:srgbClr val="0CC7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F2D89F-A09C-4909-B1D7-72C4641C143B}" v="4" dt="2023-02-01T15:44:36.2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74"/>
    <p:restoredTop sz="84094"/>
  </p:normalViewPr>
  <p:slideViewPr>
    <p:cSldViewPr snapToGrid="0" snapToObjects="1">
      <p:cViewPr>
        <p:scale>
          <a:sx n="75" d="100"/>
          <a:sy n="75" d="100"/>
        </p:scale>
        <p:origin x="950" y="29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TAN ZHU EN#" userId="9c038d62-e560-4ab3-ba62-0b2d27497b2c" providerId="ADAL" clId="{82F2D89F-A09C-4909-B1D7-72C4641C143B}"/>
    <pc:docChg chg="undo redo custSel addSld delSld modSld sldOrd">
      <pc:chgData name="#JOHN TAN ZHU EN#" userId="9c038d62-e560-4ab3-ba62-0b2d27497b2c" providerId="ADAL" clId="{82F2D89F-A09C-4909-B1D7-72C4641C143B}" dt="2023-02-01T16:24:37.561" v="844" actId="47"/>
      <pc:docMkLst>
        <pc:docMk/>
      </pc:docMkLst>
      <pc:sldChg chg="addSp delSp modSp mod">
        <pc:chgData name="#JOHN TAN ZHU EN#" userId="9c038d62-e560-4ab3-ba62-0b2d27497b2c" providerId="ADAL" clId="{82F2D89F-A09C-4909-B1D7-72C4641C143B}" dt="2023-02-01T15:44:36.266" v="21" actId="1076"/>
        <pc:sldMkLst>
          <pc:docMk/>
          <pc:sldMk cId="0" sldId="256"/>
        </pc:sldMkLst>
        <pc:spChg chg="mod">
          <ac:chgData name="#JOHN TAN ZHU EN#" userId="9c038d62-e560-4ab3-ba62-0b2d27497b2c" providerId="ADAL" clId="{82F2D89F-A09C-4909-B1D7-72C4641C143B}" dt="2023-02-01T15:44:25.495" v="17" actId="1076"/>
          <ac:spMkLst>
            <pc:docMk/>
            <pc:sldMk cId="0" sldId="256"/>
            <ac:spMk id="4" creationId="{00000000-0000-0000-0000-000000000000}"/>
          </ac:spMkLst>
        </pc:spChg>
        <pc:spChg chg="mod">
          <ac:chgData name="#JOHN TAN ZHU EN#" userId="9c038d62-e560-4ab3-ba62-0b2d27497b2c" providerId="ADAL" clId="{82F2D89F-A09C-4909-B1D7-72C4641C143B}" dt="2023-02-01T15:44:01.145" v="12" actId="20577"/>
          <ac:spMkLst>
            <pc:docMk/>
            <pc:sldMk cId="0" sldId="256"/>
            <ac:spMk id="7" creationId="{00000000-0000-0000-0000-000000000000}"/>
          </ac:spMkLst>
        </pc:spChg>
        <pc:picChg chg="add mod">
          <ac:chgData name="#JOHN TAN ZHU EN#" userId="9c038d62-e560-4ab3-ba62-0b2d27497b2c" providerId="ADAL" clId="{82F2D89F-A09C-4909-B1D7-72C4641C143B}" dt="2023-02-01T15:44:36.266" v="21" actId="1076"/>
          <ac:picMkLst>
            <pc:docMk/>
            <pc:sldMk cId="0" sldId="256"/>
            <ac:picMk id="3" creationId="{275531F4-21B3-B62C-27C1-0C8761895566}"/>
          </ac:picMkLst>
        </pc:picChg>
        <pc:picChg chg="del">
          <ac:chgData name="#JOHN TAN ZHU EN#" userId="9c038d62-e560-4ab3-ba62-0b2d27497b2c" providerId="ADAL" clId="{82F2D89F-A09C-4909-B1D7-72C4641C143B}" dt="2023-02-01T15:44:11.464" v="13" actId="478"/>
          <ac:picMkLst>
            <pc:docMk/>
            <pc:sldMk cId="0" sldId="256"/>
            <ac:picMk id="6" creationId="{00000000-0000-0000-0000-000000000000}"/>
          </ac:picMkLst>
        </pc:picChg>
      </pc:sldChg>
      <pc:sldChg chg="modSp mod">
        <pc:chgData name="#JOHN TAN ZHU EN#" userId="9c038d62-e560-4ab3-ba62-0b2d27497b2c" providerId="ADAL" clId="{82F2D89F-A09C-4909-B1D7-72C4641C143B}" dt="2023-02-01T15:45:33.963" v="34" actId="255"/>
        <pc:sldMkLst>
          <pc:docMk/>
          <pc:sldMk cId="723655709" sldId="395"/>
        </pc:sldMkLst>
        <pc:spChg chg="mod">
          <ac:chgData name="#JOHN TAN ZHU EN#" userId="9c038d62-e560-4ab3-ba62-0b2d27497b2c" providerId="ADAL" clId="{82F2D89F-A09C-4909-B1D7-72C4641C143B}" dt="2023-02-01T15:45:33.963" v="34" actId="255"/>
          <ac:spMkLst>
            <pc:docMk/>
            <pc:sldMk cId="723655709" sldId="395"/>
            <ac:spMk id="5" creationId="{E81C5CDA-6A71-36AE-6A2B-089850349171}"/>
          </ac:spMkLst>
        </pc:spChg>
        <pc:spChg chg="mod">
          <ac:chgData name="#JOHN TAN ZHU EN#" userId="9c038d62-e560-4ab3-ba62-0b2d27497b2c" providerId="ADAL" clId="{82F2D89F-A09C-4909-B1D7-72C4641C143B}" dt="2023-02-01T15:45:14.623" v="31" actId="404"/>
          <ac:spMkLst>
            <pc:docMk/>
            <pc:sldMk cId="723655709" sldId="395"/>
            <ac:spMk id="7" creationId="{75FEC82B-A3AB-51ED-9546-137D0417925C}"/>
          </ac:spMkLst>
        </pc:spChg>
      </pc:sldChg>
      <pc:sldChg chg="del">
        <pc:chgData name="#JOHN TAN ZHU EN#" userId="9c038d62-e560-4ab3-ba62-0b2d27497b2c" providerId="ADAL" clId="{82F2D89F-A09C-4909-B1D7-72C4641C143B}" dt="2023-02-01T16:24:30.716" v="818" actId="47"/>
        <pc:sldMkLst>
          <pc:docMk/>
          <pc:sldMk cId="4217733320" sldId="398"/>
        </pc:sldMkLst>
      </pc:sldChg>
      <pc:sldChg chg="del">
        <pc:chgData name="#JOHN TAN ZHU EN#" userId="9c038d62-e560-4ab3-ba62-0b2d27497b2c" providerId="ADAL" clId="{82F2D89F-A09C-4909-B1D7-72C4641C143B}" dt="2023-02-01T16:24:30.683" v="817" actId="47"/>
        <pc:sldMkLst>
          <pc:docMk/>
          <pc:sldMk cId="2907081463" sldId="402"/>
        </pc:sldMkLst>
      </pc:sldChg>
      <pc:sldChg chg="del">
        <pc:chgData name="#JOHN TAN ZHU EN#" userId="9c038d62-e560-4ab3-ba62-0b2d27497b2c" providerId="ADAL" clId="{82F2D89F-A09C-4909-B1D7-72C4641C143B}" dt="2023-02-01T16:24:30.844" v="822" actId="47"/>
        <pc:sldMkLst>
          <pc:docMk/>
          <pc:sldMk cId="1356559173" sldId="403"/>
        </pc:sldMkLst>
      </pc:sldChg>
      <pc:sldChg chg="del">
        <pc:chgData name="#JOHN TAN ZHU EN#" userId="9c038d62-e560-4ab3-ba62-0b2d27497b2c" providerId="ADAL" clId="{82F2D89F-A09C-4909-B1D7-72C4641C143B}" dt="2023-02-01T16:24:30.877" v="823" actId="47"/>
        <pc:sldMkLst>
          <pc:docMk/>
          <pc:sldMk cId="4182440111" sldId="404"/>
        </pc:sldMkLst>
      </pc:sldChg>
      <pc:sldChg chg="del">
        <pc:chgData name="#JOHN TAN ZHU EN#" userId="9c038d62-e560-4ab3-ba62-0b2d27497b2c" providerId="ADAL" clId="{82F2D89F-A09C-4909-B1D7-72C4641C143B}" dt="2023-02-01T16:24:30.775" v="820" actId="47"/>
        <pc:sldMkLst>
          <pc:docMk/>
          <pc:sldMk cId="1915719895" sldId="405"/>
        </pc:sldMkLst>
      </pc:sldChg>
      <pc:sldChg chg="del">
        <pc:chgData name="#JOHN TAN ZHU EN#" userId="9c038d62-e560-4ab3-ba62-0b2d27497b2c" providerId="ADAL" clId="{82F2D89F-A09C-4909-B1D7-72C4641C143B}" dt="2023-02-01T16:24:30.900" v="824" actId="47"/>
        <pc:sldMkLst>
          <pc:docMk/>
          <pc:sldMk cId="86440855" sldId="406"/>
        </pc:sldMkLst>
      </pc:sldChg>
      <pc:sldChg chg="del">
        <pc:chgData name="#JOHN TAN ZHU EN#" userId="9c038d62-e560-4ab3-ba62-0b2d27497b2c" providerId="ADAL" clId="{82F2D89F-A09C-4909-B1D7-72C4641C143B}" dt="2023-02-01T16:24:34.533" v="836" actId="47"/>
        <pc:sldMkLst>
          <pc:docMk/>
          <pc:sldMk cId="2848709632" sldId="407"/>
        </pc:sldMkLst>
      </pc:sldChg>
      <pc:sldChg chg="del">
        <pc:chgData name="#JOHN TAN ZHU EN#" userId="9c038d62-e560-4ab3-ba62-0b2d27497b2c" providerId="ADAL" clId="{82F2D89F-A09C-4909-B1D7-72C4641C143B}" dt="2023-02-01T16:24:30.933" v="825" actId="47"/>
        <pc:sldMkLst>
          <pc:docMk/>
          <pc:sldMk cId="2440716187" sldId="409"/>
        </pc:sldMkLst>
      </pc:sldChg>
      <pc:sldChg chg="del">
        <pc:chgData name="#JOHN TAN ZHU EN#" userId="9c038d62-e560-4ab3-ba62-0b2d27497b2c" providerId="ADAL" clId="{82F2D89F-A09C-4909-B1D7-72C4641C143B}" dt="2023-02-01T16:24:30.976" v="826" actId="47"/>
        <pc:sldMkLst>
          <pc:docMk/>
          <pc:sldMk cId="4127117882" sldId="410"/>
        </pc:sldMkLst>
      </pc:sldChg>
      <pc:sldChg chg="del">
        <pc:chgData name="#JOHN TAN ZHU EN#" userId="9c038d62-e560-4ab3-ba62-0b2d27497b2c" providerId="ADAL" clId="{82F2D89F-A09C-4909-B1D7-72C4641C143B}" dt="2023-02-01T16:24:31.014" v="827" actId="47"/>
        <pc:sldMkLst>
          <pc:docMk/>
          <pc:sldMk cId="3950068639" sldId="411"/>
        </pc:sldMkLst>
      </pc:sldChg>
      <pc:sldChg chg="del">
        <pc:chgData name="#JOHN TAN ZHU EN#" userId="9c038d62-e560-4ab3-ba62-0b2d27497b2c" providerId="ADAL" clId="{82F2D89F-A09C-4909-B1D7-72C4641C143B}" dt="2023-02-01T16:24:31.044" v="828" actId="47"/>
        <pc:sldMkLst>
          <pc:docMk/>
          <pc:sldMk cId="959074697" sldId="412"/>
        </pc:sldMkLst>
      </pc:sldChg>
      <pc:sldChg chg="del">
        <pc:chgData name="#JOHN TAN ZHU EN#" userId="9c038d62-e560-4ab3-ba62-0b2d27497b2c" providerId="ADAL" clId="{82F2D89F-A09C-4909-B1D7-72C4641C143B}" dt="2023-02-01T16:24:31.072" v="829" actId="47"/>
        <pc:sldMkLst>
          <pc:docMk/>
          <pc:sldMk cId="4023535343" sldId="413"/>
        </pc:sldMkLst>
      </pc:sldChg>
      <pc:sldChg chg="del">
        <pc:chgData name="#JOHN TAN ZHU EN#" userId="9c038d62-e560-4ab3-ba62-0b2d27497b2c" providerId="ADAL" clId="{82F2D89F-A09C-4909-B1D7-72C4641C143B}" dt="2023-02-01T16:24:31.170" v="832" actId="47"/>
        <pc:sldMkLst>
          <pc:docMk/>
          <pc:sldMk cId="3401492572" sldId="415"/>
        </pc:sldMkLst>
      </pc:sldChg>
      <pc:sldChg chg="del">
        <pc:chgData name="#JOHN TAN ZHU EN#" userId="9c038d62-e560-4ab3-ba62-0b2d27497b2c" providerId="ADAL" clId="{82F2D89F-A09C-4909-B1D7-72C4641C143B}" dt="2023-02-01T16:24:31.197" v="833" actId="47"/>
        <pc:sldMkLst>
          <pc:docMk/>
          <pc:sldMk cId="551647675" sldId="416"/>
        </pc:sldMkLst>
      </pc:sldChg>
      <pc:sldChg chg="del">
        <pc:chgData name="#JOHN TAN ZHU EN#" userId="9c038d62-e560-4ab3-ba62-0b2d27497b2c" providerId="ADAL" clId="{82F2D89F-A09C-4909-B1D7-72C4641C143B}" dt="2023-02-01T16:24:35.247" v="837" actId="47"/>
        <pc:sldMkLst>
          <pc:docMk/>
          <pc:sldMk cId="605092863" sldId="417"/>
        </pc:sldMkLst>
      </pc:sldChg>
      <pc:sldChg chg="del">
        <pc:chgData name="#JOHN TAN ZHU EN#" userId="9c038d62-e560-4ab3-ba62-0b2d27497b2c" providerId="ADAL" clId="{82F2D89F-A09C-4909-B1D7-72C4641C143B}" dt="2023-02-01T16:24:31.233" v="834" actId="47"/>
        <pc:sldMkLst>
          <pc:docMk/>
          <pc:sldMk cId="1446591207" sldId="418"/>
        </pc:sldMkLst>
      </pc:sldChg>
      <pc:sldChg chg="del">
        <pc:chgData name="#JOHN TAN ZHU EN#" userId="9c038d62-e560-4ab3-ba62-0b2d27497b2c" providerId="ADAL" clId="{82F2D89F-A09C-4909-B1D7-72C4641C143B}" dt="2023-02-01T16:24:37.429" v="841" actId="47"/>
        <pc:sldMkLst>
          <pc:docMk/>
          <pc:sldMk cId="3546362907" sldId="419"/>
        </pc:sldMkLst>
      </pc:sldChg>
      <pc:sldChg chg="del">
        <pc:chgData name="#JOHN TAN ZHU EN#" userId="9c038d62-e560-4ab3-ba62-0b2d27497b2c" providerId="ADAL" clId="{82F2D89F-A09C-4909-B1D7-72C4641C143B}" dt="2023-02-01T16:24:36.851" v="838" actId="47"/>
        <pc:sldMkLst>
          <pc:docMk/>
          <pc:sldMk cId="222082585" sldId="420"/>
        </pc:sldMkLst>
      </pc:sldChg>
      <pc:sldChg chg="del">
        <pc:chgData name="#JOHN TAN ZHU EN#" userId="9c038d62-e560-4ab3-ba62-0b2d27497b2c" providerId="ADAL" clId="{82F2D89F-A09C-4909-B1D7-72C4641C143B}" dt="2023-02-01T16:24:37.364" v="839" actId="47"/>
        <pc:sldMkLst>
          <pc:docMk/>
          <pc:sldMk cId="4052440763" sldId="421"/>
        </pc:sldMkLst>
      </pc:sldChg>
      <pc:sldChg chg="del">
        <pc:chgData name="#JOHN TAN ZHU EN#" userId="9c038d62-e560-4ab3-ba62-0b2d27497b2c" providerId="ADAL" clId="{82F2D89F-A09C-4909-B1D7-72C4641C143B}" dt="2023-02-01T16:24:37.396" v="840" actId="47"/>
        <pc:sldMkLst>
          <pc:docMk/>
          <pc:sldMk cId="2022824510" sldId="422"/>
        </pc:sldMkLst>
      </pc:sldChg>
      <pc:sldChg chg="del">
        <pc:chgData name="#JOHN TAN ZHU EN#" userId="9c038d62-e560-4ab3-ba62-0b2d27497b2c" providerId="ADAL" clId="{82F2D89F-A09C-4909-B1D7-72C4641C143B}" dt="2023-02-01T16:24:37.460" v="842" actId="47"/>
        <pc:sldMkLst>
          <pc:docMk/>
          <pc:sldMk cId="3954411684" sldId="423"/>
        </pc:sldMkLst>
      </pc:sldChg>
      <pc:sldChg chg="del">
        <pc:chgData name="#JOHN TAN ZHU EN#" userId="9c038d62-e560-4ab3-ba62-0b2d27497b2c" providerId="ADAL" clId="{82F2D89F-A09C-4909-B1D7-72C4641C143B}" dt="2023-02-01T16:24:30.808" v="821" actId="47"/>
        <pc:sldMkLst>
          <pc:docMk/>
          <pc:sldMk cId="4244365170" sldId="426"/>
        </pc:sldMkLst>
      </pc:sldChg>
      <pc:sldChg chg="del">
        <pc:chgData name="#JOHN TAN ZHU EN#" userId="9c038d62-e560-4ab3-ba62-0b2d27497b2c" providerId="ADAL" clId="{82F2D89F-A09C-4909-B1D7-72C4641C143B}" dt="2023-02-01T16:24:31.107" v="830" actId="47"/>
        <pc:sldMkLst>
          <pc:docMk/>
          <pc:sldMk cId="1328833230" sldId="428"/>
        </pc:sldMkLst>
      </pc:sldChg>
      <pc:sldChg chg="del">
        <pc:chgData name="#JOHN TAN ZHU EN#" userId="9c038d62-e560-4ab3-ba62-0b2d27497b2c" providerId="ADAL" clId="{82F2D89F-A09C-4909-B1D7-72C4641C143B}" dt="2023-02-01T16:24:31.142" v="831" actId="47"/>
        <pc:sldMkLst>
          <pc:docMk/>
          <pc:sldMk cId="938475400" sldId="429"/>
        </pc:sldMkLst>
      </pc:sldChg>
      <pc:sldChg chg="del">
        <pc:chgData name="#JOHN TAN ZHU EN#" userId="9c038d62-e560-4ab3-ba62-0b2d27497b2c" providerId="ADAL" clId="{82F2D89F-A09C-4909-B1D7-72C4641C143B}" dt="2023-02-01T16:24:30.749" v="819" actId="47"/>
        <pc:sldMkLst>
          <pc:docMk/>
          <pc:sldMk cId="3071776116" sldId="431"/>
        </pc:sldMkLst>
      </pc:sldChg>
      <pc:sldChg chg="del">
        <pc:chgData name="#JOHN TAN ZHU EN#" userId="9c038d62-e560-4ab3-ba62-0b2d27497b2c" providerId="ADAL" clId="{82F2D89F-A09C-4909-B1D7-72C4641C143B}" dt="2023-02-01T16:24:33.013" v="835" actId="47"/>
        <pc:sldMkLst>
          <pc:docMk/>
          <pc:sldMk cId="417712166" sldId="432"/>
        </pc:sldMkLst>
      </pc:sldChg>
      <pc:sldChg chg="del">
        <pc:chgData name="#JOHN TAN ZHU EN#" userId="9c038d62-e560-4ab3-ba62-0b2d27497b2c" providerId="ADAL" clId="{82F2D89F-A09C-4909-B1D7-72C4641C143B}" dt="2023-02-01T16:24:37.508" v="843" actId="47"/>
        <pc:sldMkLst>
          <pc:docMk/>
          <pc:sldMk cId="300121830" sldId="434"/>
        </pc:sldMkLst>
      </pc:sldChg>
      <pc:sldChg chg="del">
        <pc:chgData name="#JOHN TAN ZHU EN#" userId="9c038d62-e560-4ab3-ba62-0b2d27497b2c" providerId="ADAL" clId="{82F2D89F-A09C-4909-B1D7-72C4641C143B}" dt="2023-02-01T16:24:37.561" v="844" actId="47"/>
        <pc:sldMkLst>
          <pc:docMk/>
          <pc:sldMk cId="3818747353" sldId="435"/>
        </pc:sldMkLst>
      </pc:sldChg>
      <pc:sldChg chg="del ord">
        <pc:chgData name="#JOHN TAN ZHU EN#" userId="9c038d62-e560-4ab3-ba62-0b2d27497b2c" providerId="ADAL" clId="{82F2D89F-A09C-4909-B1D7-72C4641C143B}" dt="2023-02-01T16:24:30.174" v="816" actId="47"/>
        <pc:sldMkLst>
          <pc:docMk/>
          <pc:sldMk cId="155787196" sldId="436"/>
        </pc:sldMkLst>
      </pc:sldChg>
      <pc:sldChg chg="add del">
        <pc:chgData name="#JOHN TAN ZHU EN#" userId="9c038d62-e560-4ab3-ba62-0b2d27497b2c" providerId="ADAL" clId="{82F2D89F-A09C-4909-B1D7-72C4641C143B}" dt="2023-02-01T16:24:29.474" v="815" actId="47"/>
        <pc:sldMkLst>
          <pc:docMk/>
          <pc:sldMk cId="919801254" sldId="437"/>
        </pc:sldMkLst>
      </pc:sldChg>
      <pc:sldChg chg="addSp delSp modSp add mod modAnim">
        <pc:chgData name="#JOHN TAN ZHU EN#" userId="9c038d62-e560-4ab3-ba62-0b2d27497b2c" providerId="ADAL" clId="{82F2D89F-A09C-4909-B1D7-72C4641C143B}" dt="2023-02-01T15:50:39.088" v="179" actId="255"/>
        <pc:sldMkLst>
          <pc:docMk/>
          <pc:sldMk cId="1832660164" sldId="438"/>
        </pc:sldMkLst>
        <pc:spChg chg="add mod">
          <ac:chgData name="#JOHN TAN ZHU EN#" userId="9c038d62-e560-4ab3-ba62-0b2d27497b2c" providerId="ADAL" clId="{82F2D89F-A09C-4909-B1D7-72C4641C143B}" dt="2023-02-01T15:49:18.495" v="157" actId="255"/>
          <ac:spMkLst>
            <pc:docMk/>
            <pc:sldMk cId="1832660164" sldId="438"/>
            <ac:spMk id="2" creationId="{0EAAAB54-A865-AB8D-4C9F-4F24EEC71E37}"/>
          </ac:spMkLst>
        </pc:spChg>
        <pc:spChg chg="add mod">
          <ac:chgData name="#JOHN TAN ZHU EN#" userId="9c038d62-e560-4ab3-ba62-0b2d27497b2c" providerId="ADAL" clId="{82F2D89F-A09C-4909-B1D7-72C4641C143B}" dt="2023-02-01T15:48:31.582" v="142" actId="255"/>
          <ac:spMkLst>
            <pc:docMk/>
            <pc:sldMk cId="1832660164" sldId="438"/>
            <ac:spMk id="3" creationId="{37C3C9D6-7EDF-EF97-CE5C-8DAEB5DE7290}"/>
          </ac:spMkLst>
        </pc:spChg>
        <pc:spChg chg="mod">
          <ac:chgData name="#JOHN TAN ZHU EN#" userId="9c038d62-e560-4ab3-ba62-0b2d27497b2c" providerId="ADAL" clId="{82F2D89F-A09C-4909-B1D7-72C4641C143B}" dt="2023-02-01T15:46:49.232" v="74" actId="255"/>
          <ac:spMkLst>
            <pc:docMk/>
            <pc:sldMk cId="1832660164" sldId="438"/>
            <ac:spMk id="5" creationId="{E81C5CDA-6A71-36AE-6A2B-089850349171}"/>
          </ac:spMkLst>
        </pc:spChg>
        <pc:spChg chg="mod">
          <ac:chgData name="#JOHN TAN ZHU EN#" userId="9c038d62-e560-4ab3-ba62-0b2d27497b2c" providerId="ADAL" clId="{82F2D89F-A09C-4909-B1D7-72C4641C143B}" dt="2023-02-01T15:46:33.318" v="72" actId="20577"/>
          <ac:spMkLst>
            <pc:docMk/>
            <pc:sldMk cId="1832660164" sldId="438"/>
            <ac:spMk id="8" creationId="{CEE303D4-35FA-C10D-C859-0417DFD03E20}"/>
          </ac:spMkLst>
        </pc:spChg>
        <pc:spChg chg="add mod">
          <ac:chgData name="#JOHN TAN ZHU EN#" userId="9c038d62-e560-4ab3-ba62-0b2d27497b2c" providerId="ADAL" clId="{82F2D89F-A09C-4909-B1D7-72C4641C143B}" dt="2023-02-01T15:49:41.466" v="160" actId="1076"/>
          <ac:spMkLst>
            <pc:docMk/>
            <pc:sldMk cId="1832660164" sldId="438"/>
            <ac:spMk id="9" creationId="{9223B7B6-D210-0BFE-0306-530B1C1AD7FD}"/>
          </ac:spMkLst>
        </pc:spChg>
        <pc:spChg chg="add mod">
          <ac:chgData name="#JOHN TAN ZHU EN#" userId="9c038d62-e560-4ab3-ba62-0b2d27497b2c" providerId="ADAL" clId="{82F2D89F-A09C-4909-B1D7-72C4641C143B}" dt="2023-02-01T15:50:07.107" v="168" actId="1076"/>
          <ac:spMkLst>
            <pc:docMk/>
            <pc:sldMk cId="1832660164" sldId="438"/>
            <ac:spMk id="10" creationId="{0C1A0326-C8B4-9D57-41B2-E9689AFCFA27}"/>
          </ac:spMkLst>
        </pc:spChg>
        <pc:spChg chg="add mod">
          <ac:chgData name="#JOHN TAN ZHU EN#" userId="9c038d62-e560-4ab3-ba62-0b2d27497b2c" providerId="ADAL" clId="{82F2D89F-A09C-4909-B1D7-72C4641C143B}" dt="2023-02-01T15:49:53.388" v="165" actId="1076"/>
          <ac:spMkLst>
            <pc:docMk/>
            <pc:sldMk cId="1832660164" sldId="438"/>
            <ac:spMk id="13" creationId="{3A10FC99-0F4E-BEE4-AB4C-E321EFCAB780}"/>
          </ac:spMkLst>
        </pc:spChg>
        <pc:spChg chg="add mod">
          <ac:chgData name="#JOHN TAN ZHU EN#" userId="9c038d62-e560-4ab3-ba62-0b2d27497b2c" providerId="ADAL" clId="{82F2D89F-A09C-4909-B1D7-72C4641C143B}" dt="2023-02-01T15:50:23.863" v="173" actId="1076"/>
          <ac:spMkLst>
            <pc:docMk/>
            <pc:sldMk cId="1832660164" sldId="438"/>
            <ac:spMk id="14" creationId="{9798A298-C3A0-4355-AD1B-26FFAD51DF24}"/>
          </ac:spMkLst>
        </pc:spChg>
        <pc:spChg chg="add mod ord">
          <ac:chgData name="#JOHN TAN ZHU EN#" userId="9c038d62-e560-4ab3-ba62-0b2d27497b2c" providerId="ADAL" clId="{82F2D89F-A09C-4909-B1D7-72C4641C143B}" dt="2023-02-01T15:50:39.088" v="179" actId="255"/>
          <ac:spMkLst>
            <pc:docMk/>
            <pc:sldMk cId="1832660164" sldId="438"/>
            <ac:spMk id="15" creationId="{A3D6DC51-71A4-E707-E3BD-7925E9CF2319}"/>
          </ac:spMkLst>
        </pc:spChg>
        <pc:spChg chg="add mod ord">
          <ac:chgData name="#JOHN TAN ZHU EN#" userId="9c038d62-e560-4ab3-ba62-0b2d27497b2c" providerId="ADAL" clId="{82F2D89F-A09C-4909-B1D7-72C4641C143B}" dt="2023-02-01T15:50:35.291" v="178" actId="255"/>
          <ac:spMkLst>
            <pc:docMk/>
            <pc:sldMk cId="1832660164" sldId="438"/>
            <ac:spMk id="16" creationId="{65EBA856-FF96-2CE3-604A-46021941B17D}"/>
          </ac:spMkLst>
        </pc:spChg>
        <pc:cxnChg chg="add del mod">
          <ac:chgData name="#JOHN TAN ZHU EN#" userId="9c038d62-e560-4ab3-ba62-0b2d27497b2c" providerId="ADAL" clId="{82F2D89F-A09C-4909-B1D7-72C4641C143B}" dt="2023-02-01T15:49:03.282" v="154" actId="478"/>
          <ac:cxnSpMkLst>
            <pc:docMk/>
            <pc:sldMk cId="1832660164" sldId="438"/>
            <ac:cxnSpMk id="4" creationId="{2CA87FA3-94DD-859B-A8AB-C3B43133254B}"/>
          </ac:cxnSpMkLst>
        </pc:cxnChg>
        <pc:cxnChg chg="add del mod">
          <ac:chgData name="#JOHN TAN ZHU EN#" userId="9c038d62-e560-4ab3-ba62-0b2d27497b2c" providerId="ADAL" clId="{82F2D89F-A09C-4909-B1D7-72C4641C143B}" dt="2023-02-01T15:49:02.778" v="153" actId="478"/>
          <ac:cxnSpMkLst>
            <pc:docMk/>
            <pc:sldMk cId="1832660164" sldId="438"/>
            <ac:cxnSpMk id="6" creationId="{EFE5A4A0-93E4-8539-C8F1-D7FF46E575D4}"/>
          </ac:cxnSpMkLst>
        </pc:cxnChg>
        <pc:cxnChg chg="add del mod">
          <ac:chgData name="#JOHN TAN ZHU EN#" userId="9c038d62-e560-4ab3-ba62-0b2d27497b2c" providerId="ADAL" clId="{82F2D89F-A09C-4909-B1D7-72C4641C143B}" dt="2023-02-01T15:48:58.942" v="151" actId="478"/>
          <ac:cxnSpMkLst>
            <pc:docMk/>
            <pc:sldMk cId="1832660164" sldId="438"/>
            <ac:cxnSpMk id="11" creationId="{25F1FB65-EB89-4DF2-0F0C-695E09DE8B3E}"/>
          </ac:cxnSpMkLst>
        </pc:cxnChg>
        <pc:cxnChg chg="add del mod">
          <ac:chgData name="#JOHN TAN ZHU EN#" userId="9c038d62-e560-4ab3-ba62-0b2d27497b2c" providerId="ADAL" clId="{82F2D89F-A09C-4909-B1D7-72C4641C143B}" dt="2023-02-01T15:48:59.727" v="152" actId="478"/>
          <ac:cxnSpMkLst>
            <pc:docMk/>
            <pc:sldMk cId="1832660164" sldId="438"/>
            <ac:cxnSpMk id="12" creationId="{BE508C97-7C5A-3962-1911-E31D5BCA8DA8}"/>
          </ac:cxnSpMkLst>
        </pc:cxnChg>
        <pc:cxnChg chg="add del mod">
          <ac:chgData name="#JOHN TAN ZHU EN#" userId="9c038d62-e560-4ab3-ba62-0b2d27497b2c" providerId="ADAL" clId="{82F2D89F-A09C-4909-B1D7-72C4641C143B}" dt="2023-02-01T15:49:43.893" v="162"/>
          <ac:cxnSpMkLst>
            <pc:docMk/>
            <pc:sldMk cId="1832660164" sldId="438"/>
            <ac:cxnSpMk id="22" creationId="{1BE491EC-0D51-146B-5DC6-2A249CD199BD}"/>
          </ac:cxnSpMkLst>
        </pc:cxnChg>
        <pc:cxnChg chg="add mod">
          <ac:chgData name="#JOHN TAN ZHU EN#" userId="9c038d62-e560-4ab3-ba62-0b2d27497b2c" providerId="ADAL" clId="{82F2D89F-A09C-4909-B1D7-72C4641C143B}" dt="2023-02-01T15:49:48.474" v="164" actId="1076"/>
          <ac:cxnSpMkLst>
            <pc:docMk/>
            <pc:sldMk cId="1832660164" sldId="438"/>
            <ac:cxnSpMk id="23" creationId="{210C08CE-C497-29A9-197D-82B275B8976B}"/>
          </ac:cxnSpMkLst>
        </pc:cxnChg>
        <pc:cxnChg chg="add mod">
          <ac:chgData name="#JOHN TAN ZHU EN#" userId="9c038d62-e560-4ab3-ba62-0b2d27497b2c" providerId="ADAL" clId="{82F2D89F-A09C-4909-B1D7-72C4641C143B}" dt="2023-02-01T15:50:00.515" v="167" actId="1076"/>
          <ac:cxnSpMkLst>
            <pc:docMk/>
            <pc:sldMk cId="1832660164" sldId="438"/>
            <ac:cxnSpMk id="24" creationId="{EB44C8E7-C806-F503-5460-806C2B669133}"/>
          </ac:cxnSpMkLst>
        </pc:cxnChg>
        <pc:cxnChg chg="add mod">
          <ac:chgData name="#JOHN TAN ZHU EN#" userId="9c038d62-e560-4ab3-ba62-0b2d27497b2c" providerId="ADAL" clId="{82F2D89F-A09C-4909-B1D7-72C4641C143B}" dt="2023-02-01T15:50:13.657" v="170" actId="1076"/>
          <ac:cxnSpMkLst>
            <pc:docMk/>
            <pc:sldMk cId="1832660164" sldId="438"/>
            <ac:cxnSpMk id="25" creationId="{0C052B6D-8354-F4DF-36D4-83C2B63CF7E3}"/>
          </ac:cxnSpMkLst>
        </pc:cxnChg>
        <pc:cxnChg chg="add mod">
          <ac:chgData name="#JOHN TAN ZHU EN#" userId="9c038d62-e560-4ab3-ba62-0b2d27497b2c" providerId="ADAL" clId="{82F2D89F-A09C-4909-B1D7-72C4641C143B}" dt="2023-02-01T15:50:20.177" v="172" actId="1076"/>
          <ac:cxnSpMkLst>
            <pc:docMk/>
            <pc:sldMk cId="1832660164" sldId="438"/>
            <ac:cxnSpMk id="26" creationId="{148D63DD-CBEC-F4C1-D0EB-021335F51F01}"/>
          </ac:cxnSpMkLst>
        </pc:cxnChg>
      </pc:sldChg>
      <pc:sldChg chg="addSp modSp add mod ord modAnim">
        <pc:chgData name="#JOHN TAN ZHU EN#" userId="9c038d62-e560-4ab3-ba62-0b2d27497b2c" providerId="ADAL" clId="{82F2D89F-A09C-4909-B1D7-72C4641C143B}" dt="2023-02-01T15:51:51.632" v="222" actId="1076"/>
        <pc:sldMkLst>
          <pc:docMk/>
          <pc:sldMk cId="3612007617" sldId="439"/>
        </pc:sldMkLst>
        <pc:spChg chg="add mod">
          <ac:chgData name="#JOHN TAN ZHU EN#" userId="9c038d62-e560-4ab3-ba62-0b2d27497b2c" providerId="ADAL" clId="{82F2D89F-A09C-4909-B1D7-72C4641C143B}" dt="2023-02-01T15:51:51.632" v="222" actId="1076"/>
          <ac:spMkLst>
            <pc:docMk/>
            <pc:sldMk cId="3612007617" sldId="439"/>
            <ac:spMk id="2" creationId="{4EE16047-5AA3-50E0-4CD9-48DF0DA7F618}"/>
          </ac:spMkLst>
        </pc:spChg>
        <pc:spChg chg="mod">
          <ac:chgData name="#JOHN TAN ZHU EN#" userId="9c038d62-e560-4ab3-ba62-0b2d27497b2c" providerId="ADAL" clId="{82F2D89F-A09C-4909-B1D7-72C4641C143B}" dt="2023-02-01T15:51:35.338" v="217" actId="255"/>
          <ac:spMkLst>
            <pc:docMk/>
            <pc:sldMk cId="3612007617" sldId="439"/>
            <ac:spMk id="5" creationId="{E81C5CDA-6A71-36AE-6A2B-089850349171}"/>
          </ac:spMkLst>
        </pc:spChg>
        <pc:spChg chg="mod">
          <ac:chgData name="#JOHN TAN ZHU EN#" userId="9c038d62-e560-4ab3-ba62-0b2d27497b2c" providerId="ADAL" clId="{82F2D89F-A09C-4909-B1D7-72C4641C143B}" dt="2023-02-01T15:51:01.669" v="214" actId="20577"/>
          <ac:spMkLst>
            <pc:docMk/>
            <pc:sldMk cId="3612007617" sldId="439"/>
            <ac:spMk id="8" creationId="{CEE303D4-35FA-C10D-C859-0417DFD03E20}"/>
          </ac:spMkLst>
        </pc:spChg>
      </pc:sldChg>
      <pc:sldChg chg="addSp delSp modSp add mod delAnim">
        <pc:chgData name="#JOHN TAN ZHU EN#" userId="9c038d62-e560-4ab3-ba62-0b2d27497b2c" providerId="ADAL" clId="{82F2D89F-A09C-4909-B1D7-72C4641C143B}" dt="2023-02-01T15:53:22.897" v="238" actId="404"/>
        <pc:sldMkLst>
          <pc:docMk/>
          <pc:sldMk cId="3510298676" sldId="440"/>
        </pc:sldMkLst>
        <pc:spChg chg="del mod">
          <ac:chgData name="#JOHN TAN ZHU EN#" userId="9c038d62-e560-4ab3-ba62-0b2d27497b2c" providerId="ADAL" clId="{82F2D89F-A09C-4909-B1D7-72C4641C143B}" dt="2023-02-01T15:52:19.782" v="226" actId="478"/>
          <ac:spMkLst>
            <pc:docMk/>
            <pc:sldMk cId="3510298676" sldId="440"/>
            <ac:spMk id="2" creationId="{4EE16047-5AA3-50E0-4CD9-48DF0DA7F618}"/>
          </ac:spMkLst>
        </pc:spChg>
        <pc:spChg chg="add mod">
          <ac:chgData name="#JOHN TAN ZHU EN#" userId="9c038d62-e560-4ab3-ba62-0b2d27497b2c" providerId="ADAL" clId="{82F2D89F-A09C-4909-B1D7-72C4641C143B}" dt="2023-02-01T15:53:22.897" v="238" actId="404"/>
          <ac:spMkLst>
            <pc:docMk/>
            <pc:sldMk cId="3510298676" sldId="440"/>
            <ac:spMk id="4" creationId="{D92FADB7-E2C8-2FD8-8B44-E2692E16FEF3}"/>
          </ac:spMkLst>
        </pc:spChg>
        <pc:spChg chg="mod">
          <ac:chgData name="#JOHN TAN ZHU EN#" userId="9c038d62-e560-4ab3-ba62-0b2d27497b2c" providerId="ADAL" clId="{82F2D89F-A09C-4909-B1D7-72C4641C143B}" dt="2023-02-01T15:52:17.514" v="224" actId="20577"/>
          <ac:spMkLst>
            <pc:docMk/>
            <pc:sldMk cId="3510298676" sldId="440"/>
            <ac:spMk id="5" creationId="{E81C5CDA-6A71-36AE-6A2B-089850349171}"/>
          </ac:spMkLst>
        </pc:spChg>
      </pc:sldChg>
      <pc:sldChg chg="addSp modSp add mod">
        <pc:chgData name="#JOHN TAN ZHU EN#" userId="9c038d62-e560-4ab3-ba62-0b2d27497b2c" providerId="ADAL" clId="{82F2D89F-A09C-4909-B1D7-72C4641C143B}" dt="2023-02-01T15:55:32.972" v="293" actId="14100"/>
        <pc:sldMkLst>
          <pc:docMk/>
          <pc:sldMk cId="4152924793" sldId="441"/>
        </pc:sldMkLst>
        <pc:spChg chg="add mod">
          <ac:chgData name="#JOHN TAN ZHU EN#" userId="9c038d62-e560-4ab3-ba62-0b2d27497b2c" providerId="ADAL" clId="{82F2D89F-A09C-4909-B1D7-72C4641C143B}" dt="2023-02-01T15:55:32.972" v="293" actId="14100"/>
          <ac:spMkLst>
            <pc:docMk/>
            <pc:sldMk cId="4152924793" sldId="441"/>
            <ac:spMk id="3" creationId="{464F7537-E7EA-544A-606F-77D55FDD44E0}"/>
          </ac:spMkLst>
        </pc:spChg>
        <pc:spChg chg="mod">
          <ac:chgData name="#JOHN TAN ZHU EN#" userId="9c038d62-e560-4ab3-ba62-0b2d27497b2c" providerId="ADAL" clId="{82F2D89F-A09C-4909-B1D7-72C4641C143B}" dt="2023-02-01T15:54:49.314" v="279" actId="255"/>
          <ac:spMkLst>
            <pc:docMk/>
            <pc:sldMk cId="4152924793" sldId="441"/>
            <ac:spMk id="4" creationId="{D92FADB7-E2C8-2FD8-8B44-E2692E16FEF3}"/>
          </ac:spMkLst>
        </pc:spChg>
        <pc:spChg chg="mod">
          <ac:chgData name="#JOHN TAN ZHU EN#" userId="9c038d62-e560-4ab3-ba62-0b2d27497b2c" providerId="ADAL" clId="{82F2D89F-A09C-4909-B1D7-72C4641C143B}" dt="2023-02-01T15:54:36.252" v="277" actId="20577"/>
          <ac:spMkLst>
            <pc:docMk/>
            <pc:sldMk cId="4152924793" sldId="441"/>
            <ac:spMk id="8" creationId="{CEE303D4-35FA-C10D-C859-0417DFD03E20}"/>
          </ac:spMkLst>
        </pc:spChg>
        <pc:picChg chg="add mod">
          <ac:chgData name="#JOHN TAN ZHU EN#" userId="9c038d62-e560-4ab3-ba62-0b2d27497b2c" providerId="ADAL" clId="{82F2D89F-A09C-4909-B1D7-72C4641C143B}" dt="2023-02-01T15:54:59.958" v="282" actId="1076"/>
          <ac:picMkLst>
            <pc:docMk/>
            <pc:sldMk cId="4152924793" sldId="441"/>
            <ac:picMk id="2" creationId="{7A1FD9DD-C7BD-42F0-A4C0-9D9F021A1F44}"/>
          </ac:picMkLst>
        </pc:picChg>
      </pc:sldChg>
      <pc:sldChg chg="delSp modSp add mod">
        <pc:chgData name="#JOHN TAN ZHU EN#" userId="9c038d62-e560-4ab3-ba62-0b2d27497b2c" providerId="ADAL" clId="{82F2D89F-A09C-4909-B1D7-72C4641C143B}" dt="2023-02-01T15:56:01.293" v="298" actId="255"/>
        <pc:sldMkLst>
          <pc:docMk/>
          <pc:sldMk cId="3853919507" sldId="442"/>
        </pc:sldMkLst>
        <pc:spChg chg="del">
          <ac:chgData name="#JOHN TAN ZHU EN#" userId="9c038d62-e560-4ab3-ba62-0b2d27497b2c" providerId="ADAL" clId="{82F2D89F-A09C-4909-B1D7-72C4641C143B}" dt="2023-02-01T15:55:49.016" v="296" actId="478"/>
          <ac:spMkLst>
            <pc:docMk/>
            <pc:sldMk cId="3853919507" sldId="442"/>
            <ac:spMk id="3" creationId="{464F7537-E7EA-544A-606F-77D55FDD44E0}"/>
          </ac:spMkLst>
        </pc:spChg>
        <pc:spChg chg="mod">
          <ac:chgData name="#JOHN TAN ZHU EN#" userId="9c038d62-e560-4ab3-ba62-0b2d27497b2c" providerId="ADAL" clId="{82F2D89F-A09C-4909-B1D7-72C4641C143B}" dt="2023-02-01T15:56:01.293" v="298" actId="255"/>
          <ac:spMkLst>
            <pc:docMk/>
            <pc:sldMk cId="3853919507" sldId="442"/>
            <ac:spMk id="4" creationId="{D92FADB7-E2C8-2FD8-8B44-E2692E16FEF3}"/>
          </ac:spMkLst>
        </pc:spChg>
        <pc:picChg chg="del">
          <ac:chgData name="#JOHN TAN ZHU EN#" userId="9c038d62-e560-4ab3-ba62-0b2d27497b2c" providerId="ADAL" clId="{82F2D89F-A09C-4909-B1D7-72C4641C143B}" dt="2023-02-01T15:55:47.564" v="295" actId="478"/>
          <ac:picMkLst>
            <pc:docMk/>
            <pc:sldMk cId="3853919507" sldId="442"/>
            <ac:picMk id="2" creationId="{7A1FD9DD-C7BD-42F0-A4C0-9D9F021A1F44}"/>
          </ac:picMkLst>
        </pc:picChg>
      </pc:sldChg>
      <pc:sldChg chg="addSp delSp modSp add mod">
        <pc:chgData name="#JOHN TAN ZHU EN#" userId="9c038d62-e560-4ab3-ba62-0b2d27497b2c" providerId="ADAL" clId="{82F2D89F-A09C-4909-B1D7-72C4641C143B}" dt="2023-02-01T15:59:00.356" v="338" actId="1076"/>
        <pc:sldMkLst>
          <pc:docMk/>
          <pc:sldMk cId="728890901" sldId="443"/>
        </pc:sldMkLst>
        <pc:spChg chg="add mod">
          <ac:chgData name="#JOHN TAN ZHU EN#" userId="9c038d62-e560-4ab3-ba62-0b2d27497b2c" providerId="ADAL" clId="{82F2D89F-A09C-4909-B1D7-72C4641C143B}" dt="2023-02-01T15:57:53.443" v="321" actId="14100"/>
          <ac:spMkLst>
            <pc:docMk/>
            <pc:sldMk cId="728890901" sldId="443"/>
            <ac:spMk id="2" creationId="{F0D2FD3E-4C54-F501-2090-7CF3C3059D05}"/>
          </ac:spMkLst>
        </pc:spChg>
        <pc:spChg chg="add mod ord">
          <ac:chgData name="#JOHN TAN ZHU EN#" userId="9c038d62-e560-4ab3-ba62-0b2d27497b2c" providerId="ADAL" clId="{82F2D89F-A09C-4909-B1D7-72C4641C143B}" dt="2023-02-01T15:57:41.529" v="317" actId="167"/>
          <ac:spMkLst>
            <pc:docMk/>
            <pc:sldMk cId="728890901" sldId="443"/>
            <ac:spMk id="3" creationId="{16A0F7F2-387B-6413-323B-3EAE3538DCCD}"/>
          </ac:spMkLst>
        </pc:spChg>
        <pc:spChg chg="mod">
          <ac:chgData name="#JOHN TAN ZHU EN#" userId="9c038d62-e560-4ab3-ba62-0b2d27497b2c" providerId="ADAL" clId="{82F2D89F-A09C-4909-B1D7-72C4641C143B}" dt="2023-02-01T15:56:35.476" v="302" actId="255"/>
          <ac:spMkLst>
            <pc:docMk/>
            <pc:sldMk cId="728890901" sldId="443"/>
            <ac:spMk id="4" creationId="{D92FADB7-E2C8-2FD8-8B44-E2692E16FEF3}"/>
          </ac:spMkLst>
        </pc:spChg>
        <pc:spChg chg="add del mod">
          <ac:chgData name="#JOHN TAN ZHU EN#" userId="9c038d62-e560-4ab3-ba62-0b2d27497b2c" providerId="ADAL" clId="{82F2D89F-A09C-4909-B1D7-72C4641C143B}" dt="2023-02-01T15:58:06.664" v="325"/>
          <ac:spMkLst>
            <pc:docMk/>
            <pc:sldMk cId="728890901" sldId="443"/>
            <ac:spMk id="6" creationId="{7EF70FEE-10DE-4A82-38C1-9324D1FD2954}"/>
          </ac:spMkLst>
        </pc:spChg>
        <pc:spChg chg="add mod">
          <ac:chgData name="#JOHN TAN ZHU EN#" userId="9c038d62-e560-4ab3-ba62-0b2d27497b2c" providerId="ADAL" clId="{82F2D89F-A09C-4909-B1D7-72C4641C143B}" dt="2023-02-01T15:58:20.479" v="330" actId="1076"/>
          <ac:spMkLst>
            <pc:docMk/>
            <pc:sldMk cId="728890901" sldId="443"/>
            <ac:spMk id="9" creationId="{44420D95-F260-E61A-D057-9729C0096740}"/>
          </ac:spMkLst>
        </pc:spChg>
        <pc:spChg chg="add mod">
          <ac:chgData name="#JOHN TAN ZHU EN#" userId="9c038d62-e560-4ab3-ba62-0b2d27497b2c" providerId="ADAL" clId="{82F2D89F-A09C-4909-B1D7-72C4641C143B}" dt="2023-02-01T15:58:37.765" v="336" actId="1076"/>
          <ac:spMkLst>
            <pc:docMk/>
            <pc:sldMk cId="728890901" sldId="443"/>
            <ac:spMk id="10" creationId="{0927CA14-64CA-E457-8387-B50BE29D4582}"/>
          </ac:spMkLst>
        </pc:spChg>
        <pc:spChg chg="add mod">
          <ac:chgData name="#JOHN TAN ZHU EN#" userId="9c038d62-e560-4ab3-ba62-0b2d27497b2c" providerId="ADAL" clId="{82F2D89F-A09C-4909-B1D7-72C4641C143B}" dt="2023-02-01T15:59:00.356" v="338" actId="1076"/>
          <ac:spMkLst>
            <pc:docMk/>
            <pc:sldMk cId="728890901" sldId="443"/>
            <ac:spMk id="11" creationId="{DF57DF03-7148-5514-DACA-1E3CDC0CDCD2}"/>
          </ac:spMkLst>
        </pc:spChg>
      </pc:sldChg>
      <pc:sldChg chg="modSp add mod ord">
        <pc:chgData name="#JOHN TAN ZHU EN#" userId="9c038d62-e560-4ab3-ba62-0b2d27497b2c" providerId="ADAL" clId="{82F2D89F-A09C-4909-B1D7-72C4641C143B}" dt="2023-02-01T15:59:48.135" v="346" actId="1076"/>
        <pc:sldMkLst>
          <pc:docMk/>
          <pc:sldMk cId="3976601323" sldId="444"/>
        </pc:sldMkLst>
        <pc:spChg chg="mod">
          <ac:chgData name="#JOHN TAN ZHU EN#" userId="9c038d62-e560-4ab3-ba62-0b2d27497b2c" providerId="ADAL" clId="{82F2D89F-A09C-4909-B1D7-72C4641C143B}" dt="2023-02-01T15:59:48.135" v="346" actId="1076"/>
          <ac:spMkLst>
            <pc:docMk/>
            <pc:sldMk cId="3976601323" sldId="444"/>
            <ac:spMk id="4" creationId="{D92FADB7-E2C8-2FD8-8B44-E2692E16FEF3}"/>
          </ac:spMkLst>
        </pc:spChg>
      </pc:sldChg>
      <pc:sldChg chg="modSp add mod ord">
        <pc:chgData name="#JOHN TAN ZHU EN#" userId="9c038d62-e560-4ab3-ba62-0b2d27497b2c" providerId="ADAL" clId="{82F2D89F-A09C-4909-B1D7-72C4641C143B}" dt="2023-02-01T16:00:39.658" v="370" actId="255"/>
        <pc:sldMkLst>
          <pc:docMk/>
          <pc:sldMk cId="7756574" sldId="445"/>
        </pc:sldMkLst>
        <pc:spChg chg="mod">
          <ac:chgData name="#JOHN TAN ZHU EN#" userId="9c038d62-e560-4ab3-ba62-0b2d27497b2c" providerId="ADAL" clId="{82F2D89F-A09C-4909-B1D7-72C4641C143B}" dt="2023-02-01T16:00:39.658" v="370" actId="255"/>
          <ac:spMkLst>
            <pc:docMk/>
            <pc:sldMk cId="7756574" sldId="445"/>
            <ac:spMk id="4" creationId="{D92FADB7-E2C8-2FD8-8B44-E2692E16FEF3}"/>
          </ac:spMkLst>
        </pc:spChg>
        <pc:spChg chg="mod">
          <ac:chgData name="#JOHN TAN ZHU EN#" userId="9c038d62-e560-4ab3-ba62-0b2d27497b2c" providerId="ADAL" clId="{82F2D89F-A09C-4909-B1D7-72C4641C143B}" dt="2023-02-01T16:00:16.518" v="364" actId="20577"/>
          <ac:spMkLst>
            <pc:docMk/>
            <pc:sldMk cId="7756574" sldId="445"/>
            <ac:spMk id="8" creationId="{CEE303D4-35FA-C10D-C859-0417DFD03E20}"/>
          </ac:spMkLst>
        </pc:spChg>
      </pc:sldChg>
      <pc:sldChg chg="modSp add mod">
        <pc:chgData name="#JOHN TAN ZHU EN#" userId="9c038d62-e560-4ab3-ba62-0b2d27497b2c" providerId="ADAL" clId="{82F2D89F-A09C-4909-B1D7-72C4641C143B}" dt="2023-02-01T16:01:24.442" v="391" actId="255"/>
        <pc:sldMkLst>
          <pc:docMk/>
          <pc:sldMk cId="3761144013" sldId="446"/>
        </pc:sldMkLst>
        <pc:spChg chg="mod">
          <ac:chgData name="#JOHN TAN ZHU EN#" userId="9c038d62-e560-4ab3-ba62-0b2d27497b2c" providerId="ADAL" clId="{82F2D89F-A09C-4909-B1D7-72C4641C143B}" dt="2023-02-01T16:01:24.442" v="391" actId="255"/>
          <ac:spMkLst>
            <pc:docMk/>
            <pc:sldMk cId="3761144013" sldId="446"/>
            <ac:spMk id="4" creationId="{D92FADB7-E2C8-2FD8-8B44-E2692E16FEF3}"/>
          </ac:spMkLst>
        </pc:spChg>
        <pc:spChg chg="mod">
          <ac:chgData name="#JOHN TAN ZHU EN#" userId="9c038d62-e560-4ab3-ba62-0b2d27497b2c" providerId="ADAL" clId="{82F2D89F-A09C-4909-B1D7-72C4641C143B}" dt="2023-02-01T16:01:03.598" v="387" actId="20577"/>
          <ac:spMkLst>
            <pc:docMk/>
            <pc:sldMk cId="3761144013" sldId="446"/>
            <ac:spMk id="8" creationId="{CEE303D4-35FA-C10D-C859-0417DFD03E20}"/>
          </ac:spMkLst>
        </pc:spChg>
      </pc:sldChg>
      <pc:sldChg chg="addSp modSp add mod">
        <pc:chgData name="#JOHN TAN ZHU EN#" userId="9c038d62-e560-4ab3-ba62-0b2d27497b2c" providerId="ADAL" clId="{82F2D89F-A09C-4909-B1D7-72C4641C143B}" dt="2023-02-01T16:04:00.181" v="445" actId="1076"/>
        <pc:sldMkLst>
          <pc:docMk/>
          <pc:sldMk cId="969314109" sldId="447"/>
        </pc:sldMkLst>
        <pc:spChg chg="add mod">
          <ac:chgData name="#JOHN TAN ZHU EN#" userId="9c038d62-e560-4ab3-ba62-0b2d27497b2c" providerId="ADAL" clId="{82F2D89F-A09C-4909-B1D7-72C4641C143B}" dt="2023-02-01T16:02:44.890" v="421" actId="1076"/>
          <ac:spMkLst>
            <pc:docMk/>
            <pc:sldMk cId="969314109" sldId="447"/>
            <ac:spMk id="2" creationId="{DF6D8497-D329-5820-3FA1-7DF751E61DFD}"/>
          </ac:spMkLst>
        </pc:spChg>
        <pc:spChg chg="add mod">
          <ac:chgData name="#JOHN TAN ZHU EN#" userId="9c038d62-e560-4ab3-ba62-0b2d27497b2c" providerId="ADAL" clId="{82F2D89F-A09C-4909-B1D7-72C4641C143B}" dt="2023-02-01T16:02:26.362" v="414" actId="1076"/>
          <ac:spMkLst>
            <pc:docMk/>
            <pc:sldMk cId="969314109" sldId="447"/>
            <ac:spMk id="3" creationId="{7F7DB99F-A34B-7C38-A876-C599F482DA74}"/>
          </ac:spMkLst>
        </pc:spChg>
        <pc:spChg chg="mod">
          <ac:chgData name="#JOHN TAN ZHU EN#" userId="9c038d62-e560-4ab3-ba62-0b2d27497b2c" providerId="ADAL" clId="{82F2D89F-A09C-4909-B1D7-72C4641C143B}" dt="2023-02-01T16:01:48.256" v="394" actId="255"/>
          <ac:spMkLst>
            <pc:docMk/>
            <pc:sldMk cId="969314109" sldId="447"/>
            <ac:spMk id="4" creationId="{D92FADB7-E2C8-2FD8-8B44-E2692E16FEF3}"/>
          </ac:spMkLst>
        </pc:spChg>
        <pc:spChg chg="add mod">
          <ac:chgData name="#JOHN TAN ZHU EN#" userId="9c038d62-e560-4ab3-ba62-0b2d27497b2c" providerId="ADAL" clId="{82F2D89F-A09C-4909-B1D7-72C4641C143B}" dt="2023-02-01T16:03:57.110" v="444" actId="1076"/>
          <ac:spMkLst>
            <pc:docMk/>
            <pc:sldMk cId="969314109" sldId="447"/>
            <ac:spMk id="14" creationId="{A6C22639-C056-2209-F161-F332BBD0555D}"/>
          </ac:spMkLst>
        </pc:spChg>
        <pc:spChg chg="add mod">
          <ac:chgData name="#JOHN TAN ZHU EN#" userId="9c038d62-e560-4ab3-ba62-0b2d27497b2c" providerId="ADAL" clId="{82F2D89F-A09C-4909-B1D7-72C4641C143B}" dt="2023-02-01T16:04:00.181" v="445" actId="1076"/>
          <ac:spMkLst>
            <pc:docMk/>
            <pc:sldMk cId="969314109" sldId="447"/>
            <ac:spMk id="15" creationId="{61A40260-081B-F85B-ABCB-9ED2DA411DE7}"/>
          </ac:spMkLst>
        </pc:spChg>
        <pc:cxnChg chg="add mod">
          <ac:chgData name="#JOHN TAN ZHU EN#" userId="9c038d62-e560-4ab3-ba62-0b2d27497b2c" providerId="ADAL" clId="{82F2D89F-A09C-4909-B1D7-72C4641C143B}" dt="2023-02-01T16:02:39.185" v="418" actId="14100"/>
          <ac:cxnSpMkLst>
            <pc:docMk/>
            <pc:sldMk cId="969314109" sldId="447"/>
            <ac:cxnSpMk id="6" creationId="{6B3E65E1-1B1F-7FA1-FCA5-3BE6BAA1A8AF}"/>
          </ac:cxnSpMkLst>
        </pc:cxnChg>
        <pc:cxnChg chg="add mod">
          <ac:chgData name="#JOHN TAN ZHU EN#" userId="9c038d62-e560-4ab3-ba62-0b2d27497b2c" providerId="ADAL" clId="{82F2D89F-A09C-4909-B1D7-72C4641C143B}" dt="2023-02-01T16:02:48.528" v="423" actId="14100"/>
          <ac:cxnSpMkLst>
            <pc:docMk/>
            <pc:sldMk cId="969314109" sldId="447"/>
            <ac:cxnSpMk id="11" creationId="{6405E503-A077-8456-1B54-791110E0AE52}"/>
          </ac:cxnSpMkLst>
        </pc:cxnChg>
      </pc:sldChg>
      <pc:sldChg chg="addSp delSp modSp add mod modAnim">
        <pc:chgData name="#JOHN TAN ZHU EN#" userId="9c038d62-e560-4ab3-ba62-0b2d27497b2c" providerId="ADAL" clId="{82F2D89F-A09C-4909-B1D7-72C4641C143B}" dt="2023-02-01T16:06:44.512" v="488" actId="1035"/>
        <pc:sldMkLst>
          <pc:docMk/>
          <pc:sldMk cId="2750380758" sldId="448"/>
        </pc:sldMkLst>
        <pc:spChg chg="del">
          <ac:chgData name="#JOHN TAN ZHU EN#" userId="9c038d62-e560-4ab3-ba62-0b2d27497b2c" providerId="ADAL" clId="{82F2D89F-A09C-4909-B1D7-72C4641C143B}" dt="2023-02-01T16:04:21.497" v="447" actId="478"/>
          <ac:spMkLst>
            <pc:docMk/>
            <pc:sldMk cId="2750380758" sldId="448"/>
            <ac:spMk id="2" creationId="{DF6D8497-D329-5820-3FA1-7DF751E61DFD}"/>
          </ac:spMkLst>
        </pc:spChg>
        <pc:spChg chg="del">
          <ac:chgData name="#JOHN TAN ZHU EN#" userId="9c038d62-e560-4ab3-ba62-0b2d27497b2c" providerId="ADAL" clId="{82F2D89F-A09C-4909-B1D7-72C4641C143B}" dt="2023-02-01T16:04:23.721" v="449" actId="478"/>
          <ac:spMkLst>
            <pc:docMk/>
            <pc:sldMk cId="2750380758" sldId="448"/>
            <ac:spMk id="3" creationId="{7F7DB99F-A34B-7C38-A876-C599F482DA74}"/>
          </ac:spMkLst>
        </pc:spChg>
        <pc:spChg chg="mod">
          <ac:chgData name="#JOHN TAN ZHU EN#" userId="9c038d62-e560-4ab3-ba62-0b2d27497b2c" providerId="ADAL" clId="{82F2D89F-A09C-4909-B1D7-72C4641C143B}" dt="2023-02-01T16:04:39.258" v="455" actId="255"/>
          <ac:spMkLst>
            <pc:docMk/>
            <pc:sldMk cId="2750380758" sldId="448"/>
            <ac:spMk id="4" creationId="{D92FADB7-E2C8-2FD8-8B44-E2692E16FEF3}"/>
          </ac:spMkLst>
        </pc:spChg>
        <pc:spChg chg="add mod">
          <ac:chgData name="#JOHN TAN ZHU EN#" userId="9c038d62-e560-4ab3-ba62-0b2d27497b2c" providerId="ADAL" clId="{82F2D89F-A09C-4909-B1D7-72C4641C143B}" dt="2023-02-01T16:05:44.339" v="471" actId="1076"/>
          <ac:spMkLst>
            <pc:docMk/>
            <pc:sldMk cId="2750380758" sldId="448"/>
            <ac:spMk id="10" creationId="{EA9FD517-3402-563C-30FF-2F83B96FA7C4}"/>
          </ac:spMkLst>
        </pc:spChg>
        <pc:spChg chg="del">
          <ac:chgData name="#JOHN TAN ZHU EN#" userId="9c038d62-e560-4ab3-ba62-0b2d27497b2c" providerId="ADAL" clId="{82F2D89F-A09C-4909-B1D7-72C4641C143B}" dt="2023-02-01T16:04:26.463" v="452" actId="478"/>
          <ac:spMkLst>
            <pc:docMk/>
            <pc:sldMk cId="2750380758" sldId="448"/>
            <ac:spMk id="14" creationId="{A6C22639-C056-2209-F161-F332BBD0555D}"/>
          </ac:spMkLst>
        </pc:spChg>
        <pc:spChg chg="del">
          <ac:chgData name="#JOHN TAN ZHU EN#" userId="9c038d62-e560-4ab3-ba62-0b2d27497b2c" providerId="ADAL" clId="{82F2D89F-A09C-4909-B1D7-72C4641C143B}" dt="2023-02-01T16:04:25.663" v="451" actId="478"/>
          <ac:spMkLst>
            <pc:docMk/>
            <pc:sldMk cId="2750380758" sldId="448"/>
            <ac:spMk id="15" creationId="{61A40260-081B-F85B-ABCB-9ED2DA411DE7}"/>
          </ac:spMkLst>
        </pc:spChg>
        <pc:spChg chg="add mod">
          <ac:chgData name="#JOHN TAN ZHU EN#" userId="9c038d62-e560-4ab3-ba62-0b2d27497b2c" providerId="ADAL" clId="{82F2D89F-A09C-4909-B1D7-72C4641C143B}" dt="2023-02-01T16:06:18.367" v="481" actId="1076"/>
          <ac:spMkLst>
            <pc:docMk/>
            <pc:sldMk cId="2750380758" sldId="448"/>
            <ac:spMk id="18" creationId="{86E4A858-19CB-6058-8B8C-54754D2B098D}"/>
          </ac:spMkLst>
        </pc:spChg>
        <pc:spChg chg="add mod">
          <ac:chgData name="#JOHN TAN ZHU EN#" userId="9c038d62-e560-4ab3-ba62-0b2d27497b2c" providerId="ADAL" clId="{82F2D89F-A09C-4909-B1D7-72C4641C143B}" dt="2023-02-01T16:06:35.199" v="485" actId="1076"/>
          <ac:spMkLst>
            <pc:docMk/>
            <pc:sldMk cId="2750380758" sldId="448"/>
            <ac:spMk id="19" creationId="{EDF5B24F-8451-015F-395F-8B6236F60114}"/>
          </ac:spMkLst>
        </pc:spChg>
        <pc:cxnChg chg="del">
          <ac:chgData name="#JOHN TAN ZHU EN#" userId="9c038d62-e560-4ab3-ba62-0b2d27497b2c" providerId="ADAL" clId="{82F2D89F-A09C-4909-B1D7-72C4641C143B}" dt="2023-02-01T16:04:23.106" v="448" actId="478"/>
          <ac:cxnSpMkLst>
            <pc:docMk/>
            <pc:sldMk cId="2750380758" sldId="448"/>
            <ac:cxnSpMk id="6" creationId="{6B3E65E1-1B1F-7FA1-FCA5-3BE6BAA1A8AF}"/>
          </ac:cxnSpMkLst>
        </pc:cxnChg>
        <pc:cxnChg chg="del">
          <ac:chgData name="#JOHN TAN ZHU EN#" userId="9c038d62-e560-4ab3-ba62-0b2d27497b2c" providerId="ADAL" clId="{82F2D89F-A09C-4909-B1D7-72C4641C143B}" dt="2023-02-01T16:04:24.840" v="450" actId="478"/>
          <ac:cxnSpMkLst>
            <pc:docMk/>
            <pc:sldMk cId="2750380758" sldId="448"/>
            <ac:cxnSpMk id="11" creationId="{6405E503-A077-8456-1B54-791110E0AE52}"/>
          </ac:cxnSpMkLst>
        </pc:cxnChg>
        <pc:cxnChg chg="add mod">
          <ac:chgData name="#JOHN TAN ZHU EN#" userId="9c038d62-e560-4ab3-ba62-0b2d27497b2c" providerId="ADAL" clId="{82F2D89F-A09C-4909-B1D7-72C4641C143B}" dt="2023-02-01T16:06:44.512" v="488" actId="1035"/>
          <ac:cxnSpMkLst>
            <pc:docMk/>
            <pc:sldMk cId="2750380758" sldId="448"/>
            <ac:cxnSpMk id="12" creationId="{342FBCCF-DCF9-B1AF-4A7D-52DD2F4707CE}"/>
          </ac:cxnSpMkLst>
        </pc:cxnChg>
        <pc:cxnChg chg="add mod">
          <ac:chgData name="#JOHN TAN ZHU EN#" userId="9c038d62-e560-4ab3-ba62-0b2d27497b2c" providerId="ADAL" clId="{82F2D89F-A09C-4909-B1D7-72C4641C143B}" dt="2023-02-01T16:06:40.109" v="486" actId="1076"/>
          <ac:cxnSpMkLst>
            <pc:docMk/>
            <pc:sldMk cId="2750380758" sldId="448"/>
            <ac:cxnSpMk id="16" creationId="{E460E196-391C-0623-1AE1-D8EE964B8780}"/>
          </ac:cxnSpMkLst>
        </pc:cxnChg>
      </pc:sldChg>
      <pc:sldChg chg="addSp modSp add mod modAnim">
        <pc:chgData name="#JOHN TAN ZHU EN#" userId="9c038d62-e560-4ab3-ba62-0b2d27497b2c" providerId="ADAL" clId="{82F2D89F-A09C-4909-B1D7-72C4641C143B}" dt="2023-02-01T16:09:38.707" v="572" actId="1076"/>
        <pc:sldMkLst>
          <pc:docMk/>
          <pc:sldMk cId="2348214091" sldId="449"/>
        </pc:sldMkLst>
        <pc:spChg chg="add mod">
          <ac:chgData name="#JOHN TAN ZHU EN#" userId="9c038d62-e560-4ab3-ba62-0b2d27497b2c" providerId="ADAL" clId="{82F2D89F-A09C-4909-B1D7-72C4641C143B}" dt="2023-02-01T16:08:49.852" v="554" actId="1076"/>
          <ac:spMkLst>
            <pc:docMk/>
            <pc:sldMk cId="2348214091" sldId="449"/>
            <ac:spMk id="2" creationId="{BA9F655A-B1B5-9950-3560-4DD847EAC9A7}"/>
          </ac:spMkLst>
        </pc:spChg>
        <pc:spChg chg="mod">
          <ac:chgData name="#JOHN TAN ZHU EN#" userId="9c038d62-e560-4ab3-ba62-0b2d27497b2c" providerId="ADAL" clId="{82F2D89F-A09C-4909-B1D7-72C4641C143B}" dt="2023-02-01T16:07:29.427" v="523" actId="20577"/>
          <ac:spMkLst>
            <pc:docMk/>
            <pc:sldMk cId="2348214091" sldId="449"/>
            <ac:spMk id="4" creationId="{D92FADB7-E2C8-2FD8-8B44-E2692E16FEF3}"/>
          </ac:spMkLst>
        </pc:spChg>
        <pc:spChg chg="add mod">
          <ac:chgData name="#JOHN TAN ZHU EN#" userId="9c038d62-e560-4ab3-ba62-0b2d27497b2c" providerId="ADAL" clId="{82F2D89F-A09C-4909-B1D7-72C4641C143B}" dt="2023-02-01T16:09:38.707" v="572" actId="1076"/>
          <ac:spMkLst>
            <pc:docMk/>
            <pc:sldMk cId="2348214091" sldId="449"/>
            <ac:spMk id="6" creationId="{AF7B85BB-EA91-5D0E-96E7-CE01A115E79C}"/>
          </ac:spMkLst>
        </pc:spChg>
        <pc:spChg chg="mod">
          <ac:chgData name="#JOHN TAN ZHU EN#" userId="9c038d62-e560-4ab3-ba62-0b2d27497b2c" providerId="ADAL" clId="{82F2D89F-A09C-4909-B1D7-72C4641C143B}" dt="2023-02-01T16:09:13.389" v="564" actId="20577"/>
          <ac:spMkLst>
            <pc:docMk/>
            <pc:sldMk cId="2348214091" sldId="449"/>
            <ac:spMk id="10" creationId="{EA9FD517-3402-563C-30FF-2F83B96FA7C4}"/>
          </ac:spMkLst>
        </pc:spChg>
        <pc:spChg chg="mod">
          <ac:chgData name="#JOHN TAN ZHU EN#" userId="9c038d62-e560-4ab3-ba62-0b2d27497b2c" providerId="ADAL" clId="{82F2D89F-A09C-4909-B1D7-72C4641C143B}" dt="2023-02-01T16:08:10.678" v="541" actId="1076"/>
          <ac:spMkLst>
            <pc:docMk/>
            <pc:sldMk cId="2348214091" sldId="449"/>
            <ac:spMk id="18" creationId="{86E4A858-19CB-6058-8B8C-54754D2B098D}"/>
          </ac:spMkLst>
        </pc:spChg>
        <pc:spChg chg="mod">
          <ac:chgData name="#JOHN TAN ZHU EN#" userId="9c038d62-e560-4ab3-ba62-0b2d27497b2c" providerId="ADAL" clId="{82F2D89F-A09C-4909-B1D7-72C4641C143B}" dt="2023-02-01T16:07:49.306" v="538" actId="20577"/>
          <ac:spMkLst>
            <pc:docMk/>
            <pc:sldMk cId="2348214091" sldId="449"/>
            <ac:spMk id="19" creationId="{EDF5B24F-8451-015F-395F-8B6236F60114}"/>
          </ac:spMkLst>
        </pc:spChg>
      </pc:sldChg>
      <pc:sldChg chg="addSp delSp modSp add mod delAnim modAnim">
        <pc:chgData name="#JOHN TAN ZHU EN#" userId="9c038d62-e560-4ab3-ba62-0b2d27497b2c" providerId="ADAL" clId="{82F2D89F-A09C-4909-B1D7-72C4641C143B}" dt="2023-02-01T16:13:04.674" v="598" actId="1076"/>
        <pc:sldMkLst>
          <pc:docMk/>
          <pc:sldMk cId="2551940355" sldId="450"/>
        </pc:sldMkLst>
        <pc:spChg chg="del">
          <ac:chgData name="#JOHN TAN ZHU EN#" userId="9c038d62-e560-4ab3-ba62-0b2d27497b2c" providerId="ADAL" clId="{82F2D89F-A09C-4909-B1D7-72C4641C143B}" dt="2023-02-01T16:12:07.632" v="574" actId="478"/>
          <ac:spMkLst>
            <pc:docMk/>
            <pc:sldMk cId="2551940355" sldId="450"/>
            <ac:spMk id="2" creationId="{BA9F655A-B1B5-9950-3560-4DD847EAC9A7}"/>
          </ac:spMkLst>
        </pc:spChg>
        <pc:spChg chg="del mod">
          <ac:chgData name="#JOHN TAN ZHU EN#" userId="9c038d62-e560-4ab3-ba62-0b2d27497b2c" providerId="ADAL" clId="{82F2D89F-A09C-4909-B1D7-72C4641C143B}" dt="2023-02-01T16:12:18.572" v="580"/>
          <ac:spMkLst>
            <pc:docMk/>
            <pc:sldMk cId="2551940355" sldId="450"/>
            <ac:spMk id="4" creationId="{D92FADB7-E2C8-2FD8-8B44-E2692E16FEF3}"/>
          </ac:spMkLst>
        </pc:spChg>
        <pc:spChg chg="del">
          <ac:chgData name="#JOHN TAN ZHU EN#" userId="9c038d62-e560-4ab3-ba62-0b2d27497b2c" providerId="ADAL" clId="{82F2D89F-A09C-4909-B1D7-72C4641C143B}" dt="2023-02-01T16:12:07.632" v="574" actId="478"/>
          <ac:spMkLst>
            <pc:docMk/>
            <pc:sldMk cId="2551940355" sldId="450"/>
            <ac:spMk id="6" creationId="{AF7B85BB-EA91-5D0E-96E7-CE01A115E79C}"/>
          </ac:spMkLst>
        </pc:spChg>
        <pc:spChg chg="add mod">
          <ac:chgData name="#JOHN TAN ZHU EN#" userId="9c038d62-e560-4ab3-ba62-0b2d27497b2c" providerId="ADAL" clId="{82F2D89F-A09C-4909-B1D7-72C4641C143B}" dt="2023-02-01T16:12:28.819" v="585" actId="255"/>
          <ac:spMkLst>
            <pc:docMk/>
            <pc:sldMk cId="2551940355" sldId="450"/>
            <ac:spMk id="9" creationId="{395A2720-EF43-AE98-0611-5AB75385A1A9}"/>
          </ac:spMkLst>
        </pc:spChg>
        <pc:spChg chg="del mod">
          <ac:chgData name="#JOHN TAN ZHU EN#" userId="9c038d62-e560-4ab3-ba62-0b2d27497b2c" providerId="ADAL" clId="{82F2D89F-A09C-4909-B1D7-72C4641C143B}" dt="2023-02-01T16:12:09.180" v="576" actId="478"/>
          <ac:spMkLst>
            <pc:docMk/>
            <pc:sldMk cId="2551940355" sldId="450"/>
            <ac:spMk id="10" creationId="{EA9FD517-3402-563C-30FF-2F83B96FA7C4}"/>
          </ac:spMkLst>
        </pc:spChg>
        <pc:spChg chg="del">
          <ac:chgData name="#JOHN TAN ZHU EN#" userId="9c038d62-e560-4ab3-ba62-0b2d27497b2c" providerId="ADAL" clId="{82F2D89F-A09C-4909-B1D7-72C4641C143B}" dt="2023-02-01T16:12:07.632" v="574" actId="478"/>
          <ac:spMkLst>
            <pc:docMk/>
            <pc:sldMk cId="2551940355" sldId="450"/>
            <ac:spMk id="18" creationId="{86E4A858-19CB-6058-8B8C-54754D2B098D}"/>
          </ac:spMkLst>
        </pc:spChg>
        <pc:spChg chg="del">
          <ac:chgData name="#JOHN TAN ZHU EN#" userId="9c038d62-e560-4ab3-ba62-0b2d27497b2c" providerId="ADAL" clId="{82F2D89F-A09C-4909-B1D7-72C4641C143B}" dt="2023-02-01T16:12:07.632" v="574" actId="478"/>
          <ac:spMkLst>
            <pc:docMk/>
            <pc:sldMk cId="2551940355" sldId="450"/>
            <ac:spMk id="19" creationId="{EDF5B24F-8451-015F-395F-8B6236F60114}"/>
          </ac:spMkLst>
        </pc:spChg>
        <pc:graphicFrameChg chg="add mod">
          <ac:chgData name="#JOHN TAN ZHU EN#" userId="9c038d62-e560-4ab3-ba62-0b2d27497b2c" providerId="ADAL" clId="{82F2D89F-A09C-4909-B1D7-72C4641C143B}" dt="2023-02-01T16:12:43.500" v="590" actId="1076"/>
          <ac:graphicFrameMkLst>
            <pc:docMk/>
            <pc:sldMk cId="2551940355" sldId="450"/>
            <ac:graphicFrameMk id="11" creationId="{1699A8B7-DB13-88E2-9C3C-D1C155874FA9}"/>
          </ac:graphicFrameMkLst>
        </pc:graphicFrameChg>
        <pc:graphicFrameChg chg="add mod">
          <ac:chgData name="#JOHN TAN ZHU EN#" userId="9c038d62-e560-4ab3-ba62-0b2d27497b2c" providerId="ADAL" clId="{82F2D89F-A09C-4909-B1D7-72C4641C143B}" dt="2023-02-01T16:13:04.674" v="598" actId="1076"/>
          <ac:graphicFrameMkLst>
            <pc:docMk/>
            <pc:sldMk cId="2551940355" sldId="450"/>
            <ac:graphicFrameMk id="13" creationId="{3872CDDB-D5AD-14BD-5195-9CE2FBBD96B6}"/>
          </ac:graphicFrameMkLst>
        </pc:graphicFrameChg>
        <pc:cxnChg chg="del">
          <ac:chgData name="#JOHN TAN ZHU EN#" userId="9c038d62-e560-4ab3-ba62-0b2d27497b2c" providerId="ADAL" clId="{82F2D89F-A09C-4909-B1D7-72C4641C143B}" dt="2023-02-01T16:12:07.632" v="574" actId="478"/>
          <ac:cxnSpMkLst>
            <pc:docMk/>
            <pc:sldMk cId="2551940355" sldId="450"/>
            <ac:cxnSpMk id="12" creationId="{342FBCCF-DCF9-B1AF-4A7D-52DD2F4707CE}"/>
          </ac:cxnSpMkLst>
        </pc:cxnChg>
        <pc:cxnChg chg="del">
          <ac:chgData name="#JOHN TAN ZHU EN#" userId="9c038d62-e560-4ab3-ba62-0b2d27497b2c" providerId="ADAL" clId="{82F2D89F-A09C-4909-B1D7-72C4641C143B}" dt="2023-02-01T16:12:07.632" v="574" actId="478"/>
          <ac:cxnSpMkLst>
            <pc:docMk/>
            <pc:sldMk cId="2551940355" sldId="450"/>
            <ac:cxnSpMk id="16" creationId="{E460E196-391C-0623-1AE1-D8EE964B8780}"/>
          </ac:cxnSpMkLst>
        </pc:cxnChg>
      </pc:sldChg>
      <pc:sldChg chg="addSp delSp modSp add mod delAnim">
        <pc:chgData name="#JOHN TAN ZHU EN#" userId="9c038d62-e560-4ab3-ba62-0b2d27497b2c" providerId="ADAL" clId="{82F2D89F-A09C-4909-B1D7-72C4641C143B}" dt="2023-02-01T16:14:20.038" v="628" actId="1076"/>
        <pc:sldMkLst>
          <pc:docMk/>
          <pc:sldMk cId="2744199289" sldId="451"/>
        </pc:sldMkLst>
        <pc:spChg chg="add mod">
          <ac:chgData name="#JOHN TAN ZHU EN#" userId="9c038d62-e560-4ab3-ba62-0b2d27497b2c" providerId="ADAL" clId="{82F2D89F-A09C-4909-B1D7-72C4641C143B}" dt="2023-02-01T16:14:20.038" v="628" actId="1076"/>
          <ac:spMkLst>
            <pc:docMk/>
            <pc:sldMk cId="2744199289" sldId="451"/>
            <ac:spMk id="3" creationId="{14D314F2-DF9D-64CE-3557-E90E9A9D749B}"/>
          </ac:spMkLst>
        </pc:spChg>
        <pc:spChg chg="mod">
          <ac:chgData name="#JOHN TAN ZHU EN#" userId="9c038d62-e560-4ab3-ba62-0b2d27497b2c" providerId="ADAL" clId="{82F2D89F-A09C-4909-B1D7-72C4641C143B}" dt="2023-02-01T16:13:49.602" v="619" actId="20577"/>
          <ac:spMkLst>
            <pc:docMk/>
            <pc:sldMk cId="2744199289" sldId="451"/>
            <ac:spMk id="8" creationId="{CEE303D4-35FA-C10D-C859-0417DFD03E20}"/>
          </ac:spMkLst>
        </pc:spChg>
        <pc:spChg chg="del">
          <ac:chgData name="#JOHN TAN ZHU EN#" userId="9c038d62-e560-4ab3-ba62-0b2d27497b2c" providerId="ADAL" clId="{82F2D89F-A09C-4909-B1D7-72C4641C143B}" dt="2023-02-01T16:13:40.772" v="601" actId="478"/>
          <ac:spMkLst>
            <pc:docMk/>
            <pc:sldMk cId="2744199289" sldId="451"/>
            <ac:spMk id="9" creationId="{395A2720-EF43-AE98-0611-5AB75385A1A9}"/>
          </ac:spMkLst>
        </pc:spChg>
        <pc:graphicFrameChg chg="del">
          <ac:chgData name="#JOHN TAN ZHU EN#" userId="9c038d62-e560-4ab3-ba62-0b2d27497b2c" providerId="ADAL" clId="{82F2D89F-A09C-4909-B1D7-72C4641C143B}" dt="2023-02-01T16:13:39.035" v="600" actId="478"/>
          <ac:graphicFrameMkLst>
            <pc:docMk/>
            <pc:sldMk cId="2744199289" sldId="451"/>
            <ac:graphicFrameMk id="11" creationId="{1699A8B7-DB13-88E2-9C3C-D1C155874FA9}"/>
          </ac:graphicFrameMkLst>
        </pc:graphicFrameChg>
        <pc:graphicFrameChg chg="del">
          <ac:chgData name="#JOHN TAN ZHU EN#" userId="9c038d62-e560-4ab3-ba62-0b2d27497b2c" providerId="ADAL" clId="{82F2D89F-A09C-4909-B1D7-72C4641C143B}" dt="2023-02-01T16:13:42.715" v="602" actId="478"/>
          <ac:graphicFrameMkLst>
            <pc:docMk/>
            <pc:sldMk cId="2744199289" sldId="451"/>
            <ac:graphicFrameMk id="13" creationId="{3872CDDB-D5AD-14BD-5195-9CE2FBBD96B6}"/>
          </ac:graphicFrameMkLst>
        </pc:graphicFrameChg>
      </pc:sldChg>
      <pc:sldChg chg="modSp add mod">
        <pc:chgData name="#JOHN TAN ZHU EN#" userId="9c038d62-e560-4ab3-ba62-0b2d27497b2c" providerId="ADAL" clId="{82F2D89F-A09C-4909-B1D7-72C4641C143B}" dt="2023-02-01T16:14:58.683" v="633" actId="255"/>
        <pc:sldMkLst>
          <pc:docMk/>
          <pc:sldMk cId="3088252608" sldId="452"/>
        </pc:sldMkLst>
        <pc:spChg chg="mod">
          <ac:chgData name="#JOHN TAN ZHU EN#" userId="9c038d62-e560-4ab3-ba62-0b2d27497b2c" providerId="ADAL" clId="{82F2D89F-A09C-4909-B1D7-72C4641C143B}" dt="2023-02-01T16:14:58.683" v="633" actId="255"/>
          <ac:spMkLst>
            <pc:docMk/>
            <pc:sldMk cId="3088252608" sldId="452"/>
            <ac:spMk id="3" creationId="{14D314F2-DF9D-64CE-3557-E90E9A9D749B}"/>
          </ac:spMkLst>
        </pc:spChg>
      </pc:sldChg>
      <pc:sldChg chg="addSp delSp modSp add mod">
        <pc:chgData name="#JOHN TAN ZHU EN#" userId="9c038d62-e560-4ab3-ba62-0b2d27497b2c" providerId="ADAL" clId="{82F2D89F-A09C-4909-B1D7-72C4641C143B}" dt="2023-02-01T16:18:53.435" v="753" actId="1076"/>
        <pc:sldMkLst>
          <pc:docMk/>
          <pc:sldMk cId="1748313547" sldId="453"/>
        </pc:sldMkLst>
        <pc:spChg chg="add mod">
          <ac:chgData name="#JOHN TAN ZHU EN#" userId="9c038d62-e560-4ab3-ba62-0b2d27497b2c" providerId="ADAL" clId="{82F2D89F-A09C-4909-B1D7-72C4641C143B}" dt="2023-02-01T16:18:53.435" v="753" actId="1076"/>
          <ac:spMkLst>
            <pc:docMk/>
            <pc:sldMk cId="1748313547" sldId="453"/>
            <ac:spMk id="2" creationId="{962D8530-23CA-0028-17F1-28D794820BA8}"/>
          </ac:spMkLst>
        </pc:spChg>
        <pc:spChg chg="del">
          <ac:chgData name="#JOHN TAN ZHU EN#" userId="9c038d62-e560-4ab3-ba62-0b2d27497b2c" providerId="ADAL" clId="{82F2D89F-A09C-4909-B1D7-72C4641C143B}" dt="2023-02-01T16:15:12.140" v="635" actId="478"/>
          <ac:spMkLst>
            <pc:docMk/>
            <pc:sldMk cId="1748313547" sldId="453"/>
            <ac:spMk id="3" creationId="{14D314F2-DF9D-64CE-3557-E90E9A9D749B}"/>
          </ac:spMkLst>
        </pc:spChg>
        <pc:spChg chg="add mod">
          <ac:chgData name="#JOHN TAN ZHU EN#" userId="9c038d62-e560-4ab3-ba62-0b2d27497b2c" providerId="ADAL" clId="{82F2D89F-A09C-4909-B1D7-72C4641C143B}" dt="2023-02-01T16:18:49.260" v="752" actId="1076"/>
          <ac:spMkLst>
            <pc:docMk/>
            <pc:sldMk cId="1748313547" sldId="453"/>
            <ac:spMk id="4" creationId="{A4710491-D780-A415-F7CC-8598530C58A6}"/>
          </ac:spMkLst>
        </pc:spChg>
        <pc:spChg chg="add mod">
          <ac:chgData name="#JOHN TAN ZHU EN#" userId="9c038d62-e560-4ab3-ba62-0b2d27497b2c" providerId="ADAL" clId="{82F2D89F-A09C-4909-B1D7-72C4641C143B}" dt="2023-02-01T16:18:34.753" v="748" actId="1076"/>
          <ac:spMkLst>
            <pc:docMk/>
            <pc:sldMk cId="1748313547" sldId="453"/>
            <ac:spMk id="9" creationId="{A4BDA599-E7AD-FB2E-0ACC-DF8388FB3DB8}"/>
          </ac:spMkLst>
        </pc:spChg>
        <pc:spChg chg="add del mod">
          <ac:chgData name="#JOHN TAN ZHU EN#" userId="9c038d62-e560-4ab3-ba62-0b2d27497b2c" providerId="ADAL" clId="{82F2D89F-A09C-4909-B1D7-72C4641C143B}" dt="2023-02-01T16:16:03.599" v="703"/>
          <ac:spMkLst>
            <pc:docMk/>
            <pc:sldMk cId="1748313547" sldId="453"/>
            <ac:spMk id="10" creationId="{DD2D8C50-6347-F75A-8E3D-4B5C8F302DED}"/>
          </ac:spMkLst>
        </pc:spChg>
        <pc:spChg chg="add mod">
          <ac:chgData name="#JOHN TAN ZHU EN#" userId="9c038d62-e560-4ab3-ba62-0b2d27497b2c" providerId="ADAL" clId="{82F2D89F-A09C-4909-B1D7-72C4641C143B}" dt="2023-02-01T16:18:45.250" v="751" actId="1076"/>
          <ac:spMkLst>
            <pc:docMk/>
            <pc:sldMk cId="1748313547" sldId="453"/>
            <ac:spMk id="11" creationId="{11DC054D-309E-6701-2EE3-25E1433052C1}"/>
          </ac:spMkLst>
        </pc:spChg>
        <pc:cxnChg chg="add mod">
          <ac:chgData name="#JOHN TAN ZHU EN#" userId="9c038d62-e560-4ab3-ba62-0b2d27497b2c" providerId="ADAL" clId="{82F2D89F-A09C-4909-B1D7-72C4641C143B}" dt="2023-02-01T16:18:41.842" v="750" actId="1076"/>
          <ac:cxnSpMkLst>
            <pc:docMk/>
            <pc:sldMk cId="1748313547" sldId="453"/>
            <ac:cxnSpMk id="6" creationId="{35B33F48-EF4F-59DA-C37F-B62768BDD215}"/>
          </ac:cxnSpMkLst>
        </pc:cxnChg>
        <pc:cxnChg chg="add del mod">
          <ac:chgData name="#JOHN TAN ZHU EN#" userId="9c038d62-e560-4ab3-ba62-0b2d27497b2c" providerId="ADAL" clId="{82F2D89F-A09C-4909-B1D7-72C4641C143B}" dt="2023-02-01T16:17:58.962" v="736"/>
          <ac:cxnSpMkLst>
            <pc:docMk/>
            <pc:sldMk cId="1748313547" sldId="453"/>
            <ac:cxnSpMk id="13" creationId="{8BEEF135-A2C9-C47B-DF87-4B2D0D8925CA}"/>
          </ac:cxnSpMkLst>
        </pc:cxnChg>
        <pc:cxnChg chg="add mod">
          <ac:chgData name="#JOHN TAN ZHU EN#" userId="9c038d62-e560-4ab3-ba62-0b2d27497b2c" providerId="ADAL" clId="{82F2D89F-A09C-4909-B1D7-72C4641C143B}" dt="2023-02-01T16:18:39.899" v="749" actId="1076"/>
          <ac:cxnSpMkLst>
            <pc:docMk/>
            <pc:sldMk cId="1748313547" sldId="453"/>
            <ac:cxnSpMk id="14" creationId="{C1F5323B-DDD2-A344-CFCD-12692F824EE5}"/>
          </ac:cxnSpMkLst>
        </pc:cxnChg>
      </pc:sldChg>
      <pc:sldChg chg="addSp modSp add mod">
        <pc:chgData name="#JOHN TAN ZHU EN#" userId="9c038d62-e560-4ab3-ba62-0b2d27497b2c" providerId="ADAL" clId="{82F2D89F-A09C-4909-B1D7-72C4641C143B}" dt="2023-02-01T16:20:40.680" v="768" actId="1076"/>
        <pc:sldMkLst>
          <pc:docMk/>
          <pc:sldMk cId="2802962669" sldId="454"/>
        </pc:sldMkLst>
        <pc:spChg chg="mod">
          <ac:chgData name="#JOHN TAN ZHU EN#" userId="9c038d62-e560-4ab3-ba62-0b2d27497b2c" providerId="ADAL" clId="{82F2D89F-A09C-4909-B1D7-72C4641C143B}" dt="2023-02-01T16:19:47.329" v="759" actId="20577"/>
          <ac:spMkLst>
            <pc:docMk/>
            <pc:sldMk cId="2802962669" sldId="454"/>
            <ac:spMk id="4" creationId="{A4710491-D780-A415-F7CC-8598530C58A6}"/>
          </ac:spMkLst>
        </pc:spChg>
        <pc:spChg chg="mod">
          <ac:chgData name="#JOHN TAN ZHU EN#" userId="9c038d62-e560-4ab3-ba62-0b2d27497b2c" providerId="ADAL" clId="{82F2D89F-A09C-4909-B1D7-72C4641C143B}" dt="2023-02-01T16:19:37.736" v="757" actId="14100"/>
          <ac:spMkLst>
            <pc:docMk/>
            <pc:sldMk cId="2802962669" sldId="454"/>
            <ac:spMk id="9" creationId="{A4BDA599-E7AD-FB2E-0ACC-DF8388FB3DB8}"/>
          </ac:spMkLst>
        </pc:spChg>
        <pc:spChg chg="add mod">
          <ac:chgData name="#JOHN TAN ZHU EN#" userId="9c038d62-e560-4ab3-ba62-0b2d27497b2c" providerId="ADAL" clId="{82F2D89F-A09C-4909-B1D7-72C4641C143B}" dt="2023-02-01T16:20:40.680" v="768" actId="1076"/>
          <ac:spMkLst>
            <pc:docMk/>
            <pc:sldMk cId="2802962669" sldId="454"/>
            <ac:spMk id="10" creationId="{9ED76BC3-F143-0569-1945-421F3353B218}"/>
          </ac:spMkLst>
        </pc:spChg>
        <pc:spChg chg="mod">
          <ac:chgData name="#JOHN TAN ZHU EN#" userId="9c038d62-e560-4ab3-ba62-0b2d27497b2c" providerId="ADAL" clId="{82F2D89F-A09C-4909-B1D7-72C4641C143B}" dt="2023-02-01T16:20:08.638" v="763" actId="20577"/>
          <ac:spMkLst>
            <pc:docMk/>
            <pc:sldMk cId="2802962669" sldId="454"/>
            <ac:spMk id="11" creationId="{11DC054D-309E-6701-2EE3-25E1433052C1}"/>
          </ac:spMkLst>
        </pc:spChg>
      </pc:sldChg>
      <pc:sldChg chg="addSp modSp add mod modAnim">
        <pc:chgData name="#JOHN TAN ZHU EN#" userId="9c038d62-e560-4ab3-ba62-0b2d27497b2c" providerId="ADAL" clId="{82F2D89F-A09C-4909-B1D7-72C4641C143B}" dt="2023-02-01T16:24:14.390" v="814" actId="1076"/>
        <pc:sldMkLst>
          <pc:docMk/>
          <pc:sldMk cId="3023775822" sldId="455"/>
        </pc:sldMkLst>
        <pc:spChg chg="mod">
          <ac:chgData name="#JOHN TAN ZHU EN#" userId="9c038d62-e560-4ab3-ba62-0b2d27497b2c" providerId="ADAL" clId="{82F2D89F-A09C-4909-B1D7-72C4641C143B}" dt="2023-02-01T16:24:14.390" v="814" actId="1076"/>
          <ac:spMkLst>
            <pc:docMk/>
            <pc:sldMk cId="3023775822" sldId="455"/>
            <ac:spMk id="2" creationId="{962D8530-23CA-0028-17F1-28D794820BA8}"/>
          </ac:spMkLst>
        </pc:spChg>
        <pc:spChg chg="mod">
          <ac:chgData name="#JOHN TAN ZHU EN#" userId="9c038d62-e560-4ab3-ba62-0b2d27497b2c" providerId="ADAL" clId="{82F2D89F-A09C-4909-B1D7-72C4641C143B}" dt="2023-02-01T16:22:54.439" v="793" actId="1076"/>
          <ac:spMkLst>
            <pc:docMk/>
            <pc:sldMk cId="3023775822" sldId="455"/>
            <ac:spMk id="4" creationId="{A4710491-D780-A415-F7CC-8598530C58A6}"/>
          </ac:spMkLst>
        </pc:spChg>
        <pc:spChg chg="mod">
          <ac:chgData name="#JOHN TAN ZHU EN#" userId="9c038d62-e560-4ab3-ba62-0b2d27497b2c" providerId="ADAL" clId="{82F2D89F-A09C-4909-B1D7-72C4641C143B}" dt="2023-02-01T16:22:31.534" v="787" actId="1076"/>
          <ac:spMkLst>
            <pc:docMk/>
            <pc:sldMk cId="3023775822" sldId="455"/>
            <ac:spMk id="9" creationId="{A4BDA599-E7AD-FB2E-0ACC-DF8388FB3DB8}"/>
          </ac:spMkLst>
        </pc:spChg>
        <pc:spChg chg="mod">
          <ac:chgData name="#JOHN TAN ZHU EN#" userId="9c038d62-e560-4ab3-ba62-0b2d27497b2c" providerId="ADAL" clId="{82F2D89F-A09C-4909-B1D7-72C4641C143B}" dt="2023-02-01T16:23:32.679" v="807" actId="1076"/>
          <ac:spMkLst>
            <pc:docMk/>
            <pc:sldMk cId="3023775822" sldId="455"/>
            <ac:spMk id="10" creationId="{9ED76BC3-F143-0569-1945-421F3353B218}"/>
          </ac:spMkLst>
        </pc:spChg>
        <pc:spChg chg="add mod">
          <ac:chgData name="#JOHN TAN ZHU EN#" userId="9c038d62-e560-4ab3-ba62-0b2d27497b2c" providerId="ADAL" clId="{82F2D89F-A09C-4909-B1D7-72C4641C143B}" dt="2023-02-01T16:23:51.059" v="812" actId="14100"/>
          <ac:spMkLst>
            <pc:docMk/>
            <pc:sldMk cId="3023775822" sldId="455"/>
            <ac:spMk id="12" creationId="{F95CC4F8-FACC-1676-ECCA-C575C3C791D0}"/>
          </ac:spMkLst>
        </pc:spChg>
        <pc:cxnChg chg="mod">
          <ac:chgData name="#JOHN TAN ZHU EN#" userId="9c038d62-e560-4ab3-ba62-0b2d27497b2c" providerId="ADAL" clId="{82F2D89F-A09C-4909-B1D7-72C4641C143B}" dt="2023-02-01T16:23:36.012" v="808" actId="14100"/>
          <ac:cxnSpMkLst>
            <pc:docMk/>
            <pc:sldMk cId="3023775822" sldId="455"/>
            <ac:cxnSpMk id="6" creationId="{35B33F48-EF4F-59DA-C37F-B62768BDD215}"/>
          </ac:cxnSpMkLst>
        </pc:cxn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2:54.001"/>
    </inkml:context>
    <inkml:brush xml:id="br0">
      <inkml:brushProperty name="width" value="0.035" units="cm"/>
      <inkml:brushProperty name="height" value="0.035" units="cm"/>
    </inkml:brush>
  </inkml:definitions>
  <inkml:trace contextRef="#ctx0" brushRef="#br0">379 1 168,'40'40'26016,"5"2"-19437,-42-38-6579,-3-3 0,0 0 0,0-1 0,0 1 0,0 0 0,0-1 0,0 1 0,0 0 0,0-1 0,0 1 0,0 0 0,-1 0 0,1-1 0,0 1 0,0 0 0,0-1 0,-1 1 0,1-1 0,-1 1 0,1 0 0,0-1 0,-1 1 0,1-1 0,-1 1 0,1-1 0,-1 1 0,1-1 0,-1 1 0,0-1 0,1 0 0,-1 1 0,1-1 0,-1 0 0,0 1 0,-1-1 0,-24 6 0,22-5 0,-29 5 0,0 2 0,1 2 0,0 1 0,1 1 0,0 2 0,1 1 0,1 1 0,-29 21 0,48-29 0,0 1 0,1 0 0,-1 1 0,2 0 0,-1 0 0,2 1 0,-1 0 0,-7 16 0,10-18 0,1 1 0,0-1 0,0 1 0,1 0 0,1 0 0,0 0 0,0 0 0,1 1 0,0-1 0,0 0 0,2 13 0,0-18 0,-1-1 0,1 0 0,0 0 0,0 0 0,0 0 0,1 0 0,-1 0 0,1 0 0,0 0 0,0 0 0,1-1 0,-1 1 0,1-1 0,-1 1 0,1-1 0,0 0 0,1 0 0,-1-1 0,0 1 0,1 0 0,7 3 0,-5-4 0,0 1 0,1-1 0,0 0 0,-1-1 0,1 0 0,0 0 0,0 0 0,0-1 0,-1 0 0,1 0 0,0-1 0,12-2 0,5-2 0,-5 2 0,1-1 0,-1-1 0,27-11 0,-36 9 0,-24 5 0,-25 9 0,30-2 0,0 0 0,1 0 0,0 1 0,0 0 0,0 0 0,1 1 0,0 0 0,0 0 0,1 0 0,0 1 0,0 0 0,-8 15 0,-2 8 0,1 0 0,-13 42 0,17-38 0,-9 53 0,0-1 0,17-104-6207,6-20-4390,-2 35 9549,0 0 1,0 0-1,0-1 0,-1 1 1,2 0-1,-1 0 1,0 1-1,0-1 0,1 0 1,-1 0-1,4-2 1,10-8-1405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2:54.165"/>
    </inkml:context>
    <inkml:brush xml:id="br0">
      <inkml:brushProperty name="width" value="0.035" units="cm"/>
      <inkml:brushProperty name="height" value="0.035" units="cm"/>
    </inkml:brush>
  </inkml:definitions>
  <inkml:trace contextRef="#ctx0" brushRef="#br0">52 0 416,'-7'43'6573,"5"25"12247,1-20-11866,-2-7-6954,-14 77 0,17-118 2,-1 0-1,1 0 1,0 0 0,-1 0-1,1 0 1,-1 0 0,1-1 0,0 1-1,-1 0 1,1 0 0,-1 0-1,1-1 1,0 1 0,-1 0-1,1-1 1,0 1 0,0 0 0,-1-1-1,1 1 1,0 0 0,0-1-1,-1 1 1,1 0 0,0-1-1,0 1 1,0-1 0,0 1-1,0 0 1,-1-1 0,1 1 0,0-1-1,0 0 1,-9-20-282,5-9-4931,4 20 1293,0 0 1,1 0 0,0 0 0,4-19 0,9-13-1379,1 9 3414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2:54.309"/>
    </inkml:context>
    <inkml:brush xml:id="br0">
      <inkml:brushProperty name="width" value="0.035" units="cm"/>
      <inkml:brushProperty name="height" value="0.035" units="cm"/>
    </inkml:brush>
  </inkml:definitions>
  <inkml:trace contextRef="#ctx0" brushRef="#br0">71 77 908,'1'-17'3851,"-1"16"-3192,-1 0 1,1 0-1,0 0 1,-1 0 0,1 1-1,0-1 1,-1 0 0,1 0-1,-1 0 1,1 1 0,-1-1-1,0 0 1,1 1 0,-1-1-1,0 0 1,0 1-1,1-1 1,-2 0 0,-19-4 11610,4 4-9069,-4-3-4961,21 4 1645,0-1-1,-1 1 0,1 0 1,0 0-1,0 0 1,0-1-1,0 1 1,0 0-1,0 0 0,0-1 1,-1 1-1,1 0 1,0 0-1,0-1 0,0 1 1,0 0-1,0 0 1,0-1-1,0 1 1,0 0-1,0 0 0,0-1 1,0 1-1,1 0 1,-1-1-1,0 1 1,0 0-1,0 0 0,0 0 1,0-1-1,0 1 1,0 0-1,1 0 1,-1-1-1,0 1 0,1 0 1,0-2-802,1 0 1,0 1-1,0-1 0,0 0 1,1 1-1,-1 0 1,0 0-1,0-1 0,1 1 1,2 0-1,18-5-9513,2 3 5850,-7 2 3242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2:54.525"/>
    </inkml:context>
    <inkml:brush xml:id="br0">
      <inkml:brushProperty name="width" value="0.035" units="cm"/>
      <inkml:brushProperty name="height" value="0.035" units="cm"/>
    </inkml:brush>
  </inkml:definitions>
  <inkml:trace contextRef="#ctx0" brushRef="#br0">26 190 892,'10'61'3284,"-9"-38"449,-1 0 0,-3 27 0,-11 45 8365,1-34-7348,8-37-4210,3-9-540,6-18 0,7-26 0,35-183 0,6-24 0,-51 232 0,0-1 0,0 1 0,1-1 0,0 1 0,-1 0 0,1 0 0,1 0 0,-1 0 0,1 0 0,-1 0 0,6-4 0,-7 7 0,1 0 0,0 0 0,-1 0 0,1 0 0,0 1 0,0-1 0,0 0 0,0 1 0,0 0 0,0-1 0,0 1 0,0 0 0,-1 0 0,1 0 0,0 0 0,0 0 0,0 1 0,0-1 0,0 1 0,0-1 0,0 1 0,0 0 0,-1-1 0,1 1 0,0 0 0,0 0 0,-1 0 0,3 2 0,13 14-3996,-3-2-2282,7-7-13088,-3-5 17123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2:54.945"/>
    </inkml:context>
    <inkml:brush xml:id="br0">
      <inkml:brushProperty name="width" value="0.035" units="cm"/>
      <inkml:brushProperty name="height" value="0.035" units="cm"/>
    </inkml:brush>
  </inkml:definitions>
  <inkml:trace contextRef="#ctx0" brushRef="#br0">97 0 460,'-25'58'5127,"-26"83"18773,37-91-20624,12-41-3276,0 0 0,1-1 0,0 1 0,1 11 0,2-17 0,2-10 0,3-10 0,29-88 0,2-12 0,-37 116 0,-1 0 0,0-1 0,0 1 0,0 0 0,1 0 0,-1-1 0,1 1 0,-1 0 0,1 0 0,-1-1 0,1 1 0,0 0 0,0 0 0,-1 0 0,1 0 0,0 0 0,0 0 0,0 0 0,0 0 0,2-1 0,-3 3 0,1-1 0,0 0 0,0 0 0,-1 0 0,1 1 0,0-1 0,0 0 0,-1 1 0,1-1 0,0 1 0,-1-1 0,1 0 0,-1 1 0,1 0 0,0-1 0,-1 1 0,1-1 0,-1 1 0,0 0 0,1-1 0,-1 1 0,1 0 0,-1 1 0,5 7 0,-1 0 0,-1 0 0,5 19 0,2 41 0,-9-48 0,2-1 0,10 39 0,-13-58 0,0-1 0,0 1 0,0-1 0,1 1 0,-1-1 0,0 1 0,0-1 0,0 0 0,0 1 0,1-1 0,-1 1 0,0-1 0,1 1 0,-1-1 0,0 0 0,1 1 0,-1-1 0,0 0 0,1 1 0,-1-1 0,1 0 0,-1 0 0,1 1 0,-1-1 0,1 0 0,-1 0 0,0 0 0,1 1 0,0-1 0,12-9 0,10-29 0,-19 31 0,18-39 0,-19 37 0,1 0 0,-1 0 0,2 1 0,0 0 0,0 0 0,0 0 0,12-13 0,-16 20 0,0 0 0,0 0 0,0 1 0,0-1 0,0 0 0,0 1 0,0-1 0,0 0 0,0 1 0,0-1 0,0 1 0,1 0 0,-1-1 0,0 1 0,0 0 0,0 0 0,1 0 0,-1 0 0,0 0 0,0 0 0,1 0 0,-1 0 0,0 0 0,0 1 0,3 0 0,-2 0 0,1 1 0,-1-1 0,1 1 0,-1 0 0,0 0 0,0 0 0,0 0 0,0 0 0,0 1 0,2 3 0,4 6 0,-1 0 0,-1 1 0,6 18 0,15 21 0,-25-48 0,0 0 0,1-1 0,0 1 0,-1-1 0,1 0 0,0 0 0,1 0 0,-1 0 0,1 0 0,-1-1 0,5 3 0,11-2 70,-6 0-525,-12-2 337,0 0 0,-1 0 0,1 0 0,-1 0 0,1 0 0,-1 0 0,1 0 0,-1 1 0,0-1 0,0 0 0,0 0 0,1 0 0,-1 0 0,0 0 0,0 1-1,-1 0 1,42 27-28107,-36-28 27278,16 4-220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2:55.288"/>
    </inkml:context>
    <inkml:brush xml:id="br0">
      <inkml:brushProperty name="width" value="0.035" units="cm"/>
      <inkml:brushProperty name="height" value="0.035" units="cm"/>
    </inkml:brush>
  </inkml:definitions>
  <inkml:trace contextRef="#ctx0" brushRef="#br0">149 1 1300,'-24'64'6090,"-21"89"17818,36-119-22443,-2 1-1465,7-26 0,1 1 0,0 0 0,1 0 0,0 0 0,-1 17 0,50-55 0,-45 27 0,0 0 0,0 0 0,0 1 0,0-1 0,0 0 0,0 1 0,0-1 0,0 1 0,0 0 0,0 0 0,0 0 0,0 0 0,0 0 0,0 0 0,0 1 0,0-1 0,0 1 0,3 0 0,-1 2 0,0 0 0,-1 0 0,1 0 0,0 0 0,-1 1 0,0-1 0,4 5 0,0 3 0,0-1 0,-1 1 0,0 0 0,-1 0 0,0 0 0,0 1 0,-1 0 0,-1-1 0,0 2 0,0-1 0,0 17 0,-2-12 0,0 1 0,-1-1 0,-1 1 0,0-1 0,-2 0 0,0 1 0,-9 26 0,11-41 0,0 0 0,-1 0 0,1-1 0,-1 1 0,1-1 0,-1 1 0,0-1 0,0 0 0,0 0 0,-1 1 0,1-1 0,0-1 0,-1 1 0,1 0 0,-1-1 0,0 1 0,1-1 0,-1 0 0,0 0 0,0 0 0,0 0 0,0 0 0,0-1 0,0 1 0,0-1 0,0 0 0,0 0 0,0 0 0,0 0 0,0-1 0,0 1 0,-5-2 0,2 1 0,1-1 0,-1 1 0,1-1 0,-1 0 0,1-1 0,0 1 0,0-1 0,0 0 0,0 0 0,1 0 0,-1-1 0,1 0 0,0 0 0,0 0 0,0 0 0,0-1 0,-3-5 0,2 0-983,1 0 1,-1-1-1,-2-11 0,6 16 122,-1 0 0,1 1 1,0-1-1,1 0 0,-1 0 0,1 0 0,0 1 1,1-1-1,0 0 0,-1 0 0,2 1 0,-1-1 1,3-6-1,19-24-10134,6 6 6549,-7 14 3206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2:55.553"/>
    </inkml:context>
    <inkml:brush xml:id="br0">
      <inkml:brushProperty name="width" value="0.035" units="cm"/>
      <inkml:brushProperty name="height" value="0.035" units="cm"/>
    </inkml:brush>
  </inkml:definitions>
  <inkml:trace contextRef="#ctx0" brushRef="#br0">8 1 912,'-6'24'5153,"5"-14"-455,1 1 1,-1 0-1,1-1 1,2 12-1,2-3-1492,-2-13-3206,0-1 0,0 0 0,0 0 0,1 0 0,0 0 0,0 0 0,1 0 0,-1-1 0,1 1 0,0-1 0,0 0 0,0 0 0,0-1 0,1 1 0,0-1 0,0 0 0,9 5 0,-11-7 0,1 0 0,-1 1 0,0-1 0,1-1 0,-1 1 0,0 0 0,1-1 0,-1 0 0,1 0 0,-1 0 0,0 0 0,1 0 0,-1-1 0,1 1 0,-1-1 0,0 0 0,1 0 0,-1 0 0,0-1 0,0 1 0,0-1 0,0 0 0,0 0 0,0 0 0,0 0 0,-1 0 0,1 0 0,-1-1 0,0 1 0,4-6 0,0 0 0,-3 3 0,1-1 0,0 1 0,1 0 0,-1 0 0,8-6 0,-11 10 0,0 0 0,0 1 0,1-1 0,-1 0 0,0 1 0,0-1 0,0 1 0,0 0 0,0-1 0,1 1 0,-1 0 0,0 0 0,0-1 0,0 1 0,1 0 0,-1 0 0,0 1 0,0-1 0,1 0 0,-1 0 0,0 0 0,0 1 0,0-1 0,1 1 0,-1-1 0,0 1 0,0-1 0,0 1 0,0 0 0,0-1 0,0 1 0,0 0 0,0 0 0,-1 0 0,1 0 0,1 1 0,4 7 0,0-1 0,-1 1 0,0 0 0,-1 1 0,0-1 0,0 1 0,-1-1 0,4 20 0,-5-17 0,1-1 0,1 1 0,0 0 0,1-1 0,8 14 0,-12-23-15,1 1-348,-3-5-529,-1-20-5293,3 17 4036,1 0-1,-1 0 0,1 1 1,0-1-1,0 0 0,0 1 1,4-7-1,-2 5 796,1 0-1,0 0 1,0 1 0,9-8-1,9-7 88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2:55.712"/>
    </inkml:context>
    <inkml:brush xml:id="br0">
      <inkml:brushProperty name="width" value="0.035" units="cm"/>
      <inkml:brushProperty name="height" value="0.035" units="cm"/>
    </inkml:brush>
  </inkml:definitions>
  <inkml:trace contextRef="#ctx0" brushRef="#br0">554 0 1080,'0'4'1591,"0"-1"1,-1 0-1,0 1 0,0-1 1,0 0-1,0 1 0,-1-1 1,1 0-1,-1 0 0,0 0 1,0 0-1,-2 3 0,-14 14 6464,1-2-5070,13-14-3336,-92 96 659,39-39-308,-2-2-1,-131 101 1,187-158-185,0 0 0,0 0-1,0 0 1,0-1 0,0 1 0,-1-1 0,1 0-1,0 0 1,-1 0 0,1 0 0,-1 0 0,1-1-1,-1 0 1,1 1 0,-1-1 0,1-1 0,-5 1-1,6-1-82,0 0-1,0 0 1,0 0-1,1 0 1,-1 0 0,0-1-1,1 1 1,-1 0-1,1-1 1,-1 1-1,1-1 1,0 0-1,-1 1 1,1-1-1,0 0 1,0 0-1,0 1 1,0-1-1,1 0 1,-1 0 0,1 0-1,-1 0 1,1 0-1,-1 0 1,1-1-1,0 1 1,0 0-1,0 0 1,1-3-1,3-36-9952,14-18 2733,-11 40 6117,8-27-388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2:55.840"/>
    </inkml:context>
    <inkml:brush xml:id="br0">
      <inkml:brushProperty name="width" value="0.035" units="cm"/>
      <inkml:brushProperty name="height" value="0.035" units="cm"/>
    </inkml:brush>
  </inkml:definitions>
  <inkml:trace contextRef="#ctx0" brushRef="#br0">1 17 644,'0'-1'205,"0"0"0,1 0 0,-1 0 0,1 1 0,-1-1 0,1 0 0,-1 0 0,1 0 0,0 0 0,-1 1 0,1-1 0,0 0-1,0 1 1,-1-1 0,1 0 0,0 1 0,0-1 0,0 1 0,0-1 0,0 1 0,0 0 0,0-1 0,2 1 0,-2 0 325,0 0-1,0 1 0,0-1 1,0 1-1,0-1 1,-1 1-1,1-1 1,0 1-1,0 0 1,0-1-1,0 1 1,-1 0-1,1 0 1,0 0-1,-1-1 1,1 1-1,-1 0 1,2 2-1,12 31 11776,-8-13-7799,-5-16-4177,7 33-329,-7-28 0,1-1 0,0 1 0,1-1 0,0 1 0,6 11 0,-9-20-150,0 0 0,1-1-1,-1 1 1,1 0 0,-1-1 0,1 1 0,0 0 0,-1-1-1,1 1 1,0-1 0,-1 1 0,1-1 0,0 1-1,-1-1 1,1 0 0,0 1 0,0-1 0,0 0 0,0 0-1,-1 1 1,1-1 0,0 0 0,0 0 0,0 0 0,0 0-1,-1 0 1,1 0 0,0 0 0,0 0 0,0-1-1,0 1 1,0 0 0,-1 0 0,1-1 0,0 1 0,0 0-1,-1-1 1,1 1 0,0-1 0,0 1 0,-1-1-1,1 1 1,-1-1 0,2 0 0,32-35-11768,-25 25 8583,9-9-2151,12-13 1697,2 3 2348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2:56.177"/>
    </inkml:context>
    <inkml:brush xml:id="br0">
      <inkml:brushProperty name="width" value="0.035" units="cm"/>
      <inkml:brushProperty name="height" value="0.035" units="cm"/>
    </inkml:brush>
  </inkml:definitions>
  <inkml:trace contextRef="#ctx0" brushRef="#br0">298 1 852,'-28'23'2772,"22"-16"-902,1-1 1,0 1-1,0 0 0,-5 11 1,0 3 6646,-13 44 0,11-25-5764,-25 70-2753,-34 174 0,68-257 0,8-20 0,6-14 0,-1-3 0,0 0 0,0 1 0,2 0 0,17-12 0,-27 20 0,0-1 0,1 1 0,-1 0 0,0 0 0,0 0 0,1 0 0,-1 0 0,0 0 0,1 1 0,-1-1 0,0 1 0,1 0 0,-1 0 0,1 0 0,-1 0 0,1 0 0,-1 0 0,1 0 0,-1 1 0,1-1 0,-1 1 0,0 0 0,1 0 0,-1 0 0,0 0 0,0 0 0,0 0 0,0 1 0,0-1 0,0 1 0,0-1 0,0 1 0,0 0 0,1 2 0,2 4 0,-1-1 0,0 1 0,-1 0 0,1 0 0,-1 1 0,-1-1 0,0 0 0,0 1 0,-1 0 0,0-1 0,0 17 0,-1-11 0,0 1 0,-1-1 0,-1 1 0,0-1 0,-1 0 0,-8 21 0,9-30 0,0 1 0,0-1 0,-1 0 0,0 0 0,0 0 0,0 0 0,0-1 0,-1 1 0,0-1 0,0 0 0,0 0 0,-9 7 0,9-9 0,1-1 0,-1 1 0,1-1 0,-1 0 0,1 0 0,-1 0 0,0 0 0,1-1 0,-1 1 0,0-1 0,0 0 0,0 0 0,1-1 0,-1 1 0,0-1 0,1 0 0,-1 1 0,0-2 0,1 1 0,-6-3 0,-1-1-9,1 0-1,0-1 1,0 0 0,0 0 0,1-1-1,0 0 1,0-1 0,0 0-1,1 0 1,1 0 0,-1-1-1,1 0 1,1-1 0,0 1 0,0-1-1,-6-18 1,11 8-3614,1 17 2441,-1 1 0,1-1 0,0 1-1,0 0 1,0-1 0,0 1 0,1 0 0,-1 0-1,2-2 1,19-16-10149,-5 9 8580,8-1 573</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2:56.438"/>
    </inkml:context>
    <inkml:brush xml:id="br0">
      <inkml:brushProperty name="width" value="0.035" units="cm"/>
      <inkml:brushProperty name="height" value="0.035" units="cm"/>
    </inkml:brush>
  </inkml:definitions>
  <inkml:trace contextRef="#ctx0" brushRef="#br0">126 10 56,'9'-2'837,"14"-5"21343,-24 7-21875,0 0 1,0 0-1,0 0 0,0 0 1,0 0-1,0 0 1,0 1-1,0-1 1,1 0-1,-1 0 0,0 1 1,0-1-1,0 1 1,0-1-1,0 1 1,1-1-1,-1 1 0,0-1 1,1 1-1,-1 0 1,-1 1-1,-16 15 2666,14-12-2971,-16 15 0,2 2 0,0-1 0,1 2 0,-14 24 0,29-43 0,1 1 0,-1-1 0,0 0 0,1 1 0,0-1 0,0 0 0,0 1 0,1 0 0,0-1 0,0 1 0,0-1 0,0 1 0,0-1 0,3 9 0,-3-12 0,1 0 0,-1 1 0,1-1 0,-1 0 0,1 0 0,0 0 0,-1 1 0,1-1 0,0 0 0,0 0 0,0 0 0,0 0 0,0 0 0,0 0 0,0-1 0,0 1 0,1 0 0,-1 0 0,2 0 0,0 0 0,-1-1 0,0 0 0,0 0 0,0 1 0,1-2 0,-1 1 0,0 0 0,0 0 0,1-1 0,-1 1 0,0-1 0,0 0 0,0 1 0,0-1 0,0 0 0,3-2 0,23-13 0,-16 9 0,0 0 0,0 1 0,0 1 0,1 0 0,20-6 0,-29 10 0,0 1 0,0 0 0,0-1 0,0 1 0,0 0 0,-1 1 0,1-1 0,0 1 0,0 0 0,0 0 0,-1 0 0,1 0 0,0 1 0,-1-1 0,1 1 0,-1 0 0,0 0 0,0 0 0,1 1 0,-1-1 0,-1 1 0,1 0 0,0-1 0,3 6 0,34 58 0,-40-66-101,0 0 0,1 1 0,-1-1 0,0 0 0,1 0 0,-1 1 0,0-1 0,1 0 0,-1 0 0,1 0 0,-1 1 0,0-1 0,1 0 0,-1 0 0,1 0 0,-1 0 0,0 0 0,1 0 0,-1 0 0,1 0 0,-1 0 0,1 0 0,-1 0 0,0 0 1,1-1-1,-1 1 0,1 0 0,-1 0 0,0 0 0,1 0 0,-1-1 0,1 1 0,-1 0 0,0 0 0,1-1 0,-1 1 0,0 0 0,0-1 0,1 1 0,-1 0 0,0-1 0,0 1 0,1-1 0,-1 1 0,0 0 0,0-1 0,0 1 0,0-1 0,1 1 0,15-29-9507,-12 20 6107,27-34-7949,-12 20 9231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2:56.660"/>
    </inkml:context>
    <inkml:brush xml:id="br0">
      <inkml:brushProperty name="width" value="0.035" units="cm"/>
      <inkml:brushProperty name="height" value="0.035" units="cm"/>
    </inkml:brush>
  </inkml:definitions>
  <inkml:trace contextRef="#ctx0" brushRef="#br0">152 15 224,'13'-6'-43,"9"-2"3643,-4 10 9778,-18-2-12857,1 1-1,-1-1 1,0 0-1,0 1 1,0-1 0,0 1-1,0-1 1,-3 8 9369,2-7-9369,-8 14-266,-1-1-1,-1-1 1,-1 1 0,-19 16-1,15-14-376,-27 33-1,24-25 123,-14 21 0,30-42 0,1 0 0,0 1 0,1-1 0,-1 1 0,0 0 0,1 0 0,0-1 0,0 1 0,0 0 0,0 6 0,1-9 0,0-1 0,0 1 0,0 0 0,0-1 0,0 1 0,0-1 0,0 1 0,1 0 0,-1-1 0,0 1 0,0-1 0,1 1 0,-1-1 0,0 1 0,0-1 0,1 1 0,-1-1 0,1 1 0,-1-1 0,1 1 0,-1-1 0,0 1 0,1-1 0,0 0 0,-1 1 0,1-1 0,-1 0 0,1 1 0,0-1 0,23 0 0,22-15 0,23-20-2043,-26 11-3385,68-51-1,-104 69 1449</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2:56.987"/>
    </inkml:context>
    <inkml:brush xml:id="br0">
      <inkml:brushProperty name="width" value="0.035" units="cm"/>
      <inkml:brushProperty name="height" value="0.035" units="cm"/>
    </inkml:brush>
  </inkml:definitions>
  <inkml:trace contextRef="#ctx0" brushRef="#br0">24 137 96,'13'-28'2033,"7"-15"-142,-5 16 2687,0 7 3569,2 2 5615,-21 22-13626,1 0-1,0 0 0,0 0 1,0 1-1,1-1 0,-1 1 0,1 0 1,0 0-1,0 0 0,1 0 1,-1 5-1,-11 69 446,8-43-530,-26 250-51,27-236 0,-1-28 0,5-22 0,-1 1 0,1 0 0,0 0 0,0 0 0,-1-1 0,1 1 0,0 0 0,-1 0 0,1 0 0,-1-1 0,1 1 0,-1 0 0,1-1 0,-1 1 0,0-1 0,1 1 0,-1 0 0,0-1 0,0 0 0,1 1 0,-1-1 0,-1 1 0,0-5-2835,7-13-8145,4 0-575,-5 11 7696,8-10 1634,5-5 1052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2:57.205"/>
    </inkml:context>
    <inkml:brush xml:id="br0">
      <inkml:brushProperty name="width" value="0.035" units="cm"/>
      <inkml:brushProperty name="height" value="0.035" units="cm"/>
    </inkml:brush>
  </inkml:definitions>
  <inkml:trace contextRef="#ctx0" brushRef="#br0">165 60 516,'22'-16'8467,"10"-8"9680,-20 7-12514,-13 16-5633,-1 1 0,0-1 0,0 1 0,0 0 0,1 0 0,-1-1 0,0 1 0,0 1 0,0-1 0,0 0 0,1 0 0,-1 1 0,-2 0 0,-10 4 0,1 0 0,-1 2 0,1 0 0,0 0 0,1 1 0,0 1 0,0 0 0,-12 11 0,16-12 0,1 1 0,-1-1 0,1 1 0,1 0 0,-1 1 0,2 0 0,-1 0 0,1 0 0,1 0 0,0 1 0,-3 13 0,6-21 0,1 0 0,-1 0 0,1 0 0,0 0 0,0 0 0,0 1 0,0-1 0,0 0 0,1 0 0,-1 0 0,1 0 0,0 0 0,0-1 0,0 1 0,0 0 0,1 0 0,2 4 0,-1-3 0,1 0 0,-1-1 0,0 1 0,1-1 0,0 0 0,0 0 0,0 0 0,0-1 0,1 1 0,5 1 0,0 0 0,1 0 0,-1-1 0,1 0 0,0-1 0,0 0 0,0-1 0,0 0 0,0-1 0,12-1 0,19-6-2968,-31 3 758,0 1 0,-1-1 0,0-1 0,0 0 0,0-1 0,15-10 0,21-13-9145,-16 15 9169</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0.891"/>
    </inkml:context>
    <inkml:brush xml:id="br0">
      <inkml:brushProperty name="width" value="0.035" units="cm"/>
      <inkml:brushProperty name="height" value="0.035" units="cm"/>
    </inkml:brush>
  </inkml:definitions>
  <inkml:trace contextRef="#ctx0" brushRef="#br0">216 228 376,'5'-9'1174,"8"-25"29378,-16 35-30479,0-1 1,0 1-1,1-1 1,-1 1-1,0 0 1,0 0-1,0 1 1,-3 1-1,-2 2-73,1 1 0,0 0 0,0 0 0,0 0 0,1 1 0,0 0 0,1 0 0,-1 0 0,1 1 0,1 0 0,-1 0 0,2 0 0,-1 0 0,1 1 0,0-1 0,0 1 0,1 0 0,1 0 0,-2 11 0,3-6 0,-1 0 0,2 1 0,0-1 0,0 0 0,2 0 0,0 0 0,0 0 0,1 0 0,1-1 0,0 1 0,11 19 0,-15-31 0,0 0 0,0-1 0,0 1 0,0 0 0,-1 0 0,1 0 0,-1 0 0,1 0 0,-1 0 0,0 0 0,0 1 0,0-1 0,0 0 0,0 0 0,0 0 0,0 0 0,-1 0 0,1 0 0,-1 0 0,0 0 0,0 0 0,1 0 0,-1 0 0,0-1 0,0 1 0,-1 0 0,1 0 0,0-1 0,-1 1 0,1-1 0,-1 1 0,1-1 0,-1 0 0,0 1 0,1-1 0,-1 0 0,0 0 0,0 0 0,-2 0 0,0 1 0,0 0 0,1-1 0,-1 0 0,0 0 0,1 0 0,-1 0 0,0 0 0,0-1 0,0 0 0,0 1 0,0-2 0,0 1 0,1 0 0,-1-1 0,0 0 0,0 0 0,0 0 0,1 0 0,-1 0 0,-6-4 0,6 2-310,1-1 1,-1 1-1,1 0 1,0-1-1,1 0 1,-1 0-1,0 0 0,1 0 1,0 0-1,0 0 1,0-1-1,1 1 1,0 0-1,-1-1 0,1 0 1,1 1-1,-1-1 1,1 1-1,0-1 0,0-8 1,1 5-405,0 1 1,0-1 0,0 0-1,1 1 1,0-1-1,0 1 1,1 0 0,0 0-1,1 0 1,-1 0-1,1 1 1,6-8 0,7-6-5789,39-33 1,24-10 3083,-44 36 3994,-2-1-1,34-35 1,-33 24 4156,45-51 17908,-53 58-19543,-50 144-3097,-67 279 0,88-378 0,-3 9 0,1 0 0,1 0 0,1 0 0,1 0 0,4 43 0,-3-64 0,0-1 0,0 1 0,0-1 0,0 0 0,0 1 0,0-1 0,0 1 0,0-1 0,0 0 0,0 1 0,1-1 0,-1 0 0,0 1 0,0-1 0,0 0 0,1 1 0,-1-1 0,0 0 0,0 0 0,1 1 0,-1-1 0,0 0 0,1 0 0,-1 1 0,0-1 0,1 0 0,-1 0 0,0 0 0,1 0 0,-1 0 0,1 1 0,-1-1 0,0 0 0,1 0 0,14-9 0,13-27 0,-22 29 0,29-41 0,-12 17 0,43-47 0,-64 76 0,0 0 0,0-1 0,0 1 0,1 0 0,-1 1 0,1-1 0,0 0 0,-1 1 0,1-1 0,0 1 0,0 0 0,0 0 0,0 0 0,0 0 0,0 0 0,0 1 0,0 0 0,0-1 0,0 1 0,0 0 0,1 1 0,-1-1 0,0 0 0,0 1 0,0 0 0,0-1 0,3 3 0,-2-1 0,-1 0 0,1 0 0,-1 1 0,1 0 0,-1-1 0,0 1 0,0 1 0,0-1 0,-1 0 0,1 1 0,-1-1 0,0 1 0,1 0 0,-2 0 0,1-1 0,0 1 0,-1 1 0,2 6 0,2 17 0,-3-16 0,0-1 0,1 1 0,0-1 0,9 21 0,-11-32 0,-1 1 0,1 0 0,0-1 0,0 1 0,-1 0 0,1-1 0,0 1 0,0-1 0,0 0 0,0 1 0,0-1 0,0 0 0,0 1 0,0-1 0,-1 0 0,1 0 0,0 0 0,0 0 0,0 0 0,0 0 0,0 0 0,0 0 0,0 0 0,0 0 0,0-1 0,0 1 0,0 0 0,0-1 0,0 1 0,0-1 0,0 1 0,-1-1 0,1 1 0,0-1 0,0 1 0,0-2 0,30-22 0,-5-2 0,-7 5 0,1 1 0,1 2 0,0 0 0,32-20 0,-28 21 0,-20 13 0,0 0 0,1 0 0,-1 0 0,1 1 0,0 0 0,10-3 0,-8 4 0,-8 3 0,0-1 0,1-1 0,-1 1 0,0 0 0,1 0 0,-1 0 0,0 0 0,1 0 0,-1 0 0,0 0 0,0 0 0,1 0 0,-1-1 0,0 1 0,0 0 0,1 0 0,-1 0 0,0 0 0,0-1 0,1 1 0,-1 0 0,0 0 0,0-1 0,0 1 0,1 0 0,-1 0 0,0-1 0,0 1 0,0 0 0,0-1 0,0 1 0,0 0 0,0 0 0,0-1 0,0 1 0,0 0 0,0-1 0,0 1 0,0 0 0,0-1 0,0 1 0,0 0 0,0 0 0,0-1 0,0 1 0,0 0 0,0-1 0,-1 1 0,1 0 0,0-1 0,0 1 0,-1 0 0,1-1 0,-1 1 0,1 0 0,0-1 0,-1 1 0,1 0 0,-1 0 0,1-1 0,-1 1 0,1 0 0,-1 0 0,1 0 0,-1 0 0,1-1 0,-1 1 0,1 0 0,-1 0 0,0 0 0,1 0 0,-1 1 0,1-1 0,-1 0 0,1 0 0,-1 0 0,1 0 0,-1 0 0,1 1 0,-1-1 0,-16 5 0,10 0 0,0 0 0,1 0 0,-1 1 0,1 0 0,1 0 0,-1 0 0,1 1 0,-8 12 0,6-7 0,0 0 0,1 0 0,0 1 0,-5 18 0,11-30 0,0-1 0,-1 0 0,1 1 0,0-1 0,0 1 0,-1-1 0,1 0 0,0 1 0,0-1 0,0 1 0,0-1 0,0 1 0,0-1 0,-1 1 0,1-1 0,0 1 0,0-1 0,0 1 0,1-1 0,-1 1 0,0-1 0,0 1 0,0-1 0,0 0 0,0 1 0,0-1 0,1 1 0,-1-1 0,0 1 0,0-1 0,1 0 0,-1 1 0,0-1 0,1 0 0,-1 1 0,0-1 0,1 0 0,-1 1 0,1-1 0,-1 0 0,1 1 0,1-2 0,0 1 0,0 0 0,0-1 0,0 0 0,-1 1 0,1-1 0,0 0 0,0 0 0,-1 0 0,4-2 0,42-35 0,-46 37 0,48-35 0,-45 34 0,0 0 0,0-1 0,0 2 0,0-1 0,0 0 0,1 1 0,-1 0 0,0 0 0,1 0 0,-1 0 0,8 1 0,-9 1 0,0 0 0,0 1 0,0-1 0,0 1 0,-1-1 0,1 1 0,0 0 0,-1 0 0,1 0 0,-1 1 0,0-1 0,0 1 0,0-1 0,0 1 0,3 4 0,23 44 0,-15-12 0,4 8 0,-16-46 0,-1-1 0,0 1 0,1 0 0,-1 0 0,0-1 0,1 1 0,-1-1 0,1 1 0,-1 0 0,1-1 0,-1 1 0,1-1 0,-1 1 0,1-1 0,-1 1 0,1-1 0,0 0 0,-1 1 0,1-1 0,0 0 0,0 1 0,-1-1 0,1 0 0,0 0 0,-1 0 0,3 0 0,-2 0 0,0 0 0,0-1 0,0 1 0,0-1 0,0 0 0,0 1 0,0-1 0,0 0 0,0 1 0,-1-1 0,1 0 0,0 0 0,0 0 0,-1 0 0,2-1 0,18-44 0,-18 42 0,0-4 0,0 1 0,0-1 0,0 0 0,-1 0 0,0 0 0,-1-1 0,0 1 0,0 0 0,-2-10 0,-2-7 0,-13-39 0,10 42 0,1-1 0,-3-27 0,9 48-47,0-1 0,0 1 1,0 0-1,0 0 0,0 0 0,0 0 1,1 0-1,-1 0 0,1 0 0,0 0 1,-1 0-1,1 0 0,0 0 0,0 0 0,0 0 1,1 1-1,-1-1 0,0 0 0,1 1 1,-1-1-1,3-1 0,0 0-216,0 0 0,0 1 0,0-1-1,1 1 1,-1 0 0,0 1 0,1-1 0,0 1 0,7-1-1,-4 0-348,0 1 1,1 0-1,-1 1 0,0 0 0,1 1 0,-1-1 0,0 2 0,0-1 0,1 1 0,-1 0 0,10 5 0,-3 0-6951,4 3-890,-2 4 4569,-6-2 2609</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1.174"/>
    </inkml:context>
    <inkml:brush xml:id="br0">
      <inkml:brushProperty name="width" value="0.035" units="cm"/>
      <inkml:brushProperty name="height" value="0.035" units="cm"/>
    </inkml:brush>
  </inkml:definitions>
  <inkml:trace contextRef="#ctx0" brushRef="#br0">3 225 300,'-1'20'2643,"0"-10"910,1 0 0,0 0-1,0 0 1,2 10 0,-1-18-2808,-1 0 0,1 0 0,0 0 0,-1 0 0,1 0 0,0 0 0,0 0 0,0-1 0,0 1 0,1 0 0,-1 0 0,3 2 0,-3-3-547,1 0 0,-1 0-1,0 0 1,1-1-1,-1 1 1,1 0-1,-1-1 1,1 1-1,-1-1 1,1 1-1,2-1 1,1 0-198,0 0 0,0 0 0,0-1 0,0 0 0,0 0 0,0 0 0,0-1 0,-1 0 0,1 0 0,0 0 0,-1 0 0,0-1 0,8-5 0,2-2 0,-1-1 0,21-22 0,-19 17 0,-1-1 0,-1 0 0,17-31 0,-24 37 0,-1 0 0,0 0 0,0-1 0,-1 0 0,0 0 0,-1 0 0,2-21 0,-5 30 0,1 1 0,-1 0 0,0-1 0,0 1 0,-1-1 0,1 1 0,0 0 0,-1-1 0,0 1 0,1 0 0,-1 0 0,0-1 0,-2-2 0,2 4 0,0 0 0,0 0 0,0 0 0,1 0 0,-1 0 0,-1 0 0,1 0 0,0 1 0,0-1 0,0 0 0,0 1 0,0-1 0,-1 1 0,1 0 0,0-1 0,0 1 0,-1 0 0,-1-1 0,-1 1 0,0 1 0,0-1 0,1 1 0,-1 0 0,0 0 0,0 0 0,1 0 0,-1 0 0,1 1 0,-1 0 0,1 0 0,0 0 0,-1 0 0,1 0 0,-4 4 0,-8 9 0,1 1 0,0 0 0,1 1 0,1 0 0,1 1 0,0 0 0,-13 34 0,13-25 0,1 1 0,1 0 0,2 0 0,1 1 0,-3 30 0,8-50 0,1 1 0,0 0 0,1-1 0,-1 1 0,2-1 0,-1 1 0,1-1 0,1 1 0,0-1 0,0 0 0,1 0 0,6 11 0,-7-16 0,0 1 0,0 0 0,1-1 0,-1 0 0,1 0 0,0 0 0,0 0 0,1-1 0,-1 0 0,1 0 0,-1 0 0,1 0 0,0-1 0,0 1 0,0-1 0,1 0 0,-1-1 0,0 0 0,1 1 0,-1-2 0,1 1 0,8-1 0,21-3-3051,18-8-8567,-6 1 869,-15 6 7028,-5 2 957</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1.827"/>
    </inkml:context>
    <inkml:brush xml:id="br0">
      <inkml:brushProperty name="width" value="0.035" units="cm"/>
      <inkml:brushProperty name="height" value="0.035" units="cm"/>
    </inkml:brush>
  </inkml:definitions>
  <inkml:trace contextRef="#ctx0" brushRef="#br0">70 41 600,'-20'-41'20729,"13"56"-15420,-4 31-3374,2 0 0,-3 54 0,7-55-1615,2-28-320,2 0 0,0 1 0,1-1 0,1 1 0,0-1 0,5 21 0,-5-34 0,0 1 0,0-1 0,1 1 0,-1-1 0,1 0 0,0 0 0,0 0 0,1 0 0,-1 0 0,1 0 0,0 0 0,0-1 0,0 0 0,1 1 0,-1-1 0,1 0 0,-1-1 0,1 1 0,0-1 0,0 0 0,0 1 0,1-2 0,-1 1 0,0 0 0,1-1 0,-1 0 0,1 0 0,5 0 0,1 0-42,1-2-1,-1 1 1,0-1-1,1-1 1,-1 0-1,0 0 1,0-1 0,0-1-1,0 0 1,-1 0-1,0-1 1,0-1-1,0 1 1,18-15 0,-10 6-393,0-1 0,-1-1 1,-1-1-1,0-1 0,-1 0 1,15-25-1,-28 40 80,13-20-6306,0-1-1,-2-1 0,13-32 1,-18 39 5182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2.063"/>
    </inkml:context>
    <inkml:brush xml:id="br0">
      <inkml:brushProperty name="width" value="0.035" units="cm"/>
      <inkml:brushProperty name="height" value="0.035" units="cm"/>
    </inkml:brush>
  </inkml:definitions>
  <inkml:trace contextRef="#ctx0" brushRef="#br0">58 10 616,'-14'-9'6103,"-2"9"9320,10 0-8599,6 1-6571,1 0 0,-1 0 0,1 0 1,-1 0-1,1 0 0,0 0 0,0 0 0,0 0 0,-1 0 0,1 0 0,0 0 1,0 0-1,0 0 0,2 0 0,25 18-253,-3-4 0,-1 2 0,-1 0 0,0 2 0,28 30 0,-46-44 0,0 0 0,-1 1 0,0 0 0,0 0 0,-1 0 0,1 0 0,-1 0 0,-1 1 0,1 0 0,-1-1 0,0 1 0,-1 0 0,1 0 0,-1 0 0,-1 0 0,1 0 0,-1 0 0,-1 0 0,1 0 0,-1 0 0,0 0 0,-1 0 0,-4 13 0,3-11-25,0-1 0,-1 1 1,0-1-1,-1 0 0,0 0 0,0-1 1,0 1-1,-1-1 0,0 0 0,-1-1 0,0 1 1,0-1-1,0-1 0,0 1 0,-1-1 1,0 0-1,0-1 0,0 0 0,-1 0 0,1-1 1,-1 0-1,0-1 0,0 0 0,0 0 0,0-1 1,0 0-1,-1 0 0,1-1 0,-12-1 1,11 1 1124,1-1-7067</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2.374"/>
    </inkml:context>
    <inkml:brush xml:id="br0">
      <inkml:brushProperty name="width" value="0.035" units="cm"/>
      <inkml:brushProperty name="height" value="0.035" units="cm"/>
    </inkml:brush>
  </inkml:definitions>
  <inkml:trace contextRef="#ctx0" brushRef="#br0">287 68 1076,'0'-1'302,"4"-14"3716,0-13 8392,-4 27-11844,0 0 0,0 0 0,-1 0-1,1 0 1,0 0 0,0 0 0,0 0 0,-1 0-1,1 0 1,0 0 0,-1 0 0,1 0-1,-1 0 1,1 0 0,-1 0 0,0 0-1,1 0 1,-1 1 0,0-1 0,-1-1-1,1 2-360,0-1 0,0 1 0,0 0 1,0-1-1,0 1 0,-1 0 0,1 0 0,0-1 0,0 1 0,0 0 0,0 0 0,0 0 0,-1 1 0,-1-1 0,-3 3-205,0 0 0,0 1 0,0-1 0,0 1 0,0 1 0,1-1 0,0 1 0,0 0 0,0 0 0,-6 9 0,6-9 0,-3 4 0,0 0 0,1 1 0,0 0 0,0 0 0,1 0 0,1 1 0,0 0 0,-6 17 0,10-21 0,-1-1 0,1 0 0,1 1 0,-1-1 0,1 1 0,0-1 0,0 1 0,1-1 0,0 1 0,0-1 0,1 1 0,-1-1 0,2 0 0,-1 0 0,0 0 0,1 0 0,4 6 0,8 11 0,-8-13 0,-1 1 0,0-1 0,8 19 0,-13-26 0,0 1 0,0-1 0,0 1 0,-1-1 0,1 1 0,-1 0 0,0-1 0,0 1 0,0-1 0,0 1 0,-1 0 0,0-1 0,1 1 0,-1-1 0,0 1 0,-3 5 0,0-2 0,0 0 0,0 0 0,0 0 0,-1-1 0,0 0 0,-1 0 0,1 0 0,-1 0 0,-1-1 0,-7 6 0,10-9 0,1 1 0,-1-1 0,0 0 0,0 0 0,0 0 0,-1-1 0,1 0 0,0 0 0,-1 0 0,1 0 0,-1 0 0,1-1 0,-1 0 0,1 0 0,-1 0 0,1-1 0,0 1 0,-1-1 0,1 0 0,-5-2 0,7 2-154,0 0 1,0 0-1,0 0 1,0 0-1,0 0 0,0-1 1,0 1-1,0-1 1,1 0-1,-1 1 0,1-1 1,-1 0-1,1 0 1,0 0-1,-1 0 1,1 0-1,0 0 0,1 0 1,-1 0-1,0 0 1,0-1-1,0-2 0,1 2-390,-1-1-1,1 1 0,0-1 0,0 0 0,0 1 1,1-1-1,-1 1 0,1-1 0,0 1 0,0-1 1,0 1-1,0-1 0,3-3 0,21-36-13074,-18 32 11910,2-1 1,-1 1-1,14-12 0,11-6 628</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3.247"/>
    </inkml:context>
    <inkml:brush xml:id="br0">
      <inkml:brushProperty name="width" value="0.035" units="cm"/>
      <inkml:brushProperty name="height" value="0.035" units="cm"/>
    </inkml:brush>
  </inkml:definitions>
  <inkml:trace contextRef="#ctx0" brushRef="#br0">1 108 444,'9'-12'321,"36"-48"7339,-17 36 1709,-26 23-7962,1-1 0,-1 1 0,1-1 0,0 1 0,-1 0 0,1 0 1,0 1-1,-1-1 0,5 0 0,-6 1-1374,1 0 0,-1 0 0,1 0 0,-1 0 0,0 1 0,1-1 0,-1 1 0,1-1 0,-1 1 0,1-1 0,-1 1 0,0 0 0,0 0 0,1-1 0,-1 1 0,0 0 0,0 0 0,0 0-1,0 0 1,0 1 0,0-1 0,0 0 0,0 0 0,-1 0 0,1 1 0,0-1 0,-1 1 0,1-1 0,-1 0 0,1 1 0,-1-1 0,0 1 0,1 1 0,1 8-87,-1-1-1,0 0 1,0 17-1,-1-23 50,-7 105 5,-4-1 0,-32 140 0,37-220 0,1 4 0,-3 0 0,-21 59 0,32-98 0,5-10 0,0-1 0,1 1 0,15-21 0,-21 34 0,1-1 0,-1 1 0,1 0 0,0 0 0,0 1 0,0-1 0,0 1 0,1-1 0,-1 2 0,1-1 0,0 0 0,0 1 0,0 0 0,0 0 0,0 0 0,1 1 0,8-2 0,-12 3 0,-1 0 0,1 0 0,0 0 0,0 0 0,0 0 0,0 1 0,0-1 0,0 0 0,0 1 0,0 0 0,0-1 0,-1 1 0,1 0 0,0 0 0,0 0 0,-1 0 0,1 0 0,-1 1 0,1-1 0,-1 0 0,0 1 0,1-1 0,-1 1 0,0-1 0,0 1 0,0 0 0,0-1 0,1 3 0,2 7 0,-1-1 0,1 1 0,-2-1 0,2 15 0,-2-16 0,-1-1 0,1 0 0,0 1 0,6 13 0,-6-19 0,-1-1 0,0 0 0,1 0 0,-1 0 0,0 1 0,-1-1 0,1 0 0,0 1 0,-1-1 0,1 3 0,26-40 0,-18 15 0,-7 14 0,0 0 0,1 0 0,0 0 0,1 1 0,-1-1 0,1 1 0,8-10 0,-1 4 0,0 1 0,0 0 0,1 0 0,0 1 0,1 1 0,24-13 0,78-38 0,-90 49 0,-23 9 0,-16 6 0,2 0 0,1 1 0,-1-1 0,1 2 0,1 0 0,-1 0 0,1 1 0,1 0 0,-1 0 0,2 1 0,-1 0 0,1 1 0,-8 12 0,-1 4 0,2 1 0,0 1 0,-19 54 0,33-79 0,0 0 0,0 0 0,0 0 0,0 0 0,1 0 0,0 1 0,-1-1 0,1 0 0,0 0 0,1 1 0,-1-1 0,0 0 0,1 0 0,0 0 0,0 0 0,0 1 0,0-1 0,3 4 0,-4-5 0,1-1 0,0 0 0,0 0 0,0 0 0,0-1 0,0 1 0,0 0 0,0 0 0,0 0 0,0-1 0,0 1 0,0 0 0,1-1 0,-1 1 0,0-1 0,0 0 0,1 1 0,1-1 0,0 0 0,-1 0 0,0 0 0,1 0 0,-1-1 0,0 1 0,1-1 0,-1 0 0,0 1 0,0-1 0,0 0 0,0 0 0,1-1 0,2-1 0,18-15 0,41-39 0,-43 37 0,44-34 0,-63 53 0,0 0 0,0 0 0,0 0 0,0 0 0,0 0 0,0 0 0,1 0 0,-1 1 0,0-1 0,0 1 0,1 0 0,-1 0 0,0-1 0,0 2 0,1-1 0,-1 0 0,0 0 0,1 1 0,-1-1 0,0 1 0,4 1 0,-1 0 0,-1 1 0,1 0 0,0 0 0,-1 0 0,0 0 0,1 1 0,-2 0 0,6 5 0,-7-6 0,0 0 0,0 0 0,-1 0 0,1 0 0,-1 0 0,0 0 0,0 0 0,0 0 0,0 4 0,9 22 0,-7-23 0,-6-24 0,2-29 0,-1 26 0,2-1 0,3-28 0,2 9 0,-4 29 0,0-1 0,0 1 0,2-1 0,-1 1 0,2 0 0,0 0 0,0 0 0,12-21 0,-14 28 0,1 0 0,0 1 0,0-1 0,0 1 0,0 0 0,1 0 0,0 0 0,0 0 0,0 1 0,0 0 0,1-1 0,-1 2 0,1-1 0,0 0 0,-1 1 0,1 0 0,0 0 0,1 0 0,-1 1 0,0 0 0,0 0 0,1 0 0,-1 0 0,1 1 0,-1 0 0,0 0 0,1 1 0,5 0 0,1 1-33,-10-2-100,0 0 1,0 0-1,0 0 0,0 0 1,0 1-1,0-1 0,0 1 0,0-1 1,0 1-1,0 0 0,0 0 1,0-1-1,0 1 0,-1 1 0,1-1 1,0 0-1,-1 0 0,1 1 1,-1-1-1,1 1 0,-1-1 0,1 1 1,-1-1-1,0 1 0,0 0 1,0 0-1,0 0 0,0-1 0,1 4 1,5 17-14077,0-2 5709,-3 2 4271,-4-4 2910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3.539"/>
    </inkml:context>
    <inkml:brush xml:id="br0">
      <inkml:brushProperty name="width" value="0.035" units="cm"/>
      <inkml:brushProperty name="height" value="0.035" units="cm"/>
    </inkml:brush>
  </inkml:definitions>
  <inkml:trace contextRef="#ctx0" brushRef="#br0">34 176 276,'-12'30'3662,"-5"23"9149,16-45-10273,-1 0 0,1 1 0,1-1 1,-1 13-1,9 11 785,-7-31-3323,-1 0 0,1 0 0,-1 0 0,1 0 0,0 0 0,-1 0 0,1 0 0,0 0 0,0-1 0,0 1 0,0 0 0,0-1 0,0 1 0,-1 0 0,2-1 0,-1 1 0,0-1 0,0 0 0,0 1 0,0-1 0,0 0 0,0 0 0,0 1 0,0-1 0,1 0 0,-1 0 0,0 0 0,0 0 0,0-1 0,0 1 0,0 0 0,0 0 0,1-1 0,-1 1 0,0 0 0,0-1 0,0 1 0,1-2 0,1 1 0,1-1 0,-1 0 0,1-1 0,-1 1 0,0 0 0,0-1 0,0 0 0,0 0 0,-1 0 0,4-4 0,6-11 0,64-116 0,-69 120 0,-1 0 0,-1 0 0,0-1 0,-1 0 0,0 0 0,-2 0 0,3-29 0,-5 43 0,0 0 0,1 0 0,-1 0 0,0 0 0,0 0 0,0 0 0,0 0 0,0 0 0,0-1 0,-1 1 0,1 0 0,0 0 0,0 0 0,-1 0 0,1 1 0,-1-1 0,1 0 0,-1 0 0,1 0 0,-1 0 0,1 0 0,-1 0 0,0 1 0,0-1 0,-1-1 0,1 2 0,0 0 0,0 0 0,-1 1 0,1-1 0,0 0 0,0 0 0,0 1 0,0-1 0,0 1 0,0-1 0,0 1 0,0 0 0,0-1 0,0 1 0,0 0 0,0 0 0,1-1 0,-2 3 0,-7 6 0,1 1 0,-13 20 0,5-2 0,1 1 0,2 0 0,1 1 0,-14 52 0,20-60 0,2 0 0,0 0 0,2 1 0,0-1 0,1 1 0,2-1 0,4 36 0,-4-54 5,0 1 1,0-1-1,0 1 1,0-1-1,1 1 1,0-1-1,0 0 0,0 0 1,1 0-1,-1 0 1,1 0-1,0-1 1,0 1-1,0-1 0,0 1 1,1-1-1,-1 0 1,7 3-1,-7-4-26,1-1-1,0 1 1,-1-1-1,1 0 1,0 0-1,-1-1 1,1 1-1,0-1 1,0 0-1,0 0 1,0 0-1,-1 0 1,1-1-1,0 1 1,0-1-1,-1 0 1,1 0-1,0-1 1,-1 1-1,1-1 1,-1 1-1,0-1 1,4-3-1,25-16-8358,17-10-8832,-13 15 12581,-4 6 2912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3.820"/>
    </inkml:context>
    <inkml:brush xml:id="br0">
      <inkml:brushProperty name="width" value="0.035" units="cm"/>
      <inkml:brushProperty name="height" value="0.035" units="cm"/>
    </inkml:brush>
  </inkml:definitions>
  <inkml:trace contextRef="#ctx0" brushRef="#br0">530 1 284,'-23'1'2565,"-41"5"1,37-1 1442,1 1 0,1 1 0,0 2 0,0 0 0,-47 25 0,11 7-708,43-26-3300,1 0 0,1 1 0,0 1 0,1 0 0,1 1 0,1 1 0,0 0 0,-11 25 0,18-33 0,1 1 0,0 1 0,0-1 0,1 1 0,1-1 0,0 1 0,1 0 0,1 1 0,0-1 0,0 0 0,1 0 0,1 0 0,0 0 0,1 0 0,6 21 0,-7-30-176,0 0 0,1 0 0,0 0 0,-1 0 0,1-1 0,1 1 0,-1-1 0,0 1 0,1-1 0,0 0 0,0 0 0,0 0 0,0 0 0,0-1 0,0 1 0,1-1 0,-1 0 0,1 0 0,0 0 0,0 0 0,-1-1 0,1 0 0,0 1 0,0-1 0,0-1 0,1 1 0,6 0 0,6-1-1422,-1-1 0,0-1 0,0 0 0,0-2 1,29-8-1,22-12-10431,-3-8 7321,-19 5 3373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4.135"/>
    </inkml:context>
    <inkml:brush xml:id="br0">
      <inkml:brushProperty name="width" value="0.035" units="cm"/>
      <inkml:brushProperty name="height" value="0.035" units="cm"/>
    </inkml:brush>
  </inkml:definitions>
  <inkml:trace contextRef="#ctx0" brushRef="#br0">158 1 308,'4'3'12591,"-6"7"-2799,-4-1-6329,-44 36-69,35-33-2859,1 0 1,0 0 0,1 2 0,1-1 0,-15 22 0,26-33-536,0-1 0,0 1 0,0 0 0,0 0 0,1 0 0,-1-1 0,0 1 0,1 0 0,-1 0 0,1 0 0,0 0 0,-1 0 0,1 0 0,0 0 0,0 0 0,1 0 0,-1 0 0,0 0 0,1 0 0,-1 0 0,2 3 0,-1-4 0,-1 0 0,1 0 0,0 1 0,0-1 0,1 0 0,-1 0 0,0-1 0,0 1 0,0 0 0,1 0 0,-1 0 0,0-1 0,1 1 0,-1-1 0,1 1 0,-1-1 0,0 0 0,1 1 0,-1-1 0,1 0 0,-1 0 0,1 0 0,-1 0 0,1 0 0,-1 0 0,1-1 0,-1 1 0,3-1 0,48-11 0,-18 4 0,49-5 0,-73 13 0,0 1 0,1 1 0,-1 0 0,0 0 0,0 1 0,0 0 0,-1 1 0,1 0 0,15 9 0,-19-9 0,1 1 0,-1 1 0,0-1 0,0 1 0,0 0 0,-1 1 0,0-1 0,0 1 0,4 7 0,-3-4 0,-1-1-3685,9-16-13845,4-19 10131,-2-20 4097,-10 18 2599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4.305"/>
    </inkml:context>
    <inkml:brush xml:id="br0">
      <inkml:brushProperty name="width" value="0.035" units="cm"/>
      <inkml:brushProperty name="height" value="0.035" units="cm"/>
    </inkml:brush>
  </inkml:definitions>
  <inkml:trace contextRef="#ctx0" brushRef="#br0">0 380 104,'3'-91'2243,"-4"0"3483,-1 6 3288,5 0 3787,-3 84-12663,-1-1-1,2 1 1,-1-1-1,0 1 1,0-1-1,0 0 1,1 1-1,-1-1 1,0 1-1,1-1 1,0 1-1,-1 0 1,1-1-1,0 1 1,0 0-1,1-3 1,4 8 287,-1 15-313,-1 61-112,-3 1 0,-12 109 0,-2 39 0,13-176 0,2-56-2605,11-30-17325,-9 21 14638,5-17 2176,6-6 1608</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4.475"/>
    </inkml:context>
    <inkml:brush xml:id="br0">
      <inkml:brushProperty name="width" value="0.035" units="cm"/>
      <inkml:brushProperty name="height" value="0.035" units="cm"/>
    </inkml:brush>
  </inkml:definitions>
  <inkml:trace contextRef="#ctx0" brushRef="#br0">0 82 244,'8'-24'1403,"3"-11"4923,-1 16 6686,-9 19-12909,-1 0 1,0-1 0,0 1-1,0 0 1,0 0 0,0-1-1,0 1 1,1 0 0,-1 0-1,0 0 1,0 0 0,0-1-1,0 1 1,1 0 0,-1 0-1,0 0 1,0 0-1,0 0 1,1 0 0,-1-1-1,0 1 1,0 0 0,1 0-1,-1 0 1,0 0 0,0 0-1,1 0 1,-1 0 0,0 0-1,0 0 1,1 0 0,-1 0-1,0 0 1,0 0 0,1 0-1,-1 1 1,0-1 0,0 0-1,0 0 1,1 0 0,-1 0-1,0 0 1,7 13 3654,-1 15-195,-4 8-3563,-1 1 0,-6 52 0,1-9 0,1 2 0,-20 125 0,18-194-4904,3-9 196,4-19-13798,9 0 16433,-8 11 859,12-14-84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4.815"/>
    </inkml:context>
    <inkml:brush xml:id="br0">
      <inkml:brushProperty name="width" value="0.035" units="cm"/>
      <inkml:brushProperty name="height" value="0.035" units="cm"/>
    </inkml:brush>
  </inkml:definitions>
  <inkml:trace contextRef="#ctx0" brushRef="#br0">88 388 168,'-17'13'2719,"8"-6"1733,1 1-1,-1 0 1,-10 13 0,17-19-3483,0 1 1,1-1 0,-1 1-1,1-1 1,0 1 0,-1 0-1,1 0 1,0 0 0,0 5-1,3 15 1404,-1-22-2373,0 0 0,0 1 0,0-1 0,-1 0 0,1 0 0,0 0 0,0 0 0,0 0 0,1 0 0,-1 0 0,0-1 0,0 1 0,0 0 0,1-1 0,-1 1 0,0 0 0,1-1 0,-1 0 0,0 1 0,1-1 0,-1 0 0,1 0 0,-1 0 0,1 1 0,-1-2 0,0 1 0,1 0 0,-1 0 0,1 0 0,-1-1 0,0 1 0,1 0 0,1-2 0,4 0 0,0-1 0,0 1 0,0-1 0,13-8 0,-8 1 0,0 1 0,0-2 0,-1 0 0,0 0 0,-1-1 0,-1 0 0,0 0 0,14-27 0,-11 16 0,-1-1 0,-1 0 0,-1-1 0,8-37 0,-14 47 0,-1-1 0,0 1 0,-1 0 0,-1 0 0,-1-23 0,0 34 0,1-1 0,-1 1 0,0-1 0,0 1 0,0 0 0,0-1 0,-1 1 0,0 0 0,0 0 0,0 0 0,0 0 0,0 0 0,-1 0 0,0 1 0,0-1 0,0 1 0,0 0 0,-1 0 0,1 0 0,-1 0 0,1 0 0,-8-3 0,8 5 0,-1 0 0,1 1 0,-1-1 0,1 1 0,-1 0 0,0-1 0,1 1 0,-1 1 0,1-1 0,-1 1 0,1-1 0,-1 1 0,1 0 0,-1 0 0,1 1 0,-1-1 0,1 1 0,0-1 0,0 1 0,0 0 0,0 0 0,0 0 0,0 1 0,1-1 0,-1 1 0,1 0 0,-3 3 0,-5 5 0,1 2 0,0-1 0,1 1 0,0 0 0,-6 16 0,0 4 0,2 0 0,1 0 0,1 1 0,2 1 0,2-1 0,1 1 0,1 1 0,3 54 0,2-73 0,1 0 0,0-1 0,6 20 0,-7-32 0,0 0 0,0 0 0,1-1 0,-1 1 0,1 0 0,-1-1 0,1 1 0,1-1 0,-1 0 0,0 0 0,1 0 0,-1 0 0,1 0 0,0 0 0,0-1 0,0 1 0,0-1 0,1 0 0,4 3 0,-5-5 0,1 1 0,-1-1 0,0 0 0,0 0 0,1 0 0,-1 0 0,0 0 0,0-1 0,1 1 0,-1-1 0,0 0 0,0 0 0,0 0 0,0-1 0,0 1 0,0-1 0,-1 1 0,6-5 0,4-3 0,0-1 0,17-18 0,12-17-4499,46-71-18784,-60 79 20092,2-3 1697</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5.146"/>
    </inkml:context>
    <inkml:brush xml:id="br0">
      <inkml:brushProperty name="width" value="0.035" units="cm"/>
      <inkml:brushProperty name="height" value="0.035" units="cm"/>
    </inkml:brush>
  </inkml:definitions>
  <inkml:trace contextRef="#ctx0" brushRef="#br0">263 34 716,'-1'-14'3876,"-9"-6"19254,10 21-22935,-5 17 4651,-8 200-4846,8-93 0,-6 170 0,10-278 0,1 0 0,1 0 0,0 0 0,1-1 0,1 1 0,7 24 0,-6-37 0,-2-13 0,-1-14 0,-1 21 0,0 0 0,0 0 0,0 0 0,-1-1 0,1 1 0,-1 0 0,1 0 0,-1 0 0,0 0 0,0 0 0,0 0 0,0 1 0,0-1 0,0 0 0,-1 0 0,1 1 0,0-1 0,-1 1 0,1-1 0,-1 1 0,0 0 0,0-1 0,1 1 0,-1 0 0,0 0 0,0 0 0,0 0 0,0 1 0,0-1 0,0 1 0,0-1 0,0 1 0,-1-1 0,1 1 0,0 0 0,0 0 0,-4 1 0,0-1 0,-1 2 0,1-1 0,0 1 0,-1 0 0,1 0 0,0 0 0,0 1 0,1 0 0,-1 0 0,1 1 0,-9 6 0,4-1 0,0 1 0,1 1 0,0 0 0,1 0 0,0 0 0,0 1 0,-9 22 0,12-25 0,1 1 0,1-1 0,0 1 0,0 0 0,1 0 0,0 0 0,0 0 0,2 1 0,-1-1 0,1 0 0,2 14 0,-2-23 0,0 1 0,0-1 0,0 1 0,0-1 0,1 1 0,-1-1 0,0 1 0,1-1 0,0 1 0,-1-1 0,1 0 0,0 1 0,-1-1 0,1 0 0,0 0 0,0 1 0,0-1 0,0 0 0,0 0 0,1 0 0,-1 0 0,0-1 0,0 1 0,1 0 0,-1 0 0,0-1 0,1 1 0,-1-1 0,1 1 0,-1-1 0,1 1 0,2-1 0,-2 0 0,0-1 0,1 1 0,-1-1 0,0 1 0,1-1 0,-1 0 0,0 0 0,0 0 0,0 0 0,0-1 0,0 1 0,0 0 0,0-1 0,0 0 0,-1 1 0,1-1 0,0 0 0,-1 0 0,3-3 0,13-28-3957,1-20-10084,-6 18 5674,-3 12 5565,4-1 114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6.722"/>
    </inkml:context>
    <inkml:brush xml:id="br0">
      <inkml:brushProperty name="width" value="0.035" units="cm"/>
      <inkml:brushProperty name="height" value="0.035" units="cm"/>
    </inkml:brush>
  </inkml:definitions>
  <inkml:trace contextRef="#ctx0" brushRef="#br0">350 5 912,'0'0'296,"-1"0"0,1-1 0,0 1 1,0 0-1,0-1 0,-1 1 0,1 0 0,0 0 0,0-1 0,-1 1 0,1 0 0,0 0 1,0 0-1,-1-1 0,1 1 0,0 0 0,-1 0 0,1 0 0,0 0 0,-1 0 0,1-1 1,0 1-1,-1 0 0,1 0 0,0 0 0,-1 0 0,1 0 0,0 0 0,-1 0 0,1 0 1,0 0-1,-1 1 0,1-1 0,0 0 0,-1 0 0,-8 13 6645,-4 29 817,11-34-6129,-14 69-43,4 1 0,-4 103 0,13-132-1481,2 76-105,2-122-229,0-5-463,-1 2 580,-1-1-1,1 1 1,0-1 0,0 1 0,-1-1 0,1 1 0,0-1 0,0 1 0,-1-1 0,1 1 0,-1 0 0,1-1 0,0 1 0,-1 0 0,1-1 0,-1 1 0,1 0-1,-1-1 1,1 1 0,-1 0 0,1 0 0,-1-1 0,1 1 0,-1 0 0,-18-10-10493,1-4 3587,-4-8 2124,-8-11 1682,19 20 2142,-2-3 781,0 0 0,2 0 1,0-1-1,-16-34 0,-20-73 4132,23 54 2955,20 61-4325,-4-16 9109,12 19-6449,11 10-2996,4 4-2259,1-1-1,0 0 1,1-1-1,0-2 1,-1 0 0,1-1-1,1-1 1,-1-1-1,0-1 1,40-4 0,-36 0-346,-1-1 0,-1-2 0,1 0 1,-1-1-1,0-1 0,-1-1 0,0-2 1,0 0-1,22-17 0,-40 26-2738,16 11-19495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7.320"/>
    </inkml:context>
    <inkml:brush xml:id="br0">
      <inkml:brushProperty name="width" value="0.035" units="cm"/>
      <inkml:brushProperty name="height" value="0.035" units="cm"/>
    </inkml:brush>
  </inkml:definitions>
  <inkml:trace contextRef="#ctx0" brushRef="#br0">86 184 156,'-6'44'5318,"-15"22"11533,9-32-9463,3-1-4338,2 0-3050,-10 40 0,17-81 0,0 1 0,0-1 0,-1 1 0,1 0 0,-4-13 0,-1-17 0,2-62 0,14-140 0,-11 238 0,0-1 0,0 1 0,0 0 0,0-1 0,1 1 0,-1-1 0,0 1 0,1 0 0,-1-1 0,1 1 0,0 0 0,-1-1 0,1 1 0,0 0 0,0 0 0,0 0 0,0 0 0,0 0 0,0 0 0,0 0 0,0 0 0,0 0 0,1 0 0,-1 0 0,0 1 0,0-1 0,1 0 0,-1 1 0,1 0 0,1-1 0,3 0 0,0 1 0,1 0 0,-1 0 0,0 0 0,12 3 0,-7-1 0,-4-1-454,-1 1 1,1 0-1,-1 0 1,1 0-1,8 5 1,-7-2-845,1 0 1,-1 1-1,0 0 0,0 1 1,0 0-1,-1 0 1,0 1-1,-1-1 1,8 12-1,18 33-10209,-7 6 8789,-23-51 3992,0 1 0,0 0 0,-1-1 0,0 1 0,0 14 0,-1-17 683,-1 1 1,1-1-1,-1 1 1,-1-1-1,1 0 1,-1 1 0,0-1-1,0 0 1,-3 5-1,4-8-1733,-4 13 1777,25-20-1523,-4 0-478,-1 0 0,0-2 0,0 0 0,0-1 0,20-14 0,-29 18 0,-1 0 0,1 0 0,-1-1 0,0 0 0,0 0 0,0-1 0,-1 1 0,0-1 0,0 0 0,0 0 0,-1 0 0,1-1 0,-2 1 0,1-1 0,1-7 0,-3 11 0,-1 0 0,1 0 0,-1 0 0,0 0 0,0 0 0,-1 0 0,1 0 0,-1 0 0,1 0 0,-1 0 0,0 0 0,0 0 0,0 1 0,0-1 0,-1 0 0,-1-3 0,2 5 0,0 0 0,0 0 0,0 0 0,0 1 0,0-1 0,0 0 0,-1 0 0,1 0 0,0 1 0,0-1 0,-1 1 0,1-1 0,0 1 0,0-1 0,-1 1 0,1 0 0,-1 0 0,1-1 0,0 1 0,-1 0 0,1 0 0,0 1 0,-1-1 0,1 0 0,-1 0 0,1 1 0,0-1 0,0 0 0,-1 1 0,1-1 0,0 1 0,0 0 0,-1 0 0,1-1 0,0 1 0,-2 2 0,-6 4 0,0 1 0,0 1 0,1-1 0,0 1 0,1 1 0,0 0 0,0-1 0,1 2 0,1-1 0,0 1 0,-6 17 0,2-2 0,1 0 0,2 0 0,1 1 0,-2 27 0,6-46 0,0 0 0,1 0 0,0 0 0,1 0 0,0 0 0,0 0 0,1-1 0,2 10 0,-3-15 0,0 0 0,0 0 0,0 0 0,0 0 0,0 0 0,0 0 0,0-1 0,1 1 0,-1 0 0,1-1 0,-1 1 0,1-1 0,0 1 0,-1-1 0,1 0 0,0 0 0,0 0 0,0 0 0,0 0 0,0 0 0,0 0 0,0-1 0,1 1 0,-1-1 0,0 1 0,0-1 0,0 0 0,1 0 0,-1 0 0,0 0 0,0 0 0,0-1 0,3 0 0,10-3-867,0-1 0,0-1 0,-1 0 1,0-1-1,0-1 0,16-12 0,25-12-4237,-36 21-3161,30-22 0,-10 5 4545,-10 11 2587</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8.434"/>
    </inkml:context>
    <inkml:brush xml:id="br0">
      <inkml:brushProperty name="width" value="0.035" units="cm"/>
      <inkml:brushProperty name="height" value="0.035" units="cm"/>
    </inkml:brush>
  </inkml:definitions>
  <inkml:trace contextRef="#ctx0" brushRef="#br0">163 174 80,'7'-5'749,"21"-18"1749,-18 10 3898,-8-1 6894,-2 13-12986,-1 0-1,0 0 0,0 0 0,0 0 0,0 0 0,0 1 0,0-1 0,0 0 0,0 0 1,0 1-1,0-1 0,0 1 0,-1-1 0,1 1 0,0-1 0,0 1 0,-1 0 1,1 0-1,0 0 0,-2-1 0,-29 0 3081,26 2-3384,-1 0 0,0 1 0,1 0 0,-1 0 0,1 1 0,0 0 0,0 0 0,0 0 0,0 1 0,0 0 0,1 0 0,-1 0 0,1 1 0,0 0 0,1 0 0,-1 0 0,1 1 0,0-1 0,-5 11 0,3-7 0,1 1 0,0 0 0,1 0 0,0 1 0,1-1 0,0 1 0,1-1 0,0 1 0,0 0 0,1 0 0,1 19 0,0-29 0,0 1 0,0-1 0,0 1 0,0-1 0,0 0 0,0 1 0,1-1 0,-1 1 0,1-1 0,-1 0 0,1 1 0,-1-1 0,1 0 0,0 1 0,0-1 0,-1 0 0,1 0 0,0 0 0,0 0 0,0 0 0,0 0 0,1 0 0,0 1 0,0-2 0,-1 1 0,1-1 0,0 0 0,-1 0 0,1 0 0,-1 0 0,1 0 0,-1 0 0,1 0 0,0 0 0,-1-1 0,1 1 0,-1-1 0,1 1 0,-1-1 0,0 0 0,3-1 0,3-2 0,1-1 0,-1-1 0,0 1 0,0-1 0,-1 0 0,8-10 0,3-8 0,18-33 0,-2 3 0,-33 52 0,1 1 0,-1 0 0,1 0 0,-1 0 0,1 0 0,0 0 0,-1 0 0,1 0 0,0 1 0,0-1 0,0 0 0,-1 0 0,1 0 0,0 1 0,0-1 0,0 0 0,0 1 0,0-1 0,0 1 0,1-1 0,-1 1 0,0 0 0,0 0 0,0-1 0,0 1 0,0 0 0,1 0 0,-1 0 0,0 0 0,0 0 0,0 0 0,0 0 0,1 1 0,-1-1 0,0 0 0,0 1 0,0-1 0,0 1 0,0-1 0,0 1 0,0-1 0,0 1 0,0 0 0,0-1 0,0 1 0,0 0 0,0 0 0,0 1 0,6 6 0,-1 0 0,0 1 0,-1 0 0,7 15 0,-4-8 0,7 13 0,-11-20 0,0 0 0,0 0 0,2-1 0,-1 1 0,1-1 0,0 0 0,0 0 0,10 7 0,-15-14 4,0 0-1,0-1 1,0 1 0,0-1-1,0 1 1,0-1 0,1 0 0,-1 1-1,0-1 1,0 0 0,0 0-1,1 0 1,-1 0 0,0 0-1,0 0 1,1 0 0,-1 0-1,0 0 1,0-1 0,0 1-1,1 0 1,-1-1 0,0 1-1,0-1 1,0 0 0,0 1 0,0-1-1,0 0 1,0 1 0,0-1-1,0 0 1,0 0 0,0 0-1,-1 0 1,1 0 0,0 0-1,0-2 1,5-6-288,0 1-1,-1-1 1,6-15-1,-8 16-406,17-24-12109,5 2 3970,32-24 557,-21 22 7654,6-4 850,-3 4 1978,-16 8 3644,-6 3 3309,-4-1 5062,-51 76-13590,25-38-651,0 1 0,2 0 0,0 0 0,1 1 0,-11 27 0,20-42 17,0-1 0,1 1 0,0 0 0,-1-1 0,1 1 0,0 0 0,0-1 0,1 1 0,-1-1 0,0 1 0,1 0 0,0-1 0,-1 1 0,1-1 0,0 1 0,2 2 0,28 37 0,-27-38 0,-1 0 0,1 0 0,0 0 0,-1 0 0,0 1 0,0 0 0,-1-1 0,1 1 0,-1 0 0,0 1 0,2 9 0,-3-10 0,0 0 0,-1 0 0,0 0 0,0 0 0,0 0 0,-1 0 0,0 0 0,0 0 0,0 0 0,0 0 0,-1-1 0,0 1 0,0 0 0,0-1 0,0 0 0,-1 1 0,0-1 0,0 0 0,0 0 0,0 0 0,-1-1 0,1 1 0,-1-1 0,0 0 0,0 0 0,0 0 0,-1-1 0,1 1 0,-1-1 0,1 0 0,-1 0 0,0-1 0,1 1 0,-1-1 0,0 0 0,0 0 0,0-1 0,0 0 0,0 1 0,0-2 0,0 1 0,0 0 0,0-1 0,0 0 0,0 0 0,0-1 0,0 0 0,-6-3 0,4 2 25,0 0 0,1-1 0,0 0 0,0 0 1,0-1-1,-8-8 0,13 12-80,-1 0 0,0 0 0,1-1 1,0 1-1,-1-1 0,1 0 0,0 1 0,0-1 0,-1 0 1,1 0-1,1 0 0,-1 0 0,0 1 0,0-1 0,1 0 1,-1-1-1,1 1 0,0 0 0,-1 0 0,1 0 0,0 0 1,0 0-1,0 0 0,1 0 0,-1 0 0,0 0 0,2-3 1,-1 3-1087,1 1 0,-1-1 0,1 0 0,0 0 1,-1 1-1,1-1 0,0 1 0,0 0 0,0-1 1,0 1-1,0 0 0,1 0 0,-1 1 0,3-2 1,39-8-6333,-21 5 5452,55-21 473,-6 1 4169,-54 20 1846,37-6 0,-51 11-4019,0-1-1,0 1 0,0 0 0,0 0 0,0 1 0,0-1 1,0 1-1,0 0 0,-1 0 0,1 0 0,0 0 0,0 1 1,-1 0-1,1-1 0,-1 1 0,0 0 0,0 1 1,1-1-1,-1 1 0,0-1 0,3 6 0,0-1 568,-1 1 0,0 0 0,0 0 0,-1 0 0,0 1 0,0 0 0,4 17 0,0 9-1015,5 62 0,2 12 0,-14-109 0,-1 0 0,0 1 0,0-1 0,0 0 0,1 0 0,-1 1 0,0-1 0,0 0 0,1 0 0,-1 0 0,0 1 0,0-1 0,1 0 0,-1 0 0,0 0 0,1 0 0,-1 0 0,0 0 0,1 1 0,-1-1 0,0 0 0,1 0 0,-1 0 0,0 0 0,1 0 0,-1 0 0,0 0 0,1 0 0,-1-1 0,0 1 0,1 0 0,-1 0 0,0 0 0,0 0 0,1 0 0,-1 0 0,0-1 0,1 1 0,-1 0 0,0 0 0,0 0 0,1-1 0,-1 1 0,0 0 0,0 0 0,0-1 0,1 1 0,-1 0 0,0-1 0,0 1 0,0-1 0,14-13 0,3-9 0,-3 5 0,0 0 0,1 0 0,31-26 0,-45 43 0,0 0 0,1 0 0,-1 0 0,0 1 0,1-1 0,-1 0 0,1 1 0,-1 0 0,1-1 0,-1 1 0,1 0 0,0 0 0,-1-1 0,1 1 0,-1 0 0,1 1 0,-1-1 0,1 0 0,-1 0 0,1 1 0,-1-1 0,1 1 0,-1-1 0,1 1 0,-1 0 0,0-1 0,1 1 0,-1 0 0,0 0 0,1 0 0,-1 0 0,0 0 0,0 0 0,1 2 0,3 2 0,-1 0 0,0 0 0,-1 1 0,1-1 0,-1 1 0,5 11 0,-5-10 0,1-1 0,0 0 0,1 0 0,-1 0 0,1 0 0,1-1 0,-1 0 0,1 0 0,0 0 0,0-1 0,6 4 0,20 17 0,-32-25 0,0 0 0,0 1 0,1-1 0,-1 0 0,0 1 0,1-1 0,-1 0 0,0 1 0,1-1 0,-1 0 0,0 0 0,1 0 0,-1 1 0,0-1 0,1 0 0,-1 0 0,1 0 0,-1 0 0,1 0 0,-1 0 0,0 1 0,1-1 0,-1 0 0,1 0 0,-1 0 0,1-1 0,-1 1 0,0 0 0,1 0 0,-1 0 0,1 0 0,-1 0 0,0 0 0,1-1 0,-1 1 0,1 0 0,-1 0 0,0 0 0,1-1 0,-27-23 0,22 20 0,1-1 0,-1 0 0,1 0 0,0 0 0,0 0 0,0 0 0,1-1 0,0 1 0,0-1 0,0 0 0,1 1 0,0-1 0,0 0 0,0 0 0,1 0 0,0 0 0,1-9 0,0-7 0,2-1 0,0 1 0,9-27 0,-9 35 0,1 1 0,1 0 0,0 0 0,1 0 0,0 0 0,13-17 0,-13 22 0,0 1 0,1 0 0,0 0 0,0 0 0,1 1 0,-1 0 0,2 0 0,-1 1 0,0 0 0,12-5 0,-18 9-179,1-1 1,0 1-1,0 0 0,0 0 0,0 0 1,0 0-1,0 1 0,0-1 0,0 1 1,6 0-1,-7 0-258,0 1 0,0 0 0,1 0 0,-1 0 0,0 0 0,0 0 0,0 1 0,0-1 0,0 0 0,0 1 0,0 0 0,-1-1 0,1 1 0,2 3 0,21 17-15114,4-4 9488,1-5 3995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8.637"/>
    </inkml:context>
    <inkml:brush xml:id="br0">
      <inkml:brushProperty name="width" value="0.035" units="cm"/>
      <inkml:brushProperty name="height" value="0.035" units="cm"/>
    </inkml:brush>
  </inkml:definitions>
  <inkml:trace contextRef="#ctx0" brushRef="#br0">592 0 276,'16'13'16566,"-19"1"-3946,-2-4-9319,-19 26-3301,-2 0 0,-1-2 0,-1-1 0,-35 30 0,36-36 0,-8 10 0,-1-2 0,-2-2 0,-2-2 0,-1-1 0,-48 26 0,83-52-429,-1-1 0,0-1 0,1 1 0,-1-1 0,0 0 0,-1-1 0,-7 1 0,13-1 121,-1-1 0,1 0 0,0 0 0,-1 0 0,1 0 0,0 0 0,-1-1 0,1 1 0,0-1 0,0 0 1,-1 1-1,1-1 0,0 0 0,0 0 0,0 0 0,0-1 0,0 1 0,0 0 0,0-1 0,1 1 0,-1-1 0,0 0 0,1 1 0,-1-1 0,0-2 0,-5-15-11283,6-11 4334,3 4 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8.778"/>
    </inkml:context>
    <inkml:brush xml:id="br0">
      <inkml:brushProperty name="width" value="0.035" units="cm"/>
      <inkml:brushProperty name="height" value="0.035" units="cm"/>
    </inkml:brush>
  </inkml:definitions>
  <inkml:trace contextRef="#ctx0" brushRef="#br0">0 21 928,'12'-18'5863,"-11"18"-5476,-1-1 1,0 1-1,1 0 1,-1 0-1,1 0 1,-1-1 0,0 1-1,1 0 1,-1 0-1,0 0 1,1 0-1,-1 0 1,1 0 0,-1 0-1,0 0 1,1 0-1,-1 0 1,1 0-1,-1 0 1,0 0 0,1 0-1,-1 0 1,1 0-1,-1 0 1,0 1 0,1-1-1,12 15 11912,-6 2-9090,-3-8-3209,25 50 0,-26-55 0,-1 0 0,0-1 0,1 1 0,0-1 0,0 0 0,0 0 0,0 0 0,0 0 0,1-1 0,-1 1 0,1-1 0,7 4 0,-6-5-1973,4-1-5589,-4 0 2915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9.345"/>
    </inkml:context>
    <inkml:brush xml:id="br0">
      <inkml:brushProperty name="width" value="0.035" units="cm"/>
      <inkml:brushProperty name="height" value="0.035" units="cm"/>
    </inkml:brush>
  </inkml:definitions>
  <inkml:trace contextRef="#ctx0" brushRef="#br0">160 65 456,'30'-20'5062,"-15"11"927,0 1 1,1 1-1,22-7 0,-9 7-2701,-29 7-3288,0 0 0,-1 1 0,1-1 0,0 0 0,0 0 0,0 0 0,0 0 0,0 0 0,0 0 0,0 0 0,0 0 0,0 0 0,0 0 0,-1 1 0,1-1 0,0 0 0,0 0 0,0 0 0,0 0 0,0 0 0,0 0 0,0 0 0,0 1 0,0-1 0,0 0 0,0 0 0,0 0 0,0 0 0,0 0 0,0 0 0,0 1 0,0-1 0,0 0 0,0 0 0,0 0 0,1 0 0,-1 0 0,0 0 0,0 0 0,0 0 0,0 1 0,0-1 0,0 0 0,0 0 0,0 0 0,0 0 0,0 0 0,1 0 0,-1 0 0,0 0 0,0 0 0,0 0 0,0 0 0,0 0 0,0 0 0,0 0 0,1 0 0,-1 0 0,0 1 0,0-1 0,0 0 0,0-1 0,-15 16 0,-22 15 0,10-11 0,0 1 0,2 1 0,0 1 0,2 2 0,-37 46 0,58-69 0,1 0 0,0 0 0,0 0 0,1 1 0,-1-1 0,0 0 0,0 1 0,1-1 0,-1 0 0,0 1 0,1-1 0,0 1 0,-1-1 0,1 1 0,0 0 0,0-1 0,0 1 0,0-1 0,0 1 0,0-1 0,0 1 0,0 0 0,1-1 0,-1 1 0,1-1 0,-1 1 0,1-1 0,-1 0 0,1 1 0,0-1 0,0 0 0,0 1 0,0-1 0,1 2 0,4 1 0,0 0 0,1 0 0,-1-1 0,0 0 0,1 0 0,11 3 0,-12-4 0,0 0 0,1 1 0,-1 0 0,0 0 0,10 7 0,-15-10 0,-1 0 0,1 1 0,-1-1 0,0 1 0,1-1 0,-1 1 0,0-1 0,1 1 0,-1-1 0,0 1 0,0-1 0,1 1 0,-1-1 0,0 1 0,0 0 0,0-1 0,0 1 0,0-1 0,0 1 0,0 0 0,0-1 0,0 1 0,0-1 0,0 1 0,0-1 0,0 1 0,0 0 0,0-1 0,-1 1 0,1-1 0,0 1 0,0-1 0,-1 1 0,1-1 0,0 1 0,-1-1 0,1 1 0,-1-1 0,1 1 0,-1-1 0,1 0 0,0 1 0,-1-1 0,0 0 0,1 1 0,-1-1 0,1 0 0,-1 0 0,1 0 0,-2 1 0,0 0 0,-1 0 0,0 1 0,1-1 0,-1 0 0,0-1 0,0 1 0,0 0 0,0-1 0,-3 0 0,-3 0 0,0-1 0,0-1 0,0 0 0,1 0 0,-1 0 0,1-1 0,-16-8 0,22 10-294,0 0 0,1 1 1,-1-1-1,0 0 0,0 1 0,0 0 1,0-1-1,0 1 0,0 0 0,0 0 1,0 0-1,0 0 0,1 0 0,-4 1 1,-8 0-3998,31 1-18324,0-6 21352</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9.699"/>
    </inkml:context>
    <inkml:brush xml:id="br0">
      <inkml:brushProperty name="width" value="0.035" units="cm"/>
      <inkml:brushProperty name="height" value="0.035" units="cm"/>
    </inkml:brush>
  </inkml:definitions>
  <inkml:trace contextRef="#ctx0" brushRef="#br0">186 21 320,'29'-21'27245,"-29"22"-27002,0 21 4712,-3 16-4955,-1 26 0,-3 1 0,-21 85 0,28-149-3,0 0-1,0-1 1,0 1-1,0 0 1,-1 0 0,1 0-1,0 0 1,-1 0-1,1-1 1,-1 1 0,1 0-1,-1 0 1,1 0 0,-1-1-1,0 1 1,1 0-1,-1-1 1,0 1 0,1-1-1,-1 1 1,0-1-1,-1 1 1,1-1-12,1 0-1,-1 0 1,0 0-1,0 0 1,0 0-1,1 0 1,-1-1-1,0 1 1,0 0-1,1-1 1,-1 1-1,0 0 1,1-1-1,-1 1 1,0-1-1,1 1 1,-1-1-1,0 1 1,1-1-1,-1 0 1,-6-8-469,1 1 0,0-1-1,-6-12 1,4 6-1064,4 8-1293,0 0 0,1-1 0,-1 0 0,2 1 0,-1-1 0,-1-12 0,-4-12-3015,-6 2 4427,13 29 1578,1 1 0,-1-1 0,1 1 0,0 0 0,-1-1 0,1 1 1,-1-1-1,1 1 0,-1 0 0,1-1 0,-1 1 0,1 0 0,-1 0 0,1-1 0,-1 1 1,1 0-1,-1 0 0,0 0 0,1 0 0,-1-1 0,0 1 0,-1 1 797,1-1 0,-1 0 0,0 1 0,1-1 1,-1 1-1,1-1 0,-1 1 0,0 0 0,1-1 0,-1 1 0,1 0 0,-2 2 0,-17 16 11317,13-7-9045,7-12-3218,0 1 0,0 0 0,1-1 0,-1 1 0,0-1 0,0 1 0,0 0 0,1-1 0,-1 1 0,0 0 0,1-1 0,-1 1 0,1-1 0,-1 1 0,0-1 0,1 1 0,-1-1 0,1 1 0,-1-1 0,1 0 0,0 1 0,-1-1 0,1 0 0,-1 1 0,1-1 0,0 0 0,-1 0 0,1 0 0,0 1 0,-1-1 0,1 0 0,0 0 0,-1 0 0,1 0 0,0 0 0,-1 0 0,1 0 0,1-1 0,30 1 0,46-15 0,156-21 0,-207 35-1777,12 7-5268,14 0-2842,-25-4 794,-1 3 5311,-11-3 2683</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09.980"/>
    </inkml:context>
    <inkml:brush xml:id="br0">
      <inkml:brushProperty name="width" value="0.035" units="cm"/>
      <inkml:brushProperty name="height" value="0.035" units="cm"/>
    </inkml:brush>
  </inkml:definitions>
  <inkml:trace contextRef="#ctx0" brushRef="#br0">105 131 616,'-14'11'11127,"5"-3"-7662,0 1 0,1 0 0,0 1-1,-12 20 1,2 3 231,15-24-3696,-1 0 0,1 0 0,1 0 0,0 0 0,0 1 0,1-1 0,0 0 0,0 1 0,2 14 0,-1-22 0,0 1 0,1-1 0,-1 1 0,1-1 0,-1 1 0,1-1 0,0 1 0,0-1 0,0 1 0,0-1 0,1 0 0,-1 0 0,1 0 0,-1 0 0,1 0 0,0 0 0,-1 0 0,1 0 0,0 0 0,0-1 0,0 1 0,1-1 0,-1 0 0,0 0 0,1 0 0,-1 0 0,0 0 0,1 0 0,-1 0 0,1-1 0,-1 1 0,1-1 0,0 0 0,-1 0 0,1 0 0,-1 0 0,1 0 0,3-1 0,4-1 0,0 0 0,0-1 0,0 0 0,-1 0 0,1-1 0,-1 0 0,0-1 0,0 0 0,-1 0 0,0-1 0,0 0 0,0-1 0,8-7 0,7-11 0,-1 0 0,30-44 0,-43 56 0,-1 0 0,0-1 0,-1 0 0,-1 0 0,6-16 0,-10 25 0,-1 0 0,0 0 0,0 0 0,0 0 0,0 0 0,-1 0 0,1 0 0,-2 0 0,1 0 0,0-1 0,-1 1 0,0 0 0,0 0 0,0 0 0,-1 0 0,0 0 0,0 1 0,-5-10 0,6 13 0,0 0 0,-1 0 0,1 0 0,0-1 0,-1 2 0,1-1 0,-1 0 0,1 0 0,-1 0 0,1 1 0,-1-1 0,0 0 0,1 1 0,-1 0 0,0-1 0,1 1 0,-1 0 0,0 0 0,0 0 0,1 0 0,-1 0 0,0 0 0,0 1 0,-3 0 0,-41 15 0,42-14 0,-42 17 0,1 2 0,1 3 0,-44 31 0,88-55-55,-1 0 1,1 0-1,0 0 0,0 0 1,0 0-1,0 0 0,-1 0 1,1 0-1,0 0 0,0 0 0,0 0 1,0 0-1,-1 1 0,1-1 1,0 0-1,0 0 0,0 0 1,0 0-1,0 0 0,-1 0 1,1 0-1,0 1 0,0-1 1,0 0-1,0 0 0,0 0 0,0 0 1,0 0-1,0 1 0,0-1 1,0 0-1,0 0 0,0 0 1,0 0-1,0 1 0,0-1 1,0 0-1,0 0 0,0 0 1,0 1-1,0-1 0,0 0 1,0 0-1,0 0 0,0 0 0,0 0 1,0 1-1,0-1 0,0 0 1,0 0-1,0 0 0,0 0 1,1 1-1,-1-1 0,0 0 1,14 1-6972,20-4-5947,25-2 5471,-22 3 6010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10.246"/>
    </inkml:context>
    <inkml:brush xml:id="br0">
      <inkml:brushProperty name="width" value="0.035" units="cm"/>
      <inkml:brushProperty name="height" value="0.035" units="cm"/>
    </inkml:brush>
  </inkml:definitions>
  <inkml:trace contextRef="#ctx0" brushRef="#br0">160 93 740,'32'-12'5047,"-25"9"-2411,-1 0 1,0 0-1,0-1 0,0 0 1,0 0-1,-1 0 0,0-1 1,9-8-1,2-11 613,-16 23-3249,1 1 0,-1 0 0,0 0 0,0-1 0,0 1 0,1 0 0,-1 0 0,0-1 0,0 1 0,0 0 0,0-1 0,0 1 0,0 0 0,0-1 0,0 1 0,0 0 0,0-1 0,0 1 0,0 0 0,0-1 0,0 1 0,0 0 0,0 0 0,0-1 0,0 1 0,0 0 0,0-1 0,0 1 0,0 0 0,-1-1 0,1 1 0,0 0 0,0 0 0,0-1 0,-1 1 0,1 0 0,0 0 0,0-1 0,-1 1 0,1 0 0,0 0 0,0 0 0,-1-1 0,-19 0 0,-19 10 0,21-1 0,1 1 0,0 0 0,0 1 0,1 1 0,-23 19 0,30-22 0,1 1 0,0-1 0,0 2 0,1-1 0,0 1 0,0 0 0,1 0 0,0 0 0,1 1 0,-4 13 0,8-22 0,0 0 0,1 0 0,-1 0 0,1 1 0,-1-1 0,1 0 0,0 0 0,0 1 0,0-1 0,0 0 0,1 0 0,-1 1 0,0-1 0,1 0 0,0 0 0,-1 0 0,1 0 0,0 0 0,0 0 0,0 0 0,3 3 0,-2-2 0,1 0 0,0 0 0,0-1 0,1 1 0,-1-1 0,0 0 0,1 0 0,-1 0 0,1-1 0,0 1 0,5 1 0,5 0 0,1 0 0,0 0 0,-1-2 0,1 0 0,21-1 0,5-2-3777,-30 1 1223,0-1 0,0 1 0,1-2 0,-1 1-1,0-2 1,12-5 0,17-8-6518,-18 6 7485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10.434"/>
    </inkml:context>
    <inkml:brush xml:id="br0">
      <inkml:brushProperty name="width" value="0.035" units="cm"/>
      <inkml:brushProperty name="height" value="0.035" units="cm"/>
    </inkml:brush>
  </inkml:definitions>
  <inkml:trace contextRef="#ctx0" brushRef="#br0">75 24 988,'-12'-24'26980,"10"34"-22185,-1 41-4795,-2-1 0,-14 61 0,12-75 0,6-33-8,-8 41-1378,8-41 882,0 1-1,0-1 1,0 0 0,0 1-1,-1-1 1,0 0 0,1 0-1,-1 0 1,-3 3 0,35-11-24517,-12-1 23780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10.714"/>
    </inkml:context>
    <inkml:brush xml:id="br0">
      <inkml:brushProperty name="width" value="0.035" units="cm"/>
      <inkml:brushProperty name="height" value="0.035" units="cm"/>
    </inkml:brush>
  </inkml:definitions>
  <inkml:trace contextRef="#ctx0" brushRef="#br0">200 89 264,'23'-15'5056,"32"-19"19071,-35 24-20811,-18 9-3316,-1 0 0,1-1 0,-1 1 0,1 0 0,0 0 0,-1-1 0,0 1 0,1-1 0,-1 1 0,0-1 0,0 1 0,2-4 0,-5-3 0,-14 7 0,-12 7 0,1 2 0,0 0 0,1 2 0,0 0 0,0 2 0,1 1 0,1 1 0,-43 32 0,66-45 0,-1 1 0,0-1 0,0 0 0,1 1 0,-1 0 0,1-1 0,-1 1 0,1 0 0,0-1 0,-1 1 0,1 0 0,0 0 0,0 0 0,1 0 0,-1 0 0,0 1 0,1-1 0,-1 0 0,1 0 0,-1 0 0,1 1 0,0 1 0,1-1 0,0 0 0,0-1 0,0 1 0,0-1 0,0 1 0,0-1 0,1 1 0,-1-1 0,1 0 0,0 0 0,-1 1 0,1-1 0,0-1 0,0 1 0,3 2 0,4 2 0,0 0 0,-1-1 0,2 0 0,-1-1 0,0 0 0,1 0 0,0-1 0,15 3 0,-14-5-1166,1-1 1,0 0-1,-1-1 0,24-3 0,2-1-4276,-11 4-7627,1 4 6956,-6 0 4315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3:11.104"/>
    </inkml:context>
    <inkml:brush xml:id="br0">
      <inkml:brushProperty name="width" value="0.035" units="cm"/>
      <inkml:brushProperty name="height" value="0.035" units="cm"/>
    </inkml:brush>
  </inkml:definitions>
  <inkml:trace contextRef="#ctx0" brushRef="#br0">485 97 204,'12'-15'2362,"2"-6"6421,9-11 7801,-2 14-11754,-16 14-4830,-4 3 0,-1 1 0,1-1 0,0 0 0,0 1 0,0-1 0,0 1 0,-1 0 0,1-1 0,0 1 0,0 0 0,0-1 0,0 1 0,0 0 0,0 0 0,0 0 0,2 0 0,-44 22 0,10-2 0,0 1 0,1 1 0,2 2 0,-33 34 0,44-41 0,6-8 0,3-1 0,0-1 0,0 1 0,1 0 0,-9 14 0,15-20 0,-1 0 0,1 0 0,0 0 0,1-1 0,-1 1 0,0 0 0,0 1 0,1-1 0,-1 0 0,1 0 0,0 0 0,0 0 0,0 0 0,0 0 0,0 0 0,0 1 0,0-1 0,1 0 0,-1 0 0,1 0 0,-1 0 0,1 0 0,0 0 0,0 0 0,0 0 0,0-1 0,0 1 0,3 3 0,40 37 0,-32-32 0,0 0 0,-1 1 0,15 18 0,-24-26 0,0 0 0,0 0 0,0 1 0,0-1 0,-1 1 0,1-1 0,-1 1 0,0-1 0,0 1 0,0 0 0,0 0 0,-1 0 0,1-1 0,-1 1 0,0 0 0,0 0 0,-1 0 0,0 6 0,-1-7 0,1 1 0,-1-1 0,1 0 0,-1 0 0,0 0 0,0 0 0,-1-1 0,1 1 0,0 0 0,-1-1 0,0 0 0,0 1 0,1-1 0,-1 0 0,0-1 0,-1 1 0,1 0 0,0-1 0,0 0 0,-4 1 0,-11 4 0,1-1 0,-28 4 0,37-8 0,-63 14-3895,40-7-2315,-42 17 0,63-20 3528,0 0 1,0 0 0,0 2 0,-9 6 0,-8 9 299</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4:15.648"/>
    </inkml:context>
    <inkml:brush xml:id="br0">
      <inkml:brushProperty name="width" value="0.035" units="cm"/>
      <inkml:brushProperty name="height" value="0.035" units="cm"/>
    </inkml:brush>
  </inkml:definitions>
  <inkml:trace contextRef="#ctx0" brushRef="#br0">448 44 220,'8'-8'5026,"9"-17"19163,-15 17-20861,-3 7-3328,0 1 0,1 0 0,-1-1 0,0 1 0,1 0 0,-1 0 0,0-1 0,0 1 0,1 0 0,-1 0 0,0 0 0,1 0 0,-1 0 0,0 0 0,0 0 0,1 0 0,-1 0 0,0 1 0,0-1 0,1 0 0,-1 0 0,0 1 0,0 0 0,0-1 0,-10 5 0,-15 6 0,1 1 0,-33 23 0,33-17 0,1 2 0,1 1 0,1 1 0,1 1 0,-32 45 0,51-66 0,0 1 0,0 0 0,0 0 0,1 0 0,-1 0 0,1 0 0,0 1 0,-2 5 0,3-8 0,0 0 0,0 0 0,0 0 0,0 0 0,0 0 0,1 0 0,-1 0 0,0 0 0,1 0 0,-1 0 0,1 0 0,-1 0 0,1 0 0,-1 0 0,1-1 0,0 1 0,-1 0 0,1 0 0,0-1 0,-1 1 0,1 0 0,0-1 0,0 1 0,0-1 0,0 1 0,0-1 0,0 1 0,0-1 0,0 0 0,0 0 0,0 1 0,0-1 0,1 0 0,4 2 0,0 0 0,0 0 0,0 1 0,0-1 0,0 2 0,0-1 0,7 6 0,-11-7 0,1 0 0,-1 0 0,0 1 0,-1-1 0,1 1 0,0-1 0,-1 1 0,1-1 0,-1 1 0,0 0 0,0 0 0,0 0 0,0-1 0,0 1 0,-1 0 0,1 0 0,-1 0 0,0 5 0,-1 5 0,0-1 0,-1 0 0,0 0 0,-1 0 0,-1-1 0,0 1 0,-5 10 0,-43 79 0,45-88 0,3-5 0,-1-1 0,1 1 0,-1-1 0,-1 0 0,1-1 0,-11 10 0,14-14 0,0 0 0,-1-1 0,0 1 0,1 0 0,-1-1 0,0 0 0,0 0 0,1 0 0,-1 0 0,0 0 0,0 0 0,0-1 0,0 1 0,0-1 0,0 0 0,0 0 0,0 0 0,0 0 0,0-1 0,0 1 0,-5-3 0,7 3 0,-3 0 0,0-1 0,0-1 0,0 1 0,0 0 0,0-1 0,1 0 0,-1 0 0,1 0 0,-1 0 0,1-1 0,-1 1 0,1-1 0,-4-4 0,38-3-30915,-9 8 29435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4:15.990"/>
    </inkml:context>
    <inkml:brush xml:id="br0">
      <inkml:brushProperty name="width" value="0.035" units="cm"/>
      <inkml:brushProperty name="height" value="0.035" units="cm"/>
    </inkml:brush>
  </inkml:definitions>
  <inkml:trace contextRef="#ctx0" brushRef="#br0">1 337 1048,'12'2'4080,"9"4"9144,-1 1-1751,-6-5-8535,-7-1-2938,0-1 0,0 0 0,0-1 0,0 0 0,0 0 0,0 0 0,0-1 0,0 0 0,-1 0 0,1-1 0,-1 0 0,1 0 0,-1 0 0,0-1 0,0 0 0,0 0 0,-1 0 0,1-1 0,-1 0 0,0 0 0,-1 0 0,1-1 0,6-11 0,1-10 0,-4 11 0,-1 0 0,6-20 0,-11 30 0,-1-1 0,0 1 0,0 0 0,-1-1 0,1 1 0,-1-1 0,-1 1 0,1-1 0,-3-9 0,1 7 0,-1 0 0,1 1 0,-1-1 0,-1 1 0,0 0 0,0 0 0,0 0 0,-8-9 0,11 15 0,-1 1 0,1-1 0,-1 0 0,1 1 0,-1-1 0,0 1 0,0 0 0,0 0 0,0 0 0,0 0 0,0 0 0,0 0 0,0 0 0,0 0 0,0 1 0,0-1 0,-1 1 0,1 0 0,0 0 0,0 0 0,-1 0 0,1 0 0,0 0 0,0 0 0,-1 1 0,1-1 0,0 1 0,0-1 0,0 1 0,0 0 0,0 0 0,0 0 0,0 0 0,0 1 0,0-1 0,0 0 0,-2 4 0,-6 3 0,0 1 0,1 0 0,0 1 0,1 0 0,0 1 0,1 0 0,0 0 0,0 0 0,1 1 0,1 0 0,0 0 0,1 1 0,-4 15 0,5-18 0,1 1 0,0 0 0,1 1 0,0-1 0,1 0 0,0 0 0,0 0 0,2 1 0,-1-1 0,1 0 0,1 0 0,0-1 0,0 1 0,1-1 0,10 20 0,-11-26 14,0 1 0,0-1 0,0 0 0,1 0 0,-1 0 0,1 0 0,0-1 0,0 1 0,0-1 0,1 0 1,-1 0-1,1-1 0,0 1 0,-1-1 0,1 0 0,0-1 0,0 1 0,1-1 0,-1 0 0,0 0 0,0 0 0,7-1 0,-3 0-129,0-1-1,-1 0 1,1-1 0,-1 0-1,1 0 1,-1-1-1,0 0 1,0 0 0,0-1-1,0 0 1,-1-1 0,0 1-1,7-7 1,-3 3-3124,45-34-17428,-16 18 14490,-14 10 4937</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4:16.205"/>
    </inkml:context>
    <inkml:brush xml:id="br0">
      <inkml:brushProperty name="width" value="0.035" units="cm"/>
      <inkml:brushProperty name="height" value="0.035" units="cm"/>
    </inkml:brush>
  </inkml:definitions>
  <inkml:trace contextRef="#ctx0" brushRef="#br0">194 103 660,'9'-17'3726,"6"-16"8929,-14 30-11270,-1 0 0,1 0 0,0 0 0,-1-1 0,0 1 0,1 0-1,-1 0 1,-1-6 0,1 8-1152,-1 0 0,1 0-1,0-1 1,-1 1 0,1 0 0,-1 0-1,1 0 1,-1 0 0,0-1-1,1 1 1,-1 0 0,0 0-1,-1-1 1,1 2-233,0 0 0,0-1 0,0 1 0,0 0 0,0 0 0,0 0 0,0-1 0,0 1 0,0 0 0,0 0 0,0 1 0,0-1 0,0 0 0,0 0 0,0 0 0,1 1 0,-1-1 0,0 0 0,0 1 0,0-1 0,0 1 0,0-1 0,0 1 0,1-1 0,-1 1 0,-1 1 0,-24 20 0,21-18 0,-13 13 0,1 1 0,0 1 0,1 0 0,1 1 0,-21 37 0,31-48 0,0 1 0,0-1 0,1 1 0,0 0 0,1 0 0,0 0 0,1 1 0,0-1 0,1 0 0,0 1 0,0-1 0,1 1 0,0 0 0,1-1 0,1 1 0,2 11 0,-3-19-268,1 1 1,-1-1-1,1 0 1,0 0-1,0 0 1,0 0-1,0 0 1,0-1-1,1 1 1,-1-1-1,1 1 1,-1-1-1,1 0 1,0 0-1,0 0 1,0 0-1,0-1 1,1 1-1,-1-1 1,5 2-1,-1-1-713,-1-1 1,1 1-1,0-2 1,0 1-1,0 0 1,-1-1-1,1-1 1,0 1-1,12-3 1,24-9-9948,1-5 6235,-8 1 3306</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4:16.517"/>
    </inkml:context>
    <inkml:brush xml:id="br0">
      <inkml:brushProperty name="width" value="0.035" units="cm"/>
      <inkml:brushProperty name="height" value="0.035" units="cm"/>
    </inkml:brush>
  </inkml:definitions>
  <inkml:trace contextRef="#ctx0" brushRef="#br0">112 236 936,'-19'12'17965,"5"-6"-8833,-1 0-5168,14-6-3928,-5 3 96,-1 0-1,1 1 1,-1 0 0,1 0-1,0 0 1,-6 7-1,10-10-138,1 1 0,0 0 0,0 0 0,-1-1 0,1 1 0,1 0 0,-1 0 0,0 0 0,0 0 0,1 0-1,-1 0 1,1 0 0,0 0 0,-1 1 0,1-1 0,0 0 0,0 0 0,1 0 0,-1 0 0,0 0 0,1 0-1,-1 0 1,1 0 0,-1 0 0,1 0 0,1 2 0,-1-1 7,0-1 0,0 1 0,0-1 0,0 0 0,1 1 0,-1-1 0,1 0 0,-1 0 0,1 0 0,0 0 0,-1 0 0,1-1 0,0 1 0,1 0 0,-1-1 0,0 0 0,0 1 0,0-1 0,1 0 0,-1 0 0,1 0 0,-1 0 0,1-1 0,-1 1 0,1-1 0,0 1 0,-1-1 0,1 0 0,-1 0 0,1 0 0,0-1 0,-1 1 0,1 0 0,-1-1 0,1 0 0,2-1 0,2 0 0,1-1 0,-1-1 0,0 1 0,-1-1 0,1 0 0,-1-1 0,1 1 0,-2-1 0,1-1 0,10-11 0,-8 6 0,0 0 0,-1-1 0,-1 0 0,0 0 0,0-1 0,-1 0 0,-1 0 0,0 0 0,-1 0 0,2-22 0,-4 27 0,0 1 0,-1-1 0,0 1 0,0 0 0,-1-1 0,0 1 0,0-1 0,-1 1 0,0 0 0,0 0 0,0 0 0,-1 0 0,0 0 0,-1 1 0,0-1 0,0 1 0,0 0 0,-1 0 0,1 1 0,-1-1 0,-7-5 0,10 9 0,-1 0 0,1 1 0,0-1 0,-1 1 0,1 0 0,-1 0 0,1-1 0,-1 2 0,0-1 0,1 0 0,-1 0 0,0 1 0,0 0 0,0-1 0,1 1 0,-1 0 0,0 0 0,0 1 0,-2 0 0,0 0 0,0 0 0,1 1 0,-1 0 0,1 0 0,0 0 0,-1 1 0,1 0 0,0-1 0,0 1 0,-4 5 0,1-1 0,0 0 0,1 1 0,0 0 0,0 0 0,1 0 0,0 1 0,0-1 0,1 1 0,1 0 0,-6 16 0,11-8-2571,-1-16 2152,-1 0 0,0-1 1,1 1-1,-1 0 0,1 0 1,-1-1-1,1 1 0,-1-1 1,1 1-1,0 0 0,-1-1 1,1 1-1,0-1 0,-1 1 0,1-1 1,0 0-1,0 1 0,0-1 1,-1 0-1,1 1 0,0-1 1,0 0-1,1 0 0,14 0-12206,-4 0 8992,16 0 1482,3-2 657</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4:16.795"/>
    </inkml:context>
    <inkml:brush xml:id="br0">
      <inkml:brushProperty name="width" value="0.035" units="cm"/>
      <inkml:brushProperty name="height" value="0.035" units="cm"/>
    </inkml:brush>
  </inkml:definitions>
  <inkml:trace contextRef="#ctx0" brushRef="#br0">1 105 1000,'7'31'5217,"-5"-18"624,0 1 0,-1-1 0,-1 22 0,-4-9-2659,3-21-3182,-2 12 0,4-31 0,4-21 0,13-52 0,-15 75 0,1 1 0,0 0 0,0 1 0,1-1 0,0 1 0,1 0 0,0 0 0,14-16 0,-19 25 0,-1 0 0,1 0 0,0 0 0,0 0 0,0 1 0,-1-1 0,1 0 0,0 1 0,0-1 0,0 1 0,0-1 0,0 1 0,1-1 0,-1 1 0,0 0 0,0-1 0,0 1 0,0 0 0,0 0 0,0 0 0,0 0 0,1 0 0,-1 0 0,0 0 0,0 0 0,0 1 0,2-1 0,-1 2 0,0-1 0,1 1 0,-1-1 0,0 1 0,0-1 0,0 1 0,0 0 0,-1 0 0,1 0 0,0 0 0,1 4 0,4 5 0,-1 1 0,0 0 0,6 19 0,15 75 0,-9-31 0,-18-74 2,0-1 0,0 0 0,0 1 0,0-1 0,0 0 0,0 1-1,0-1 1,0 0 0,0 1 0,0-1 0,0 0 0,0 0 0,0 1 0,1-1 0,-1 0 0,0 1 0,0-1 0,0 0 0,1 0-1,-1 1 1,0-1 0,0 0 0,0 0 0,1 0 0,-1 1 0,0-1 0,1 0 0,-1 0 0,0 0 0,0 0 0,1 0 0,-1 0-1,0 0 1,1 1 0,-1-1 0,0 0 0,1 0 0,-1 0 0,1 0 0,9-11 75,3-19-846,6-41-17122,-4 27 8883,2-7 5139,-6 17 2761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4:17.174"/>
    </inkml:context>
    <inkml:brush xml:id="br0">
      <inkml:brushProperty name="width" value="0.035" units="cm"/>
      <inkml:brushProperty name="height" value="0.035" units="cm"/>
    </inkml:brush>
  </inkml:definitions>
  <inkml:trace contextRef="#ctx0" brushRef="#br0">27 134 728,'16'-40'7103,"9"-15"11761,1 23-12796,-26 32-6068,1-1 0,0 1 0,-1-1 0,1 0 0,-1 1 0,1-1 0,0 1 0,0 0 0,-1-1 0,1 1 0,0 0 0,0-1 0,-1 1 0,1 0 0,0 0 0,0 0 0,0-1 0,-1 1 0,1 0 0,0 0 0,0 0 0,0 1 0,0-1 0,-1 0 0,1 0 0,0 0 0,0 0 0,0 1 0,-1-1 0,1 0 0,0 1 0,-1-1 0,1 1 0,0-1 0,-1 1 0,1-1 0,0 1 0,-1-1 0,1 1 0,-1 0 0,1-1 0,-1 1 0,1 0 0,-1-1 0,1 1 0,-1 0 0,0 0 0,0-1 0,1 1 0,-1 0 0,0 0 0,0 0 0,0 1 0,11 48 0,-10-47 0,3 53 0,-2 0 0,-6 72 0,0-70 0,3 0 0,7 60 0,-2-72 0,-3-35 0,-4-32 0,2 14 0,0-1 0,-1 1 0,0 0 0,0 0 0,-1-1 0,0 1 0,0 1 0,-7-11 0,9 16 0,1-1 0,-1 1 0,0 0 0,0-1 0,0 1 0,0 0 0,-1 0 0,1 0 0,0 0 0,0 0 0,-1 0 0,1 0 0,-1 0 0,1 0 0,0 0 0,-1 1 0,0-1 0,1 1 0,-1-1 0,1 1 0,-1 0 0,0-1 0,1 1 0,-1 0 0,0 0 0,1 0 0,-1 0 0,0 1 0,1-1 0,-1 0 0,1 1 0,-1-1 0,0 1 0,1-1 0,-1 1 0,1 0 0,0 0 0,-1-1 0,1 1 0,-1 0 0,1 0 0,0 1 0,-2 1 0,-3 3 0,1 0 0,-1 1 0,1 0 0,1 0 0,0 0 0,0 1 0,0-1 0,1 1 0,0 0 0,0 0 0,1 0 0,-2 12 0,4-18 0,1 0 0,-1 0 0,1-1 0,0 1 0,0-1 0,0 1 0,0-1 0,0 1 0,0-1 0,0 0 0,1 1 0,-1-1 0,0 0 0,1 0 0,-1 0 0,1 0 0,-1 0 0,1 0 0,0 0 0,-1-1 0,1 1 0,0-1 0,3 2 0,-2-1 0,1 0 0,-1 0 0,1 0 0,0 0 0,-1-1 0,1 1 0,0-1 0,0 0 0,-1 0 0,8-2 0,1-1-2384,9-5-7622,-5-2-6013,4-5 12717,-7 1 2254</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4:17.904"/>
    </inkml:context>
    <inkml:brush xml:id="br0">
      <inkml:brushProperty name="width" value="0.035" units="cm"/>
      <inkml:brushProperty name="height" value="0.035" units="cm"/>
    </inkml:brush>
  </inkml:definitions>
  <inkml:trace contextRef="#ctx0" brushRef="#br0">126 104 156,'13'-2'5015,"8"7"11299,-6-2-7230,-6-2-6890,-15 0-2194,-1-1 0,0 1 0,1 0 0,-1 0 0,1 1 0,0 0 0,-1 0 0,1 0 0,0 1 0,0 0 0,1 0 0,-1 1 0,1 0 0,-9 7 0,6-4 0,0 1 0,0 1 0,1 0 0,1 0 0,-1 0 0,1 1 0,1 0 0,-7 17 0,8-19 0,1 1 0,1 0 0,0 0 0,0 0 0,1 0 0,0 1 0,0-1 0,1 0 0,1 10 0,-1-16 0,0-1 0,1 0 0,-1 1 0,1-1 0,-1 0 0,1 1 0,0-1 0,0 0 0,0 0 0,0 1 0,0-1 0,0 0 0,1 0 0,-1 0 0,1-1 0,-1 1 0,1 0 0,0 0 0,0-1 0,0 1 0,0-1 0,0 0 0,0 1 0,0-1 0,0 0 0,0 0 0,1-1 0,-1 1 0,0 0 0,1-1 0,-1 1 0,1-1 0,-1 0 0,0 0 0,1 0 0,-1 0 0,1 0 0,-1 0 0,5-2 0,-1 1 0,0 0 0,0-1 0,0 0 0,0 0 0,-1 0 0,1-1 0,-1 0 0,1 0 0,-1 0 0,7-7 0,2-2 0,0-2 0,12-15 0,19-20 0,-43 47 0,0 0 0,1 0 0,-1 0 0,1 0 0,-1 1 0,1-1 0,0 1 0,0-1 0,0 1 0,0 0 0,0 0 0,0 0 0,0 1 0,0-1 0,0 1 0,0 0 0,0-1 0,0 1 0,0 1 0,1-1 0,-1 0 0,5 2 0,1 2 0,1 0 0,-1 0 0,-1 1 0,1 0 0,13 10 0,26 15 0,-47-30 0,1 1 0,-1-1 0,1 0 0,-1 0 0,1 1 0,-1-1 0,1-1 0,-1 1 0,1 0 0,-1 0 0,1 0 0,-1-1 0,1 1 0,-1-1 0,1 1 0,-1-1 0,0 0 0,1 1 0,-1-1 0,0 0 0,0 0 0,0 0 0,1 0 0,-1 0 0,1-2 0,1 1 0,-2 1 0,0 1 0,-1-1 0,1 0 0,-1 0 0,1 1 0,-1-1 0,1 0 0,-1 0 0,0 0 0,1 0 0,-1 0 0,0 0 0,0 0 0,1 0 0,-1 1 0,0-1 0,0 0 0,0 0 0,0 0 0,-1-2 0,-1-19 0,0 14 0,0-1 0,1 0 0,0 0 0,0 0 0,1 0 0,1-15 0,11-55 0,-11 77 0,0-3 0,1 0 0,0-1 0,1 1 0,-1 0 0,1 0 0,0 0 0,1 0 0,-1 1 0,1-1 0,0 1 0,0 0 0,0 0 0,1 0 0,-1 1 0,8-5 0,-8 5 0,0 1 0,0-1 0,0 1 0,0 0 0,0 0 0,0 1 0,1-1 0,-1 1 0,1 0 0,-1 0 0,1 0 0,-1 1 0,1 0 0,0 0 0,-1 0 0,1 0 0,-1 1 0,1-1 0,-1 1 0,6 2 0,-6-1-1221,26 18-26086,-25-18 25508,20 12-213</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4:18.232"/>
    </inkml:context>
    <inkml:brush xml:id="br0">
      <inkml:brushProperty name="width" value="0.035" units="cm"/>
      <inkml:brushProperty name="height" value="0.035" units="cm"/>
    </inkml:brush>
  </inkml:definitions>
  <inkml:trace contextRef="#ctx0" brushRef="#br0">590 24 368,'11'-6'5027,"14"-8"19035,-16 10-20756,-57 55-3306,-62 55 0,-137 171 0,191-205 0,-81 81 0,112-135-4896,15-18 177,10-1 4469,-1 0 1,1 1 0,0-1-1,0 0 1,-1 1-1,1-1 1,0 0 0,0 0-1,0 1 1,0-1-1,0 0 1,0 0 0,0 1-1,1-1 1,-1 0-1,0 1 1,0-1 0,0 0-1,1-1 1,8-22-9334,8-10 3901,-7 13 4156,6-14 253</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4:18.405"/>
    </inkml:context>
    <inkml:brush xml:id="br0">
      <inkml:brushProperty name="width" value="0.035" units="cm"/>
      <inkml:brushProperty name="height" value="0.035" units="cm"/>
    </inkml:brush>
  </inkml:definitions>
  <inkml:trace contextRef="#ctx0" brushRef="#br0">1 97 572,'7'-29'3768,"-5"24"-1655,0-1 0,1 0-1,-1 1 1,1-1 0,6-8-1,-7 12-1220,0 0 0,0 0 0,-1 0-1,2 0 1,-1 0 0,0 1-1,0-1 1,0 0 0,1 1 0,-1 0-1,1 0 1,-1-1 0,6 0 0,-6 1-596,1 1 1,-1 0-1,1 0 1,0 0-1,-1 0 1,1 0 0,-1 0-1,1 1 1,-1-1-1,5 2 1,-4 0-297,-1-1 0,1 1 0,-1 0 0,1 0 0,-1 0 0,0 0 0,0 0 0,0 1 0,0-1 0,0 1 0,0-1 0,0 1 0,-1 0 0,0-1 0,1 1 0,-1 0 0,0 0 0,0 0 0,0 4 0,1 3 0,0-1 0,0 0 0,-1 1 0,0 0 0,-1 10 0,-1 2-191,1-17-262,1 0 0,-1 0 0,0 0-1,-1 0 1,1 0 0,-1 0 0,0 0 0,0 0 0,-1 0 0,0 0 0,0 0 0,0-1-1,0 1 1,0-1 0,-1 1 0,-5 6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5:24.326"/>
    </inkml:context>
    <inkml:brush xml:id="br0">
      <inkml:brushProperty name="width" value="0.035" units="cm"/>
      <inkml:brushProperty name="height" value="0.035" units="cm"/>
    </inkml:brush>
  </inkml:definitions>
  <inkml:trace contextRef="#ctx0" brushRef="#br0">37 102 128,'11'-50'14403,"3"7"1370,-14 43-15739,1-1 0,-1 1 0,0-1 0,0 1 0,0-1-1,1 1 1,-1 0 0,0-1 0,1 1 0,-1-1 0,0 1 0,1 0 0,-1-1-1,1 1 1,-1 0 0,0-1 0,1 1 0,-1 0 0,1 0 0,-1-1 0,1 1 0,-1 0-1,1 0 1,-1 0 0,1 0 0,-1 0 0,1-1 0,-1 1 0,1 0 0,-1 0-1,1 0 1,-1 1 0,1-1 0,-1 0 0,1 0 0,-1 0 0,1 0 0,-1 0 0,1 1-1,-1-1 1,1 0 0,-1 0 0,1 1 0,-1-1 0,0 0 0,1 0 0,-1 1 0,1-1-1,-1 1 1,0-1 0,1 0 0,-1 1 0,0-1 0,0 1 0,1 0 0,12 28 527,-8 9-561,-2 0 0,-2 0 0,-1 0 0,-7 50 0,5-65 0,-32 295 0,4-53 0,17-152 0,10-105 0,-1-12 0,-2-18 0,3-10-2864,-1-61-18625,6 53 16298,0 8 2836</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5:24.529"/>
    </inkml:context>
    <inkml:brush xml:id="br0">
      <inkml:brushProperty name="width" value="0.035" units="cm"/>
      <inkml:brushProperty name="height" value="0.035" units="cm"/>
    </inkml:brush>
  </inkml:definitions>
  <inkml:trace contextRef="#ctx0" brushRef="#br0">0 0 624,'6'26'4337,"8"40"19098,-13-38-19068,3-2-4367,-1-13 0,1-11 0,-5-2-367,-11-29-19657,9 19 15082,-3-23-1223,9 16 5084</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5:24.686"/>
    </inkml:context>
    <inkml:brush xml:id="br0">
      <inkml:brushProperty name="width" value="0.035" units="cm"/>
      <inkml:brushProperty name="height" value="0.035" units="cm"/>
    </inkml:brush>
  </inkml:definitions>
  <inkml:trace contextRef="#ctx0" brushRef="#br0">0 62 700,'3'-7'974,"3"-11"2529,-3 4 2453,-4-4 15321,-4 14-18025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5:25.168"/>
    </inkml:context>
    <inkml:brush xml:id="br0">
      <inkml:brushProperty name="width" value="0.035" units="cm"/>
      <inkml:brushProperty name="height" value="0.035" units="cm"/>
    </inkml:brush>
  </inkml:definitions>
  <inkml:trace contextRef="#ctx0" brushRef="#br0">96 3 612,'0'0'142,"10"3"8230,-8-2-6674,-1-1 1,1 0 0,-1 0-1,0 0 1,1 0 0,-1 0-1,1 0 1,-1 0 0,0-1 0,1 1-1,1-1 1,2-4 1554,-49 45-3253,35-26 0,2 1 0,-7 19 0,-4 8 0,12-32 0,0 1 0,1 0 0,1 1 0,0-1 0,1 1 0,0-1 0,0 1 0,2 0 0,-1 0 0,1 15 0,1-26 0,0 0 0,0 0 0,0 0 0,1 0 0,-1-1 0,0 1 0,0 0 0,0 0 0,1-1 0,-1 1 0,0 0 0,1 0 0,-1-1 0,1 1 0,-1 0 0,1-1 0,-1 1 0,1 0 0,0-1 0,-1 1 0,1-1 0,-1 1 0,1-1 0,0 1 0,0-1 0,-1 0 0,3 1 0,-2-1 0,1 0 0,0 0 0,0 0 0,-1 0 0,1 0 0,0 0 0,-1-1 0,1 1 0,0-1 0,-1 1 0,1-1 0,2-1 0,5-3 0,0-1 0,0 0 0,10-9 0,-18 14 0,108-108 0,-109 109 0,0 0 0,0-1 0,1 1 0,-1 0 0,0 0 0,0-1 0,0 1 0,1 0 0,-1 0 0,0 0 0,0-1 0,0 1 0,1 0 0,-1 0 0,0 0 0,1 0 0,-1 0 0,0 0 0,0-1 0,1 1 0,-1 0 0,0 0 0,1 0 0,-1 0 0,0 0 0,0 0 0,1 0 0,-1 0 0,0 0 0,1 0 0,-1 1 0,0-1 0,0 0 0,1 0 0,-1 0 0,0 0 0,0 0 0,1 0 0,-1 1 0,1-1 0,2 15 0,-6 18 0,-49 196 0,9-47 0,42-178 0,0 1 0,0-1 0,1 0 0,0 1 0,0-1 0,0 1 0,0-1 0,1 0 0,-1 1 0,3 5 0,-2-8 0,-1-1 0,1 1 0,0-1 0,0 1 0,0-1 0,0 1 0,0-1 0,0 0 0,0 0 0,1 1 0,-1-1 0,0 0 0,1 0 0,-1 0 0,1 0 0,-1-1 0,1 1 0,0 0 0,-1-1 0,1 1 0,-1-1 0,1 1 0,0-1 0,0 0 0,-1 1 0,1-1 0,3-1 0,8 0 0,0-1 0,0-1 0,0-1 0,-1 1 0,0-2 0,0 0 0,0 0 0,0-1 0,-1-1 0,0 0 0,0 0 0,0-1 0,-1 0 0,13-15 0,-3-8-5788,-19 29 5189,0 0 0,0 1 0,0-1 0,-1 0 0,1 0 0,0 0 0,-1 0 0,1 0 0,-1 0 0,0 0 0,0-1 0,1 1-1,-1 0 1,-1 0 0,1-3 0,1-5-10015,-2 0 5800,1-4 3284</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5:25.495"/>
    </inkml:context>
    <inkml:brush xml:id="br0">
      <inkml:brushProperty name="width" value="0.035" units="cm"/>
      <inkml:brushProperty name="height" value="0.035" units="cm"/>
    </inkml:brush>
  </inkml:definitions>
  <inkml:trace contextRef="#ctx0" brushRef="#br0">44 13 468,'-17'-11'3800,"16"11"-3222,0-1-1,0 1 1,0 0-1,1 0 1,-1 0 0,0-1-1,0 1 1,0 0-1,0 0 1,1 0-1,-1 0 1,0 0-1,0 0 1,0 1-1,0-1 1,1 0 0,-1 0-1,0 1 1,0-1-1,0 0 1,-1 1-1,2 0-8,-1 0 0,1-1 0,-1 1 0,0 0 0,1-1 0,0 1 0,-1 0 0,1 0 0,-1 0 0,1-1 0,0 1 0,0 0 0,-1 0 0,1 0 0,0 0 0,0 0 0,0-1 0,0 1 0,0 0 0,0 0 0,0 1 0,7 18 2702,7 7-3271,0-1 0,26 34 0,-31-49 0,1 1 0,0-2 0,0 1 0,1-2 0,1 1 0,-1-1 0,15 7 0,-24-15 0,1 1 0,0-1 0,0 0 0,-1 0 0,1-1 0,0 1 0,0 0 0,0-1 0,0 0 0,0 0 0,0 0 0,0 0 0,0 0 0,0-1 0,0 1 0,-1-1 0,1 1 0,0-1 0,0 0 0,0-1 0,-1 1 0,1 0 0,-1-1 0,1 1 0,-1-1 0,1 0 0,-1 0 0,0 0 0,3-3 0,7-7 0,-1-2 0,0 1 0,17-29 0,-14 20 0,-12 19 0,25-31 0,-27 33 0,1 0 0,0 0 0,-1 0 0,1 0 0,0 0 0,0 0 0,0 0 0,-1 0 0,1 1 0,0-1 0,0 0 0,0 1 0,1-1 0,-1 1 0,0-1 0,0 1 0,0 0 0,0-1 0,0 1 0,1 0 0,-1 0 0,0 0 0,0-1 0,0 1 0,0 1 0,1-1 0,-1 0 0,2 0 0,-1 2 0,-1 0 0,1 0 0,-1-1 0,1 1 0,-1 0 0,0 0 0,0 0 0,0 0 0,0 0 0,0 1 0,0-1 0,-1 0 0,2 3 0,4 35 0,-4-31 0,3 40-345,0 61-1,-2-96-8225</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5:25.792"/>
    </inkml:context>
    <inkml:brush xml:id="br0">
      <inkml:brushProperty name="width" value="0.035" units="cm"/>
      <inkml:brushProperty name="height" value="0.035" units="cm"/>
    </inkml:brush>
  </inkml:definitions>
  <inkml:trace contextRef="#ctx0" brushRef="#br0">0 423 412,'27'-10'3686,"-25"9"-2775,0 1 0,1 0 1,-1-1-1,0 1 0,1 0 0,-1 0 0,0 1 0,0-1 0,1 0 0,-1 1 0,0-1 0,0 1 0,3 1 0,-3-1 140,0 0 0,1 1 0,-1-1-1,0 1 1,0 0 0,0 0 0,0 0 0,0 0 0,-1 0 0,1 0-1,1 3 1,10 22 2249,19 73-3300,-36-126-3058,0-78-19279,4 59 17686,6-94 3985,-1 69 7240,-4 36 1009,0-1 3842,-1 33-11202,0 0 0,1 1 0,-1-1 0,0 0 0,-1 0 0,1 0 0,0 0 0,0 1 1,-1-1-1,1 0 0,-1 0 0,0 1 0,1-1 0,-1 0 0,0 1 0,0-1 0,0 0 0,0 1 0,0 0 0,-1-1 0,1 1 0,-3-3 0,-15-7-2602,18 9 1772,-1 1 0,1 0 0,0 0 0,-1 0 1,1-1-1,0 1 0,0-1 0,0 1 0,0-1 0,0 1 0,-2-4 0,13-21-18632,-9 23 17623,7-9-222</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5:26.213"/>
    </inkml:context>
    <inkml:brush xml:id="br0">
      <inkml:brushProperty name="width" value="0.035" units="cm"/>
      <inkml:brushProperty name="height" value="0.035" units="cm"/>
    </inkml:brush>
  </inkml:definitions>
  <inkml:trace contextRef="#ctx0" brushRef="#br0">337 8 392,'1'-1'221,"0"0"0,1 0 0,-1 1 0,0-1 1,1 0-1,-1 1 0,0-1 0,1 1 0,-1 0 0,1-1 0,-1 1 0,1 0 0,-1 0 0,1 0 1,-1 0-1,3 0 0,-2 1 528,0 0 1,0-1 0,-1 1-1,1 0 1,0 0 0,0 0-1,-1 1 1,1-1 0,-1 0-1,1 1 1,-1-1-1,1 1 1,-1-1 0,0 1-1,0 0 1,2 3 0,14 38 11828,-11-18-9288,-4 4-3290,-1 1 0,-1 0 0,-1 0 0,-2 0 0,-10 41 0,6-22 0,-9 65 0,-3 165 0,20-277 0,-1-1 0,0 1 0,0 0 0,0-1 0,0 1 0,0 0 0,0-1 0,-1 1 0,1 0 0,0-1 0,-1 1 0,0 0 0,1-1 0,-1 1 0,0-1 0,0 1 0,1-1 0,-1 0 0,0 1 0,-1-1 0,1 0 0,0 1 0,0-1 0,-3 2 0,2-3 0,0 0 0,0 1 0,0-1 0,-1 0 0,1 0 0,0 0 0,0-1 0,0 1 0,-1 0 0,1-1 0,0 0 0,0 1 0,0-1 0,0 0 0,0 0 0,0 0 0,0 0 0,-2-3 0,-13-6 0,0 1 0,-1 0 0,1 1 0,-2 1 0,1 1 0,-1 1 0,0 0 0,0 1 0,-23-1 0,38 5 0,0 0 0,-1 1 0,1-1 0,0 1 0,0 0 0,0 1 0,0-1 0,1 1 0,-1-1 0,0 1 0,1 0 0,-1 0 0,1 1 0,-1-1 0,1 1 0,0 0 0,0 0 0,1 0 0,-1 0 0,0 0 0,1 1 0,0-1 0,0 1 0,0-1 0,-3 8 0,4-7 0,0-1 0,0 0 0,0 1 0,0-1 0,1 1 0,-1-1 0,1 1 0,0-1 0,0 1 0,0 0 0,0-1 0,1 1 0,0-1 0,0 1 0,0-1 0,0 0 0,0 1 0,0-1 0,1 0 0,0 0 0,-1 0 0,1 0 0,1 0 0,-1 0 0,0 0 0,1-1 0,-1 1 0,1-1 0,0 0 0,3 3 0,-2-3 0,1 1 0,-1-1 0,1 0 0,0 0 0,0-1 0,0 0 0,0 1 0,0-2 0,0 1 0,0 0 0,0-1 0,0 0 0,1 0 0,-1-1 0,0 0 0,0 1 0,8-4 0,7-2 0,-1-1 0,1-2 0,18-10 0,-1 1 0,-14 7-1008,21-9-6418,-30 18-4043</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5:26.414"/>
    </inkml:context>
    <inkml:brush xml:id="br0">
      <inkml:brushProperty name="width" value="0.035" units="cm"/>
      <inkml:brushProperty name="height" value="0.035" units="cm"/>
    </inkml:brush>
  </inkml:definitions>
  <inkml:trace contextRef="#ctx0" brushRef="#br0">62 0 800,'7'16'5027,"-6"-9"-408,0 0-1,-1 0 1,0 0 0,0 10-1,-1-1-775,-7 89-3843,2-37 0,-4 13 0,10-81-35,0 0-1,-1 1 1,1-1 0,0 0-1,0 0 1,0 0-1,-1 1 1,1-1 0,0 0-1,0 0 1,0 0 0,-1 0-1,1 0 1,0 1-1,0-1 1,-1 0 0,1 0-1,0 0 1,-1 0 0,1 0-1,0 0 1,0 0-1,-1 0 1,1 0 0,0 0-1,0 0 1,-1 0 0,1 0-1,0 0 1,0-1-1,-1 1 1,1 0 0,0 0-1,0 0 1,-1 0 0,1 0-1,0 0 1,0-1-1,-1 1 1,1 0 0,0 0-1,0 0 1,0-1 0,0 1-1,-1 0 1,1-1 0,-13-11-5422,13 12 4953,-12-36-16193,4-1 10300,7 13 4899</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5:26.569"/>
    </inkml:context>
    <inkml:brush xml:id="br0">
      <inkml:brushProperty name="width" value="0.035" units="cm"/>
      <inkml:brushProperty name="height" value="0.035" units="cm"/>
    </inkml:brush>
  </inkml:definitions>
  <inkml:trace contextRef="#ctx0" brushRef="#br0">1 91 340,'5'-11'1268,"3"-7"2342,-3 4 2397,-2-5 15175,-3 18-21168,0 1 0,0-1 1,0 1-1,-1-1 0,1 0 0,0 1 1,0-1-1,0 1 0,0-1 0,0 0 1,0 1-1,0-1 0,0 1 0,0-1 1,1 1-1,-1-1 0,0 0 0,0 1 0,0-1 1,1 1-1,-1-1 0,0 1 0,0-1 1,1 1-1,-1-1 0,1 1 0,-1 0 1,0-1-1,1 0 0,6-4-85,-5-1-4746</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5:26.818"/>
    </inkml:context>
    <inkml:brush xml:id="br0">
      <inkml:brushProperty name="width" value="0.035" units="cm"/>
      <inkml:brushProperty name="height" value="0.035" units="cm"/>
    </inkml:brush>
  </inkml:definitions>
  <inkml:trace contextRef="#ctx0" brushRef="#br0">147 3 912,'17'-3'14287,"-12"13"-2332,-2-1-7057,-1-5-4187,1 7-711,-1 0 0,0 1 0,0-1 0,-1 1 0,0-1 0,-2 19 0,-11 72 0,8-76 0,-8 68 0,-14 79 0,25-166 45,-1 0 0,0-1 0,0 1 0,0-1 0,-1 0 0,-4 9 1,6-14-82,0 0 1,1 0 0,-1 0 0,0 0 0,0 0 0,0-1 0,1 1 0,-1 0 0,0 0 0,0-1 0,0 1 0,0-1 0,0 1 0,0-1 0,0 1 0,-1-1 0,1 0-1,0 1 1,0-1 0,0 0 0,0 0 0,0 0 0,-1 0 0,1 0 0,0 0 0,0 0 0,0 0 0,0 0 0,0-1 0,-1 1 0,1 0 0,0-1 0,0 1 0,0-1-1,0 1 1,0-1 0,0 0 0,0 1 0,0-1 0,0 0 0,1 0 0,-1 1 0,0-1 0,-1-2 0,-16-23-14554,4-9 4451,3 8 6004,0 6 2561,0 1 646</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5:26.975"/>
    </inkml:context>
    <inkml:brush xml:id="br0">
      <inkml:brushProperty name="width" value="0.035" units="cm"/>
      <inkml:brushProperty name="height" value="0.035" units="cm"/>
    </inkml:brush>
  </inkml:definitions>
  <inkml:trace contextRef="#ctx0" brushRef="#br0">57 122 172,'-16'-23'2447,"3"11"2314,0 3 4107,-1 3 6592,29 9-15240,0-1 0,0-1-1,0 0 1,0-1 0,21-3 0,90-13-484,-96 8-2669,12-9-7694,-5 1 2279,2 2-776,-18 9 7649</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5:27.240"/>
    </inkml:context>
    <inkml:brush xml:id="br0">
      <inkml:brushProperty name="width" value="0.035" units="cm"/>
      <inkml:brushProperty name="height" value="0.035" units="cm"/>
    </inkml:brush>
  </inkml:definitions>
  <inkml:trace contextRef="#ctx0" brushRef="#br0">1023 0 1040,'-18'17'8677,"-4"4"8940,5-9-12188,-533 411-5429,518-396 0,-32 28 0,-74 49 0,126-97-790,0 0 0,-1 0 0,-24 8 0,31-13 88,0 0 0,1-1-1,-1 0 1,0 0 0,0 0 0,0 0 0,0-1-1,0 0 1,0 0 0,0-1 0,-10-2 0,15 3-357,-1-1 1,0 1 0,1-1 0,-1 0 0,0 0 0,1 0 0,-1 0-1,1 0 1,-1 0 0,1 0 0,-2-2 0,2 2 730,0-1 0,1 1 0,-1 0 1,1 0-1,-1-1 0,1 1 0,-1 0 1,1-1-1,-1 1 0,1 0 0,0-1 0,0 1 1,0-1-1,0 1 0,0 0 0,0-1 1,0 1-1,0 0 0,1-1 0,0-2 0,8-19-1155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6:25:27.413"/>
    </inkml:context>
    <inkml:brush xml:id="br0">
      <inkml:brushProperty name="width" value="0.035" units="cm"/>
      <inkml:brushProperty name="height" value="0.035" units="cm"/>
    </inkml:brush>
  </inkml:definitions>
  <inkml:trace contextRef="#ctx0" brushRef="#br0">0 63 384,'3'-14'5177,"8"-25"17851,-3 30-18854,-8 9-4174,1 0 0,-1 0 0,1 0 0,-1 0 0,1 0 0,-1 0 0,1 0 0,-1 0 0,1 0 0,-1 0 0,1 0 0,0 0 0,-1 0 0,1 0 0,-1 1 0,1-1 0,-1 0 0,0 0 0,1 1 0,-1-1 0,1 0 0,-1 1 0,1-1 0,-1 0 0,0 1 0,1-1 0,-1 1 0,0-1 0,1 1 0,10 18 0,-6-10 0,6 9 0,0 2 0,-1-1 0,-1 1 0,0 1 0,-2-1 0,6 28 0,-11-40-2688,7 10-17837,-2-13 15122</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38.702"/>
    </inkml:context>
    <inkml:brush xml:id="br0">
      <inkml:brushProperty name="width" value="0.035" units="cm"/>
      <inkml:brushProperty name="height" value="0.035" units="cm"/>
    </inkml:brush>
  </inkml:definitions>
  <inkml:trace contextRef="#ctx0" brushRef="#br0">52 326 336,'-1'0'538,"0"0"0,0 0 0,0 1 1,0-1-1,0 0 0,0 0 0,0 1 0,0-1 0,0 1 1,1-1-1,-1 1 0,0-1 0,0 1 0,0 0 0,1-1 0,-1 1 1,0 0-1,1-1 0,-1 1 0,1 0 0,-1 0 0,1 0 1,-1 0-1,1-1 0,0 1 0,-1 0 0,1 0 0,0 0 0,-1 0 1,1 2-1,1-1-2,-1 0 1,1 1 0,0-1-1,-1 0 1,1 0 0,0 0-1,0 0 1,1 0 0,-1 0 0,0 0-1,1 0 1,2 2 0,6 6 385,0 0 1,1-1 0,13 9 0,-17-13-741,0-1 1,1 0-1,-1 0 0,1 0 0,0-1 0,0 0 0,1-1 0,-1 0 1,0 0-1,1-1 0,-1 0 0,1 0 0,-1-1 0,16-1 1,-18 0-72,0 0 1,0-1-1,1 1 1,-1-1 0,0-1-1,-1 1 1,1-1-1,0 0 1,-1 0 0,1-1-1,-1 1 1,0-1-1,0-1 1,-1 1-1,1-1 1,-1 1 0,0-1-1,0 0 1,-1-1-1,5-8 1,1-4-112,0-1 0,-2 0 0,0 0 0,-1 0 0,-1-1 0,2-21 0,-5 28 0,-1 0 0,0 0 0,-1 0 0,-1 0 0,0 0 0,-1 0 0,0 0 0,-1 0 0,0 0 0,-8-17 0,10 26 0,0 0 0,-1 1 0,0-1 0,0 1 0,0 0 0,0-1 0,0 1 0,-1 0 0,1 0 0,-1 0 0,0 1 0,0-1 0,0 1 0,0 0 0,0-1 0,-1 1 0,1 1 0,0-1 0,-1 0 0,0 1 0,1 0 0,-1 0 0,0 0 0,0 0 0,0 0 0,0 1 0,1 0 0,-1 0 0,0 0 0,0 0 0,0 1 0,0-1 0,0 1 0,1 0 0,-1 0 0,0 0 0,0 1 0,1-1 0,-1 1 0,1 0 0,0 0 0,-1 0 0,1 1 0,0-1 0,0 1 0,-4 4 0,-8 9 0,1 0 0,1 1 0,0 1 0,1 0 0,1 0 0,1 1 0,-11 27 0,4-1 0,1 1 0,-10 57 0,4 12 0,-10 190 0,27 120 0,8-350 0,23 128 0,-21-191-1774,-1-18-2654,4-29-7040,-6 20 6547,1 7 3497,-1 1 1,1 0-1,0 1 1,0-1-1,5-6 1,10-11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38.924"/>
    </inkml:context>
    <inkml:brush xml:id="br0">
      <inkml:brushProperty name="width" value="0.035" units="cm"/>
      <inkml:brushProperty name="height" value="0.035" units="cm"/>
    </inkml:brush>
  </inkml:definitions>
  <inkml:trace contextRef="#ctx0" brushRef="#br0">2 199 1064,'5'-17'27599,"-4"12"-25647,-2-54 94,0 48-2021,0 1 1,1-1-1,2-20 1,-2 28-108,1-1 0,-1 1 1,1-1-1,-1 1 0,0-1 0,0 0 1,-1 1-1,1-1 0,-1 1 0,0-1 1,0 1-1,0-1 0,-3-5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39.449"/>
    </inkml:context>
    <inkml:brush xml:id="br0">
      <inkml:brushProperty name="width" value="0.035" units="cm"/>
      <inkml:brushProperty name="height" value="0.035" units="cm"/>
    </inkml:brush>
  </inkml:definitions>
  <inkml:trace contextRef="#ctx0" brushRef="#br0">19 475 1144,'-8'14'5362,"-2"25"17760,9-27-19987,12-85-3135,-5 3 0,3 0 0,3 1 0,3 0 0,29-80 0,-43 147 0,-1 0 0,1-1 0,0 1 0,-1 0 0,1 0 0,0 1 0,1-1 0,-1 0 0,0 0 0,0 0 0,1 1 0,-1-1 0,1 0 0,-1 1 0,1 0 0,0-1 0,0 1 0,-1 0 0,1 0 0,0 0 0,0 0 0,0 0 0,0 0 0,0 1 0,4-2 0,-4 3 0,1-1 0,-1 1 0,1 0 0,-1 0 0,1 0 0,-1 0 0,1 0 0,-1 0 0,0 0 0,0 1 0,0-1 0,0 1 0,0 0 0,0-1 0,0 1 0,0 0 0,-1 0 0,1 0 0,-1 1 0,0-1 0,2 3 0,9 19 0,-2 1 0,0 0 0,-2 0 0,0 0 0,5 43 0,4 7 0,31 141 0,-48-214 0,0 0 0,1-1 0,-1 1 0,1 0 0,-1 0 0,1 0 0,0-1 0,0 1 0,0 0 0,0-1 0,0 1 0,0 0 0,0-1 0,1 0 0,-1 1 0,0-1 0,4 3 0,-4-5 0,0 1 0,1 0 0,-1 0 0,0 0 0,0-1 0,0 1 0,0 0 0,1-1 0,-1 1 0,0-1 0,0 0 0,0 1 0,0-1 0,0 0 0,0 1 0,-1-1 0,1 0 0,0 0 0,0 0 0,0 0 0,-1 0 0,1 0 0,0 0 0,-1 0 0,1 0 0,-1 0 0,0 0 0,1-1 0,-1 0 0,12-26 0,-2 0 0,0 0 0,9-57 0,2-4 0,-17 75 0,1 1 0,0-1 0,0 1 0,2 0 0,7-13 0,-13 24 0,0 0 0,0 0 0,0 0 0,1 0 0,-1 1 0,0-1 0,1 0 0,0 1 0,-1-1 0,1 1 0,0-1 0,0 1 0,0 0 0,0 0 0,0 0 0,0 0 0,0 0 0,0 0 0,0 1 0,0-1 0,0 1 0,1-1 0,-1 1 0,0 0 0,0 0 0,1 0 0,-1 0 0,0 0 0,0 1 0,1-1 0,-1 1 0,0-1 0,0 1 0,0 0 0,0 0 0,0 0 0,0 0 0,0 0 0,0 0 0,0 0 0,2 3 0,4 2 0,-1 1 0,0 1 0,0-1 0,-1 1 0,1 0 0,7 15 0,28 61 0,-20-37 0,75 140 0,-98-181-2336,-6-2-7294</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39.652"/>
    </inkml:context>
    <inkml:brush xml:id="br0">
      <inkml:brushProperty name="width" value="0.035" units="cm"/>
      <inkml:brushProperty name="height" value="0.035" units="cm"/>
    </inkml:brush>
  </inkml:definitions>
  <inkml:trace contextRef="#ctx0" brushRef="#br0">22 1 1156,'-8'8'5479,"-5"19"17536,12-19-19902,5-10-3113,0-10 0,-7 9-3607</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41.157"/>
    </inkml:context>
    <inkml:brush xml:id="br0">
      <inkml:brushProperty name="width" value="0.035" units="cm"/>
      <inkml:brushProperty name="height" value="0.035" units="cm"/>
    </inkml:brush>
  </inkml:definitions>
  <inkml:trace contextRef="#ctx0" brushRef="#br0">90 0 1072,'-36'15'6029,"-15"13"18953,51-28-24971,0 0 0,0 0-1,0 0 1,0 0 0,-1 0 0,1 0 0,0 0-1,0 0 1,0 1 0,0-1 0,0 0-1,0 0 1,0 0 0,0 0 0,-1 0 0,1 0-1,0 0 1,0 0 0,0 0 0,0 0 0,0 0-1,0 0 1,0 1 0,0-1 0,0 0 0,0 0-1,0 0 1,0 0 0,0 0 0,0 0 0,0 0-1,0 1 1,0-1 0,0 0 0,0 0 0,0 0-1,0 0 1,0 0 0,0 0 0,0 0 0,0 1-1,0-1 1,0 0 0,0 0 0,0 0-1,0 0 1,0 0 0,0 0 0,0 0 0,0 0-1,0 1 1,0-1 0,0 0 0,0 0 0,0 0-1,1 0 1,-1 0 0,0 0 0,0 0 0,0 0-1,0 0 1,0 0 0,12 2 159,14-4-340,38-15 170,-42 10 0,0 1 0,1 1 0,29-3 0,-20 6 0,0 1 0,63 7 0,-85-5 0,-1 1 0,1 0 0,0 1 0,-1-1 0,1 2 0,-1 0 0,0 0 0,0 0 0,-1 1 0,1 0 0,-1 1 0,0 0 0,13 13 0,-19-16-209,0-1 0,0 1 0,0 0 0,0 0 0,0 1 0,-1-1 0,1 0 0,1 6 0,-2-3-660,0-1-1,0 1 1,-1-1-1,0 1 1,0 0 0,0-1-1,0 1 1,-3 7 0,-2 8-4278,-1-1 0,-17 38 0,9-22 1886,-1 9 422,2 5 1466</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41.341"/>
    </inkml:context>
    <inkml:brush xml:id="br0">
      <inkml:brushProperty name="width" value="0.035" units="cm"/>
      <inkml:brushProperty name="height" value="0.035" units="cm"/>
    </inkml:brush>
  </inkml:definitions>
  <inkml:trace contextRef="#ctx0" brushRef="#br0">76 15 196,'-21'7'2154,"1"1"4440,6-3 1916,0 1 4288,8-5-11223,11-6-843,15-6-528,-2 7-204,1 2 0,-1-1 0,0 2 0,36 2 0,72 14 0,-7 0 0,-107-14-603,0-1 0,0-1 0,17-3 0,34-11-5428,-28 6 1671,22-5-11274,-31 9 12404</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42.151"/>
    </inkml:context>
    <inkml:brush xml:id="br0">
      <inkml:brushProperty name="width" value="0.035" units="cm"/>
      <inkml:brushProperty name="height" value="0.035" units="cm"/>
    </inkml:brush>
  </inkml:definitions>
  <inkml:trace contextRef="#ctx0" brushRef="#br0">329 148 988,'19'-29'4176,"16"-7"10483,-1 1-1910,-33 34-12742,0 0 0,0 0 0,-1 1 0,1-1 0,0 0 0,-1 0 0,1 0 0,0 0 0,-1 0 1,1 0-1,-1 0 0,1 0 0,-1 0 0,0 0 0,0 0 0,1-1 0,-1 1 0,0 0 0,0 0 0,0 0 0,0 0 1,0 0-1,0 0 0,0-1 0,-1 1 0,0-2 0,0 2-4,0 0 0,0 0 0,0-1 0,0 1 0,-1 0 0,1 0 0,-1 1 0,1-1 0,-1 0 0,1 0 0,-1 1 0,1-1 0,-1 1 0,1-1 0,-4 0 0,-6 0-13,0 0 1,1 0-1,-1 1 1,-15 1-1,10 1 10,0 1 0,0 1 0,0 0 0,0 2 0,0-1 0,1 2 0,0 0 0,1 1 0,0 0 0,0 1 0,0 1 0,1 0 0,1 0 0,-22 24 0,25-22 0,-1-1 0,1 1 0,1 1 0,0 0 0,1 0 0,0 1 0,1-1 0,1 1 0,0 1 0,1-1 0,0 1 0,1 0 0,1-1 0,1 1 0,0 0 0,1 22 0,1-26 0,1 0 0,0 0 0,0 1 0,1-1 0,1-1 0,0 1 0,0 0 0,1-1 0,0 0 0,1 0 0,0-1 0,12 15 0,-14-20 0,0 1 0,1-1 0,-1 0 0,1-1 0,0 1 0,0-1 0,0 0 0,0 0 0,1 0 0,-1-1 0,1 0 0,-1 0 0,1 0 0,0-1 0,0 0 0,0 0 0,0 0 0,0-1 0,0 0 0,0 0 0,0 0 0,0-1 0,0 0 0,0 0 0,9-4 0,29-15 0,-42 20 0,0-2 0,0 1 0,-1 0 0,1 0 0,-1 0 0,1-1 0,-1 1 0,1-1 0,-1 1 0,0-1 0,0 0 0,0 1 0,0-1 0,0 0 0,0 0 0,0 0 0,0 0 0,-1 0 0,1 0 0,-1 0 0,1-2 0,-2 4 0,1-1 0,0 1 0,-1-1 0,1 1 0,0 0 0,-1-1 0,1 1 0,-1-1 0,1 1 0,-1 0 0,1-1 0,-1 1 0,1 0 0,-1 0 0,1-1 0,-1 1 0,1 0 0,-1 0 0,0 0 0,1 0 0,-1 0 0,1 0 0,-1 0 0,1 0 0,-1 0 0,0 0 0,1 0 0,-1 0 0,1 0 0,-1 0 0,1 0 0,-1 1 0,0-1 0,1 0 0,-1 0 0,1 1 0,-1-1 0,1 0 0,-1 1 0,-25 10 0,11-3 0,0 1 0,0 1 0,1 0 0,0 1 0,1 1 0,0 0 0,-16 20 0,12-11 0,1 1 0,1 1 0,1 1 0,-13 27 0,25-48 0,1 0 0,0-1 0,-1 1 0,1 0 0,0 0 0,0 0 0,0 0 0,1 1 0,-1-1 0,1 0 0,0 0 0,0 0 0,0 0 0,0 0 0,0 1 0,1-1 0,-1 0 0,1 0 0,0 0 0,0 0 0,0 0 0,0 0 0,1 0 0,-1-1 0,1 1 0,0 0 0,0-1 0,0 1 0,0-1 0,0 0 0,0 1 0,0-1 0,1 0 0,-1 0 0,1-1 0,5 4 0,0-1 0,1-1 0,0 1 0,0-2 0,0 1 0,0-1 0,1 0 0,-1-1 0,1 0 0,-1-1 0,19-1 0,-5-2-2508,0-2 1,39-12-1,3-1-4900,-27 11-4680,-1 2 7747,-5 3 3022</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42.849"/>
    </inkml:context>
    <inkml:brush xml:id="br0">
      <inkml:brushProperty name="width" value="0.035" units="cm"/>
      <inkml:brushProperty name="height" value="0.035" units="cm"/>
    </inkml:brush>
  </inkml:definitions>
  <inkml:trace contextRef="#ctx0" brushRef="#br0">216 82 672,'-12'-25'5196,"10"21"-3044,-1 0-1,1 0 0,-1 0 0,0 0 0,0 1 0,-1-1 0,1 1 0,-1 0 0,1 0 0,-7-4 0,-10-2 1082,16 8-3233,1 0 0,0 0 0,0 0 0,0 1 0,-1 0 0,1-1 0,0 1 0,0 0 0,-1 1 0,1-1 0,0 0 0,0 1 0,-1 0 0,1 0 0,0 0 0,0 0 0,-3 2 0,2 0 0,-1 0 0,1 0 0,0 0 0,0 0 0,0 1 0,0 0 0,1 0 0,0 0 0,-6 9 0,3-3 0,1 1 0,-1 1 0,2-1 0,0 1 0,0 0 0,1-1 0,0 2 0,-1 17 0,4-25 0,0 0 0,0 0 0,1 1 0,-1-1 0,1 0 0,0 0 0,0 0 0,1 0 0,0 0 0,-1 0 0,2 0 0,-1 0 0,0-1 0,1 1 0,0-1 0,4 5 0,-6-8 0,1 0 0,-1 1 0,0-1 0,1 0 0,0 0 0,-1 0 0,1 0 0,0 0 0,0 0 0,-1 0 0,1-1 0,0 1 0,0-1 0,0 1 0,0-1 0,0 0 0,3 0 0,-2 0 0,0-1 0,0 1 0,0-1 0,0 0 0,-1 0 0,1 0 0,0-1 0,-1 1 0,1-1 0,-1 1 0,1-1 0,-1 0 0,0 0 0,0 0 0,3-2 0,19-24 0,-1 0 0,19-33 0,-14 21 0,-11 24 0,-17 16 0,0-1 0,1 1 0,-1 0 0,0 0 0,1 0 0,-1 0 0,0 0 0,1 0 0,-1 0 0,0 0 0,1 0 0,-1 0 0,0 1 0,1-1 0,-1 0 0,0 0 0,1 0 0,-1 0 0,0 0 0,0 1 0,1-1 0,-1 0 0,0 0 0,0 0 0,1 1 0,-1-1 0,0 0 0,0 0 0,1 1 0,-1-1 0,0 0 0,0 1 0,0 0 0,2 3 0,-1 0 0,0 0 0,0 1 0,-1-1 0,1 0 0,-1 1 0,0 4 0,-12 224 0,0-2 0,12-230 0,0 0 0,-1 1 0,1-1 0,0 0 0,0 1 0,0-1 0,0 0 0,1 1 0,-1-1 0,0 0 0,1 0 0,-1 1 0,0-1 0,1 0 0,-1 0 0,1 1 0,0-1 0,0 0 0,-1 0 0,1 0 0,0 0 0,0 0 0,0 0 0,0 0 0,1 0 0,-1-1 0,0 0 0,1 0 0,-1 0 0,0 0 0,0-1 0,1 1 0,-1 0 0,0-1 0,0 1 0,0-1 0,0 1 0,0-1 0,0 0 0,0 0 0,0 1 0,0-1 0,0 0 0,0 0 0,0 0 0,-1 0 0,1 0 0,0 0 0,-1 0 0,1 0 0,0-2 0,13-14 0,0-1 0,1 2 0,22-19 0,26-29 0,-47 44-197,-1-1 0,18-30 0,-28 41-90,0 0 1,0-1-1,-1 0 0,-1 0 0,0 0 0,0 0 0,1-20 0,-2-39-14428,-9 23 10824,6 42 4203,1 1 0,-1-1-1,1 1 1,0-1 0,1 1 0,-1-1 0,1 1 0,0 0-1,1-6 1,0 3 1158,-2 6-1206,0 1 1,0-1 0,0 0-1,-1 1 1,1-1 0,0 1-1,0-1 1,0 1-1,-1-1 1,1 1 0,0 0-1,0-1 1,-1 1 0,1-1-1,0 1 1,-1-1-1,1 1 1,-1 0 0,1-1-1,0 1 1,-6-2 6989,17 6-3886,-7-2-3310,0 0 0,0 1 0,0-1 0,-1 1-1,1 0 1,-1 0 0,0 0 0,0 1 0,0-1 0,0 1-1,-1-1 1,4 8 0,20 22-85,-22-29 27,0 0 0,0-1 0,1 0 0,-1 0 0,1 0 0,-1 0 0,1-1 0,0 1 0,0-1 0,0 0 0,0-1 0,7 2 0,-6-3 0,0 0 0,0 0 0,0-1 0,0 1 0,0-2 0,0 1 0,0 0 0,0-1 0,0 0 0,9-5 0,49-27 0,-45 23 0,0 0 0,0 2 0,25-8 0,-43 16-6,0 1 1,1 0-1,-1 0 0,0-1 0,0 1 1,1 0-1,-1 0 0,0 0 1,0 0-1,1 0 0,-1 1 0,0-1 1,0 0-1,0 1 0,1-1 1,-1 0-1,0 1 0,0-1 0,0 1 1,0 0-1,0-1 0,0 1 1,0 0-1,0 0 0,0 0 0,0 0 1,0 0-1,-1 0 0,1 0 1,0 0-1,0 0 0,-1 0 0,1 0 1,0 2-1,0 1-227,1 0 0,-1-1 1,0 1-1,-1 0 0,1 0 0,-1 0 0,1 0 0,-1 0 1,-1 8-1,1-11-822,0 0 0,0 0 0,0 0 1,0 0-1,1 0 0,-1 0 0,0 0 0,0 1 1,1-1-1,-1 0 0,1 0 0,-1 0 1,1 0-1,-1 0 0,1-1 0,0 1 0,0 0 1,2 2-2111,5 4-2902,-4-3 6156,-2-3-1595</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43.144"/>
    </inkml:context>
    <inkml:brush xml:id="br0">
      <inkml:brushProperty name="width" value="0.035" units="cm"/>
      <inkml:brushProperty name="height" value="0.035" units="cm"/>
    </inkml:brush>
  </inkml:definitions>
  <inkml:trace contextRef="#ctx0" brushRef="#br0">1 504 148,'23'-10'3670,"-21"10"-2956,-1-1 0,1 1 0,0 0 0,-1 0 0,1 0 1,-1 1-1,1-1 0,-1 0 0,1 1 0,-1-1 0,0 0 1,1 1-1,-1 0 0,1-1 0,-1 1 0,0 0 0,2 1 1,0 0 878,-1 1 1,1-1 0,-1 1 0,0-1 0,0 1-1,0 0 1,2 5 0,6 15 1746,0 9-3340,-8-23 0,1 0 0,0 0 0,7 13 0,-1-9 15,-4-12-30,-3-11-44,5-92-17607,7 0 8262,1-1 7728,-8-2 7270,-7 75-510,1-21 8648,-6 18-9337,3 22-4395,0 0 0,1 0 0,-1-17 0,2 19-2242,0-11-10655,30 8-2986,-9 5 14454</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43.442"/>
    </inkml:context>
    <inkml:brush xml:id="br0">
      <inkml:brushProperty name="width" value="0.035" units="cm"/>
      <inkml:brushProperty name="height" value="0.035" units="cm"/>
    </inkml:brush>
  </inkml:definitions>
  <inkml:trace contextRef="#ctx0" brushRef="#br0">58 0 236,'10'16'4024,"1"17"11937,-5-12-7632,2 3-7732,-2-1 1,0 1-1,-2 1 0,2 35 1,-3 104 546,-4-103-1062,-2-41-1523,3-20 1371,0 0 1,0 0 0,0 0 0,0 0 0,0 0-1,0 0 1,0 0 0,0 1 0,-1-1-1,1 0 1,0 0 0,0 0 0,0 0-1,0 0 1,0 0 0,-1 0 0,1 0 0,0 0-1,0 0 1,0 0 0,0 0 0,0 0-1,-1 0 1,1 0 0,0 0 0,0 0-1,0 0 1,0 0 0,0 0 0,-1 0-1,1 0 1,0 0 0,0 0 0,0 0 0,0 0-1,0 0 1,-1 0 0,1 0 0,0 0-1,0-1 1,0 1 0,0 0 0,0 0-1,0 0 1,0 0 0,-1 0 0,1 0 0,0 0-1,0-1 1,0 1 0,-18-32-8502,8 12 5534,-5 0 4467,8 11 1731,0 0 0,-1 1-1,-12-10 1,-3 1-654,27 17-2507,0 1 0,0 0 0,0-1 0,0 0 0,0 0 0,0 0 0,-1 0 0,1-1 0,0 1 0,0-1 0,0 0 0,6-2 0,4-1 0,-1-1 0,25-12 0,-7-2-3595,11-12-9691,-8 4 2733,-10 11 7352,3 1 1517</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43.628"/>
    </inkml:context>
    <inkml:brush xml:id="br0">
      <inkml:brushProperty name="width" value="0.035" units="cm"/>
      <inkml:brushProperty name="height" value="0.035" units="cm"/>
    </inkml:brush>
  </inkml:definitions>
  <inkml:trace contextRef="#ctx0" brushRef="#br0">396 1 736,'13'11'2081,"-4"7"9130,-11 3 1148,-3-4-8377,-8 16-3395,-1-2 0,-1 0 1,-21 30-1,-11 21-542,38-65-45,-75 137 0,69-131 0,0 0 0,-2-2 0,-1 1 0,-26 24 0,41-44-345,1 0-1,-1 1 1,1-1-1,-1-1 1,0 1-1,1 0 1,-1-1-1,0 1 1,0-1 0,0 0-1,0 0 1,0 0-1,-1-1 1,-4 2-1,7-3 30,-1 1 0,1 0 0,-1-1-1,1 1 1,-1-1 0,1 1 0,-1-1 0,1 0-1,0 1 1,-1-1 0,1 0 0,0 0-1,0 0 1,0 0 0,-1 0 0,1 0-1,0-1 1,0 1 0,1 0 0,-1 0 0,0-1-1,0 1 1,1-1 0,-1 1 0,0 0-1,1-1 1,-1 1 0,1-1 0,0 0-1,-1-2 1,-3-34-10448,9-20 5163,4 18 4324</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43.754"/>
    </inkml:context>
    <inkml:brush xml:id="br0">
      <inkml:brushProperty name="width" value="0.035" units="cm"/>
      <inkml:brushProperty name="height" value="0.035" units="cm"/>
    </inkml:brush>
  </inkml:definitions>
  <inkml:trace contextRef="#ctx0" brushRef="#br0">0 45 860,'2'-10'-1598,"2"-4"4887,6-6 14554,-9 20-17456,-1 0 1,0 0 0,1-1-1,-1 1 1,0 0-1,1 0 1,-1 0 0,0 0-1,1 0 1,-1 0-1,0 0 1,1 0 0,-1 0-1,1 1 1,12 11 5880,45 57-5834,-8-10-1890,-48-56 709,-1-1-716</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45.208"/>
    </inkml:context>
    <inkml:brush xml:id="br0">
      <inkml:brushProperty name="width" value="0.035" units="cm"/>
      <inkml:brushProperty name="height" value="0.035" units="cm"/>
    </inkml:brush>
  </inkml:definitions>
  <inkml:trace contextRef="#ctx0" brushRef="#br0">22 8 252,'-22'-7'29072,"23"12"-25433,2 3-4118,5 9 536,-1 1-1,-1 0 1,0 1 0,-2-1 0,4 24 0,4 101-97,-8-81 18,9 152 22,-13-214 0,0 1 0,0-1 0,0 0 0,0 1 0,0-1 0,0 1 0,0-1 0,0 1 0,0-1 0,0 1 0,1-1 0,-1 1 0,0-1 0,0 1 0,0-1 0,1 1 0,-1-1 0,0 0 0,0 1 0,1-1 0,-1 1 0,0-1 0,1 0 0,-1 1 0,0-1 0,1 0 0,-1 0 0,1 1 0,-1-1 0,0 0 0,1 0 0,-1 1 0,1-1 0,-1 0 0,1 0 0,-1 0 0,1 0 0,-1 0 0,1 0 0,-1 0 0,1 0 0,-1 0 0,1 0 0,-1 0 0,1 0 0,-1 0 0,1 0 0,-1 0 0,0-1 0,1 1 0,-1 0 0,1 0 0,-1 0 0,1-1 0,-1 1 0,0 0 0,1-1 0,-1 1 0,0 0 0,1-1 0,22-22 0,-13 10 0,-2 0 0,0-1 0,-1-1 0,0 1 0,9-31 0,15-79 0,-30 122 0,2-21 0,0 1 0,-1-23 0,-1 24 0,0-1 0,5-23 0,-6 45-91,0-1 1,0 1-1,0-1 0,0 1 0,0-1 1,0 1-1,0-1 0,0 1 1,0-1-1,1 1 0,-1-1 1,0 1-1,0-1 0,0 1 0,1-1 1,-1 1-1,0-1 0,0 1 1,1-1-1,-1 1 0,0 0 0,1-1 1,-1 1-1,0-1 0,1 1 1,-1 0-1,1 0 0,-1-1 0,1 1 1,-1 0-1,1 0 0,-1-1 1,1 1-1,-1 0 0,1 0 1,-1 0-1,1 0 0,-1 0 0,1 0 1,-1 0-1,1 0 0,-1 0 1,1 0-1,-1 0 0,1 0 0,-1 0 1,2 0-1,20 21-8604,-7-6 3511,3-1-2052,8 7 2363,-14-10 3827,12 9-133</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45.550"/>
    </inkml:context>
    <inkml:brush xml:id="br0">
      <inkml:brushProperty name="width" value="0.035" units="cm"/>
      <inkml:brushProperty name="height" value="0.035" units="cm"/>
    </inkml:brush>
  </inkml:definitions>
  <inkml:trace contextRef="#ctx0" brushRef="#br0">105 0 156,'7'3'1078,"31"16"28097,-72-21-26821,30 1-2354,0 0 0,0 1 0,0 0 0,0 0 0,0 0 0,0 0 0,0 0 0,0 1 0,1 0 0,-1 0 0,0 0 0,0 0 0,1 1 0,-1-1 0,0 1 0,1 0 0,0 0 0,-1 0 0,1 1 0,0-1 0,0 1 0,0-1 0,1 1 0,-1 0 0,1 0 0,-1 1 0,1-1 0,-2 5 0,1-4 0,1 0 0,0 0 0,1 1 0,-1-1 0,1 1 0,0-1 0,0 1 0,0-1 0,0 1 0,1-1 0,0 1 0,0 0 0,0-1 0,1 1 0,-1 0 0,1-1 0,0 1 0,0-1 0,1 1 0,0-1 0,-1 0 0,1 0 0,1 1 0,2 3 0,-4-7 0,0 0 0,0 1 0,1-1 0,-1 0 0,0 0 0,1 0 0,-1 0 0,1 0 0,-1-1 0,1 1 0,-1 0 0,1-1 0,-1 1 0,1-1 0,0 1 0,-1-1 0,1 0 0,0 0 0,0 1 0,-1-1 0,1-1 0,0 1 0,-1 0 0,1 0 0,0-1 0,-1 1 0,4-2 0,4-1 0,0-1 0,1 0 0,13-9 0,-7 4 0,16-9 0,-19 10 0,2 0 0,-1 1 0,1 0 0,16-4 0,-27 10 0,-1 0 0,1 0 0,0 0 0,0 1 0,0 0 0,-1 0 0,1 0 0,0 0 0,0 0 0,0 1 0,-1-1 0,1 1 0,0 0 0,0 0 0,-1 1 0,1-1 0,-1 1 0,1 0 0,-1 0 0,0 0 0,0 0 0,3 3 0,66 67 0,-71-72-152,0 1-1,-1 0 1,1 0-1,0-1 1,0 1-1,0-1 1,0 1-1,0-1 1,0 1 0,0-1-1,0 1 1,1-1-1,-1 0 1,0 0-1,2 1 1,-2-1-318,0-1 1,0 1-1,0 0 0,0-1 1,0 1-1,0-1 0,0 1 0,1-1 1,-1 1-1,-1-1 0,1 0 1,0 1-1,0-1 0,0 0 1,0 0-1,0 0 0,-1 0 1,1 0-1,0 0 0,0-1 1,3-6-2991,0 0 0,0 0 1,-1-1-1,3-9 0,-2 6 1684,6-16 758</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45.739"/>
    </inkml:context>
    <inkml:brush xml:id="br0">
      <inkml:brushProperty name="width" value="0.035" units="cm"/>
      <inkml:brushProperty name="height" value="0.035" units="cm"/>
    </inkml:brush>
  </inkml:definitions>
  <inkml:trace contextRef="#ctx0" brushRef="#br0">0 194 536,'14'-53'1904,"2"-11"4143,-12 51-807,1 1 1,10-22-1,-14 33-5114,-1 0 0,0 0 0,1 0 0,-1 0 0,1 0 0,0 0 0,-1 0 0,1 0 0,0 0 0,-1 0 0,1 1 0,0-1 0,0 0 0,0 1 0,0-1 0,0 1 0,0-1 0,0 1 0,0-1 0,0 1 0,1-1 0,-1 1 0,0 0 1,0 1-1,-1-1 1,1 0-1,0 1 0,0-1 1,-1 0-1,1 1 1,0-1-1,-1 1 1,1-1-1,-1 1 0,1-1 1,0 1-1,-1 0 1,1-1-1,-1 1 1,0 0-1,1-1 0,-1 1 1,1 1-1,2 4 375,-1 0-1,0 1 0,0-1 0,-1 1 1,2 9-1,-1 40-500,-2 0 0,-10 76 0,-1 40 0,11-156-747,-2-1 0,0 1 0,-1 0 0,-1-1 0,0 0 0,-1 1 0,-8 15 0,2-1-2066</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46.315"/>
    </inkml:context>
    <inkml:brush xml:id="br0">
      <inkml:brushProperty name="width" value="0.035" units="cm"/>
      <inkml:brushProperty name="height" value="0.035" units="cm"/>
    </inkml:brush>
  </inkml:definitions>
  <inkml:trace contextRef="#ctx0" brushRef="#br0">0 250 228,'14'-19'2722,"12"-12"25418,-25 31-28075,0 0 1,0 0 0,0 0-1,1 0 1,-1 0 0,0 0-1,0 1 1,0-1 0,0 0-1,0 1 1,0-1 0,0 0 0,0 1-1,0 0 1,0-1 0,0 1-1,0-1 1,0 1 0,0 0-1,-1 0 1,1 0 0,0-1 0,0 1-1,-1 0 1,1 0 0,0 2-1,19 26-165,-3 2 100,14 25 0,-28-53 0,-1 1 0,1-1 0,-1 1 0,1-1 0,0 0 0,1 0 0,-1 0 0,0-1 0,1 1 0,0-1 0,5 3 0,-8-4 0,1-1 0,0 0 0,-1 0 0,1 0 0,0 0 0,-1 0 0,1 0 0,-1 0 0,1-1 0,0 1 0,-1 0 0,1-1 0,-1 1 0,1-1 0,-1 0 0,1 0 0,-1 1 0,0-1 0,1 0 0,-1 0 0,0 0 0,0 0 0,0 0 0,1-1 0,0-1 0,29-40 0,-22 28 0,-5 9 0,0 0 0,1 1 0,0-1 0,0 1 0,0 0 0,1 0 0,-1 0 0,9-4 0,-12 7 0,0 1 0,0 1 0,1-1 0,-1 0 0,0 0 0,1 1 0,-1-1 0,0 1 0,1 0 0,-1 0 0,1 0 0,-1 0 0,0 0 0,1 0 0,-1 1 0,1-1 0,-1 1 0,0 0 0,0 0 0,1 0 0,-1 0 0,0 0 0,0 0 0,0 0 0,0 1 0,0-1 0,0 1 0,2 2 0,5 4 0,-3-3 0,0 0 0,0 0 0,-1 0 0,0 1 0,0-1 0,-1 1 0,0 0 0,6 10 0,-9-14 0,1-1 0,-1 1 0,1-1 0,-1 1 0,1-1 0,0 0 0,0 0 0,0 0 0,0 0 0,0 0 0,0 0 0,0 0 0,0-1 0,0 1 0,0-1 0,1 1 0,-1-1 0,0 0 0,0 0 0,0 0 0,1 0 0,1-1 0,17 4 0,-18-3 0,1 1 0,-1 0 0,0-1 0,1 0 0,-1 0 0,1 0 0,-1 0 0,0 0 0,1-1 0,-1 1 0,0-1 0,1 0 0,-1 0 0,0 0 0,0 0 0,0-1 0,0 0 0,0 1 0,0-1 0,0 0 0,0 0 0,-1 0 0,1-1 0,-1 1 0,0-1 0,0 1 0,0-1 0,4-6 0,-1 0 0,0 0 0,-1-1 0,0 0 0,0 0 0,-1-1 0,0 1 0,-1 0 0,1-12 0,3-19 0,-3 25 0,0 0 0,-1 0 0,-1 0 0,-1 0 0,0 0 0,-4-26 0,4 41 0,0 0 0,0 0 0,-1 0 0,1 0 0,0 0 0,0 0 0,-1 0 0,1 0 0,0 0 0,-1 0 0,1 1 0,-1-1 0,1 0 0,-1 0 0,1 0 0,-1 1 0,0-1 0,1 0 0,-1 1 0,0-1 0,0 0 0,1 1 0,-1-1 0,0 1 0,0-1 0,0 1 0,0 0 0,0-1 0,0 1 0,1 0 0,-1 0 0,0 0 0,0-1 0,0 1 0,0 0 0,0 0 0,0 0 0,0 0 0,0 1 0,0-1 0,0 0 0,0 0 0,0 1 0,0-1 0,0 0 0,0 1 0,1-1 0,-1 1 0,0-1 0,0 1 0,-1 1 0,-3 1 0,1 0 0,0 1 0,0 0 0,0-1 0,0 2 0,0-1 0,-4 8 0,-12 22 0,3 1 0,0 0 0,3 1 0,-15 53 0,25-73 0,0 0 0,1 1 0,1 0 0,1-1 0,0 1 0,1 0 0,0-1 0,2 1 0,0 0 0,1-1 0,0 1 0,12 28 0,-13-40 0,0 0 0,0 0 0,1-1 0,0 1 0,0-1 0,0 1 0,0-1 0,1 0 0,-1-1 0,1 1 0,0 0 0,1-1 0,-1 0 0,0 0 0,1-1 0,0 1 0,-1-1 0,1 0 0,0 0 0,0 0 0,1-1 0,-1 0 0,0 0 0,0 0 0,1 0 0,-1-1 0,0 0 0,0 0 0,7-1 0,11-2-5231,8 5-11532,-8 1 9508,-6-3 4581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47.549"/>
    </inkml:context>
    <inkml:brush xml:id="br0">
      <inkml:brushProperty name="width" value="0.035" units="cm"/>
      <inkml:brushProperty name="height" value="0.035" units="cm"/>
    </inkml:brush>
  </inkml:definitions>
  <inkml:trace contextRef="#ctx0" brushRef="#br0">128 614 120,'-38'-10'5337,"30"8"-2452,0 0-1,0 0 0,0-1 0,0 1 0,1-2 0,-1 1 1,1-1-1,-10-7 0,16 10-2852,0 0-1,0-1 1,0 1 0,0 0 0,0-1 0,0 1 0,1-1-1,-1 1 1,0-1 0,1 1 0,-1-1 0,1 0-1,0 1 1,0-1 0,-1 1 0,1-1 0,0 0-1,1 1 1,-1-1 0,0 0 0,0 1 0,1-1-1,-1 1 1,0-1 0,1 0 0,0 1 0,-1-1-1,1 1 1,0 0 0,0-1 0,0 1 0,0 0 0,0-1-1,0 1 1,2-1 0,1-3-7,0 0 1,1 0-1,-1 1 0,1 0 1,0 0-1,0 0 1,10-5-1,6 1-25,0 0 0,1 2 0,-1 0 0,41-5 0,90 2 0,-60 5 0,1439-45 0,257-32 0,-7-101 0,-1524 151 0,295-42 0,-540 70 135,-13 0-1,-20 1-1479,2 4-4251,-25 7-13094,18 0 13437,4 1 3333</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49.953"/>
    </inkml:context>
    <inkml:brush xml:id="br0">
      <inkml:brushProperty name="width" value="0.035" units="cm"/>
      <inkml:brushProperty name="height" value="0.035" units="cm"/>
    </inkml:brush>
  </inkml:definitions>
  <inkml:trace contextRef="#ctx0" brushRef="#br0">22 352 80,'3'-20'422,"1"1"4449,-3 14-1493,1-1 0,-1 0 0,1 1 0,1-1 0,-1 1 0,1 0 0,5-9 0,-2 76-3012,-31 221-366,7-130 0,12-106 0,-1 31 0,20-119 0,30-164 0,18-240 0,-60 432 0,0-12 0,1 1 0,1 1 0,1-1 0,1 0 0,14-35 0,-19 59 0,1 0 0,-1 0 0,1 0 0,0 0 0,-1 0 0,1 0 0,-1 1 0,1-1 0,-1 0 0,1 0 0,-1 1 0,1-1 0,-1 0 0,0 1 0,1-1 0,-1 1 0,1-1 0,-1 1 0,0-1 0,1 0 0,-1 1 0,0-1 0,1 1 0,-1-1 0,0 1 0,0 0 0,0-1 0,1 1 0,-1-1 0,0 2 0,11 20 0,1 15 0,-1 1 0,-3 1 0,5 41 0,-8-42 0,2 0 0,1 0 0,16 44 0,-24-81 0,1 0 0,-1 1 0,0-1 0,1 0 0,-1 0 0,1 0 0,-1 1 0,1-1 0,0 0 0,0 0 0,-1 0 0,1 0 0,0 0 0,0 0 0,0-1 0,0 1 0,0 0 0,0 0 0,0-1 0,0 1 0,0 0 0,0-1 0,0 1 0,1-1 0,-1 1 0,2-1 0,-1 0 0,0-1 0,0 1 0,-1-1 0,1 1 0,0-1 0,-1 0 0,1 0 0,-1 0 0,1 0 0,-1 0 0,0 0 0,1-1 0,-1 1 0,0 0 0,0-1 0,2-1 0,5-9 0,0-1 0,-1 1 0,8-19 0,-15 31 0,43-108 0,-28 67 0,1 1 0,38-66 0,-54 105 0,1-1 0,0 1 0,0-1 0,0 1 0,0 0 0,0-1 0,0 1 0,0 0 0,0 0 0,1 0 0,-1 0 0,0 0 0,1 0 0,-1 0 0,0 0 0,1 0 0,0 1 0,-1-1 0,3 0 0,-3 1 0,0 0 0,0 0 0,0 1 0,0-1 0,0 0 0,0 1 0,0-1 0,0 1 0,0-1 0,-1 1 0,1 0 0,0-1 0,0 1 0,0 0 0,-1-1 0,1 1 0,0 0 0,-1 0 0,1 0 0,-1-1 0,1 1 0,0 2 0,4 7 0,-1 0 0,-1 0 0,1 1 0,1 13 0,-4-21 0,19 114 0,7 138 0,-11-71 0,11 20 0,-27-198 0,1-5 0,-1 1 0,1-1 0,-1 1 0,0-1 0,0 1 0,0-1 0,0 1 0,0-1 0,0 1 0,0-1 0,0 1 0,-1-1 0,0 3 0,-1-9-3014,-2-17-12816,5 14 13012,0-1 0,0 1-1,6-15 1,2-7 800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50.298"/>
    </inkml:context>
    <inkml:brush xml:id="br0">
      <inkml:brushProperty name="width" value="0.035" units="cm"/>
      <inkml:brushProperty name="height" value="0.035" units="cm"/>
    </inkml:brush>
  </inkml:definitions>
  <inkml:trace contextRef="#ctx0" brushRef="#br0">3 198 48,'-1'-33'1741,"-1"10"1007,2 0 3766,4-5 11565,-1 26-16120,1 10-865,2 11-514,127 539-580,-123-526 0,33 96 0,-38-115 0,1 0 0,1-1 0,0 1 0,0-1 0,1-1 0,1 0 0,12 13 0,-19-22 0,0 0 0,0 0 0,0 0 0,0 0 0,1-1 0,-1 1 0,1-1 0,-1 1 0,1-1 0,0 0 0,-1 0 0,1 0 0,0 0 0,0-1 0,0 1 0,0-1 0,-1 0 0,1 0 0,0 0 0,0 0 0,0 0 0,0 0 0,0-1 0,0 0 0,-1 1 0,1-1 0,0 0 0,0 0 0,-1-1 0,1 1 0,-1 0 0,1-1 0,-1 0 0,4-2 0,3-4 0,-1-1 0,0 1 0,0-1 0,0-1 0,-1 0 0,-1 0 0,7-12 0,14-31 0,-4-1 0,-1-1 0,16-64 0,28-174 0,-34 140 0,-23 120 0,-6 26 0,-1-1 0,1 1 0,-2-1 0,1 0 0,-1 0 0,0 0 0,-1 0 0,1 0 0,-3-12 0,2 19-7,0 1 0,0-1-1,0 1 1,0 0 0,0-1 0,0 1 0,0-1-1,0 1 1,0 0 0,0-1 0,0 1 0,-1-1-1,1 1 1,0 0 0,0-1 0,0 1 0,-1 0-1,1-1 1,0 1 0,0 0 0,-1-1 0,1 1-1,0 0 1,-1 0 0,1-1 0,0 1 0,-1 0-1,1 0 1,0 0 0,-1-1 0,1 1 0,-1 0-1,1 0 1,-1 0 0,-8 12-957,-2 25-4349,7 15-9806,7 0 7628,-2-46 7013,4 42-1940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50.830"/>
    </inkml:context>
    <inkml:brush xml:id="br0">
      <inkml:brushProperty name="width" value="0.035" units="cm"/>
      <inkml:brushProperty name="height" value="0.035" units="cm"/>
    </inkml:brush>
  </inkml:definitions>
  <inkml:trace contextRef="#ctx0" brushRef="#br0">42 320 164,'-5'-1'-677,"-9"-2"1686,-9 10 17294,27 10-12222,-1-11-5744,0 1 0,1-1 0,-1 0 0,1 0 0,0 0-1,1 0 1,0-1 0,-1 0 0,2 0 0,-1 0 0,1 0 0,-1-1-1,10 6 1,-11-8-199,0-1 0,1 1-1,-1-1 1,0 0 0,0 0-1,1 0 1,-1 0 0,1-1-1,-1 0 1,0 0 0,1 0-1,-1 0 1,1-1 0,-1 0 0,0 0-1,1 0 1,-1 0 0,0-1-1,0 1 1,0-1 0,0 0-1,7-5 1,-1 0-138,0-1 0,0-1 0,-1 1 0,0-1 0,0-1 0,-1 0 0,-1 0 0,0-1 0,0 0 0,-1 0 0,10-23 0,-10 19 0,-1-1 0,0 1 0,-1-1 0,-1 0 0,-1-1 0,0 1 0,-1 0 0,-2-32 0,1 42 0,-1 1 0,0 0 0,-1-1 0,1 1 0,-1 0 0,0 0 0,0 0 0,0 0 0,-1 1 0,0-1 0,0 1 0,0-1 0,0 1 0,-1 0 0,0 0 0,-7-6 0,9 9 0,-1-1 0,1 1 0,-1-1 0,0 1 0,1 0 0,-1 0 0,0 0 0,0 1 0,0-1 0,0 1 0,0-1 0,0 1 0,1 0 0,-1 0 0,0 0 0,0 1 0,0-1 0,0 1 0,0-1 0,0 1 0,1 0 0,-1 0 0,0 0 0,0 0 0,1 1 0,-1-1 0,1 1 0,0 0 0,-1-1 0,1 1 0,0 0 0,-3 4 0,-2 2 0,0 0 0,0 0 0,1 1 0,1 0 0,-1 0 0,2 0 0,-1 0 0,-5 20 0,1 1 0,-8 52 0,17-78-228,-1 0-1,1 0 1,0 0-1,0 0 1,0 0-1,1 0 1,-1 1-1,1-1 1,0 0-1,0 0 1,0 0-1,1 0 1,3 7 0,-4-10-27,1 1 0,-1 0 0,0-1 0,0 1 0,1-1 0,-1 1 0,1-1 0,-1 0 0,1 0 1,0 0-1,-1 0 0,1 0 0,0 0 0,0 0 0,0 0 0,0-1 0,0 1 0,0-1 0,0 1 1,0-1-1,0 0 0,0 0 0,0 0 0,0 0 0,0 0 0,0 0 0,0-1 0,0 1 0,0 0 1,2-2-1,30-12-11565,0-4 5930,-17 8 4302,19-9-229</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51.049"/>
    </inkml:context>
    <inkml:brush xml:id="br0">
      <inkml:brushProperty name="width" value="0.035" units="cm"/>
      <inkml:brushProperty name="height" value="0.035" units="cm"/>
    </inkml:brush>
  </inkml:definitions>
  <inkml:trace contextRef="#ctx0" brushRef="#br0">0 98 168,'18'-23'1731,"-1"-1"4372,-2-2 3905,-4 1 3276,-23 57-13100,2 1-1,1 0 1,1 0 0,2 1-1,2-1 1,1 1-1,2 66 1,4-65-184,-2-11 0,1 0 0,7 30 0,-8-45-3116,-1 1-6667,0-8 6815,-4-12-9432,-1 5 8042,1 1 5108,-4-7-1534</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51.221"/>
    </inkml:context>
    <inkml:brush xml:id="br0">
      <inkml:brushProperty name="width" value="0.035" units="cm"/>
      <inkml:brushProperty name="height" value="0.035" units="cm"/>
    </inkml:brush>
  </inkml:definitions>
  <inkml:trace contextRef="#ctx0" brushRef="#br0">51 135 268,'-31'-17'6036,"17"5"2857,9-2 6492,5 13-15306,1 0 0,-1 0 0,1 1 0,-1-1 0,1 0 0,-1 1 0,1-1-1,0 0 1,0 1 0,-1-1 0,1 1 0,0-1 0,0 1 0,0-1 0,-1 1 0,1 0 0,0-1 0,0 1 0,0 0-1,0 0 1,0 0 0,0 0 0,1-1 0,25-2 208,58 6-287,-62-1 0,0-1 0,35-3 0,-33-1-1276,37-9 0,-51 9 250,-1-1-1,0 1 0,0-2 0,0 1 0,0-1 0,10-8 0,4-2-13267,-6 6 8182,-5 4 4063</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52.707"/>
    </inkml:context>
    <inkml:brush xml:id="br0">
      <inkml:brushProperty name="width" value="0.035" units="cm"/>
      <inkml:brushProperty name="height" value="0.035" units="cm"/>
    </inkml:brush>
  </inkml:definitions>
  <inkml:trace contextRef="#ctx0" brushRef="#br0">259 34 32,'23'-10'1555,"1"0"6800,-5-2 10890,-23 11-16785,-8 2-1453,11-1-898,-18 5-109,-1 0 0,2 2 0,-1 0 0,1 1 0,-25 15 0,35-18 0,1 1 0,-1-1 0,1 2 0,1-1 0,-1 1 0,1 0 0,0 0 0,0 1 0,1-1 0,0 1 0,1 1 0,0-1 0,-6 16 0,7-15 0,1 0 0,0 1 0,0-1 0,1 0 0,0 1 0,0-1 0,1 1 0,1-1 0,-1 1 0,1-1 0,1 0 0,0 1 0,0-1 0,6 12 0,0-2 0,2 0 0,0-1 0,1-1 0,0 1 0,22 22 0,-31-37 0,0 0 0,0 0 0,-1 0 0,1 1 0,-1-1 0,1 0 0,-1 1 0,0-1 0,0 1 0,-1-1 0,1 1 0,-1-1 0,1 1 0,-1 0 0,-1-1 0,1 1 0,0-1 0,-1 1 0,0-1 0,1 1 0,-1-1 0,-1 1 0,1-1 0,0 0 0,-1 1 0,0-1 0,0 0 0,-3 4 0,-5 8 0,-1-1 0,-1 0 0,0-1 0,-19 16 0,25-24 0,0 0 0,-1 0 0,0-1 0,0 0 0,0 0 0,0 0 0,-1-1 0,0 0 0,-13 3 0,16-8-2104,5 2 1911,0 0 0,-1 0 0,1 0 0,0-1 0,0 1-1,0 0 1,0 0 0,0-1 0,0 1 0,-1 0 0,1 0 0,0-1 0,0 1-1,0 0 1,0 0 0,0-1 0,0 1 0,0 0 0,0 0 0,0-1 0,0 1-1,0 0 1,0 0 0,0-1 0,1 1 0,-1 0 0,0 0 0,0 0 0,0-1-1,0 1 1,0 0 0,0 0 0,1-1 0,-1 1 0,0 0 0,0 0 0,0 0 0,0 0-1,1-1 1,-1 1 0,0 0 0,0 0 0,1 0 0,-1 0 0,0 0 0,0 0-1,1 0 1,-1 0 0,0 0 0,0-1 0,1 1 0,-1 0 0,0 0 0,0 0-1,1 0 1,-1 1 0,15-5-11287,2-5 5341,-5 2 5425,4 0-216</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53.082"/>
    </inkml:context>
    <inkml:brush xml:id="br0">
      <inkml:brushProperty name="width" value="0.035" units="cm"/>
      <inkml:brushProperty name="height" value="0.035" units="cm"/>
    </inkml:brush>
  </inkml:definitions>
  <inkml:trace contextRef="#ctx0" brushRef="#br0">1 329 124,'36'-8'5098,"23"6"11488,-21 1-7753,-13-1-6711,-13-1-2122,0 0 0,1-1 0,-1 0 0,-1-1 0,1-1 0,-1 0 0,0-1 0,0 0 0,0 0 0,-1-1 0,-1 0 0,1-1 0,-1 0 0,-1-1 0,12-16 0,-15 18 0,-1 0 0,0 0 0,-1-1 0,1 1 0,-2-1 0,1 0 0,-1 0 0,-1 0 0,1 0 0,-2 0 0,1 0 0,-2-13 0,1 18 0,-1 1 0,1-1 0,-1 1 0,0-1 0,0 1 0,0 0 0,0-1 0,-1 1 0,1 0 0,-1 0 0,0 0 0,0 0 0,0 0 0,-4-4 0,4 5 0,-1 0 0,1 1 0,-1-1 0,0 1 0,1 0 0,-1 0 0,0 0 0,0 0 0,0 0 0,1 0 0,-1 1 0,0-1 0,0 1 0,0 0 0,0 0 0,0 0 0,0 1 0,0-1 0,0 1 0,-3 0 0,0 1 0,0 0 0,0 0 0,0 1 0,0 0 0,1 0 0,0 0 0,-1 1 0,1-1 0,0 1 0,1 1 0,-1-1 0,1 1 0,0-1 0,0 1 0,0 0 0,-4 9 0,-5 9 0,1 0 0,-13 39 0,23-56 0,-13 36 0,2 1 0,1 0 0,3 1 0,1 0 0,-1 53 0,8-87 0,1 0 0,1 0 0,0 0 0,1 0 0,-1-1 0,2 1 0,-1-1 0,7 16 0,-7-23 0,-1 1 0,0 0 0,1 0 0,-1-1 0,1 1 0,0-1 0,0 1 0,0-1 0,0 0 0,1 0 0,-1 0 0,0 0 0,1 0 0,0 0 0,-1-1 0,1 1 0,0-1 0,0 0 0,-1 1 0,1-2 0,0 1 0,0 0 0,1 0 0,-1-1 0,0 0 0,0 0 0,0 0 0,0 0 0,0 0 0,0 0 0,3-1 0,3-2-723,0 1 1,0-1-1,-1 0 0,0-1 0,11-6 1,5-5-6215,36-31 0,-19 14 1711,12-8-2530,-22 23 6429</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53.348"/>
    </inkml:context>
    <inkml:brush xml:id="br0">
      <inkml:brushProperty name="width" value="0.035" units="cm"/>
      <inkml:brushProperty name="height" value="0.035" units="cm"/>
    </inkml:brush>
  </inkml:definitions>
  <inkml:trace contextRef="#ctx0" brushRef="#br0">295 198 604,'2'-41'5114,"-3"26"-356,0 0-1,-1 0 1,-1 0 0,-7-25-1,-3 10-1500,12 28-3257,0 1 0,0-1 0,0 0 0,0 1 0,-1-1 0,1 1 0,0-1 0,-1 1 0,1-1 0,-1 1 0,1 0 0,-1 0 0,1 0 0,-1 0 0,0 0 0,0 0 0,0 0 0,1 1 0,-1-1 0,0 1 0,-3-1 0,1 1 0,1 0 0,0 0 0,0 1 0,0-1 0,-1 1 0,1 0 0,0 0 0,0 0 0,0 0 0,0 1 0,1-1 0,-4 3 0,-4 3 0,0 0 0,1 1 0,0 0 0,0 1 0,1-1 0,-8 13 0,0 3 0,0 0 0,2 2 0,1 0 0,-16 43 0,22-50 0,2 1 0,0 0 0,0 1 0,2-1 0,1 1 0,0 0 0,2 26 0,1-38 0,0-1 0,0 1 0,1 0 0,0 0 0,1 0 0,0-1 0,0 1 0,1-1 0,0 0 0,9 14 0,-10-18 0,1 0 0,-1 0 0,1-1 0,0 1 0,0-1 0,0 0 0,0 0 0,0 0 0,1-1 0,-1 1 0,1-1 0,0 0 0,-1 0 0,1-1 0,0 1 0,0-1 0,0 0 0,1-1 0,-1 1 0,5-1 0,19-2-3191,-16 0-1488,0 0 0,-1-1 0,0-1 0,13-5 0,7-5-299,-16 7 3847</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53.955"/>
    </inkml:context>
    <inkml:brush xml:id="br0">
      <inkml:brushProperty name="width" value="0.035" units="cm"/>
      <inkml:brushProperty name="height" value="0.035" units="cm"/>
    </inkml:brush>
  </inkml:definitions>
  <inkml:trace contextRef="#ctx0" brushRef="#br0">13 136 428,'-12'-14'10362,"12"35"6236,2-1-11223,-1 6-5375,1 1 0,1-1 0,13 47 0,-16-71 0,1 0 0,-1 0 0,1 1 0,0-1 0,0 0 0,0-1 0,0 1 0,0 0 0,0 0 0,0 0 0,1 0 0,-1-1 0,1 1 0,-1-1 0,1 1 0,2 1 0,-3-3 0,0 1 0,0-1 0,1 1 0,-1-1 0,0 0 0,1 0 0,-1 1 0,0-1 0,1 0 0,-1 0 0,0 0 0,1-1 0,-1 1 0,0 0 0,1 0 0,-1-1 0,0 1 0,1-1 0,1 0 0,2-2 0,0 0 0,0-1 0,0 0 0,0 0 0,0 0 0,-1 0 0,0-1 0,1 0 0,4-8 0,24-48 0,-28 49 0,0 0 0,1 0 0,1 1 0,0 0 0,0 1 0,16-17 0,-22 26 0,-1 0 0,1 0 0,0 0 0,0 0 0,0 1 0,0-1 0,0 0 0,1 1 0,-1-1 0,0 1 0,0-1 0,0 1 0,0 0 0,1-1 0,-1 1 0,0 0 0,0 0 0,1 0 0,-1 0 0,0 0 0,0 0 0,1 0 0,-1 0 0,0 0 0,2 1 0,-1 0 0,0 0 0,0 1 0,0-1 0,0 1 0,-1-1 0,1 1 0,0 0 0,0-1 0,-1 1 0,1 0 0,-1 0 0,2 3 0,2 6 0,1 0 0,-1 1 0,-1 0 0,3 13 0,6 29 0,-5-21 0,1-1 0,17 41 0,-26-72-40,0-1 0,1 0 0,-1 1 0,1-1 0,-1 0 0,0 1 0,1-1 0,-1 0 0,1 0 0,-1 0 0,1 1 0,-1-1 0,1 0 0,-1 0 0,1 0 0,-1 0 0,1 0 0,0 0 0,-1 0 0,1 0 0,-1 0 0,1 0 0,-1 0 0,1-1 1,-1 1-1,1 0 0,-1 0 0,1 0 0,-1-1 0,0 1 0,1 0 0,-1 0 0,1-1 0,-1 1 0,1 0 0,-1-1 0,0 1 0,1-1 0,-1 1 0,0 0 0,1-1 0,-1 0 0,23-22-3672,-20 19 2512,12-13-5482,-12 13 5530,1-1-1,0 0 1,1 1 0,-1 0-1,1 0 1,8-6-1,-12 9 1262,0 1-1,1-1 1,-1 1-1,0-1 1,1 1-1,-1 0 1,0-1-1,1 1 1,-1 0-1,1 0 1,-1 0-1,0 0 1,1 0-1,1 1 1,-1-1 416,0 1 0,0 0 0,0 0 0,0-1 0,-1 2 0,1-1 0,0 0 0,0 0 0,-1 0 0,1 1 0,-1-1 0,2 3 0,15 23 5670,-16-23-5233,0 0-1,1 1 1,0-1 0,-1-1 0,1 1-1,4 4 1,-2-3-962,1-1 0,-6-20 0,-5-20 0,2-1 0,2-50 0,2 70 0,1 1 0,0-1 0,1 1 0,1-1 0,1 1 0,0 0 0,11-23 0,-12 32 0,-1 0 0,2 0 0,-1 1 0,1-1 0,0 1 0,0 0 0,1 0 0,10-8 0,-12 11 0,1 1 0,-1-1 0,0 1 0,1 0 0,-1 0 0,1 0 0,0 1 0,0 0 0,-1 0 0,1 0 0,0 0 0,0 1 0,0 0 0,0 0 0,7 1 0,52-1-6402,-35 0 893,-9 0-12624,-4 4 16238</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54.218"/>
    </inkml:context>
    <inkml:brush xml:id="br0">
      <inkml:brushProperty name="width" value="0.035" units="cm"/>
      <inkml:brushProperty name="height" value="0.035" units="cm"/>
    </inkml:brush>
  </inkml:definitions>
  <inkml:trace contextRef="#ctx0" brushRef="#br0">1 363 664,'17'33'3619,"-4"21"8740,-9 2 88,-4-19-8799,0-34-3622,4 53-26,-2-39 0,-1 0 0,-1 0 0,-2 26 0,2-43 1,0 1-1,1-1 1,-1 0-1,0 0 1,0 0-1,0 0 1,0 1-1,0-1 1,0 0-1,0 0 1,0 0-1,0 1 1,0-1-1,0 0 1,0 0-1,0 0 1,0 1-1,0-1 1,0 0-1,0 0 1,0 0-1,0 0 1,0 1-1,0-1 1,-1 0-1,1 0 1,0 0-1,0 0 1,0 1-1,0-1 1,0 0-1,0 0 1,0 0-1,-1 0 1,1 0-1,0 0 1,0 0-1,0 1 1,0-1-1,-1 0 1,1 0-1,0 0 1,0 0-1,0 0 1,-1 0-1,1 0 1,0 0-1,0 0 1,0 0-1,-1 0 1,-3-11 25,-3-20-273,7 30 233,-2-16-3429,2-1 1,-1 0 0,2 0-1,1 0 1,0 0-1,6-23 1,3-24-1737,2-33 2673,-1 9 2364,-3 1 3715,-8 60 1541,-1 25-3691,0 0 0,0 0 0,-1 0 1,1 0-1,-1 0 0,0 0 0,0 1 1,0-1-1,0 0 0,0 0 1,-2-2-1,4-10 1567,7-12-13899,5 0-808,5 2 6584,-3 13 3874</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54.561"/>
    </inkml:context>
    <inkml:brush xml:id="br0">
      <inkml:brushProperty name="width" value="0.035" units="cm"/>
      <inkml:brushProperty name="height" value="0.035" units="cm"/>
    </inkml:brush>
  </inkml:definitions>
  <inkml:trace contextRef="#ctx0" brushRef="#br0">130 1 48,'-6'44'6059,"9"24"12290,-1-39-12412,-1-1-3567,-11 226-2370,-1 1 0,9-242-1316,-2-19-1865,-3-15-4177,1-18-2276,-5 2 5007,-6 4 4429,-8 1 3856,16 21 436,-13-16 12298,16 17-14222,9 8-2170,0 1 0,0-1 0,0 1 0,0 0 0,0 0 0,0 0 0,0 0 0,5 0 0,-2-1 0,10-2 0,-1-2 0,1 0 0,-1-1 0,0 0 0,-1-1 0,0-1 0,0 0 0,-1-1 0,0-1 0,12-12 0,-3 2-3173,16-10-8998,4 6-283,-13 17 8780,-6 7 2463</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54.797"/>
    </inkml:context>
    <inkml:brush xml:id="br0">
      <inkml:brushProperty name="width" value="0.035" units="cm"/>
      <inkml:brushProperty name="height" value="0.035" units="cm"/>
    </inkml:brush>
  </inkml:definitions>
  <inkml:trace contextRef="#ctx0" brushRef="#br0">790 0 1192,'-24'23'5200,"-29"33"17280,31-33-18589,-125 150-3891,65-73 0,65-79 0,-130 146 0,111-130 0,-1-2 0,-56 39 0,86-69-579,0 0 1,-1-1-1,1 0 0,-1 0 0,0-1 1,0 0-1,-12 2 0,18-4 324,1-1 1,-1 1-1,0-1 0,0 0 1,0 1-1,0-1 0,0 0 0,0-1 1,0 1-1,0 0 0,0 0 1,0-1-1,1 1 0,-1-1 1,0 0-1,0 1 0,0-1 0,1 0 1,-1 0-1,0 0 0,1 0 1,-1 0-1,1-1 0,-1 1 0,1 0 1,0-1-1,0 1 0,-1-1 1,1 1-1,0-1 0,0 0 1,1 0-1,-1 1 0,0-1 0,0 0 1,1 0-1,-1 0 0,1-2 1,-2-26-9512,8-2 4666,5-7 2494</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05:54.953"/>
    </inkml:context>
    <inkml:brush xml:id="br0">
      <inkml:brushProperty name="width" value="0.035" units="cm"/>
      <inkml:brushProperty name="height" value="0.035" units="cm"/>
    </inkml:brush>
  </inkml:definitions>
  <inkml:trace contextRef="#ctx0" brushRef="#br0">0 41 80,'0'-4'700,"11"-33"30048,-5 43-30619,-1 0-1,0 0 1,-1 1-1,1-1 1,-1 1-1,0 0 1,-1 0-1,0 1 1,4 10-1,-3-7-178,60 131-523</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11:42.186"/>
    </inkml:context>
    <inkml:brush xml:id="br0">
      <inkml:brushProperty name="width" value="0.035" units="cm"/>
      <inkml:brushProperty name="height" value="0.035" units="cm"/>
    </inkml:brush>
  </inkml:definitions>
  <inkml:trace contextRef="#ctx0" brushRef="#br0">30 0 376,'-1'0'571,"0"1"0,0-1 1,0 1-1,1-1 0,-1 1 0,0-1 0,0 1 0,0 0 1,1-1-1,-1 1 0,1 0 0,-1 0 0,0 0 0,1-1 1,-1 1-1,1 0 0,-1 0 0,1 0 0,0 0 1,-1 0-1,1 1 0,-7 22 8788,3 7-7317,1 0 0,2 0 0,0 0-1,6 39 1,-3-46-1789,37 311-253,-35-309 0,0-6 0,1 40 0,2-71-4305,26-40-15203,5 5 11897,-14 20 6376</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11:42.497"/>
    </inkml:context>
    <inkml:brush xml:id="br0">
      <inkml:brushProperty name="width" value="0.035" units="cm"/>
      <inkml:brushProperty name="height" value="0.035" units="cm"/>
    </inkml:brush>
  </inkml:definitions>
  <inkml:trace contextRef="#ctx0" brushRef="#br0">4 107 576,'0'0'286,"1"0"-1,-1 0 1,1 0 0,-1 1 0,1-1-1,-1 0 1,1 0 0,-1 1 0,0-1-1,1 0 1,-1 1 0,0-1-1,1 1 1,-1-1 0,0 0 0,1 1-1,-1-1 1,0 1 0,0-1-1,1 1 1,-1-1 0,0 1 0,0-1-1,0 1 1,0-1 0,0 1-1,0-1 1,0 1 0,0-1 0,0 1-1,0-1 1,0 1 0,0-1-1,0 1 1,0 0 0,-4 26 10157,3-18-7547,-3 23-1826,2 1 0,1-1 1,2 1-1,2 0 0,0-1 0,2 0 1,17 56-1,-21-83-1070,1-1 0,0 0 0,0 1 0,0-1 0,1 0 0,-1 0 0,1 0 0,0 0 0,0-1 0,1 1 0,-1-1 0,1 0 0,-1 0 0,6 3 0,-7-5 0,0 0 0,0 0 0,0 0 0,0-1 0,0 1 0,1-1 0,-1 1 0,0-1 0,0 0 0,1 0 0,-1 0 0,0 0 0,0 0 0,1-1 0,-1 1 0,0-1 0,0 1 0,0-1 0,1 0 0,-1 0 0,0 0 0,0 0 0,0 0 0,-1 0 0,1-1 0,0 1 0,0-1 0,-1 1 0,1-1 0,-1 0 0,3-2 0,6-9 0,0-1 0,-1 0 0,0 0 0,-1-1 0,-1 0 0,10-31 0,-6 9 0,12-73 0,-18 78 0,0-43 0,-5 63 0,-1 0 0,1 0 0,-2 0 0,0 0 0,0 0 0,-8-21 0,10 31 0,-1 1 0,1 0 0,-1 0 0,1-1 0,-1 1 0,1 0 0,-1 0 0,0 0 0,0-1 0,0 1 0,1 0 0,-1 0 0,0 0 0,0 0 0,0 1 0,-1-1 0,1 0 0,0 0 0,0 1 0,0-1 0,0 0 0,-1 1 0,1-1 0,0 1 0,-1 0 0,1-1 0,0 1 0,-1 0 0,1 0 0,0 0 0,-1 0 0,1 0 0,-1 0 0,1 0 0,0 0 0,-1 1 0,1-1 0,0 1 0,-1-1 0,1 1 0,0-1 0,0 1 0,0-1 0,-1 1 0,1 0 0,-1 1 0,-4 2 0,0 1 0,0 0 0,1 0 0,0 1 0,0-1 0,0 1 0,-4 8 0,-16 31 0,-32 77 0,33-67 0,23-51 0,-1-1 0,0 1 0,0 0 0,1 0 0,-1-1 0,1 1 0,0 0 0,0 0 0,1 0 0,-1 1 0,1-1 0,0 7 0,0-10-119,1-1-1,0 0 1,-1 0-1,1 0 1,-1 0 0,1 1-1,0-1 1,-1 0 0,1 0-1,0 0 1,-1 0-1,1-1 1,0 1 0,-1 0-1,1 0 1,-1 0 0,1 0-1,0-1 1,-1 1-1,1 0 1,-1 0 0,1-1-1,-1 1 1,1-1-1,-1 1 1,1 0 0,-1-1-1,1 1 1,-1-1 0,1 0-1,27-21-7624,-20 15 4260,39-26-8507,2 2 7705,-7 5 2909</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11:42.808"/>
    </inkml:context>
    <inkml:brush xml:id="br0">
      <inkml:brushProperty name="width" value="0.035" units="cm"/>
      <inkml:brushProperty name="height" value="0.035" units="cm"/>
    </inkml:brush>
  </inkml:definitions>
  <inkml:trace contextRef="#ctx0" brushRef="#br0">42 88 80,'22'22'3572,"-18"-17"-1765,0-1 1,-1 1-1,1 0 1,-1 1-1,0-1 0,0 0 1,-1 1-1,1 0 0,-1 0 1,1 8-1,2 23 4079,-12 296-2543,7-324-3342,-1-6-1,1 1 0,0-1 0,0 0 0,1 0 0,-1 1 0,1-1 0,-1 0 0,1 0 0,0 0 0,0 0 0,1 0 0,-1 0 0,4 5 0,-4-7 0,0 0 0,0-1 0,0 1 0,0 0 0,0 0 0,0 0 0,0-1 0,1 1 0,-1-1 0,0 1 0,1-1 0,-1 1 0,0-1 0,1 0 0,-1 0 0,0 1 0,1-1 0,-1 0 0,1 0 0,-1 0 0,0-1 0,1 1 0,-1 0 0,1-1 0,-1 1 0,0 0 0,0-1 0,1 1 0,-1-1 0,0 0 0,0 0 0,1 1 0,-1-1 0,0 0 0,1-1 0,7-5 0,-1 0 0,0 0 0,0-1 0,0 0 0,-1 0 0,0-1 0,-1 0 0,10-19 0,2-8 0,14-39 0,-23 53 0,-2 0 0,-1-1 0,-1 0 0,-1 0 0,0 0 0,-1-29 0,-3 38 0,0-1 0,-1 1 0,-1 0 0,0 1 0,-1-1 0,0 0 0,-1 1 0,-1-1 0,0 1 0,0 1 0,-13-21 0,16 30 0,0 1 0,1 0 0,-1-1 0,0 1 0,0 0 0,-1 0 0,1 1 0,0-1 0,-1 0 0,1 1 0,-1-1 0,1 1 0,-1 0 0,0 0 0,1 0 0,-1 0 0,0 0 0,0 0 0,0 1 0,0 0 0,0-1 0,1 1 0,-1 0 0,0 1 0,0-1 0,0 0 0,0 1 0,0-1 0,0 1 0,1 0 0,-1 0 0,0 0 0,-3 2 0,-4 3 0,0-1 0,0 1 0,0 1 0,1 0 0,0 0 0,-16 17 0,11-8 64,3-5-260,0 1 1,0 1-1,2-1 0,-1 2 0,2-1 0,0 1 1,-7 16-1,42-20-24947,-4-16 21112,4-3 2208</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11:43.450"/>
    </inkml:context>
    <inkml:brush xml:id="br0">
      <inkml:brushProperty name="width" value="0.035" units="cm"/>
      <inkml:brushProperty name="height" value="0.035" units="cm"/>
    </inkml:brush>
  </inkml:definitions>
  <inkml:trace contextRef="#ctx0" brushRef="#br0">176 84 400,'15'-27'2499,"-5"8"2152,-2 3 2277,-1 1 3635,-7 15-10510,0 0 0,0 0 0,0 0 0,0 0 0,0 0 0,0 0 0,1 0 0,-1-1 0,0 1 0,0 0 0,0 0 0,0 0 0,0 0 0,0 0 0,0-1 0,0 1 0,0 0 0,0 0 0,0 0 0,0 0 0,0 0 0,0-1 0,0 1 0,0 0 0,0 0 0,0 0 0,0 0 0,0-1 0,0 1 0,0 0 0,0 0 0,0 0 0,0 0 0,0-1 0,0 1 0,0 0 0,0 0 0,0 0 0,-1 0 0,1 0 0,0 0 0,0-1 0,0 1 0,0 0 0,0 0 0,0 0 0,-1 0 0,1 0 0,0 0 0,0 0 0,0 0 0,-1 0 0,-10 4 2423,-10 10-39,4 1-2437,0 0 0,1 1 0,1 1 0,1 0 0,0 1 0,2 1 0,0 0 0,1 0 0,0 1 0,2 0 0,1 1 0,-9 29 0,16-46 0,0-1 0,0 0 0,1 0 0,-1 0 0,1 1 0,-1-1 0,1 0 0,0 1 0,0-1 0,1 0 0,-1 1 0,1-1 0,-1 0 0,1 1 0,0-1 0,0 0 0,1 0 0,-1 0 0,1 0 0,-1 0 0,1 0 0,0-1 0,0 1 0,0-1 0,0 1 0,1-1 0,-1 1 0,1-1 0,2 2 0,6 2 0,0-1 0,0 0 0,0 0 0,0-1 0,1 0 0,19 3 0,-30-7 0,1 0 0,0 1 0,-1-1 0,1 1 0,-1-1 0,1 1 0,-1 0 0,1 0 0,-1-1 0,1 1 0,1 2 0,-2-2 0,-1 0 0,1-1 0,-1 1 0,0-1 0,1 1 0,-1-1 0,0 1 0,0 0 0,1-1 0,-1 1 0,0 0 0,0-1 0,0 1 0,0 0 0,0-1 0,0 1 0,0 0 0,0-1 0,0 1 0,0 1 0,-2 2 0,0 0 0,0 0 0,0 0 0,0-1 0,-1 1 0,0 0 0,-3 3 0,-4 5 0,5-5 34,-1-1 0,-1 1 0,0-2 0,1 1 0,-2 0 0,-14 7 0,20-11-52,-1-1-1,1 0 1,-1 0 0,1 0-1,-1 0 1,0-1 0,1 1 0,-1-1-1,0 1 1,1-1 0,-1 0-1,-3 0 1,4-1-20,1 1 0,-1-1 0,1 1 0,0-1 0,-1 1-1,1-1 1,0 0 0,0 0 0,0 1 0,-1-1 0,1 0 0,0 0 0,0 0 0,0-1 0,0 1 0,0 0 0,1 0-1,-1 0 1,0-1 0,1 1 0,-1 0 0,0-1 0,1 1 0,-1-3 0,-2-21-13311,8 1 3932,7 2 3789,3 2 3646,6-3 827</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11:44.374"/>
    </inkml:context>
    <inkml:brush xml:id="br0">
      <inkml:brushProperty name="width" value="0.035" units="cm"/>
      <inkml:brushProperty name="height" value="0.035" units="cm"/>
    </inkml:brush>
  </inkml:definitions>
  <inkml:trace contextRef="#ctx0" brushRef="#br0">15 28 604,'4'-4'1990,"21"-20"27992,-29 38-29939,1 0 0,1 0 1,0 0-1,0 24 1,-1 2-74,-3 20 30,-14 171 0,20-229 0,-1 14 0,1-1 0,0 1 0,1 0 0,4 21 0,-5-37 0,0 1 0,0-1 0,0 1 0,1-1 0,-1 1 0,0-1 0,0 1 0,0-1 0,1 1 0,-1-1 0,0 0 0,0 1 0,1-1 0,-1 1 0,0-1 0,1 0 0,-1 1 0,0-1 0,1 0 0,-1 1 0,1-1 0,-1 0 0,1 1 0,-1-1 0,1 0 0,-1 0 0,1 0 0,-1 0 0,1 1 0,-1-1 0,1 0 0,-1 0 0,1 0 0,-1 0 0,1 0 0,-1 0 0,1 0 0,-1 0 0,1-1 0,-1 1 0,1 0 0,-1 0 0,1 0 0,-1 0 0,1-1 0,-1 1 0,1 0 0,-1-1 0,0 1 0,1 0 0,-1-1 0,1 1 0,-1 0 0,0-1 0,1 1 0,-1-1 0,29-30 0,-21 21 0,4-2 0,-5 4 0,0 1 0,1-1 0,1 1 0,15-10 0,-22 16 0,0 0 0,0 0 0,0 0 0,0 0 0,1 0 0,-1 0 0,0 1 0,1-1 0,-1 1 0,0 0 0,1-1 0,-1 1 0,0 0 0,1 1 0,-1-1 0,0 0 0,1 1 0,-1-1 0,0 1 0,1 0 0,-1-1 0,0 1 0,0 0 0,0 1 0,0-1 0,0 0 0,2 2 0,3 4 0,0-1 0,-1 1 0,0 0 0,0 1 0,6 9 0,-6-7 0,0-2 0,1 1 0,13 13 0,-19-21 0,0-1 0,0 1 0,0 0 0,0-1 0,0 1 0,0-1 0,1 0 0,-1 1 0,0-1 0,0 0 0,1 0 0,-1 0 0,0 0 0,0 0 0,1 0 0,-1 0 0,0 0 0,0 0 0,1 0 0,-1-1 0,0 1 0,0-1 0,0 1 0,0-1 0,1 1 0,-1-1 0,0 0 0,0 1 0,1-2 0,37-32 0,-21 17 0,73-47 0,-59 42 0,44-36 0,-59 36 0,-8 10 0,-9 12 0,0 0 0,0 0 0,0 0 0,0 0 0,0 0 0,0 1 0,0-1 0,0 0 0,0 0 0,0 0 0,0 0 0,0 0 0,0 0 0,0 0 0,0 0 0,0 1 0,0-1 0,0 0 0,0 0 0,0 0 0,0 0 0,0 0 0,0 0 0,0 0 0,0 0 0,0 0 0,1 0 0,-1 1 0,0-1 0,0 0 0,0 0 0,0 0 0,0 0 0,0 0 0,0 0 0,0 0 0,0 0 0,0 0 0,1 0 0,-1 0 0,0 0 0,0 0 0,0 0 0,0 0 0,0 0 0,0 0 0,0 0 0,0 0 0,1 0 0,-1 0 0,0 0 0,0 0 0,0 0 0,0 0 0,0 0 0,0 0 0,0 0 0,0 0 0,0 0 0,1 0 0,-1 0 0,-38 21 0,27-12 0,1 0 0,0 0 0,0 1 0,-11 17 0,18-25 0,1 0 0,1 1 0,-1-1 0,0 1 0,1-1 0,-1 1 0,1 0 0,0 0 0,0 0 0,0 0 0,0 0 0,0 0 0,1 0 0,-1 0 0,1 0 0,0 0 0,0 0 0,0 0 0,0 0 0,1 0 0,-1 0 0,1 0 0,0 0 0,0 0 0,0 0 0,1 3 0,0-4 0,0 0 0,0 1 0,-1-1 0,2 0 0,-1 0 0,0 0 0,0-1 0,0 1 0,1 0 0,-1-1 0,1 0 0,0 1 0,-1-1 0,1 0 0,0-1 0,-1 1 0,1 0 0,0-1 0,0 1 0,0-1 0,0 0 0,0 0 0,-1 0 0,1 0 0,0-1 0,0 1 0,3-2 0,7-1 0,0-1 0,0-1 0,-1 0 0,17-10 0,-16 9 0,-9 4 0,0 0 0,1 1 0,-1-1 0,1 1 0,0 0 0,0 1 0,-1-1 0,1 1 0,0 0 0,0 0 0,-1 0 0,1 1 0,0-1 0,0 1 0,-1 0 0,1 1 0,-1-1 0,1 1 0,-1 0 0,0 0 0,8 5 0,0-2 0,-10-4 0,0 0 0,0-1 0,-1 1 0,1 0 0,0 0 0,0 0 0,-1 0 0,1 0 0,0 0 0,-1 1 0,3 2 0,-4-4 0,0 0 0,1 0 0,-1 0 0,0 0 0,0 0 0,0 0 0,1 0 0,-1 0 0,0 0 0,0 0 0,0 0 0,1 0 0,-1 0 0,0 0 0,0 0 0,0 0 0,1-1 0,-1 1 0,0 0 0,0 0 0,0 0 0,0 0 0,1 0 0,-1 0 0,0 0 0,0-1 0,0 1 0,0 0 0,0 0 0,0 0 0,1 0 0,-1 0 0,0-1 0,0 1 0,0 0 0,0 0 0,0 0 0,0-1 0,0 1 0,0 0 0,0 0 0,0 0 0,0-1 0,0 1 0,0 0 0,0 0 0,0 0 0,0-1 0,0 1 0,0 0 0,0 0 0,0 0 0,0 0 0,0-1 0,0 1 0,-1 0 0,0-2 0,-1-1 0,0 1 0,1-1 0,0 1 0,-1-1 0,1 0 0,0 1 0,0-1 0,1 0 0,-1 0 0,0-4 0,-3-38 0,3 37 0,-1-24 0,1 0 0,1 0 0,2 0 0,1 0 0,8-35 0,-8 57 0,0 0 0,0 0 0,1 0 0,1 0 0,0 1 0,0 0 0,1 0 0,8-12 0,-8 16 0,-1-1 0,1 1 0,-1 0 0,1 1 0,1-1 0,-1 1 0,0 0 0,1 1 0,0-1 0,0 1 0,0 1 0,15-4 0,-15 4-435,1 1 0,-1 1 0,0-1 0,1 1 1,12 1-1,-1 2-2491,-1 1 0,27 9 0,-3 0-912,-26-10-4062</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11:44.681"/>
    </inkml:context>
    <inkml:brush xml:id="br0">
      <inkml:brushProperty name="width" value="0.035" units="cm"/>
      <inkml:brushProperty name="height" value="0.035" units="cm"/>
    </inkml:brush>
  </inkml:definitions>
  <inkml:trace contextRef="#ctx0" brushRef="#br0">34 43 488,'-5'36'2858,"-6"0"4371,8-27-4122,0 0 1,0 1-1,1-1 1,0 1-1,-1 14 1,3-6-1527,-1-13-1385,1-1 1,0 1-1,0 0 0,0 0 0,0 0 0,1 0 0,0-1 1,0 1-1,3 7 0,-3-11-196,0 0 0,0 0 0,0 0 0,0-1 0,0 1 0,1 0 0,-1-1 0,0 1 0,1-1 0,-1 1 0,0-1 0,1 0 0,-1 1 0,0-1 0,1 0 0,-1 0 0,1 0 0,-1 0 0,0 0 0,1 0 0,-1-1 0,0 1 0,1 0 0,1-1 0,35-12 0,-28 8 0,0-1 0,0 0 0,-1-1 0,0 0 0,0 0 0,0-1 0,-1 0 0,0 0 0,-1-1 0,0 0 0,0-1 0,-1 0 0,-1 0 0,1 0 0,-1 0 0,-1-1 0,0 0 0,-1 0 0,0 0 0,0 0 0,1-21 0,-4 31 0,0-1 0,1 1 0,-1 0 0,0-1 0,0 1 0,0-1 0,0 1 0,-1-1 0,1 1 0,0 0 0,0-1 0,-1 1 0,1-1 0,-1 1 0,0 0 0,1-1 0,-1 1 0,0 0 0,1 0 0,-3-2 0,2 2 0,0 0 0,0 1 0,-1-1 0,1 1 0,0-1 0,0 1 0,-1 0 0,1-1 0,0 1 0,0 0 0,-1 0 0,1 0 0,0 0 0,-1 0 0,1 0 0,0 0 0,-1 0 0,-1 1 0,-1 0 0,-1 1 0,0 0 0,1 0 0,-1 0 0,1 0 0,0 1 0,0-1 0,0 1 0,0 0 0,-7 7 0,4 0 0,-1 0 0,2 0 0,-1 1 0,1 0 0,1 0 0,0 0 0,0 1 0,2 0 0,-1 0 0,1 0 0,1 0 0,0 1 0,1-1 0,0 13 0,1-17 0,0 0 0,1 0 0,0 0 0,0 0 0,1 0 0,0-1 0,0 1 0,1 0 0,0-1 0,0 0 0,1 0 0,0 0 0,0 0 0,1 0 0,-1-1 0,1 0 0,1 0 0,-1 0 0,1 0 0,0-1 0,1 0 0,11 7 0,-14-10-244,0-1 0,-1 1-1,1-1 1,0 0 0,-1 0 0,8 1 0,-4-1-910,0-1 0,1 0 0,-1 0 0,0-1 0,12-3 0,-4 1-1291,-1-2 0,1 0 0,-1 0 0,14-9 0,34-20-7114,-26 16 7813</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11:45.024"/>
    </inkml:context>
    <inkml:brush xml:id="br0">
      <inkml:brushProperty name="width" value="0.035" units="cm"/>
      <inkml:brushProperty name="height" value="0.035" units="cm"/>
    </inkml:brush>
  </inkml:definitions>
  <inkml:trace contextRef="#ctx0" brushRef="#br0">504 80 284,'-3'-21'3666,"-12"-15"9140,14 34-12013,0 0 0,0 1 0,0-1 0,0 1-1,-1-1 1,1 1 0,0 0 0,-1-1 0,1 1 0,-1 0-1,0 0 1,1 0 0,-1 0 0,0 0 0,-2-1 0,3 2-609,-1 0 1,1 0-1,0 0 1,0 0-1,0 0 1,0 0-1,-1 0 1,1 0-1,0 1 1,0-1-1,0 0 1,0 1-1,0-1 1,0 1-1,0-1 1,0 1-1,-2 0 1,-14 14-185,-1 1 0,2 0 0,0 2 0,1-1 0,-22 36 0,29-43 0,-61 99 0,59-92 0,2 0 0,0 1 0,1 0 0,-8 32 0,15-47 0,-1 0 0,1-1 0,-1 1 0,1 0 0,0 0 0,0 0 0,0 0 0,1 0 0,-1 0 0,1 0 0,-1 0 0,1 0 0,0-1 0,0 1 0,0 0 0,0 0 0,1-1 0,-1 1 0,4 3 0,1 0 0,0 0 0,0-1 0,1 0 0,-1 0 0,12 6 0,16 11 0,-33-21 0,1 0 0,0 1 0,-1-1 0,1 0 0,-1 1 0,1-1 0,-1 1 0,0 0 0,1 0 0,-1-1 0,0 1 0,0 0 0,0 0 0,-1 0 0,1 0 0,0 0 0,-1 0 0,1 0 0,-1 0 0,0 1 0,0 2 0,0-2 0,-1 0 0,1 0 0,-1 0 0,0 0 0,-1 0 0,1 0 0,0 0 0,-1-1 0,1 1 0,-1-1 0,0 1 0,0-1 0,-3 4 0,-2 1 0,-1-1 0,1 0 0,-2 0 0,1 0 0,0-1 0,-1 0 0,0-1 0,-13 5 0,0-2-703,7-3-1551,1 0 0,1 1 0,-1 0 0,1 1 0,0 1 0,0 0 0,-19 14 1,10 1-5989,3 1 4487,4 4 1923</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54:03.006"/>
    </inkml:context>
    <inkml:brush xml:id="br0">
      <inkml:brushProperty name="width" value="0.035" units="cm"/>
      <inkml:brushProperty name="height" value="0.035" units="cm"/>
    </inkml:brush>
  </inkml:definitions>
  <inkml:trace contextRef="#ctx0" brushRef="#br0">174 119 268,'-1'-2'242,"1"-1"0,-1 1 0,0 1 0,0-1 0,1 0 0,-1 0 0,-1 0-1,1 0 1,0 1 0,0-1 0,-1 0 0,1 1 0,-1-1 0,-2-1 0,2 2 433,0 0 0,0 0-1,0 0 1,0 0 0,0 1 0,0-1 0,-1 1-1,1 0 1,0-1 0,0 1 0,0 0 0,-1 0 0,1 1-1,0-1 1,0 0 0,0 1 0,0-1 0,-4 2-1,0 1 1143,0-1-1,0 1 0,0 0 1,1 0-1,0 1 0,-7 5 1,-9 13 1513,14-12-3330,2 1 0,-1 0 0,2-1 0,-1 2 0,1-1 0,1 0 0,0 1 0,1 0 0,0-1 0,1 1 0,0 0 0,1 0 0,0 0 0,1 0 0,0 0 0,1-1 0,0 1 0,1 0 0,6 14 0,-8-22 0,1 0 0,0-1 0,0 1 0,0-1 0,1 1 0,-1-1 0,1 0 0,0 0 0,-1 0 0,2 0 0,-1-1 0,0 1 0,0-1 0,1 0 0,-1 0 0,1 0 0,0 0 0,0-1 0,-1 1 0,1-1 0,0 0 0,0 0 0,0-1 0,7 1 0,-3-1 0,0-1 0,0 0 0,0 0 0,0-1 0,0 0 0,0-1 0,-1 0 0,1 0 0,-1-1 0,0 1 0,11-9 0,-6 4 0,-1-1 0,0-1 0,0 0 0,-1 0 0,-1-1 0,1 0 0,-2 0 0,0-1 0,0-1 0,-1 1 0,0-1 0,6-21 0,-9 25 0,-1 0 0,-1 0 0,0 0 0,0 0 0,-1-1 0,0 1 0,-1 0 0,0-1 0,0 1 0,-1-1 0,0 1 0,-1 0 0,0 0 0,0-1 0,-1 1 0,0 1 0,-1-1 0,0 0 0,0 1 0,-7-10 0,9 15 0,0 0 0,-1 0 0,1 0 0,-1 0 0,0 1 0,0-1 0,0 1 0,0 0 0,-1-1 0,1 1 0,-1 1 0,1-1 0,-1 1 0,1-1 0,-1 1 0,0 0 0,0 0 0,1 1 0,-1-1 0,0 1 0,0 0 0,0 0 0,0 0 0,0 0 0,0 1 0,0-1 0,1 1 0,-1 0 0,0 0 0,1 1 0,-6 1 0,1 1 0,0 0 0,0 1 0,0 0 0,1 0 0,-1 1 0,1-1 0,1 2 0,-1-1 0,1 1 0,0 0 0,0 0 0,-6 12 0,9-7-1808,3-12 1494,0 1 1,0-1-1,0 1 0,0-1 1,1 1-1,-1-1 1,0 1-1,0-1 1,1 0-1,-1 1 1,0-1-1,0 1 1,1-1-1,-1 1 1,1-1-1,-1 0 1,0 1-1,1-1 0,-1 0 1,1 0-1,-1 1 1,1-1-1,0 0 1,29 5-14557,-19-4 11749,21 3-70,7-1 1519</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54:03.475"/>
    </inkml:context>
    <inkml:brush xml:id="br0">
      <inkml:brushProperty name="width" value="0.035" units="cm"/>
      <inkml:brushProperty name="height" value="0.035" units="cm"/>
    </inkml:brush>
  </inkml:definitions>
  <inkml:trace contextRef="#ctx0" brushRef="#br0">309 177 492,'-3'-3'719,"-1"0"-1,0 0 1,0 0 0,-1 1 0,1-1-1,-6-1 1,5 2 778,0 0 0,-1 1 0,1 0 0,0 0 0,0 1 0,-1-1 0,1 1 0,0 0 0,-1 0 0,1 1 0,0 0 0,0 0 0,-1 0 0,1 0 0,-6 3 0,-19 12 1791,18-7-3288,1 1 0,0 0 0,0 0 0,1 1 0,1 0 0,-1 1 0,2 0 0,-9 16 0,7-11 0,2 1 0,0 1 0,0-1 0,2 1 0,-7 30 0,12-46 0,1-1 0,-1 1 0,1 0 0,0 0 0,-1-1 0,1 1 0,0 0 0,1 0 0,-1-1 0,0 1 0,1 0 0,0-1 0,-1 1 0,1 0 0,0-1 0,0 1 0,1-1 0,-1 1 0,0-1 0,1 0 0,-1 1 0,1-1 0,0 0 0,0 0 0,0 0 0,0-1 0,0 1 0,3 1 0,-1-1 0,-1 0 0,1-1 0,0 0 0,0 0 0,0 0 0,0 0 0,0-1 0,0 0 0,0 0 0,0 0 0,0 0 0,0 0 0,0-1 0,0 0 0,0 0 0,0 0 0,-1 0 0,7-3 0,3-2 0,1-2 0,-2 1 0,1-2 0,-1 1 0,0-2 0,-1 1 0,0-2 0,-1 0 0,0 0 0,0 0 0,-1-1 0,-1-1 0,8-15 0,-8 13 0,0-1 0,-2 1 0,0-1 0,0 0 0,-2-1 0,0 1 0,-1-1 0,-1 0 0,0 0 0,-1 0 0,-2-23 0,0 29 0,0 1 0,-1 0 0,0-1 0,0 1 0,-2 0 0,-6-18 0,8 26 0,1 0 0,0-1 0,-1 1 0,1 0 0,-1 0 0,1 0 0,-1 0 0,0 0 0,0 1 0,0-1 0,0 1 0,0-1 0,-1 1 0,1-1 0,0 1 0,-1 0 0,1 0 0,0 0 0,-1 1 0,1-1 0,-1 1 0,0-1 0,1 1 0,-1 0 0,1 0 0,-1 0 0,1 0 0,-1 0 0,0 0 0,1 1 0,-1 0 0,-4 1 0,-3 1 0,-1 1 0,1 0 0,1 1 0,-1 0 0,1 0 0,-1 1 0,2 1 0,-1-1 0,1 1 0,0 1 0,0-1 0,1 1 0,0 1 0,0-1 0,1 1 0,0 0 0,1 1 0,0 0 0,-7 18 0,11-18-2068,9 0-6317,15-4-6515,-18-5 13585,20 3-2292,6 1 1771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54:03.865"/>
    </inkml:context>
    <inkml:brush xml:id="br0">
      <inkml:brushProperty name="width" value="0.035" units="cm"/>
      <inkml:brushProperty name="height" value="0.035" units="cm"/>
    </inkml:brush>
  </inkml:definitions>
  <inkml:trace contextRef="#ctx0" brushRef="#br0">229 135 664,'-29'11'5205,"17"-5"711,0 1-1,1 0 0,-15 11 1,8-2-2684,6-6-3232,1 1 0,1 1 0,0-1 0,1 2 0,0-1 0,1 1 0,0 1 0,1-1 0,0 1 0,1 1 0,1-1 0,0 1 0,1 0 0,1 0 0,0 0 0,1 0 0,0 22 0,3-32 0,-1 0 0,1 0 0,0 0 0,0-1 0,1 1 0,-1 0 0,1 0 0,0-1 0,0 1 0,1-1 0,0 0 0,-1 0 0,1 0 0,0 0 0,1 0 0,-1-1 0,1 1 0,0-1 0,0 0 0,0 0 0,0 0 0,0-1 0,0 1 0,1-1 0,6 2 0,-6-2 0,1 0 0,0-1 0,0 1 0,0-1 0,0-1 0,0 1 0,0-1 0,0 0 0,0 0 0,0-1 0,0 0 0,0 0 0,0 0 0,-1-1 0,1 1 0,0-1 0,-1-1 0,1 1 0,-1-1 0,8-5 0,9-9 0,0-1 0,-2-1 0,0 0 0,-1-2 0,-1 0 0,-1-1 0,-1-1 0,-1 0 0,-1-1 0,17-39 0,-27 53 0,11-26 0,12-44 0,-24 70 0,0-1 0,-1 0 0,-1 0 0,0 0 0,0 0 0,-1 0 0,0 0 0,-4-21 0,3 30 0,0 0 0,0 0 0,0 0 0,0 0 0,0 0 0,0 0 0,-1 0 0,1 0 0,-1 1 0,1-1 0,-1 1 0,0-1 0,0 1 0,1 0 0,-1 0 0,0-1 0,0 1 0,0 0 0,0 1 0,-1-1 0,1 0 0,0 1 0,0-1 0,0 1 0,0 0 0,-1-1 0,1 1 0,0 0 0,-4 1 0,-5-1 0,0 1 0,1 0 0,-1 0 0,-21 7 0,0 3 86,0 2-1,-41 24 1,0 0-1786</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54:01.807"/>
    </inkml:context>
    <inkml:brush xml:id="br0">
      <inkml:brushProperty name="width" value="0.035" units="cm"/>
      <inkml:brushProperty name="height" value="0.035" units="cm"/>
    </inkml:brush>
  </inkml:definitions>
  <inkml:trace contextRef="#ctx0" brushRef="#br0">409 85 1164,'-18'-23'28439,"15"15"-25279,-2-33-3160,4 40 0,1 0 0,-1 1 0,1-1 0,-1 0 0,1 0 0,-1 1 0,0-1 0,1 0 0,-1 1 0,0-1 0,1 0 0,-1 1 0,0-1 0,0 1 0,0 0 0,1-1 0,-1 1 0,0 0 0,0-1 0,0 1 0,0 0 0,0 0 0,0 0 0,0-1 0,0 1 0,1 0 0,-1 0 0,0 1 0,-2-1 0,-34 2 0,32-2 0,-8 2 0,1 0 0,0 0 0,-1 1 0,1 1 0,0 0 0,1 1 0,-1 0 0,1 1 0,0 0 0,0 1 0,1 0 0,0 1 0,0 0 0,0 0 0,1 1 0,-13 17 0,17-20 0,1 0 0,0 0 0,0 0 0,0 1 0,1 0 0,0 0 0,0 0 0,0 0 0,1 0 0,0 0 0,1 1 0,0-1 0,0 1 0,0-1 0,1 1 0,0-1 0,1 1 0,0 0 0,0-1 0,0 0 0,1 1 0,0-1 0,0 0 0,1 0 0,0 0 0,0 0 0,1 0 0,7 10 0,24 27 0,-23-28 0,1 0 0,-2 0 0,0 1 0,14 29 0,-23-40 0,0 0 0,0 0 0,-1 0 0,1 0 0,-1 0 0,-1 0 0,1 0 0,-1 0 0,0 1 0,0-1 0,-1 0 0,0 0 0,0 0 0,0 0 0,-1 0 0,0 0 0,0 0 0,-1-1 0,-4 9 0,-1 0 0,-1 0 0,0 0 0,-1-1 0,-21 22 0,28-32 0,0 1 0,-1-1 0,1 0 0,-1 0 0,0-1 0,0 1 0,0-1 0,0 0 0,0 0 0,0 0 0,-1 0 0,1-1 0,-1 0 0,1 0 0,-1 0 0,1 0 0,-1-1 0,0 0 0,1 0 0,-1 0 0,-8-2 0,11 2 0,0-1 0,0 1 0,0-1 0,0 0 0,0 0 0,1 0 0,-1 0 0,0 0 0,1 0 0,-1-1 0,0 1 0,1 0 0,0-1 0,-1 1 0,1-1 0,0 0 0,0 1 0,0-1 0,0 0 0,0 0 0,-1-2 0,1 0 0,0-1 0,0 1 0,0-1 0,1 0 0,0 1 0,0-1 0,0 0 0,2-8 0,1-5 0,1 1 0,1 0 0,13-28 0,-8 22 0,0 1 0,2 0 0,0 1 0,2 0 0,0 1 0,2 0 0,0 1 0,24-22 0,8 0 0,67-42 0,-100 72-3209,6-6-6839,-4 25-8622</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54:02.260"/>
    </inkml:context>
    <inkml:brush xml:id="br0">
      <inkml:brushProperty name="width" value="0.035" units="cm"/>
      <inkml:brushProperty name="height" value="0.035" units="cm"/>
    </inkml:brush>
  </inkml:definitions>
  <inkml:trace contextRef="#ctx0" brushRef="#br0">12 386 264,'10'-6'27001,"-17"7"-24171,6 1-2748,-1-1-1,1 0 0,0 0 1,0 1-1,0-1 0,0 1 1,0-1-1,0 1 0,0-1 1,1 1-1,-1 0 0,0-1 1,1 1-1,0 0 0,-1-1 1,1 1-1,0 0 0,0 0 1,0 0-1,0-1 0,0 1 1,0 0-1,0 0 0,0-1 0,1 3 1,9 51 471,-9-51-553,0-1 0,0 0 0,0 1 0,0-1 0,1 0 0,-1 0 0,1 0 0,0 0 0,0 0 0,0 0 0,0 0 0,1-1 0,-1 1 0,1-1 0,0 1 0,-1-1 0,1 0 0,0 0 0,0-1 0,0 1 0,7 2 0,-6-3 0,1 0 0,0 0 0,-1-1 0,1 1 0,0-1 0,-1 0 0,1 0 0,-1-1 0,1 0 0,0 0 0,-1 0 0,1 0 0,-1 0 0,1-1 0,-1 0 0,6-3 0,2-3 0,0 0 0,-1 0 0,0-1 0,0 0 0,-1-1 0,-1 0 0,1-1 0,-2 0 0,1 0 0,-2-1 0,1 0 0,-2-1 0,1 1 0,6-23 0,-5 10 0,0-1 0,-2 1 0,-2-1 0,0 0 0,-1-1 0,-2-51 0,-2 71 0,1 0 0,-1 0 0,-1 0 0,1 0 0,-1 0 0,0 0 0,-1 1 0,0-1 0,0 1 0,0-1 0,-7-8 0,8 13 0,1 0 0,-1 0 0,0 0 0,0 0 0,-1 0 0,1 0 0,0 0 0,-1 1 0,1-1 0,-1 1 0,1 0 0,-1 0 0,1 0 0,-1 0 0,0 0 0,0 0 0,1 1 0,-1-1 0,0 1 0,0 0 0,0 0 0,0 0 0,0 0 0,1 0 0,-1 1 0,0-1 0,0 1 0,0 0 0,1 0 0,-5 2 0,-6 3 0,1 1 0,-1 0 0,1 1 0,1 0 0,0 1 0,0 1 0,-13 14 0,6-4 0,1 1 0,-27 45 0,43-65 0,-1 2 0,-1 1 0,1-1 0,0 1 0,0 0 0,1 0 0,-1-1 0,1 1 0,0 0 0,-1 7 0,4-12 0,0 0 0,0 0 0,0 0 0,0-1 0,0 1 0,-1-1 0,1 0 0,0 1 0,-1-1 0,2-2 0,-1 2 0,-1 1-234,0 0 0,-1 1 0,1-1 0,-1 0 0,1 0 0,-1 0 0,1 1 0,-1-1 0,1 0 0,-1 0 0,0 0 0,0 0 0,1 0 0,-1 0 0,0 0 0,0 0 0,0 0 0,0-1 0,1-10-5452,37 12-16353</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54:04.508"/>
    </inkml:context>
    <inkml:brush xml:id="br0">
      <inkml:brushProperty name="width" value="0.035" units="cm"/>
      <inkml:brushProperty name="height" value="0.035" units="cm"/>
    </inkml:brush>
  </inkml:definitions>
  <inkml:trace contextRef="#ctx0" brushRef="#br0">235 0 856,'3'4'16146,"1"5"-6451,2 2-4955,-2-1-3563,9 22-997,-9-24-186,0 1 0,-1-1 0,0 1-1,2 10 1,-3-8 6,-1 0 0,0 0 0,0 1 0,-1-1 0,-1 1 0,0-1 0,0 0 0,-1 1 0,-1-1 0,0 0 0,0 0 0,-1-1 0,-8 17 0,8-20 0,-1 1 0,0-1 0,0 0 0,-1 0 0,0 0 0,0-1 0,-1 0 0,1 0 0,-1-1 0,-1 0 0,1 0 0,-1-1 0,1 1 0,-1-2 0,-1 1 0,1-1 0,0 0 0,-11 1 0,-11 0-4946,21-3 1004,0 0-1,0 1 1,0-1 0,-16 7-1,5 5-660,12 1 1881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54:07.465"/>
    </inkml:context>
    <inkml:brush xml:id="br0">
      <inkml:brushProperty name="width" value="0.035" units="cm"/>
      <inkml:brushProperty name="height" value="0.035" units="cm"/>
    </inkml:brush>
  </inkml:definitions>
  <inkml:trace contextRef="#ctx0" brushRef="#br0">28 8 2124,'0'-1'5,"0"1"-1,-1 0 1,1-1-1,0 1 1,0 0-1,0-1 1,-1 1-1,1 0 1,0-1-1,0 1 1,-1 0-1,1 0 1,0-1-1,-1 1 1,1 0-1,0 0 1,-1 0-1,1-1 1,0 1-1,-1 0 1,1 0-1,0 0 1,-1 0-1,1 0 1,-1 0-1,1 0 1,0 0-1,-1 0 1,1 0-1,0 0 1,-1 0-1,1 0 1,-1 0-1,1 0 1,0 0-1,-1 0 1,1 1-1,0-1 1,-1 0-1,1 0 1,-1 1-1,1-1-8,0 0 0,0 0 0,0 0-1,0 0 1,0 0 0,0 0 0,0 0 0,-1 0 0,1 1-1,0-1 1,0 0 0,0 0 0,0 0 0,0 0-1,0 0 1,0 0 0,-1 0 0,1 0 0,0 0 0,0 0-1,0 0 1,0 0 0,0 0 0,0 0 0,-1 0-1,1 0 1,0 0 0,0 0 0,0 0 0,0 0 0,0 0-1,0 0 1,-1 0 0,1 0 0,0 0 0,0-1-1,0 1 1,0 0 0,0 0 0,0 0 0,0 0 0,0 0-1,0 0 1,-1 0 0,1 0 0,0 0 0,0-1-1,0 1 1,0 0 0,0 0 0,0 0 0,0 0 0,0 0-1,0 0 1,0-1 0,0 1 0,0 0 0,0 0-1,0 0 1,0 0 0,0 0 0,0 0 0,0-1 0,0 1-1,0 0 1,0 0 0,0 0 0,0-1-208,-1 2-325,-6 0 384,9 0 167,1-1-203,-2 0 732,1 0 0,-1-1 0,1 2 0,-1-1 0,1 0 0,-1 0 0,1 0 0,-1 1 0,0-1 0,1 1 0,-1-1 0,1 1 1,-1 0-1,0-1 0,1 1 0,-1 0 0,0 0 0,2 1 0,8-1 1755,-8-1-2813,-7-1 196,4 1 273,0 0 1,0 0-1,0 0 0,1 0 1,-1 1-1,0-1 1,0 0-1,0 0 0,0 0 1,0 0-1,0 0 1,0 0-1,1 0 0,-1 0 1,0 0-1,0 0 0,0 0 1,0 0-1,0 1 1,0-1-1,0 0 0,0 0 1,0 0-1,0 0 1,0 0-1,1 0 0,-1 1 1,0-1-1,0 0 1,0 0-1,0 0 0,0 0 1,0 0-1,0 0 1,0 1-1,0-1 0,0 0 1,0 0-1,0 0 0,0 0 1,0 0-1,-1 0 1,1 1-1,0-1 0,0 0 1,0 0-1,0 0 1,0 0-1,0 0 0,0 0 1,0 0-1,0 1 1,0-1-1,0 0 0,-1 0 1,1 0-1,0 0 1,0 0-1,0 0 0,0 0 1,0 0-1,0 0 0,0 0 1,-1 0-1,1 0 1,0 0-1,0 0 0,-11 6-8951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54:18.664"/>
    </inkml:context>
    <inkml:brush xml:id="br0">
      <inkml:brushProperty name="width" value="0.035" units="cm"/>
      <inkml:brushProperty name="height" value="0.035" units="cm"/>
    </inkml:brush>
  </inkml:definitions>
  <inkml:trace contextRef="#ctx0" brushRef="#br0">478 1 396,'-14'1'1878,"1"0"-1,-1 1 1,1 1-1,-1 0 1,1 1 0,0 0-1,1 1 1,-1 0-1,1 1 1,0 1 0,-16 11-1,6-2 1769,-30 26 0,-11 21-1302,44-41-2325,1 0 0,2 2 1,0 0-1,1 0 0,2 1 0,0 1 1,2 0-1,1 1 0,1 0 0,1 1 1,2 0-1,-6 56 0,10-58-22,1 1-1,1-1 1,2 0 0,0 0-1,2 0 1,1 0 0,1-1-1,1 0 1,1 0 0,1 0-1,1-1 1,2-1 0,0 0-1,20 29 1,4-5-229,2-1 1,2-3-1,64 56 0,-81-84-5312,-19-13 3944,-1-1 1,1 1-1,0-1 0,0 0 0,0 0 1,0 0-1,0 0 0,0-1 0,0 0 1,1 0-1,6-1 0,27-7-3264,-4-3 3141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54:19.568"/>
    </inkml:context>
    <inkml:brush xml:id="br0">
      <inkml:brushProperty name="width" value="0.035" units="cm"/>
      <inkml:brushProperty name="height" value="0.035" units="cm"/>
    </inkml:brush>
  </inkml:definitions>
  <inkml:trace contextRef="#ctx0" brushRef="#br0">243 136 352,'14'-20'27439,"-17"31"-22467,-32 60-4972,6-12 0,-130 343 0,152-385 0,1 1 0,1 0 0,1 0 0,1 1 0,-2 29 0,7-39 0,3-14 0,8-19 0,-11 20 0,66-155 0,-9 17 0,-34 89 0,15-35 0,84-135 0,-121 219 0,44-58 0,-44 58 0,1 0 0,-1 0 0,1 1 0,0-1 0,0 1 0,0 0 0,0 0 0,1 1 0,-1-1 0,1 1 0,0 0 0,8-2 0,-12 4 0,0 0 0,1 0 0,-1 0 0,0 0 0,0 1 0,1-1 0,-1 0 0,0 1 0,0-1 0,0 1 0,1-1 0,-1 1 0,0 0 0,0-1 0,0 1 0,0 0 0,0 0 0,0 0 0,-1 0 0,1 0 0,0 0 0,0 0 0,-1 0 0,1 0 0,0 0 0,-1 0 0,1 0 0,-1 1 0,0-1 0,1 2 0,9 40 0,-6-15 0,-2 1 0,-2 0 0,-5 52 0,-21 87 0,22-145 0,-27 122 0,-52 151 0,67-264-311,15-30 179,0-1-1,0 1 0,0-1 0,0 0 0,0 1 0,0-1 0,0 0 0,0 0 1,-1 0-1,1 0 0,0 0 0,-1 0 0,1 0 0,-1 0 0,1 0 0,-1-1 1,-2 2-1,3-2-467,1-1 0,-1 1 0,-4-7-8401,5 6 8401,0 1 0,0-1 0,0-1 0,-4-25-8111,-1-41 2038,2 55 6506,0 0 0,-1 1 0,0-1 0,-1 1 1,-12-21-1,8 17 754,-1 0 0,0 1 0,-1 0 0,-23-23 0,23 27 1053,-1 1 1,-1 0-1,-18-10 1,20 12 579,-4-2 3379,-2 6 6439,41 2-9104,-9-2-4101,0 1 1,0 1-1,17-1 1,-20 3-538,1-1 0,-1-1 0,1 0-1,-1 0 1,20-8 0,-3-3-6833,17-7 1304,-15 10 5583</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54:19.930"/>
    </inkml:context>
    <inkml:brush xml:id="br0">
      <inkml:brushProperty name="width" value="0.035" units="cm"/>
      <inkml:brushProperty name="height" value="0.035" units="cm"/>
    </inkml:brush>
  </inkml:definitions>
  <inkml:trace contextRef="#ctx0" brushRef="#br0">107 82 168,'-36'-2'1542,"14"1"615,1-1 3302,-6-3 10221,28 2-13286,11-2 141,13-3 293,81-9-2828,-67 12 0,65-16 0,-94 17-277,0 2 0,0-1 0,19 0 1,16 10-30672</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54:20.473"/>
    </inkml:context>
    <inkml:brush xml:id="br0">
      <inkml:brushProperty name="width" value="0.035" units="cm"/>
      <inkml:brushProperty name="height" value="0.035" units="cm"/>
    </inkml:brush>
  </inkml:definitions>
  <inkml:trace contextRef="#ctx0" brushRef="#br0">108 99 72,'-1'-19'936,"0"-25"3012,5 24 1979,5 5 4445,-9 15-10318,0 0 1,0 0-1,0 0 1,0 0 0,0 0-1,0 0 1,0-1-1,0 1 1,1 0 0,-1 0-1,0 0 1,0 0-1,0 0 1,0 0 0,0 0-1,1 0 1,-1 0-1,0 0 1,0 0-1,0 0 1,0 0 0,0 0-1,0 0 1,1 0-1,-1 0 1,0 0 0,0 0-1,0 0 1,0 0-1,0 0 1,0 0 0,1 1-1,-1-1 1,0 0-1,0 0 1,0 0 0,0 0-1,0 0 1,0 0-1,0 0 1,0 0 0,1 0-1,-1 1 1,0-1-1,0 0 1,0 0 0,0 0-1,0 0 1,0 0-1,0 0 1,0 1 0,0-1-1,0 0 1,0 0-1,2 14 3768,-2 13 862,-11 34-4684,-2 0 0,-23 62 0,19-73 0,3 1 0,2 0 0,-9 86 0,20-133 0,1-1 0,0 1 0,0 0 0,0-1 0,1 1 0,-1 0 0,1-1 0,0 1 0,0 0 0,0-1 0,0 1 0,1-1 0,-1 0 0,1 1 0,0-1 0,0 0 0,0 0 0,1 0 0,3 4 0,0-2 0,1-1 0,-1 0 0,1-1 0,-1 1 0,1-1 0,0-1 0,0 1 0,14 2 0,-13-3-7,43 11-1454,81 10 0,-117-22 741,1 0 0,0-1 0,0 0 0,0-1 0,0-1 0,0 0 0,0-2 0,-1 1 0,28-12 0,-11 3-12834,-1 1 7218,-7 0 4280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07:54:20.787"/>
    </inkml:context>
    <inkml:brush xml:id="br0">
      <inkml:brushProperty name="width" value="0.035" units="cm"/>
      <inkml:brushProperty name="height" value="0.035" units="cm"/>
    </inkml:brush>
  </inkml:definitions>
  <inkml:trace contextRef="#ctx0" brushRef="#br0">227 0 44,'9'8'20986,"1"-1"-13524,-2 1-3696,12 12-3708,-2 2-1,-1 0 0,0 1 1,-2 1-1,-1 0 0,0 1 1,-2 1-1,-1 0 0,-2 0 1,8 29-1,-12-32-67,0 0 1,-2 0-1,-1 1 0,0-1 1,-2 1-1,-1-1 0,0 1 1,-2-1-1,-1 0 0,-1 0 0,0 0 1,-14 33-1,1-16-429,-1-1 0,-3 0 0,-33 46 0,19-36-2775,-80 80 0,41-53-15804,49-49 15565,-3 2 1569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370C6-0EB6-AB4C-B6F2-DFBA4991C1ED}" type="datetimeFigureOut">
              <a:rPr lang="en-US" smtClean="0"/>
              <a:t>2/13/2025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5E6A36-EFE3-384E-8CE4-826E10130968}" type="slidenum">
              <a:rPr lang="en-US" smtClean="0"/>
              <a:t>‹#›</a:t>
            </a:fld>
            <a:endParaRPr lang="en-US"/>
          </a:p>
        </p:txBody>
      </p:sp>
    </p:spTree>
    <p:extLst>
      <p:ext uri="{BB962C8B-B14F-4D97-AF65-F5344CB8AC3E}">
        <p14:creationId xmlns:p14="http://schemas.microsoft.com/office/powerpoint/2010/main" val="780623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dirty="0"/>
          </a:p>
        </p:txBody>
      </p:sp>
      <p:sp>
        <p:nvSpPr>
          <p:cNvPr id="4" name="Rectangl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5D3BF3-D352-46FC-8343-31F56E6730E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7DDC1-F938-39E6-B3F4-EE600A5A009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310E25C-DA30-F293-094D-6C39E109A1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2DFDE2F-3C96-91B6-5144-86EF252C9221}"/>
              </a:ext>
            </a:extLst>
          </p:cNvPr>
          <p:cNvSpPr>
            <a:spLocks noGrp="1"/>
          </p:cNvSpPr>
          <p:nvPr>
            <p:ph type="dt" sz="half" idx="10"/>
          </p:nvPr>
        </p:nvSpPr>
        <p:spPr/>
        <p:txBody>
          <a:bodyPr/>
          <a:lstStyle/>
          <a:p>
            <a:fld id="{D69FE89A-86BA-FD42-9062-6FDC96000E94}" type="datetimeFigureOut">
              <a:rPr lang="en-US" smtClean="0"/>
              <a:t>2/13/2025</a:t>
            </a:fld>
            <a:endParaRPr lang="en-US"/>
          </a:p>
        </p:txBody>
      </p:sp>
      <p:sp>
        <p:nvSpPr>
          <p:cNvPr id="5" name="Footer Placeholder 4">
            <a:extLst>
              <a:ext uri="{FF2B5EF4-FFF2-40B4-BE49-F238E27FC236}">
                <a16:creationId xmlns:a16="http://schemas.microsoft.com/office/drawing/2014/main" id="{D930E73F-BD8A-1A31-E1EA-8D0C5BAD9B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4404F0-4178-CE82-D356-35F161479C3B}"/>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791111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13162-2B14-4CA9-34B5-4C54D72AC02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7AE6F61-CB65-7BDF-539B-E50D55B140E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AA6BF6-4C90-201F-92CF-20B243068639}"/>
              </a:ext>
            </a:extLst>
          </p:cNvPr>
          <p:cNvSpPr>
            <a:spLocks noGrp="1"/>
          </p:cNvSpPr>
          <p:nvPr>
            <p:ph type="dt" sz="half" idx="10"/>
          </p:nvPr>
        </p:nvSpPr>
        <p:spPr/>
        <p:txBody>
          <a:bodyPr/>
          <a:lstStyle/>
          <a:p>
            <a:fld id="{D69FE89A-86BA-FD42-9062-6FDC96000E94}" type="datetimeFigureOut">
              <a:rPr lang="en-US" smtClean="0"/>
              <a:t>2/13/2025</a:t>
            </a:fld>
            <a:endParaRPr lang="en-US"/>
          </a:p>
        </p:txBody>
      </p:sp>
      <p:sp>
        <p:nvSpPr>
          <p:cNvPr id="5" name="Footer Placeholder 4">
            <a:extLst>
              <a:ext uri="{FF2B5EF4-FFF2-40B4-BE49-F238E27FC236}">
                <a16:creationId xmlns:a16="http://schemas.microsoft.com/office/drawing/2014/main" id="{7CF38521-5721-D7E9-C5BD-1A005E7DB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9A9494-39DF-3752-31D7-E1A2FF29F375}"/>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730077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0C542-42B3-DEF2-8D99-F6F5CFA91C5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B43B492-7744-AEE7-3E0D-9B0B34D5BB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F49855A-1C3C-BCAF-BA93-EFB9556B35E9}"/>
              </a:ext>
            </a:extLst>
          </p:cNvPr>
          <p:cNvSpPr>
            <a:spLocks noGrp="1"/>
          </p:cNvSpPr>
          <p:nvPr>
            <p:ph type="dt" sz="half" idx="10"/>
          </p:nvPr>
        </p:nvSpPr>
        <p:spPr/>
        <p:txBody>
          <a:bodyPr/>
          <a:lstStyle/>
          <a:p>
            <a:fld id="{D69FE89A-86BA-FD42-9062-6FDC96000E94}" type="datetimeFigureOut">
              <a:rPr lang="en-US" smtClean="0"/>
              <a:t>2/13/2025</a:t>
            </a:fld>
            <a:endParaRPr lang="en-US"/>
          </a:p>
        </p:txBody>
      </p:sp>
      <p:sp>
        <p:nvSpPr>
          <p:cNvPr id="5" name="Footer Placeholder 4">
            <a:extLst>
              <a:ext uri="{FF2B5EF4-FFF2-40B4-BE49-F238E27FC236}">
                <a16:creationId xmlns:a16="http://schemas.microsoft.com/office/drawing/2014/main" id="{D0A5939B-A777-DBE7-E457-B3D5F69415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2F3945-DAEF-EC24-6450-36E53556C748}"/>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099312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52EDA-922E-3FB8-D74A-041F33CF58F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626B4D5-9E31-2CBB-683F-631D34E8B2F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8D82937-D4A7-B2A4-73BE-97B71BF7722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F7BE170-5ED5-DBDC-9598-3BC575CCC857}"/>
              </a:ext>
            </a:extLst>
          </p:cNvPr>
          <p:cNvSpPr>
            <a:spLocks noGrp="1"/>
          </p:cNvSpPr>
          <p:nvPr>
            <p:ph type="dt" sz="half" idx="10"/>
          </p:nvPr>
        </p:nvSpPr>
        <p:spPr/>
        <p:txBody>
          <a:bodyPr/>
          <a:lstStyle/>
          <a:p>
            <a:fld id="{D69FE89A-86BA-FD42-9062-6FDC96000E94}" type="datetimeFigureOut">
              <a:rPr lang="en-US" smtClean="0"/>
              <a:t>2/13/2025</a:t>
            </a:fld>
            <a:endParaRPr lang="en-US"/>
          </a:p>
        </p:txBody>
      </p:sp>
      <p:sp>
        <p:nvSpPr>
          <p:cNvPr id="6" name="Footer Placeholder 5">
            <a:extLst>
              <a:ext uri="{FF2B5EF4-FFF2-40B4-BE49-F238E27FC236}">
                <a16:creationId xmlns:a16="http://schemas.microsoft.com/office/drawing/2014/main" id="{45A24D56-BF9A-22ED-C2A7-99F5991BA5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5E357D-6133-6A46-144D-403593448CB4}"/>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78446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F133A-AC9A-D625-3179-1A32B69871D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B6DEC2B-4EC1-0AC9-08A1-712C1D601E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5CEA498-10A5-5B38-CA4A-8DBAEECD126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040DD02-8608-91C6-80F3-31687FF44D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4733F49-49EF-E36F-8072-31F0522E873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A5AD18D-8600-3D9E-F7DF-BB27CC9E6273}"/>
              </a:ext>
            </a:extLst>
          </p:cNvPr>
          <p:cNvSpPr>
            <a:spLocks noGrp="1"/>
          </p:cNvSpPr>
          <p:nvPr>
            <p:ph type="dt" sz="half" idx="10"/>
          </p:nvPr>
        </p:nvSpPr>
        <p:spPr/>
        <p:txBody>
          <a:bodyPr/>
          <a:lstStyle/>
          <a:p>
            <a:fld id="{D69FE89A-86BA-FD42-9062-6FDC96000E94}" type="datetimeFigureOut">
              <a:rPr lang="en-US" smtClean="0"/>
              <a:t>2/13/2025</a:t>
            </a:fld>
            <a:endParaRPr lang="en-US"/>
          </a:p>
        </p:txBody>
      </p:sp>
      <p:sp>
        <p:nvSpPr>
          <p:cNvPr id="8" name="Footer Placeholder 7">
            <a:extLst>
              <a:ext uri="{FF2B5EF4-FFF2-40B4-BE49-F238E27FC236}">
                <a16:creationId xmlns:a16="http://schemas.microsoft.com/office/drawing/2014/main" id="{2F831029-141B-BFFF-73FF-A66219D4D9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06EEDD-A397-2580-48D3-A253530AE4FD}"/>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892218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4DE71-0437-F5AA-9446-18C06C7C453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ED63A9C-6008-2E20-B9B1-4A0FAA4C0809}"/>
              </a:ext>
            </a:extLst>
          </p:cNvPr>
          <p:cNvSpPr>
            <a:spLocks noGrp="1"/>
          </p:cNvSpPr>
          <p:nvPr>
            <p:ph type="dt" sz="half" idx="10"/>
          </p:nvPr>
        </p:nvSpPr>
        <p:spPr/>
        <p:txBody>
          <a:bodyPr/>
          <a:lstStyle/>
          <a:p>
            <a:fld id="{D69FE89A-86BA-FD42-9062-6FDC96000E94}" type="datetimeFigureOut">
              <a:rPr lang="en-US" smtClean="0"/>
              <a:t>2/13/2025</a:t>
            </a:fld>
            <a:endParaRPr lang="en-US"/>
          </a:p>
        </p:txBody>
      </p:sp>
      <p:sp>
        <p:nvSpPr>
          <p:cNvPr id="4" name="Footer Placeholder 3">
            <a:extLst>
              <a:ext uri="{FF2B5EF4-FFF2-40B4-BE49-F238E27FC236}">
                <a16:creationId xmlns:a16="http://schemas.microsoft.com/office/drawing/2014/main" id="{D9186955-7AF9-A7DD-C41A-4F16D1B5AD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E9460A-1480-FE9F-9A17-937A23D56FF2}"/>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953201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7E15C2-1EC8-B992-ECD0-C58895213ED6}"/>
              </a:ext>
            </a:extLst>
          </p:cNvPr>
          <p:cNvSpPr>
            <a:spLocks noGrp="1"/>
          </p:cNvSpPr>
          <p:nvPr>
            <p:ph type="dt" sz="half" idx="10"/>
          </p:nvPr>
        </p:nvSpPr>
        <p:spPr/>
        <p:txBody>
          <a:bodyPr/>
          <a:lstStyle/>
          <a:p>
            <a:fld id="{D69FE89A-86BA-FD42-9062-6FDC96000E94}" type="datetimeFigureOut">
              <a:rPr lang="en-US" smtClean="0"/>
              <a:t>2/13/2025</a:t>
            </a:fld>
            <a:endParaRPr lang="en-US"/>
          </a:p>
        </p:txBody>
      </p:sp>
      <p:sp>
        <p:nvSpPr>
          <p:cNvPr id="3" name="Footer Placeholder 2">
            <a:extLst>
              <a:ext uri="{FF2B5EF4-FFF2-40B4-BE49-F238E27FC236}">
                <a16:creationId xmlns:a16="http://schemas.microsoft.com/office/drawing/2014/main" id="{FC315E9E-720E-BC87-9443-2F895F70B2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1D9D3E-C868-F812-8E13-F0D1739F699E}"/>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087757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5DD15-EEED-CEA6-C707-385C1B2951A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8393A3A-B88B-08AF-C900-1A5642671D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50EA202-647A-AEC1-3A69-F88FA61466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0699A85-DB44-0343-144A-E9A91DDC4AB2}"/>
              </a:ext>
            </a:extLst>
          </p:cNvPr>
          <p:cNvSpPr>
            <a:spLocks noGrp="1"/>
          </p:cNvSpPr>
          <p:nvPr>
            <p:ph type="dt" sz="half" idx="10"/>
          </p:nvPr>
        </p:nvSpPr>
        <p:spPr/>
        <p:txBody>
          <a:bodyPr/>
          <a:lstStyle/>
          <a:p>
            <a:fld id="{D69FE89A-86BA-FD42-9062-6FDC96000E94}" type="datetimeFigureOut">
              <a:rPr lang="en-US" smtClean="0"/>
              <a:t>2/13/2025</a:t>
            </a:fld>
            <a:endParaRPr lang="en-US"/>
          </a:p>
        </p:txBody>
      </p:sp>
      <p:sp>
        <p:nvSpPr>
          <p:cNvPr id="6" name="Footer Placeholder 5">
            <a:extLst>
              <a:ext uri="{FF2B5EF4-FFF2-40B4-BE49-F238E27FC236}">
                <a16:creationId xmlns:a16="http://schemas.microsoft.com/office/drawing/2014/main" id="{AD4C8560-3CD4-5BD1-7073-6C81305E8F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426E01-2CBA-5305-A8C9-6AD316FC0E10}"/>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2333375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6486-D790-8717-6108-668B5D01EF4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2C77FDC-5172-3106-DC82-8A74194AD2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BA6034-A474-10C9-4218-96F78062FB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C41F6A-2BBC-CE28-A15A-988E24A72797}"/>
              </a:ext>
            </a:extLst>
          </p:cNvPr>
          <p:cNvSpPr>
            <a:spLocks noGrp="1"/>
          </p:cNvSpPr>
          <p:nvPr>
            <p:ph type="dt" sz="half" idx="10"/>
          </p:nvPr>
        </p:nvSpPr>
        <p:spPr/>
        <p:txBody>
          <a:bodyPr/>
          <a:lstStyle/>
          <a:p>
            <a:fld id="{D69FE89A-86BA-FD42-9062-6FDC96000E94}" type="datetimeFigureOut">
              <a:rPr lang="en-US" smtClean="0"/>
              <a:t>2/13/2025</a:t>
            </a:fld>
            <a:endParaRPr lang="en-US"/>
          </a:p>
        </p:txBody>
      </p:sp>
      <p:sp>
        <p:nvSpPr>
          <p:cNvPr id="6" name="Footer Placeholder 5">
            <a:extLst>
              <a:ext uri="{FF2B5EF4-FFF2-40B4-BE49-F238E27FC236}">
                <a16:creationId xmlns:a16="http://schemas.microsoft.com/office/drawing/2014/main" id="{EF6B4D11-D1AA-1913-F28A-FD5D0270F4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7E6097-F062-EBFB-5A2D-5A8B95B22F12}"/>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1998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FCE19-3113-5CA8-4A83-BAE90D3AFAD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5E0656D-219D-B693-BDCA-F6240A89534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89D2FF-C4E7-28CC-49DB-885EA07042A3}"/>
              </a:ext>
            </a:extLst>
          </p:cNvPr>
          <p:cNvSpPr>
            <a:spLocks noGrp="1"/>
          </p:cNvSpPr>
          <p:nvPr>
            <p:ph type="dt" sz="half" idx="10"/>
          </p:nvPr>
        </p:nvSpPr>
        <p:spPr/>
        <p:txBody>
          <a:bodyPr/>
          <a:lstStyle/>
          <a:p>
            <a:fld id="{D69FE89A-86BA-FD42-9062-6FDC96000E94}" type="datetimeFigureOut">
              <a:rPr lang="en-US" smtClean="0"/>
              <a:t>2/13/2025</a:t>
            </a:fld>
            <a:endParaRPr lang="en-US"/>
          </a:p>
        </p:txBody>
      </p:sp>
      <p:sp>
        <p:nvSpPr>
          <p:cNvPr id="5" name="Footer Placeholder 4">
            <a:extLst>
              <a:ext uri="{FF2B5EF4-FFF2-40B4-BE49-F238E27FC236}">
                <a16:creationId xmlns:a16="http://schemas.microsoft.com/office/drawing/2014/main" id="{08A0D90F-5BDA-FDD3-D096-145F86BFC6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A56B89-CA2C-7B4B-1E75-F21BA63FC0C1}"/>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965607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154FBD-B0CE-D003-3384-B360414AE4F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03F0770-FE73-D5A6-3F31-3F45F9FDCEA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0806A0-DB60-4C90-0E5C-A4438A160B4B}"/>
              </a:ext>
            </a:extLst>
          </p:cNvPr>
          <p:cNvSpPr>
            <a:spLocks noGrp="1"/>
          </p:cNvSpPr>
          <p:nvPr>
            <p:ph type="dt" sz="half" idx="10"/>
          </p:nvPr>
        </p:nvSpPr>
        <p:spPr/>
        <p:txBody>
          <a:bodyPr/>
          <a:lstStyle/>
          <a:p>
            <a:fld id="{D69FE89A-86BA-FD42-9062-6FDC96000E94}" type="datetimeFigureOut">
              <a:rPr lang="en-US" smtClean="0"/>
              <a:t>2/13/2025</a:t>
            </a:fld>
            <a:endParaRPr lang="en-US"/>
          </a:p>
        </p:txBody>
      </p:sp>
      <p:sp>
        <p:nvSpPr>
          <p:cNvPr id="5" name="Footer Placeholder 4">
            <a:extLst>
              <a:ext uri="{FF2B5EF4-FFF2-40B4-BE49-F238E27FC236}">
                <a16:creationId xmlns:a16="http://schemas.microsoft.com/office/drawing/2014/main" id="{C2B60272-25A5-F266-476F-DCEC769079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47DF08-E356-0558-FF8F-2DC1400DD8E9}"/>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908459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Subtitle 8"/>
          <p:cNvSpPr>
            <a:spLocks noGrp="1"/>
          </p:cNvSpPr>
          <p:nvPr>
            <p:ph type="subTitle" idx="1"/>
          </p:nvPr>
        </p:nvSpPr>
        <p:spPr>
          <a:xfrm>
            <a:off x="3149600" y="6050037"/>
            <a:ext cx="8686800" cy="685800"/>
          </a:xfrm>
        </p:spPr>
        <p:txBody>
          <a:bodyPr anchor="ctr"/>
          <a:lstStyle>
            <a:lvl1pPr marL="0" indent="0" algn="l">
              <a:buNone/>
              <a:defRPr sz="3733">
                <a:solidFill>
                  <a:srgbClr val="FFFFFF"/>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extLst/>
          </a:lstStyle>
          <a:p>
            <a:r>
              <a:rPr lang="en-US"/>
              <a:t>Click to edit Master subtitle style</a:t>
            </a:r>
            <a:endParaRPr lang="en-US" dirty="0"/>
          </a:p>
        </p:txBody>
      </p:sp>
      <p:sp>
        <p:nvSpPr>
          <p:cNvPr id="28" name="Date Placeholder 27"/>
          <p:cNvSpPr>
            <a:spLocks noGrp="1"/>
          </p:cNvSpPr>
          <p:nvPr>
            <p:ph type="dt" sz="half" idx="10"/>
          </p:nvPr>
        </p:nvSpPr>
        <p:spPr>
          <a:xfrm>
            <a:off x="101600" y="6068699"/>
            <a:ext cx="2743200" cy="685800"/>
          </a:xfrm>
        </p:spPr>
        <p:txBody>
          <a:bodyPr>
            <a:noAutofit/>
          </a:bodyPr>
          <a:lstStyle>
            <a:lvl1pPr algn="ctr">
              <a:defRPr sz="2667">
                <a:solidFill>
                  <a:srgbClr val="FFFFFF"/>
                </a:solidFill>
              </a:defRPr>
            </a:lvl1pPr>
            <a:extLst/>
          </a:lstStyle>
          <a:p>
            <a:pPr algn="ctr"/>
            <a:fld id="{047E157E-8DCB-4F70-A0AF-5EB586A91DD4}" type="datetime1">
              <a:rPr lang="en-US" smtClean="0">
                <a:solidFill>
                  <a:srgbClr val="FFFFFF"/>
                </a:solidFill>
              </a:rPr>
              <a:pPr algn="ctr"/>
              <a:t>2/13/2025</a:t>
            </a:fld>
            <a:endParaRPr lang="en-US" sz="2667" dirty="0">
              <a:solidFill>
                <a:srgbClr val="FFFFFF"/>
              </a:solidFill>
            </a:endParaRPr>
          </a:p>
        </p:txBody>
      </p:sp>
      <p:sp>
        <p:nvSpPr>
          <p:cNvPr id="17" name="Footer Placeholder 16"/>
          <p:cNvSpPr>
            <a:spLocks noGrp="1"/>
          </p:cNvSpPr>
          <p:nvPr>
            <p:ph type="ftr" sz="quarter" idx="11"/>
          </p:nvPr>
        </p:nvSpPr>
        <p:spPr>
          <a:xfrm>
            <a:off x="2780524" y="236539"/>
            <a:ext cx="7823200" cy="365125"/>
          </a:xfrm>
        </p:spPr>
        <p:txBody>
          <a:bodyPr/>
          <a:lstStyle>
            <a:lvl1pPr algn="r">
              <a:defRPr>
                <a:solidFill>
                  <a:schemeClr val="tx2"/>
                </a:solidFill>
              </a:defRPr>
            </a:lvl1pPr>
            <a:extLst/>
          </a:lstStyle>
          <a:p>
            <a:pPr algn="r"/>
            <a:endParaRPr lang="en-US" dirty="0">
              <a:solidFill>
                <a:schemeClr val="tx2"/>
              </a:solidFill>
            </a:endParaRPr>
          </a:p>
        </p:txBody>
      </p:sp>
      <p:sp>
        <p:nvSpPr>
          <p:cNvPr id="29" name="Slide Number Placeholder 28"/>
          <p:cNvSpPr>
            <a:spLocks noGrp="1"/>
          </p:cNvSpPr>
          <p:nvPr>
            <p:ph type="sldNum" sz="quarter" idx="12"/>
          </p:nvPr>
        </p:nvSpPr>
        <p:spPr>
          <a:xfrm>
            <a:off x="10668000" y="228600"/>
            <a:ext cx="1117600" cy="38100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3149600" y="3124200"/>
            <a:ext cx="8636000" cy="2717800"/>
          </a:xfrm>
        </p:spPr>
        <p:txBody>
          <a:bodyPr rtlCol="0" anchor="b"/>
          <a:lstStyle>
            <a:lvl1pPr>
              <a:defRPr cap="all" baseline="0"/>
            </a:lvl1pPr>
            <a:extLst/>
          </a:lstStyle>
          <a:p>
            <a:r>
              <a:rPr lang="en-US"/>
              <a:t>Click to edit Master title style</a:t>
            </a:r>
            <a:endParaRPr lang="en-US" dirty="0"/>
          </a:p>
        </p:txBody>
      </p:sp>
    </p:spTree>
    <p:extLst>
      <p:ext uri="{BB962C8B-B14F-4D97-AF65-F5344CB8AC3E}">
        <p14:creationId xmlns:p14="http://schemas.microsoft.com/office/powerpoint/2010/main" val="2195200140"/>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3" name="Rectangle 2"/>
          <p:cNvSpPr>
            <a:spLocks noGrp="1"/>
          </p:cNvSpPr>
          <p:nvPr>
            <p:ph type="dt" sz="half" idx="10"/>
          </p:nvPr>
        </p:nvSpPr>
        <p:spPr/>
        <p:txBody>
          <a:bodyPr/>
          <a:lstStyle/>
          <a:p>
            <a:fld id="{E4606EA6-EFEA-4C30-9264-4F9291A5780D}" type="datetime1">
              <a:rPr lang="en-US" smtClean="0"/>
              <a:pPr/>
              <a:t>2/13/2025</a:t>
            </a:fld>
            <a:endParaRPr lang="en-US"/>
          </a:p>
        </p:txBody>
      </p:sp>
      <p:sp>
        <p:nvSpPr>
          <p:cNvPr id="4" name="Rectangle 3"/>
          <p:cNvSpPr>
            <a:spLocks noGrp="1"/>
          </p:cNvSpPr>
          <p:nvPr>
            <p:ph type="ftr" sz="quarter" idx="11"/>
          </p:nvPr>
        </p:nvSpPr>
        <p:spPr/>
        <p:txBody>
          <a:bodyPr/>
          <a:lstStyle/>
          <a:p>
            <a:endParaRPr lang="en-US"/>
          </a:p>
        </p:txBody>
      </p:sp>
      <p:sp>
        <p:nvSpPr>
          <p:cNvPr id="5" name="Rectangle 4"/>
          <p:cNvSpPr>
            <a:spLocks noGrp="1"/>
          </p:cNvSpPr>
          <p:nvPr>
            <p:ph type="sldNum" sz="quarter" idx="12"/>
          </p:nvPr>
        </p:nvSpPr>
        <p:spPr/>
        <p:txBody>
          <a:bodyPr/>
          <a:lstStyle/>
          <a:p>
            <a:pPr algn="ctr"/>
            <a:fld id="{8F82E0A0-C266-4798-8C8F-B9F91E9DA37E}" type="slidenum">
              <a:rPr lang="en-US" sz="1867" b="1" smtClean="0">
                <a:solidFill>
                  <a:srgbClr val="FFFFFF"/>
                </a:solidFill>
              </a:rPr>
              <a:pPr algn="ctr"/>
              <a:t>‹#›</a:t>
            </a:fld>
            <a:endParaRPr lang="en-US"/>
          </a:p>
        </p:txBody>
      </p:sp>
      <p:sp>
        <p:nvSpPr>
          <p:cNvPr id="7" name="Rectangle 6"/>
          <p:cNvSpPr>
            <a:spLocks noGrp="1"/>
          </p:cNvSpPr>
          <p:nvPr>
            <p:ph sz="quarter" idx="13"/>
          </p:nvPr>
        </p:nvSpPr>
        <p:spPr>
          <a:xfrm>
            <a:off x="812800" y="1803400"/>
            <a:ext cx="10871200" cy="436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1084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1" y="2743201"/>
            <a:ext cx="9497484" cy="1673225"/>
          </a:xfrm>
        </p:spPr>
        <p:txBody>
          <a:bodyPr anchor="t"/>
          <a:lstStyle>
            <a:lvl1pPr>
              <a:buNone/>
              <a:defRPr sz="3733">
                <a:solidFill>
                  <a:schemeClr val="tx2"/>
                </a:solidFill>
              </a:defRPr>
            </a:lvl1pPr>
            <a:lvl2pPr>
              <a:buNone/>
              <a:defRPr sz="2400">
                <a:solidFill>
                  <a:schemeClr val="tx1">
                    <a:tint val="75000"/>
                  </a:schemeClr>
                </a:solidFill>
              </a:defRPr>
            </a:lvl2pPr>
            <a:lvl3pPr>
              <a:buNone/>
              <a:defRPr sz="2133">
                <a:solidFill>
                  <a:schemeClr val="tx1">
                    <a:tint val="75000"/>
                  </a:schemeClr>
                </a:solidFill>
              </a:defRPr>
            </a:lvl3pPr>
            <a:lvl4pPr>
              <a:buNone/>
              <a:defRPr sz="1867">
                <a:solidFill>
                  <a:schemeClr val="tx1">
                    <a:tint val="75000"/>
                  </a:schemeClr>
                </a:solidFill>
              </a:defRPr>
            </a:lvl4pPr>
            <a:lvl5pPr>
              <a:buNone/>
              <a:defRPr sz="1867">
                <a:solidFill>
                  <a:schemeClr val="tx1">
                    <a:tint val="75000"/>
                  </a:schemeClr>
                </a:solidFill>
              </a:defRPr>
            </a:lvl5pPr>
            <a:extLst/>
          </a:lstStyle>
          <a:p>
            <a:pPr lvl="0"/>
            <a:r>
              <a:rPr lang="en-US"/>
              <a:t>Click to edit Master text styles</a:t>
            </a:r>
          </a:p>
        </p:txBody>
      </p:sp>
      <p:sp>
        <p:nvSpPr>
          <p:cNvPr id="7" name="Rectangle 6"/>
          <p:cNvSpPr/>
          <p:nvPr/>
        </p:nvSpPr>
        <p:spPr>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 name="Title 1"/>
          <p:cNvSpPr>
            <a:spLocks noGrp="1"/>
          </p:cNvSpPr>
          <p:nvPr>
            <p:ph type="title" hasCustomPrompt="1"/>
          </p:nvPr>
        </p:nvSpPr>
        <p:spPr>
          <a:xfrm>
            <a:off x="1828800" y="1600200"/>
            <a:ext cx="10160000" cy="990600"/>
          </a:xfrm>
        </p:spPr>
        <p:txBody>
          <a:bodyPr/>
          <a:lstStyle>
            <a:lvl1pPr algn="l">
              <a:buNone/>
              <a:defRPr sz="5867" b="0" cap="none">
                <a:solidFill>
                  <a:srgbClr val="FFFFFF"/>
                </a:solidFill>
              </a:defRPr>
            </a:lvl1pPr>
            <a:extLst/>
          </a:lstStyle>
          <a:p>
            <a:r>
              <a:rPr lang="en-US" dirty="0"/>
              <a:t>Click to edit master title style</a:t>
            </a:r>
          </a:p>
        </p:txBody>
      </p:sp>
      <p:sp>
        <p:nvSpPr>
          <p:cNvPr id="12" name="Date Placeholder 11"/>
          <p:cNvSpPr>
            <a:spLocks noGrp="1"/>
          </p:cNvSpPr>
          <p:nvPr>
            <p:ph type="dt" sz="half" idx="10"/>
          </p:nvPr>
        </p:nvSpPr>
        <p:spPr/>
        <p:txBody>
          <a:bodyPr/>
          <a:lstStyle/>
          <a:p>
            <a:fld id="{6FCF9F07-3BC7-4570-B054-79111B0A380C}" type="datetime1">
              <a:rPr lang="en-US" smtClean="0"/>
              <a:pPr/>
              <a:t>2/13/2025</a:t>
            </a:fld>
            <a:endParaRPr lang="en-US"/>
          </a:p>
        </p:txBody>
      </p:sp>
      <p:sp>
        <p:nvSpPr>
          <p:cNvPr id="13" name="Slide Number Placeholder 12"/>
          <p:cNvSpPr>
            <a:spLocks noGrp="1"/>
          </p:cNvSpPr>
          <p:nvPr>
            <p:ph type="sldNum" sz="quarter" idx="11"/>
          </p:nvPr>
        </p:nvSpPr>
        <p:spPr>
          <a:xfrm>
            <a:off x="0" y="1752601"/>
            <a:ext cx="1727200" cy="701676"/>
          </a:xfrm>
        </p:spPr>
        <p:txBody>
          <a:bodyPr>
            <a:noAutofit/>
          </a:bodyPr>
          <a:lstStyle>
            <a:lvl1pPr>
              <a:defRPr sz="3200">
                <a:solidFill>
                  <a:srgbClr val="FFFFFF"/>
                </a:solidFill>
              </a:defRPr>
            </a:lvl1pPr>
            <a:extLst/>
          </a:lstStyle>
          <a:p>
            <a:pPr algn="ctr"/>
            <a:fld id="{8F82E0A0-C266-4798-8C8F-B9F91E9DA37E}" type="slidenum">
              <a:rPr lang="en-US" sz="3200" b="1" smtClean="0">
                <a:solidFill>
                  <a:srgbClr val="FFFFFF"/>
                </a:solidFill>
              </a:rPr>
              <a:pPr algn="ctr"/>
              <a:t>‹#›</a:t>
            </a:fld>
            <a:endParaRPr lang="en-US" sz="32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64355802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812800" y="1803402"/>
            <a:ext cx="5181600" cy="43581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6459868" y="1803399"/>
            <a:ext cx="5181600" cy="4358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5"/>
          </p:nvPr>
        </p:nvSpPr>
        <p:spPr/>
        <p:txBody>
          <a:bodyPr rtlCol="0"/>
          <a:lstStyle/>
          <a:p>
            <a:fld id="{E4606EA6-EFEA-4C30-9264-4F9291A5780D}" type="datetime1">
              <a:rPr lang="en-US" smtClean="0"/>
              <a:pPr/>
              <a:t>2/13/2025</a:t>
            </a:fld>
            <a:endParaRPr lang="en-US"/>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867" b="1" smtClean="0">
                <a:solidFill>
                  <a:srgbClr val="FFFFFF"/>
                </a:solidFill>
              </a:rPr>
              <a:pPr algn="ctr"/>
              <a:t>‹#›</a:t>
            </a:fld>
            <a:endParaRPr lang="en-US"/>
          </a:p>
        </p:txBody>
      </p:sp>
      <p:sp>
        <p:nvSpPr>
          <p:cNvPr id="12" name="Footer Placeholder 11"/>
          <p:cNvSpPr>
            <a:spLocks noGrp="1"/>
          </p:cNvSpPr>
          <p:nvPr>
            <p:ph type="ftr" sz="quarter" idx="17"/>
          </p:nvPr>
        </p:nvSpPr>
        <p:spPr/>
        <p:txBody>
          <a:bodyPr rtlCol="0"/>
          <a:lstStyle/>
          <a:p>
            <a:endParaRPr lang="en-US"/>
          </a:p>
        </p:txBody>
      </p:sp>
    </p:spTree>
    <p:extLst>
      <p:ext uri="{BB962C8B-B14F-4D97-AF65-F5344CB8AC3E}">
        <p14:creationId xmlns:p14="http://schemas.microsoft.com/office/powerpoint/2010/main" val="1057513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6864" y="157480"/>
            <a:ext cx="10871200" cy="1341120"/>
          </a:xfrm>
        </p:spPr>
        <p:txBody>
          <a:bodyPr anchor="b"/>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812800" y="2559757"/>
            <a:ext cx="51816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400800" y="2559757"/>
            <a:ext cx="51816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5"/>
          </p:nvPr>
        </p:nvSpPr>
        <p:spPr/>
        <p:txBody>
          <a:bodyPr rtlCol="0"/>
          <a:lstStyle/>
          <a:p>
            <a:fld id="{E4606EA6-EFEA-4C30-9264-4F9291A5780D}" type="datetime1">
              <a:rPr lang="en-US" smtClean="0"/>
              <a:pPr/>
              <a:t>2/13/2025</a:t>
            </a:fld>
            <a:endParaRPr lang="en-US"/>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867" b="1" smtClean="0">
                <a:solidFill>
                  <a:srgbClr val="FFFFFF"/>
                </a:solidFill>
              </a:rPr>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8"/>
          </p:nvPr>
        </p:nvSpPr>
        <p:spPr>
          <a:xfrm>
            <a:off x="812800" y="1816383"/>
            <a:ext cx="5181600" cy="707136"/>
          </a:xfrm>
          <a:solidFill>
            <a:schemeClr val="accent2"/>
          </a:solidFill>
        </p:spPr>
        <p:txBody>
          <a:bodyPr rtlCol="0" anchor="ctr"/>
          <a:lstStyle>
            <a:lvl1pPr>
              <a:buFontTx/>
              <a:buNone/>
              <a:defRPr sz="2667"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6400800" y="1816383"/>
            <a:ext cx="5181600" cy="707136"/>
          </a:xfrm>
          <a:solidFill>
            <a:schemeClr val="accent4"/>
          </a:solidFill>
        </p:spPr>
        <p:txBody>
          <a:bodyPr rtlCol="0" anchor="ctr"/>
          <a:lstStyle>
            <a:lvl1pPr>
              <a:buFontTx/>
              <a:buNone/>
              <a:defRPr sz="2667" b="1">
                <a:solidFill>
                  <a:srgbClr val="FFFFFF"/>
                </a:solidFill>
              </a:defRPr>
            </a:lvl1pPr>
            <a:extLst/>
          </a:lstStyle>
          <a:p>
            <a:pPr lvl="0"/>
            <a:r>
              <a:rPr lang="en-US"/>
              <a:t>Click to edit Master text styles</a:t>
            </a:r>
          </a:p>
        </p:txBody>
      </p:sp>
    </p:spTree>
    <p:extLst>
      <p:ext uri="{BB962C8B-B14F-4D97-AF65-F5344CB8AC3E}">
        <p14:creationId xmlns:p14="http://schemas.microsoft.com/office/powerpoint/2010/main" val="27910586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FADB5D-B7A0-47E3-AD2D-B1A6F8614213}" type="datetime1">
              <a:rPr lang="en-US" smtClean="0"/>
              <a:pPr/>
              <a:t>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32429293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968126-03FC-49C0-B9B8-2B561CCC3D90}" type="datetime1">
              <a:rPr lang="en-US" smtClean="0"/>
              <a:pPr/>
              <a:t>2/13/2025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711200" cy="38100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spTree>
    <p:extLst>
      <p:ext uri="{BB962C8B-B14F-4D97-AF65-F5344CB8AC3E}">
        <p14:creationId xmlns:p14="http://schemas.microsoft.com/office/powerpoint/2010/main" val="40420227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157480"/>
            <a:ext cx="10871200" cy="1341120"/>
          </a:xfrm>
        </p:spPr>
        <p:txBody>
          <a:bodyPr anchor="b"/>
          <a:lstStyle>
            <a:lvl1pPr algn="l">
              <a:buNone/>
              <a:defRPr sz="5600" b="0"/>
            </a:lvl1pPr>
            <a:extLst/>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F49A8198-4617-485E-9585-4840B69DBBA6}" type="datetime1">
              <a:rPr lang="en-US" smtClean="0"/>
              <a:pPr/>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812800" y="1905000"/>
            <a:ext cx="2133600" cy="41656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333"/>
              </a:spcAft>
              <a:buNone/>
              <a:defRPr sz="2400"/>
            </a:lvl1pPr>
            <a:lvl2pPr>
              <a:buNone/>
              <a:defRPr sz="1600"/>
            </a:lvl2pPr>
            <a:lvl3pPr>
              <a:buNone/>
              <a:defRPr sz="1333"/>
            </a:lvl3pPr>
            <a:lvl4pPr>
              <a:buNone/>
              <a:defRPr sz="1200"/>
            </a:lvl4pPr>
            <a:lvl5pPr>
              <a:buNone/>
              <a:defRPr sz="1200"/>
            </a:lvl5pPr>
            <a:extLst/>
          </a:lstStyle>
          <a:p>
            <a:pPr lvl="0"/>
            <a:r>
              <a:rPr lang="en-US"/>
              <a:t>Click to edit Master text styles</a:t>
            </a:r>
          </a:p>
        </p:txBody>
      </p:sp>
      <p:sp>
        <p:nvSpPr>
          <p:cNvPr id="9" name="Content Placeholder 8"/>
          <p:cNvSpPr>
            <a:spLocks noGrp="1"/>
          </p:cNvSpPr>
          <p:nvPr>
            <p:ph sz="quarter" idx="13"/>
          </p:nvPr>
        </p:nvSpPr>
        <p:spPr>
          <a:xfrm>
            <a:off x="3149600" y="1905000"/>
            <a:ext cx="8534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66189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076891" y="0"/>
            <a:ext cx="10115109" cy="4559808"/>
          </a:xfrm>
          <a:solidFill>
            <a:schemeClr val="tx2">
              <a:shade val="50000"/>
            </a:schemeClr>
          </a:solidFill>
          <a:ln>
            <a:noFill/>
          </a:ln>
        </p:spPr>
        <p:txBody>
          <a:bodyPr/>
          <a:lstStyle>
            <a:lvl1pPr>
              <a:buNone/>
              <a:defRPr sz="4267"/>
            </a:lvl1pPr>
            <a:extLst/>
          </a:lstStyle>
          <a:p>
            <a:r>
              <a:rPr lang="en-US"/>
              <a:t>Drag picture to placeholder or click icon to add</a:t>
            </a:r>
            <a:endParaRPr lang="en-US" dirty="0"/>
          </a:p>
        </p:txBody>
      </p:sp>
      <p:sp>
        <p:nvSpPr>
          <p:cNvPr id="4" name="Text Placeholder 3"/>
          <p:cNvSpPr>
            <a:spLocks noGrp="1"/>
          </p:cNvSpPr>
          <p:nvPr>
            <p:ph type="body" sz="half" idx="2"/>
          </p:nvPr>
        </p:nvSpPr>
        <p:spPr>
          <a:xfrm>
            <a:off x="2133600" y="5486400"/>
            <a:ext cx="9753600" cy="685800"/>
          </a:xfrm>
        </p:spPr>
        <p:txBody>
          <a:bodyPr/>
          <a:lstStyle>
            <a:lvl1pPr marL="0" indent="0">
              <a:buFontTx/>
              <a:buNone/>
              <a:defRPr sz="2267"/>
            </a:lvl1pPr>
            <a:lvl2pPr>
              <a:buFontTx/>
              <a:buNone/>
              <a:defRPr sz="1600"/>
            </a:lvl2pPr>
            <a:lvl3pPr>
              <a:buFontTx/>
              <a:buNone/>
              <a:defRPr sz="1333"/>
            </a:lvl3pPr>
            <a:lvl4pPr>
              <a:buFontTx/>
              <a:buNone/>
              <a:defRPr sz="1200"/>
            </a:lvl4pPr>
            <a:lvl5pPr>
              <a:buFontTx/>
              <a:buNone/>
              <a:defRPr sz="1200"/>
            </a:lvl5pPr>
            <a:extLst/>
          </a:lstStyle>
          <a:p>
            <a:pPr lvl="0"/>
            <a:r>
              <a:rPr lang="en-US"/>
              <a:t>Click to edit Master text styles</a:t>
            </a:r>
          </a:p>
        </p:txBody>
      </p:sp>
      <p:sp>
        <p:nvSpPr>
          <p:cNvPr id="8" name="Rectangle 7"/>
          <p:cNvSpPr/>
          <p:nvPr/>
        </p:nvSpPr>
        <p:spPr>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0" name="Rectangle 9"/>
          <p:cNvSpPr/>
          <p:nvPr/>
        </p:nvSpPr>
        <p:spPr>
          <a:xfrm>
            <a:off x="2060448" y="4654296"/>
            <a:ext cx="10119360"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 name="Title 1"/>
          <p:cNvSpPr>
            <a:spLocks noGrp="1"/>
          </p:cNvSpPr>
          <p:nvPr>
            <p:ph type="title"/>
          </p:nvPr>
        </p:nvSpPr>
        <p:spPr>
          <a:xfrm>
            <a:off x="2133600" y="4724400"/>
            <a:ext cx="9753600" cy="609600"/>
          </a:xfrm>
        </p:spPr>
        <p:txBody>
          <a:bodyPr anchor="ctr"/>
          <a:lstStyle>
            <a:lvl1pPr algn="l">
              <a:buNone/>
              <a:defRPr sz="3733" b="0">
                <a:solidFill>
                  <a:srgbClr val="FFFFFF"/>
                </a:solidFill>
              </a:defRPr>
            </a:lvl1pPr>
            <a:extLst/>
          </a:lstStyle>
          <a:p>
            <a:r>
              <a:rPr lang="en-US"/>
              <a:t>Click to edit Master title style</a:t>
            </a:r>
            <a:endParaRPr lang="en-US" dirty="0"/>
          </a:p>
        </p:txBody>
      </p:sp>
      <p:sp>
        <p:nvSpPr>
          <p:cNvPr id="11" name="Rectangle 10"/>
          <p:cNvSpPr/>
          <p:nvPr/>
        </p:nvSpPr>
        <p:spPr>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2" name="Date Placeholder 11"/>
          <p:cNvSpPr>
            <a:spLocks noGrp="1"/>
          </p:cNvSpPr>
          <p:nvPr>
            <p:ph type="dt" sz="half" idx="10"/>
          </p:nvPr>
        </p:nvSpPr>
        <p:spPr>
          <a:xfrm>
            <a:off x="8331200" y="6248400"/>
            <a:ext cx="3556000" cy="365125"/>
          </a:xfrm>
        </p:spPr>
        <p:txBody>
          <a:bodyPr rtlCol="0"/>
          <a:lstStyle/>
          <a:p>
            <a:fld id="{E4606EA6-EFEA-4C30-9264-4F9291A5780D}" type="datetime1">
              <a:rPr lang="en-US" smtClean="0"/>
              <a:pPr/>
              <a:t>2/13/2025</a:t>
            </a:fld>
            <a:endParaRPr lang="en-US"/>
          </a:p>
        </p:txBody>
      </p:sp>
      <p:sp>
        <p:nvSpPr>
          <p:cNvPr id="13" name="Slide Number Placeholder 12"/>
          <p:cNvSpPr>
            <a:spLocks noGrp="1"/>
          </p:cNvSpPr>
          <p:nvPr>
            <p:ph type="sldNum" sz="quarter" idx="11"/>
          </p:nvPr>
        </p:nvSpPr>
        <p:spPr>
          <a:xfrm>
            <a:off x="0" y="4667249"/>
            <a:ext cx="1930400" cy="663579"/>
          </a:xfrm>
        </p:spPr>
        <p:txBody>
          <a:bodyPr rtlCol="0"/>
          <a:lstStyle>
            <a:lvl1pPr>
              <a:defRPr sz="3733"/>
            </a:lvl1pPr>
            <a:extLst/>
          </a:lstStyle>
          <a:p>
            <a:pPr algn="ctr"/>
            <a:fld id="{8F82E0A0-C266-4798-8C8F-B9F91E9DA37E}" type="slidenum">
              <a:rPr lang="en-US" sz="3733" b="1" smtClean="0">
                <a:solidFill>
                  <a:srgbClr val="FFFFFF"/>
                </a:solidFill>
              </a:rPr>
              <a:pPr algn="ctr"/>
              <a:t>‹#›</a:t>
            </a:fld>
            <a:endParaRPr lang="en-US" sz="3733" dirty="0"/>
          </a:p>
        </p:txBody>
      </p:sp>
      <p:sp>
        <p:nvSpPr>
          <p:cNvPr id="14" name="Footer Placeholder 13"/>
          <p:cNvSpPr>
            <a:spLocks noGrp="1"/>
          </p:cNvSpPr>
          <p:nvPr>
            <p:ph type="ftr" sz="quarter" idx="12"/>
          </p:nvPr>
        </p:nvSpPr>
        <p:spPr>
          <a:xfrm>
            <a:off x="2133600" y="6248207"/>
            <a:ext cx="6096000" cy="365125"/>
          </a:xfrm>
        </p:spPr>
        <p:txBody>
          <a:bodyPr rtlCol="0"/>
          <a:lstStyle/>
          <a:p>
            <a:endParaRPr lang="en-US" dirty="0"/>
          </a:p>
        </p:txBody>
      </p:sp>
    </p:spTree>
    <p:extLst>
      <p:ext uri="{BB962C8B-B14F-4D97-AF65-F5344CB8AC3E}">
        <p14:creationId xmlns:p14="http://schemas.microsoft.com/office/powerpoint/2010/main" val="317874242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000B9F-3D16-F369-AF91-1E7E3797BE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46678A3-0C92-DA57-BF84-76D00ED975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435C56-5483-A3CC-1AD0-7E2B0047C5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9FE89A-86BA-FD42-9062-6FDC96000E94}" type="datetimeFigureOut">
              <a:rPr lang="en-US" smtClean="0"/>
              <a:t>2/13/2025</a:t>
            </a:fld>
            <a:endParaRPr lang="en-US"/>
          </a:p>
        </p:txBody>
      </p:sp>
      <p:sp>
        <p:nvSpPr>
          <p:cNvPr id="5" name="Footer Placeholder 4">
            <a:extLst>
              <a:ext uri="{FF2B5EF4-FFF2-40B4-BE49-F238E27FC236}">
                <a16:creationId xmlns:a16="http://schemas.microsoft.com/office/drawing/2014/main" id="{28FEBC52-95E6-A71C-B80B-178C8A1F9C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858E87-786F-0E40-8A5E-1DB601037E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3AC420-73C7-0E4D-B258-8A377A6F8F1A}" type="slidenum">
              <a:rPr lang="en-US" smtClean="0"/>
              <a:t>‹#›</a:t>
            </a:fld>
            <a:endParaRPr lang="en-US"/>
          </a:p>
        </p:txBody>
      </p:sp>
    </p:spTree>
    <p:extLst>
      <p:ext uri="{BB962C8B-B14F-4D97-AF65-F5344CB8AC3E}">
        <p14:creationId xmlns:p14="http://schemas.microsoft.com/office/powerpoint/2010/main" val="2159259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816864" y="1803400"/>
            <a:ext cx="10871200" cy="432308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8128000" y="6248400"/>
            <a:ext cx="3556000" cy="365125"/>
          </a:xfrm>
          <a:prstGeom prst="rect">
            <a:avLst/>
          </a:prstGeom>
        </p:spPr>
        <p:txBody>
          <a:bodyPr vert="horz" anchor="ctr" anchorCtr="0"/>
          <a:lstStyle>
            <a:lvl1pPr algn="l">
              <a:defRPr sz="1867">
                <a:solidFill>
                  <a:schemeClr val="tx2"/>
                </a:solidFill>
              </a:defRPr>
            </a:lvl1pPr>
            <a:extLst/>
          </a:lstStyle>
          <a:p>
            <a:fld id="{E4606EA6-EFEA-4C30-9264-4F9291A5780D}" type="datetime1">
              <a:rPr lang="en-US" smtClean="0"/>
              <a:pPr/>
              <a:t>2/13/2025</a:t>
            </a:fld>
            <a:endParaRPr lang="en-US" sz="1867" dirty="0">
              <a:solidFill>
                <a:schemeClr val="tx2"/>
              </a:solidFill>
            </a:endParaRPr>
          </a:p>
        </p:txBody>
      </p:sp>
      <p:sp>
        <p:nvSpPr>
          <p:cNvPr id="3" name="Footer Placeholder 2"/>
          <p:cNvSpPr>
            <a:spLocks noGrp="1"/>
          </p:cNvSpPr>
          <p:nvPr>
            <p:ph type="ftr" sz="quarter" idx="3"/>
          </p:nvPr>
        </p:nvSpPr>
        <p:spPr>
          <a:xfrm>
            <a:off x="812802" y="6248207"/>
            <a:ext cx="7228111" cy="365125"/>
          </a:xfrm>
          <a:prstGeom prst="rect">
            <a:avLst/>
          </a:prstGeom>
        </p:spPr>
        <p:txBody>
          <a:bodyPr vert="horz" anchor="ctr"/>
          <a:lstStyle>
            <a:lvl1pPr algn="r">
              <a:defRPr sz="1867">
                <a:solidFill>
                  <a:schemeClr val="tx2"/>
                </a:solidFill>
              </a:defRPr>
            </a:lvl1pPr>
            <a:extLst/>
          </a:lstStyle>
          <a:p>
            <a:pPr algn="r"/>
            <a:endParaRPr lang="en-US" sz="1867" dirty="0">
              <a:solidFill>
                <a:schemeClr val="tx2"/>
              </a:solidFill>
            </a:endParaRPr>
          </a:p>
        </p:txBody>
      </p:sp>
      <p:sp>
        <p:nvSpPr>
          <p:cNvPr id="7" name="Rectangle 6"/>
          <p:cNvSpPr/>
          <p:nvPr/>
        </p:nvSpPr>
        <p:spPr>
          <a:xfrm>
            <a:off x="0" y="1460227"/>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8" name="Rectangle 7"/>
          <p:cNvSpPr/>
          <p:nvPr/>
        </p:nvSpPr>
        <p:spPr>
          <a:xfrm>
            <a:off x="0" y="1505947"/>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787400" y="1505947"/>
            <a:ext cx="1140460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3" name="Slide Number Placeholder 22"/>
          <p:cNvSpPr>
            <a:spLocks noGrp="1"/>
          </p:cNvSpPr>
          <p:nvPr>
            <p:ph type="sldNum" sz="quarter" idx="4"/>
          </p:nvPr>
        </p:nvSpPr>
        <p:spPr>
          <a:xfrm>
            <a:off x="0" y="1498010"/>
            <a:ext cx="711200" cy="244476"/>
          </a:xfrm>
          <a:prstGeom prst="rect">
            <a:avLst/>
          </a:prstGeom>
        </p:spPr>
        <p:txBody>
          <a:bodyPr vert="horz" anchor="ctr" anchorCtr="0">
            <a:normAutofit/>
          </a:bodyPr>
          <a:lstStyle>
            <a:lvl1pPr algn="ctr">
              <a:defRPr sz="1867" b="1">
                <a:solidFill>
                  <a:srgbClr val="FFFFFF"/>
                </a:solidFill>
              </a:defRPr>
            </a:lvl1pPr>
            <a:extLst/>
          </a:lstStyle>
          <a:p>
            <a:pPr algn="ctr"/>
            <a:fld id="{8F82E0A0-C266-4798-8C8F-B9F91E9DA37E}" type="slidenum">
              <a:rPr lang="en-US" sz="1867" b="1" smtClean="0">
                <a:solidFill>
                  <a:srgbClr val="FFFFFF"/>
                </a:solidFill>
              </a:rPr>
              <a:pPr algn="ctr"/>
              <a:t>‹#›</a:t>
            </a:fld>
            <a:endParaRPr lang="en-US" sz="1867" b="1" dirty="0">
              <a:solidFill>
                <a:srgbClr val="FFFFFF"/>
              </a:solidFill>
            </a:endParaRPr>
          </a:p>
        </p:txBody>
      </p:sp>
      <p:sp>
        <p:nvSpPr>
          <p:cNvPr id="22" name="Title Placeholder 21"/>
          <p:cNvSpPr>
            <a:spLocks noGrp="1"/>
          </p:cNvSpPr>
          <p:nvPr>
            <p:ph type="title"/>
          </p:nvPr>
        </p:nvSpPr>
        <p:spPr>
          <a:xfrm>
            <a:off x="812800" y="157480"/>
            <a:ext cx="10871200" cy="1341120"/>
          </a:xfrm>
          <a:prstGeom prst="rect">
            <a:avLst/>
          </a:prstGeom>
        </p:spPr>
        <p:txBody>
          <a:bodyPr vert="horz" anchor="b">
            <a:normAutofit/>
          </a:bodyPr>
          <a:lstStyle/>
          <a:p>
            <a:r>
              <a:rPr lang="en-US"/>
              <a:t>Click to edit Master title style</a:t>
            </a:r>
            <a:endParaRPr lang="en-US" dirty="0"/>
          </a:p>
        </p:txBody>
      </p:sp>
    </p:spTree>
    <p:extLst>
      <p:ext uri="{BB962C8B-B14F-4D97-AF65-F5344CB8AC3E}">
        <p14:creationId xmlns:p14="http://schemas.microsoft.com/office/powerpoint/2010/main" val="35066838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l" rtl="0" eaLnBrk="1" latinLnBrk="0" hangingPunct="1">
        <a:spcBef>
          <a:spcPct val="0"/>
        </a:spcBef>
        <a:buNone/>
        <a:defRPr sz="5600" kern="1200">
          <a:solidFill>
            <a:schemeClr val="tx2"/>
          </a:solidFill>
          <a:latin typeface="+mj-lt"/>
          <a:ea typeface="+mj-ea"/>
          <a:cs typeface="+mj-cs"/>
        </a:defRPr>
      </a:lvl1pPr>
      <a:extLst/>
    </p:titleStyle>
    <p:body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609585" algn="l" rtl="0" eaLnBrk="1" hangingPunct="1">
        <a:defRPr kern="1200">
          <a:solidFill>
            <a:schemeClr val="tx1"/>
          </a:solidFill>
          <a:latin typeface="+mn-lt"/>
          <a:ea typeface="+mn-ea"/>
          <a:cs typeface="+mn-cs"/>
        </a:defRPr>
      </a:lvl2pPr>
      <a:lvl3pPr marL="1219170" algn="l" rtl="0" eaLnBrk="1" hangingPunct="1">
        <a:defRPr kern="1200">
          <a:solidFill>
            <a:schemeClr val="tx1"/>
          </a:solidFill>
          <a:latin typeface="+mn-lt"/>
          <a:ea typeface="+mn-ea"/>
          <a:cs typeface="+mn-cs"/>
        </a:defRPr>
      </a:lvl3pPr>
      <a:lvl4pPr marL="1828754" algn="l" rtl="0" eaLnBrk="1" hangingPunct="1">
        <a:defRPr kern="1200">
          <a:solidFill>
            <a:schemeClr val="tx1"/>
          </a:solidFill>
          <a:latin typeface="+mn-lt"/>
          <a:ea typeface="+mn-ea"/>
          <a:cs typeface="+mn-cs"/>
        </a:defRPr>
      </a:lvl4pPr>
      <a:lvl5pPr marL="2438339" algn="l" rtl="0" eaLnBrk="1" hangingPunct="1">
        <a:defRPr kern="1200">
          <a:solidFill>
            <a:schemeClr val="tx1"/>
          </a:solidFill>
          <a:latin typeface="+mn-lt"/>
          <a:ea typeface="+mn-ea"/>
          <a:cs typeface="+mn-cs"/>
        </a:defRPr>
      </a:lvl5pPr>
      <a:lvl6pPr marL="3047924" algn="l" rtl="0" eaLnBrk="1" hangingPunct="1">
        <a:defRPr kern="1200">
          <a:solidFill>
            <a:schemeClr val="tx1"/>
          </a:solidFill>
          <a:latin typeface="+mn-lt"/>
          <a:ea typeface="+mn-ea"/>
          <a:cs typeface="+mn-cs"/>
        </a:defRPr>
      </a:lvl6pPr>
      <a:lvl7pPr marL="3657509" algn="l" rtl="0" eaLnBrk="1" hangingPunct="1">
        <a:defRPr kern="1200">
          <a:solidFill>
            <a:schemeClr val="tx1"/>
          </a:solidFill>
          <a:latin typeface="+mn-lt"/>
          <a:ea typeface="+mn-ea"/>
          <a:cs typeface="+mn-cs"/>
        </a:defRPr>
      </a:lvl7pPr>
      <a:lvl8pPr marL="4267093" algn="l" rtl="0" eaLnBrk="1" hangingPunct="1">
        <a:defRPr kern="1200">
          <a:solidFill>
            <a:schemeClr val="tx1"/>
          </a:solidFill>
          <a:latin typeface="+mn-lt"/>
          <a:ea typeface="+mn-ea"/>
          <a:cs typeface="+mn-cs"/>
        </a:defRPr>
      </a:lvl8pPr>
      <a:lvl9pPr marL="4876678"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6" Type="http://schemas.openxmlformats.org/officeDocument/2006/relationships/customXml" Target="../ink/ink13.xml"/><Relationship Id="rId117" Type="http://schemas.openxmlformats.org/officeDocument/2006/relationships/image" Target="../media/image60.png"/><Relationship Id="rId21" Type="http://schemas.openxmlformats.org/officeDocument/2006/relationships/image" Target="../media/image12.png"/><Relationship Id="rId42" Type="http://schemas.openxmlformats.org/officeDocument/2006/relationships/customXml" Target="../ink/ink21.xml"/><Relationship Id="rId47" Type="http://schemas.openxmlformats.org/officeDocument/2006/relationships/image" Target="../media/image25.png"/><Relationship Id="rId63" Type="http://schemas.openxmlformats.org/officeDocument/2006/relationships/image" Target="../media/image33.png"/><Relationship Id="rId68" Type="http://schemas.openxmlformats.org/officeDocument/2006/relationships/customXml" Target="../ink/ink34.xml"/><Relationship Id="rId84" Type="http://schemas.openxmlformats.org/officeDocument/2006/relationships/customXml" Target="../ink/ink42.xml"/><Relationship Id="rId89" Type="http://schemas.openxmlformats.org/officeDocument/2006/relationships/image" Target="../media/image46.png"/><Relationship Id="rId112" Type="http://schemas.openxmlformats.org/officeDocument/2006/relationships/customXml" Target="../ink/ink56.xml"/><Relationship Id="rId16" Type="http://schemas.openxmlformats.org/officeDocument/2006/relationships/customXml" Target="../ink/ink8.xml"/><Relationship Id="rId107" Type="http://schemas.openxmlformats.org/officeDocument/2006/relationships/image" Target="../media/image55.png"/><Relationship Id="rId11" Type="http://schemas.openxmlformats.org/officeDocument/2006/relationships/image" Target="../media/image7.png"/><Relationship Id="rId32" Type="http://schemas.openxmlformats.org/officeDocument/2006/relationships/customXml" Target="../ink/ink16.xml"/><Relationship Id="rId37" Type="http://schemas.openxmlformats.org/officeDocument/2006/relationships/image" Target="../media/image20.png"/><Relationship Id="rId53" Type="http://schemas.openxmlformats.org/officeDocument/2006/relationships/image" Target="../media/image28.png"/><Relationship Id="rId58" Type="http://schemas.openxmlformats.org/officeDocument/2006/relationships/customXml" Target="../ink/ink29.xml"/><Relationship Id="rId74" Type="http://schemas.openxmlformats.org/officeDocument/2006/relationships/customXml" Target="../ink/ink37.xml"/><Relationship Id="rId79" Type="http://schemas.openxmlformats.org/officeDocument/2006/relationships/image" Target="../media/image41.png"/><Relationship Id="rId102" Type="http://schemas.openxmlformats.org/officeDocument/2006/relationships/customXml" Target="../ink/ink51.xml"/><Relationship Id="rId123" Type="http://schemas.openxmlformats.org/officeDocument/2006/relationships/image" Target="../media/image63.png"/><Relationship Id="rId5" Type="http://schemas.openxmlformats.org/officeDocument/2006/relationships/image" Target="../media/image4.png"/><Relationship Id="rId90" Type="http://schemas.openxmlformats.org/officeDocument/2006/relationships/customXml" Target="../ink/ink45.xml"/><Relationship Id="rId95" Type="http://schemas.openxmlformats.org/officeDocument/2006/relationships/image" Target="../media/image49.png"/><Relationship Id="rId22" Type="http://schemas.openxmlformats.org/officeDocument/2006/relationships/customXml" Target="../ink/ink11.xml"/><Relationship Id="rId27" Type="http://schemas.openxmlformats.org/officeDocument/2006/relationships/image" Target="../media/image15.png"/><Relationship Id="rId43" Type="http://schemas.openxmlformats.org/officeDocument/2006/relationships/image" Target="../media/image23.png"/><Relationship Id="rId48" Type="http://schemas.openxmlformats.org/officeDocument/2006/relationships/customXml" Target="../ink/ink24.xml"/><Relationship Id="rId64" Type="http://schemas.openxmlformats.org/officeDocument/2006/relationships/customXml" Target="../ink/ink32.xml"/><Relationship Id="rId69" Type="http://schemas.openxmlformats.org/officeDocument/2006/relationships/image" Target="../media/image36.png"/><Relationship Id="rId113" Type="http://schemas.openxmlformats.org/officeDocument/2006/relationships/image" Target="../media/image58.png"/><Relationship Id="rId118" Type="http://schemas.openxmlformats.org/officeDocument/2006/relationships/customXml" Target="../ink/ink59.xml"/><Relationship Id="rId80" Type="http://schemas.openxmlformats.org/officeDocument/2006/relationships/customXml" Target="../ink/ink40.xml"/><Relationship Id="rId85" Type="http://schemas.openxmlformats.org/officeDocument/2006/relationships/image" Target="../media/image44.png"/><Relationship Id="rId12" Type="http://schemas.openxmlformats.org/officeDocument/2006/relationships/customXml" Target="../ink/ink6.xml"/><Relationship Id="rId17" Type="http://schemas.openxmlformats.org/officeDocument/2006/relationships/image" Target="../media/image10.png"/><Relationship Id="rId33" Type="http://schemas.openxmlformats.org/officeDocument/2006/relationships/image" Target="../media/image18.png"/><Relationship Id="rId38" Type="http://schemas.openxmlformats.org/officeDocument/2006/relationships/customXml" Target="../ink/ink19.xml"/><Relationship Id="rId59" Type="http://schemas.openxmlformats.org/officeDocument/2006/relationships/image" Target="../media/image31.png"/><Relationship Id="rId103" Type="http://schemas.openxmlformats.org/officeDocument/2006/relationships/image" Target="../media/image53.png"/><Relationship Id="rId108" Type="http://schemas.openxmlformats.org/officeDocument/2006/relationships/customXml" Target="../ink/ink54.xml"/><Relationship Id="rId54" Type="http://schemas.openxmlformats.org/officeDocument/2006/relationships/customXml" Target="../ink/ink27.xml"/><Relationship Id="rId70" Type="http://schemas.openxmlformats.org/officeDocument/2006/relationships/customXml" Target="../ink/ink35.xml"/><Relationship Id="rId75" Type="http://schemas.openxmlformats.org/officeDocument/2006/relationships/image" Target="../media/image39.png"/><Relationship Id="rId91" Type="http://schemas.openxmlformats.org/officeDocument/2006/relationships/image" Target="../media/image47.png"/><Relationship Id="rId96" Type="http://schemas.openxmlformats.org/officeDocument/2006/relationships/customXml" Target="../ink/ink48.xml"/><Relationship Id="rId1" Type="http://schemas.openxmlformats.org/officeDocument/2006/relationships/slideLayout" Target="../slideLayouts/slideLayout1.xml"/><Relationship Id="rId6" Type="http://schemas.openxmlformats.org/officeDocument/2006/relationships/customXml" Target="../ink/ink3.xml"/><Relationship Id="rId23" Type="http://schemas.openxmlformats.org/officeDocument/2006/relationships/image" Target="../media/image13.png"/><Relationship Id="rId28" Type="http://schemas.openxmlformats.org/officeDocument/2006/relationships/customXml" Target="../ink/ink14.xml"/><Relationship Id="rId49" Type="http://schemas.openxmlformats.org/officeDocument/2006/relationships/image" Target="../media/image26.png"/><Relationship Id="rId114" Type="http://schemas.openxmlformats.org/officeDocument/2006/relationships/customXml" Target="../ink/ink57.xml"/><Relationship Id="rId119" Type="http://schemas.openxmlformats.org/officeDocument/2006/relationships/image" Target="../media/image61.png"/><Relationship Id="rId44" Type="http://schemas.openxmlformats.org/officeDocument/2006/relationships/customXml" Target="../ink/ink22.xml"/><Relationship Id="rId60" Type="http://schemas.openxmlformats.org/officeDocument/2006/relationships/customXml" Target="../ink/ink30.xml"/><Relationship Id="rId65" Type="http://schemas.openxmlformats.org/officeDocument/2006/relationships/image" Target="../media/image34.png"/><Relationship Id="rId81" Type="http://schemas.openxmlformats.org/officeDocument/2006/relationships/image" Target="../media/image42.png"/><Relationship Id="rId86" Type="http://schemas.openxmlformats.org/officeDocument/2006/relationships/customXml" Target="../ink/ink43.xml"/><Relationship Id="rId4" Type="http://schemas.openxmlformats.org/officeDocument/2006/relationships/customXml" Target="../ink/ink2.xml"/><Relationship Id="rId9" Type="http://schemas.openxmlformats.org/officeDocument/2006/relationships/image" Target="../media/image6.png"/><Relationship Id="rId13" Type="http://schemas.openxmlformats.org/officeDocument/2006/relationships/image" Target="../media/image8.png"/><Relationship Id="rId18" Type="http://schemas.openxmlformats.org/officeDocument/2006/relationships/customXml" Target="../ink/ink9.xml"/><Relationship Id="rId39" Type="http://schemas.openxmlformats.org/officeDocument/2006/relationships/image" Target="../media/image21.png"/><Relationship Id="rId109" Type="http://schemas.openxmlformats.org/officeDocument/2006/relationships/image" Target="../media/image56.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29.png"/><Relationship Id="rId76" Type="http://schemas.openxmlformats.org/officeDocument/2006/relationships/customXml" Target="../ink/ink38.xml"/><Relationship Id="rId97" Type="http://schemas.openxmlformats.org/officeDocument/2006/relationships/image" Target="../media/image50.png"/><Relationship Id="rId104" Type="http://schemas.openxmlformats.org/officeDocument/2006/relationships/customXml" Target="../ink/ink52.xml"/><Relationship Id="rId120" Type="http://schemas.openxmlformats.org/officeDocument/2006/relationships/customXml" Target="../ink/ink60.xml"/><Relationship Id="rId7" Type="http://schemas.openxmlformats.org/officeDocument/2006/relationships/image" Target="../media/image5.png"/><Relationship Id="rId71" Type="http://schemas.openxmlformats.org/officeDocument/2006/relationships/image" Target="../media/image37.png"/><Relationship Id="rId92" Type="http://schemas.openxmlformats.org/officeDocument/2006/relationships/customXml" Target="../ink/ink46.xml"/><Relationship Id="rId2" Type="http://schemas.openxmlformats.org/officeDocument/2006/relationships/customXml" Target="../ink/ink1.xml"/><Relationship Id="rId29" Type="http://schemas.openxmlformats.org/officeDocument/2006/relationships/image" Target="../media/image16.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24.png"/><Relationship Id="rId66" Type="http://schemas.openxmlformats.org/officeDocument/2006/relationships/customXml" Target="../ink/ink33.xml"/><Relationship Id="rId87" Type="http://schemas.openxmlformats.org/officeDocument/2006/relationships/image" Target="../media/image45.png"/><Relationship Id="rId110" Type="http://schemas.openxmlformats.org/officeDocument/2006/relationships/customXml" Target="../ink/ink55.xml"/><Relationship Id="rId115" Type="http://schemas.openxmlformats.org/officeDocument/2006/relationships/image" Target="../media/image59.png"/><Relationship Id="rId61" Type="http://schemas.openxmlformats.org/officeDocument/2006/relationships/image" Target="../media/image32.png"/><Relationship Id="rId82" Type="http://schemas.openxmlformats.org/officeDocument/2006/relationships/customXml" Target="../ink/ink41.xml"/><Relationship Id="rId19" Type="http://schemas.openxmlformats.org/officeDocument/2006/relationships/image" Target="../media/image11.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19.png"/><Relationship Id="rId56" Type="http://schemas.openxmlformats.org/officeDocument/2006/relationships/customXml" Target="../ink/ink28.xml"/><Relationship Id="rId77" Type="http://schemas.openxmlformats.org/officeDocument/2006/relationships/image" Target="../media/image40.png"/><Relationship Id="rId100" Type="http://schemas.openxmlformats.org/officeDocument/2006/relationships/customXml" Target="../ink/ink50.xml"/><Relationship Id="rId105" Type="http://schemas.openxmlformats.org/officeDocument/2006/relationships/image" Target="../media/image54.png"/><Relationship Id="rId8" Type="http://schemas.openxmlformats.org/officeDocument/2006/relationships/customXml" Target="../ink/ink4.xml"/><Relationship Id="rId51" Type="http://schemas.openxmlformats.org/officeDocument/2006/relationships/image" Target="../media/image27.png"/><Relationship Id="rId72" Type="http://schemas.openxmlformats.org/officeDocument/2006/relationships/customXml" Target="../ink/ink36.xml"/><Relationship Id="rId93" Type="http://schemas.openxmlformats.org/officeDocument/2006/relationships/image" Target="../media/image48.png"/><Relationship Id="rId98" Type="http://schemas.openxmlformats.org/officeDocument/2006/relationships/customXml" Target="../ink/ink49.xml"/><Relationship Id="rId121" Type="http://schemas.openxmlformats.org/officeDocument/2006/relationships/image" Target="../media/image62.png"/><Relationship Id="rId3" Type="http://schemas.openxmlformats.org/officeDocument/2006/relationships/image" Target="../media/image3.png"/><Relationship Id="rId25" Type="http://schemas.openxmlformats.org/officeDocument/2006/relationships/image" Target="../media/image14.png"/><Relationship Id="rId46" Type="http://schemas.openxmlformats.org/officeDocument/2006/relationships/customXml" Target="../ink/ink23.xml"/><Relationship Id="rId67" Type="http://schemas.openxmlformats.org/officeDocument/2006/relationships/image" Target="../media/image35.png"/><Relationship Id="rId116" Type="http://schemas.openxmlformats.org/officeDocument/2006/relationships/customXml" Target="../ink/ink58.xml"/><Relationship Id="rId20" Type="http://schemas.openxmlformats.org/officeDocument/2006/relationships/customXml" Target="../ink/ink10.xml"/><Relationship Id="rId41" Type="http://schemas.openxmlformats.org/officeDocument/2006/relationships/image" Target="../media/image22.png"/><Relationship Id="rId62" Type="http://schemas.openxmlformats.org/officeDocument/2006/relationships/customXml" Target="../ink/ink31.xml"/><Relationship Id="rId83" Type="http://schemas.openxmlformats.org/officeDocument/2006/relationships/image" Target="../media/image43.png"/><Relationship Id="rId88" Type="http://schemas.openxmlformats.org/officeDocument/2006/relationships/customXml" Target="../ink/ink44.xml"/><Relationship Id="rId111" Type="http://schemas.openxmlformats.org/officeDocument/2006/relationships/image" Target="../media/image57.png"/><Relationship Id="rId15" Type="http://schemas.openxmlformats.org/officeDocument/2006/relationships/image" Target="../media/image9.png"/><Relationship Id="rId36" Type="http://schemas.openxmlformats.org/officeDocument/2006/relationships/customXml" Target="../ink/ink18.xml"/><Relationship Id="rId57" Type="http://schemas.openxmlformats.org/officeDocument/2006/relationships/image" Target="../media/image30.png"/><Relationship Id="rId106" Type="http://schemas.openxmlformats.org/officeDocument/2006/relationships/customXml" Target="../ink/ink53.xml"/><Relationship Id="rId10" Type="http://schemas.openxmlformats.org/officeDocument/2006/relationships/customXml" Target="../ink/ink5.xml"/><Relationship Id="rId31" Type="http://schemas.openxmlformats.org/officeDocument/2006/relationships/image" Target="../media/image17.png"/><Relationship Id="rId52" Type="http://schemas.openxmlformats.org/officeDocument/2006/relationships/customXml" Target="../ink/ink26.xml"/><Relationship Id="rId73" Type="http://schemas.openxmlformats.org/officeDocument/2006/relationships/image" Target="../media/image38.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51.png"/><Relationship Id="rId101" Type="http://schemas.openxmlformats.org/officeDocument/2006/relationships/image" Target="../media/image52.png"/><Relationship Id="rId122" Type="http://schemas.openxmlformats.org/officeDocument/2006/relationships/customXml" Target="../ink/ink6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customXml" Target="../ink/ink70.xml"/><Relationship Id="rId26" Type="http://schemas.openxmlformats.org/officeDocument/2006/relationships/customXml" Target="../ink/ink74.xml"/><Relationship Id="rId39" Type="http://schemas.openxmlformats.org/officeDocument/2006/relationships/image" Target="../media/image83.png"/><Relationship Id="rId21" Type="http://schemas.openxmlformats.org/officeDocument/2006/relationships/image" Target="../media/image74.png"/><Relationship Id="rId34" Type="http://schemas.openxmlformats.org/officeDocument/2006/relationships/customXml" Target="../ink/ink78.xml"/><Relationship Id="rId42" Type="http://schemas.openxmlformats.org/officeDocument/2006/relationships/customXml" Target="../ink/ink82.xml"/><Relationship Id="rId47" Type="http://schemas.openxmlformats.org/officeDocument/2006/relationships/image" Target="../media/image87.png"/><Relationship Id="rId50" Type="http://schemas.openxmlformats.org/officeDocument/2006/relationships/customXml" Target="../ink/ink86.xml"/><Relationship Id="rId55" Type="http://schemas.openxmlformats.org/officeDocument/2006/relationships/image" Target="../media/image91.png"/><Relationship Id="rId7" Type="http://schemas.openxmlformats.org/officeDocument/2006/relationships/image" Target="../media/image67.png"/><Relationship Id="rId2" Type="http://schemas.openxmlformats.org/officeDocument/2006/relationships/customXml" Target="../ink/ink62.xml"/><Relationship Id="rId16" Type="http://schemas.openxmlformats.org/officeDocument/2006/relationships/customXml" Target="../ink/ink69.xml"/><Relationship Id="rId29" Type="http://schemas.openxmlformats.org/officeDocument/2006/relationships/image" Target="../media/image78.png"/><Relationship Id="rId11" Type="http://schemas.openxmlformats.org/officeDocument/2006/relationships/image" Target="../media/image69.png"/><Relationship Id="rId24" Type="http://schemas.openxmlformats.org/officeDocument/2006/relationships/customXml" Target="../ink/ink73.xml"/><Relationship Id="rId32" Type="http://schemas.openxmlformats.org/officeDocument/2006/relationships/customXml" Target="../ink/ink77.xml"/><Relationship Id="rId37" Type="http://schemas.openxmlformats.org/officeDocument/2006/relationships/image" Target="../media/image82.png"/><Relationship Id="rId40" Type="http://schemas.openxmlformats.org/officeDocument/2006/relationships/customXml" Target="../ink/ink81.xml"/><Relationship Id="rId45" Type="http://schemas.openxmlformats.org/officeDocument/2006/relationships/image" Target="../media/image86.png"/><Relationship Id="rId53" Type="http://schemas.openxmlformats.org/officeDocument/2006/relationships/image" Target="../media/image90.png"/><Relationship Id="rId58" Type="http://schemas.openxmlformats.org/officeDocument/2006/relationships/customXml" Target="../ink/ink90.xml"/><Relationship Id="rId5" Type="http://schemas.openxmlformats.org/officeDocument/2006/relationships/image" Target="../media/image66.png"/><Relationship Id="rId61" Type="http://schemas.openxmlformats.org/officeDocument/2006/relationships/image" Target="../media/image94.png"/><Relationship Id="rId19" Type="http://schemas.openxmlformats.org/officeDocument/2006/relationships/image" Target="../media/image73.png"/><Relationship Id="rId14" Type="http://schemas.openxmlformats.org/officeDocument/2006/relationships/customXml" Target="../ink/ink68.xml"/><Relationship Id="rId22" Type="http://schemas.openxmlformats.org/officeDocument/2006/relationships/customXml" Target="../ink/ink72.xml"/><Relationship Id="rId27" Type="http://schemas.openxmlformats.org/officeDocument/2006/relationships/image" Target="../media/image77.png"/><Relationship Id="rId30" Type="http://schemas.openxmlformats.org/officeDocument/2006/relationships/customXml" Target="../ink/ink76.xml"/><Relationship Id="rId35" Type="http://schemas.openxmlformats.org/officeDocument/2006/relationships/image" Target="../media/image81.png"/><Relationship Id="rId43" Type="http://schemas.openxmlformats.org/officeDocument/2006/relationships/image" Target="../media/image85.png"/><Relationship Id="rId48" Type="http://schemas.openxmlformats.org/officeDocument/2006/relationships/customXml" Target="../ink/ink85.xml"/><Relationship Id="rId56" Type="http://schemas.openxmlformats.org/officeDocument/2006/relationships/customXml" Target="../ink/ink89.xml"/><Relationship Id="rId8" Type="http://schemas.openxmlformats.org/officeDocument/2006/relationships/customXml" Target="../ink/ink65.xml"/><Relationship Id="rId51" Type="http://schemas.openxmlformats.org/officeDocument/2006/relationships/image" Target="../media/image89.png"/><Relationship Id="rId3" Type="http://schemas.openxmlformats.org/officeDocument/2006/relationships/image" Target="../media/image65.png"/><Relationship Id="rId12" Type="http://schemas.openxmlformats.org/officeDocument/2006/relationships/customXml" Target="../ink/ink67.xml"/><Relationship Id="rId17" Type="http://schemas.openxmlformats.org/officeDocument/2006/relationships/image" Target="../media/image72.png"/><Relationship Id="rId25" Type="http://schemas.openxmlformats.org/officeDocument/2006/relationships/image" Target="../media/image76.png"/><Relationship Id="rId33" Type="http://schemas.openxmlformats.org/officeDocument/2006/relationships/image" Target="../media/image80.png"/><Relationship Id="rId38" Type="http://schemas.openxmlformats.org/officeDocument/2006/relationships/customXml" Target="../ink/ink80.xml"/><Relationship Id="rId46" Type="http://schemas.openxmlformats.org/officeDocument/2006/relationships/customXml" Target="../ink/ink84.xml"/><Relationship Id="rId59" Type="http://schemas.openxmlformats.org/officeDocument/2006/relationships/image" Target="../media/image93.png"/><Relationship Id="rId20" Type="http://schemas.openxmlformats.org/officeDocument/2006/relationships/customXml" Target="../ink/ink71.xml"/><Relationship Id="rId41" Type="http://schemas.openxmlformats.org/officeDocument/2006/relationships/image" Target="../media/image84.png"/><Relationship Id="rId54" Type="http://schemas.openxmlformats.org/officeDocument/2006/relationships/customXml" Target="../ink/ink88.xml"/><Relationship Id="rId1" Type="http://schemas.openxmlformats.org/officeDocument/2006/relationships/slideLayout" Target="../slideLayouts/slideLayout1.xml"/><Relationship Id="rId6" Type="http://schemas.openxmlformats.org/officeDocument/2006/relationships/customXml" Target="../ink/ink64.xml"/><Relationship Id="rId15" Type="http://schemas.openxmlformats.org/officeDocument/2006/relationships/image" Target="../media/image71.png"/><Relationship Id="rId23" Type="http://schemas.openxmlformats.org/officeDocument/2006/relationships/image" Target="../media/image75.png"/><Relationship Id="rId28" Type="http://schemas.openxmlformats.org/officeDocument/2006/relationships/customXml" Target="../ink/ink75.xml"/><Relationship Id="rId36" Type="http://schemas.openxmlformats.org/officeDocument/2006/relationships/customXml" Target="../ink/ink79.xml"/><Relationship Id="rId49" Type="http://schemas.openxmlformats.org/officeDocument/2006/relationships/image" Target="../media/image88.png"/><Relationship Id="rId57" Type="http://schemas.openxmlformats.org/officeDocument/2006/relationships/image" Target="../media/image92.png"/><Relationship Id="rId10" Type="http://schemas.openxmlformats.org/officeDocument/2006/relationships/customXml" Target="../ink/ink66.xml"/><Relationship Id="rId31" Type="http://schemas.openxmlformats.org/officeDocument/2006/relationships/image" Target="../media/image79.png"/><Relationship Id="rId44" Type="http://schemas.openxmlformats.org/officeDocument/2006/relationships/customXml" Target="../ink/ink83.xml"/><Relationship Id="rId52" Type="http://schemas.openxmlformats.org/officeDocument/2006/relationships/customXml" Target="../ink/ink87.xml"/><Relationship Id="rId60" Type="http://schemas.openxmlformats.org/officeDocument/2006/relationships/customXml" Target="../ink/ink91.xml"/><Relationship Id="rId4" Type="http://schemas.openxmlformats.org/officeDocument/2006/relationships/customXml" Target="../ink/ink63.xml"/><Relationship Id="rId9" Type="http://schemas.openxmlformats.org/officeDocument/2006/relationships/image" Target="../media/image6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customXml" Target="../ink/ink93.xml"/><Relationship Id="rId13" Type="http://schemas.openxmlformats.org/officeDocument/2006/relationships/image" Target="../media/image100.png"/><Relationship Id="rId18" Type="http://schemas.openxmlformats.org/officeDocument/2006/relationships/customXml" Target="../ink/ink98.xml"/><Relationship Id="rId3" Type="http://schemas.openxmlformats.org/officeDocument/2006/relationships/image" Target="../media/image95.emf"/><Relationship Id="rId7" Type="http://schemas.openxmlformats.org/officeDocument/2006/relationships/image" Target="../media/image97.png"/><Relationship Id="rId12" Type="http://schemas.openxmlformats.org/officeDocument/2006/relationships/customXml" Target="../ink/ink95.xml"/><Relationship Id="rId17" Type="http://schemas.openxmlformats.org/officeDocument/2006/relationships/image" Target="../media/image102.png"/><Relationship Id="rId2" Type="http://schemas.openxmlformats.org/officeDocument/2006/relationships/oleObject" Target="../embeddings/oleObject1.bin"/><Relationship Id="rId16" Type="http://schemas.openxmlformats.org/officeDocument/2006/relationships/customXml" Target="../ink/ink97.xml"/><Relationship Id="rId1" Type="http://schemas.openxmlformats.org/officeDocument/2006/relationships/slideLayout" Target="../slideLayouts/slideLayout1.xml"/><Relationship Id="rId6" Type="http://schemas.openxmlformats.org/officeDocument/2006/relationships/customXml" Target="../ink/ink92.xml"/><Relationship Id="rId11" Type="http://schemas.openxmlformats.org/officeDocument/2006/relationships/image" Target="../media/image99.png"/><Relationship Id="rId5" Type="http://schemas.openxmlformats.org/officeDocument/2006/relationships/image" Target="../media/image96.emf"/><Relationship Id="rId15" Type="http://schemas.openxmlformats.org/officeDocument/2006/relationships/image" Target="../media/image101.png"/><Relationship Id="rId10" Type="http://schemas.openxmlformats.org/officeDocument/2006/relationships/customXml" Target="../ink/ink94.xml"/><Relationship Id="rId19" Type="http://schemas.openxmlformats.org/officeDocument/2006/relationships/image" Target="../media/image103.png"/><Relationship Id="rId4" Type="http://schemas.openxmlformats.org/officeDocument/2006/relationships/oleObject" Target="../embeddings/oleObject2.bin"/><Relationship Id="rId9" Type="http://schemas.openxmlformats.org/officeDocument/2006/relationships/image" Target="../media/image98.png"/><Relationship Id="rId14" Type="http://schemas.openxmlformats.org/officeDocument/2006/relationships/customXml" Target="../ink/ink9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customXml" Target="../ink/ink102.xml"/><Relationship Id="rId13" Type="http://schemas.openxmlformats.org/officeDocument/2006/relationships/image" Target="../media/image109.png"/><Relationship Id="rId18" Type="http://schemas.openxmlformats.org/officeDocument/2006/relationships/customXml" Target="../ink/ink107.xml"/><Relationship Id="rId3" Type="http://schemas.openxmlformats.org/officeDocument/2006/relationships/image" Target="../media/image104.png"/><Relationship Id="rId21" Type="http://schemas.openxmlformats.org/officeDocument/2006/relationships/image" Target="../media/image113.png"/><Relationship Id="rId7" Type="http://schemas.openxmlformats.org/officeDocument/2006/relationships/image" Target="../media/image106.png"/><Relationship Id="rId12" Type="http://schemas.openxmlformats.org/officeDocument/2006/relationships/customXml" Target="../ink/ink104.xml"/><Relationship Id="rId17" Type="http://schemas.openxmlformats.org/officeDocument/2006/relationships/image" Target="../media/image111.png"/><Relationship Id="rId25" Type="http://schemas.openxmlformats.org/officeDocument/2006/relationships/image" Target="../media/image115.png"/><Relationship Id="rId2" Type="http://schemas.openxmlformats.org/officeDocument/2006/relationships/customXml" Target="../ink/ink99.xml"/><Relationship Id="rId16" Type="http://schemas.openxmlformats.org/officeDocument/2006/relationships/customXml" Target="../ink/ink106.xml"/><Relationship Id="rId20" Type="http://schemas.openxmlformats.org/officeDocument/2006/relationships/customXml" Target="../ink/ink108.xml"/><Relationship Id="rId1" Type="http://schemas.openxmlformats.org/officeDocument/2006/relationships/slideLayout" Target="../slideLayouts/slideLayout1.xml"/><Relationship Id="rId6" Type="http://schemas.openxmlformats.org/officeDocument/2006/relationships/customXml" Target="../ink/ink101.xml"/><Relationship Id="rId11" Type="http://schemas.openxmlformats.org/officeDocument/2006/relationships/image" Target="../media/image108.png"/><Relationship Id="rId24" Type="http://schemas.openxmlformats.org/officeDocument/2006/relationships/customXml" Target="../ink/ink110.xml"/><Relationship Id="rId5" Type="http://schemas.openxmlformats.org/officeDocument/2006/relationships/image" Target="../media/image105.png"/><Relationship Id="rId15" Type="http://schemas.openxmlformats.org/officeDocument/2006/relationships/image" Target="../media/image110.png"/><Relationship Id="rId23" Type="http://schemas.openxmlformats.org/officeDocument/2006/relationships/image" Target="../media/image114.png"/><Relationship Id="rId10" Type="http://schemas.openxmlformats.org/officeDocument/2006/relationships/customXml" Target="../ink/ink103.xml"/><Relationship Id="rId19" Type="http://schemas.openxmlformats.org/officeDocument/2006/relationships/image" Target="../media/image112.png"/><Relationship Id="rId4" Type="http://schemas.openxmlformats.org/officeDocument/2006/relationships/customXml" Target="../ink/ink100.xml"/><Relationship Id="rId9" Type="http://schemas.openxmlformats.org/officeDocument/2006/relationships/image" Target="../media/image107.png"/><Relationship Id="rId14" Type="http://schemas.openxmlformats.org/officeDocument/2006/relationships/customXml" Target="../ink/ink105.xml"/><Relationship Id="rId22" Type="http://schemas.openxmlformats.org/officeDocument/2006/relationships/customXml" Target="../ink/ink10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tangle 3"/>
          <p:cNvSpPr>
            <a:spLocks noGrp="1"/>
          </p:cNvSpPr>
          <p:nvPr>
            <p:ph type="title"/>
          </p:nvPr>
        </p:nvSpPr>
        <p:spPr>
          <a:xfrm>
            <a:off x="1299410" y="2514600"/>
            <a:ext cx="11480800" cy="914400"/>
          </a:xfrm>
        </p:spPr>
        <p:txBody>
          <a:bodyPr>
            <a:noAutofit/>
          </a:bodyPr>
          <a:lstStyle/>
          <a:p>
            <a:r>
              <a:rPr kumimoji="0" lang="en-US" sz="4000" b="1" i="0" u="none" strike="noStrike" kern="1200" cap="all" spc="0" normalizeH="0" baseline="0" noProof="0" dirty="0">
                <a:ln>
                  <a:noFill/>
                </a:ln>
                <a:solidFill>
                  <a:srgbClr val="DA1F28">
                    <a:lumMod val="75000"/>
                  </a:srgbClr>
                </a:solidFill>
                <a:effectLst/>
                <a:uLnTx/>
                <a:uFillTx/>
                <a:latin typeface="Tw Cen MT"/>
                <a:ea typeface="+mj-ea"/>
                <a:cs typeface="+mj-cs"/>
              </a:rPr>
              <a:t>Lecture 3: </a:t>
            </a:r>
            <a:br>
              <a:rPr kumimoji="0" lang="en-US" sz="4000" b="1" i="0" u="none" strike="noStrike" kern="1200" cap="all" spc="0" normalizeH="0" baseline="0" noProof="0" dirty="0">
                <a:ln>
                  <a:noFill/>
                </a:ln>
                <a:solidFill>
                  <a:srgbClr val="DA1F28">
                    <a:lumMod val="75000"/>
                  </a:srgbClr>
                </a:solidFill>
                <a:effectLst/>
                <a:uLnTx/>
                <a:uFillTx/>
                <a:latin typeface="Tw Cen MT"/>
                <a:ea typeface="+mj-ea"/>
                <a:cs typeface="+mj-cs"/>
              </a:rPr>
            </a:br>
            <a:r>
              <a:rPr kumimoji="0" lang="en-US" sz="4000" b="1" i="0" u="none" strike="noStrike" kern="1200" cap="all" spc="0" normalizeH="0" baseline="0" noProof="0" dirty="0">
                <a:ln>
                  <a:noFill/>
                </a:ln>
                <a:solidFill>
                  <a:srgbClr val="DA1F28">
                    <a:lumMod val="75000"/>
                  </a:srgbClr>
                </a:solidFill>
                <a:effectLst/>
                <a:uLnTx/>
                <a:uFillTx/>
                <a:latin typeface="Tw Cen MT"/>
                <a:ea typeface="+mj-ea"/>
                <a:cs typeface="+mj-cs"/>
              </a:rPr>
              <a:t>How securities are traded</a:t>
            </a:r>
            <a:endParaRPr lang="en-US" sz="4000" dirty="0">
              <a:solidFill>
                <a:schemeClr val="accent2">
                  <a:lumMod val="75000"/>
                </a:schemeClr>
              </a:solidFill>
            </a:endParaRPr>
          </a:p>
        </p:txBody>
      </p:sp>
      <p:sp>
        <p:nvSpPr>
          <p:cNvPr id="2" name="TextBox 1"/>
          <p:cNvSpPr txBox="1"/>
          <p:nvPr/>
        </p:nvSpPr>
        <p:spPr>
          <a:xfrm>
            <a:off x="12966184" y="1136501"/>
            <a:ext cx="184731" cy="461665"/>
          </a:xfrm>
          <a:prstGeom prst="rect">
            <a:avLst/>
          </a:prstGeom>
          <a:noFill/>
        </p:spPr>
        <p:txBody>
          <a:bodyPr wrap="none" rtlCol="0">
            <a:spAutoFit/>
          </a:bodyPr>
          <a:lstStyle/>
          <a:p>
            <a:pPr defTabSz="1219170"/>
            <a:endParaRPr lang="en-US" sz="2400" dirty="0">
              <a:solidFill>
                <a:prstClr val="white"/>
              </a:solidFill>
              <a:latin typeface="Tw Cen MT"/>
            </a:endParaRPr>
          </a:p>
        </p:txBody>
      </p:sp>
      <p:sp>
        <p:nvSpPr>
          <p:cNvPr id="5" name="Subtitle 2"/>
          <p:cNvSpPr txBox="1">
            <a:spLocks/>
          </p:cNvSpPr>
          <p:nvPr/>
        </p:nvSpPr>
        <p:spPr>
          <a:xfrm>
            <a:off x="365393" y="6070600"/>
            <a:ext cx="2590800" cy="685800"/>
          </a:xfrm>
          <a:prstGeom prst="rect">
            <a:avLst/>
          </a:prstGeom>
        </p:spPr>
        <p:txBody>
          <a:bodyPr vert="horz" anchor="ctr">
            <a:normAutofit/>
          </a:bodyPr>
          <a:lstStyle>
            <a:lvl1pPr marL="0" indent="0" algn="l" rtl="0" eaLnBrk="1" latinLnBrk="0" hangingPunct="1">
              <a:spcBef>
                <a:spcPts val="700"/>
              </a:spcBef>
              <a:buClr>
                <a:schemeClr val="accent2"/>
              </a:buClr>
              <a:buSzPct val="60000"/>
              <a:buFont typeface="Wingdings"/>
              <a:buNone/>
              <a:defRPr sz="2800" kern="1200">
                <a:solidFill>
                  <a:srgbClr val="FFFFFF"/>
                </a:solidFill>
                <a:latin typeface="+mn-lt"/>
                <a:ea typeface="+mn-ea"/>
                <a:cs typeface="+mn-cs"/>
              </a:defRPr>
            </a:lvl1pPr>
            <a:lvl2pPr marL="457200" indent="0" algn="ctr" rtl="0" eaLnBrk="1" latinLnBrk="0" hangingPunct="1">
              <a:spcBef>
                <a:spcPts val="550"/>
              </a:spcBef>
              <a:buClr>
                <a:schemeClr val="accent1"/>
              </a:buClr>
              <a:buSzPct val="70000"/>
              <a:buFont typeface="Wingdings 2"/>
              <a:buNone/>
              <a:defRPr sz="2600" kern="1200">
                <a:solidFill>
                  <a:schemeClr val="tx1"/>
                </a:solidFill>
                <a:latin typeface="+mn-lt"/>
                <a:ea typeface="+mn-ea"/>
                <a:cs typeface="+mn-cs"/>
              </a:defRPr>
            </a:lvl2pPr>
            <a:lvl3pPr marL="914400" indent="0" algn="ctr" rtl="0" eaLnBrk="1" latinLnBrk="0" hangingPunct="1">
              <a:spcBef>
                <a:spcPts val="500"/>
              </a:spcBef>
              <a:buClr>
                <a:schemeClr val="accent2"/>
              </a:buClr>
              <a:buSzPct val="75000"/>
              <a:buFont typeface="Wingdings"/>
              <a:buNone/>
              <a:defRPr sz="2300" kern="1200">
                <a:solidFill>
                  <a:schemeClr val="tx1"/>
                </a:solidFill>
                <a:latin typeface="+mn-lt"/>
                <a:ea typeface="+mn-ea"/>
                <a:cs typeface="+mn-cs"/>
              </a:defRPr>
            </a:lvl3pPr>
            <a:lvl4pPr marL="1371600" indent="0" algn="ctr" rtl="0" eaLnBrk="1" latinLnBrk="0" hangingPunct="1">
              <a:spcBef>
                <a:spcPts val="400"/>
              </a:spcBef>
              <a:buClr>
                <a:schemeClr val="accent3"/>
              </a:buClr>
              <a:buSzPct val="75000"/>
              <a:buFont typeface="Wingdings"/>
              <a:buNone/>
              <a:defRPr sz="2000" kern="1200">
                <a:solidFill>
                  <a:schemeClr val="tx1"/>
                </a:solidFill>
                <a:latin typeface="+mn-lt"/>
                <a:ea typeface="+mn-ea"/>
                <a:cs typeface="+mn-cs"/>
              </a:defRPr>
            </a:lvl4pPr>
            <a:lvl5pPr marL="1828800" indent="0" algn="ctr" rtl="0" eaLnBrk="1" latinLnBrk="0" hangingPunct="1">
              <a:spcBef>
                <a:spcPts val="400"/>
              </a:spcBef>
              <a:buClr>
                <a:schemeClr val="accent4"/>
              </a:buClr>
              <a:buSzPct val="65000"/>
              <a:buFont typeface="Wingdings"/>
              <a:buNone/>
              <a:defRPr sz="2000" kern="1200">
                <a:solidFill>
                  <a:schemeClr val="tx1"/>
                </a:solidFill>
                <a:latin typeface="+mn-lt"/>
                <a:ea typeface="+mn-ea"/>
                <a:cs typeface="+mn-cs"/>
              </a:defRPr>
            </a:lvl5pPr>
            <a:lvl6pPr marL="2286000" indent="0" algn="ctr"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743200" indent="0" algn="ctr" rtl="0" eaLnBrk="1" latinLnBrk="0" hangingPunct="1">
              <a:spcBef>
                <a:spcPct val="20000"/>
              </a:spcBef>
              <a:buClr>
                <a:schemeClr val="accent2"/>
              </a:buClr>
              <a:buFont typeface="Wingdings"/>
              <a:buNone/>
              <a:defRPr sz="1800" kern="1200" baseline="0">
                <a:solidFill>
                  <a:schemeClr val="tx1"/>
                </a:solidFill>
                <a:latin typeface="+mn-lt"/>
                <a:ea typeface="+mn-ea"/>
                <a:cs typeface="+mn-cs"/>
              </a:defRPr>
            </a:lvl7pPr>
            <a:lvl8pPr marL="3200400" indent="0" algn="ctr" rtl="0" eaLnBrk="1" latinLnBrk="0" hangingPunct="1">
              <a:spcBef>
                <a:spcPct val="20000"/>
              </a:spcBef>
              <a:buClr>
                <a:schemeClr val="accent3"/>
              </a:buClr>
              <a:buFont typeface="Wingdings"/>
              <a:buNone/>
              <a:defRPr sz="1800" kern="1200" baseline="0">
                <a:solidFill>
                  <a:schemeClr val="tx1"/>
                </a:solidFill>
                <a:latin typeface="+mn-lt"/>
                <a:ea typeface="+mn-ea"/>
                <a:cs typeface="+mn-cs"/>
              </a:defRPr>
            </a:lvl8pPr>
            <a:lvl9pPr marL="3657600" indent="0" algn="ctr" rtl="0" eaLnBrk="1" latinLnBrk="0" hangingPunct="1">
              <a:spcBef>
                <a:spcPct val="20000"/>
              </a:spcBef>
              <a:buClr>
                <a:schemeClr val="accent4"/>
              </a:buClr>
              <a:buFont typeface="Wingdings"/>
              <a:buNone/>
              <a:defRPr sz="1800" kern="1200" baseline="0">
                <a:solidFill>
                  <a:schemeClr val="tx1"/>
                </a:solidFill>
                <a:latin typeface="+mn-lt"/>
                <a:ea typeface="+mn-ea"/>
                <a:cs typeface="+mn-cs"/>
              </a:defRPr>
            </a:lvl9pPr>
            <a:extLst/>
          </a:lstStyle>
          <a:p>
            <a:pPr defTabSz="1219170">
              <a:spcBef>
                <a:spcPts val="933"/>
              </a:spcBef>
              <a:buClr>
                <a:srgbClr val="DA1F28"/>
              </a:buClr>
            </a:pPr>
            <a:r>
              <a:rPr lang="en-US" sz="3733" dirty="0">
                <a:latin typeface="Tw Cen MT"/>
              </a:rPr>
              <a:t>HE Tai-</a:t>
            </a:r>
            <a:r>
              <a:rPr lang="en-US" sz="3733" dirty="0" err="1">
                <a:latin typeface="Tw Cen MT"/>
              </a:rPr>
              <a:t>Sen</a:t>
            </a:r>
            <a:endParaRPr lang="en-US" sz="3733" dirty="0">
              <a:latin typeface="Tw Cen MT"/>
            </a:endParaRPr>
          </a:p>
        </p:txBody>
      </p:sp>
      <p:sp>
        <p:nvSpPr>
          <p:cNvPr id="7" name="Subtitle 2"/>
          <p:cNvSpPr txBox="1">
            <a:spLocks/>
          </p:cNvSpPr>
          <p:nvPr/>
        </p:nvSpPr>
        <p:spPr>
          <a:xfrm>
            <a:off x="5177794" y="5973618"/>
            <a:ext cx="4963734" cy="812800"/>
          </a:xfrm>
          <a:prstGeom prst="rect">
            <a:avLst/>
          </a:prstGeom>
        </p:spPr>
        <p:txBody>
          <a:bodyPr vert="horz" anchor="ctr">
            <a:normAutofit/>
          </a:bodyPr>
          <a:lstStyle>
            <a:lvl1pPr marL="0" indent="0" algn="l" rtl="0" eaLnBrk="1" latinLnBrk="0" hangingPunct="1">
              <a:spcBef>
                <a:spcPts val="700"/>
              </a:spcBef>
              <a:buClr>
                <a:schemeClr val="accent2"/>
              </a:buClr>
              <a:buSzPct val="60000"/>
              <a:buFont typeface="Wingdings"/>
              <a:buNone/>
              <a:defRPr sz="2800" kern="1200">
                <a:solidFill>
                  <a:srgbClr val="FFFFFF"/>
                </a:solidFill>
                <a:latin typeface="+mn-lt"/>
                <a:ea typeface="+mn-ea"/>
                <a:cs typeface="+mn-cs"/>
              </a:defRPr>
            </a:lvl1pPr>
            <a:lvl2pPr marL="457200" indent="0" algn="ctr" rtl="0" eaLnBrk="1" latinLnBrk="0" hangingPunct="1">
              <a:spcBef>
                <a:spcPts val="550"/>
              </a:spcBef>
              <a:buClr>
                <a:schemeClr val="accent1"/>
              </a:buClr>
              <a:buSzPct val="70000"/>
              <a:buFont typeface="Wingdings 2"/>
              <a:buNone/>
              <a:defRPr sz="2600" kern="1200">
                <a:solidFill>
                  <a:schemeClr val="tx1"/>
                </a:solidFill>
                <a:latin typeface="+mn-lt"/>
                <a:ea typeface="+mn-ea"/>
                <a:cs typeface="+mn-cs"/>
              </a:defRPr>
            </a:lvl2pPr>
            <a:lvl3pPr marL="914400" indent="0" algn="ctr" rtl="0" eaLnBrk="1" latinLnBrk="0" hangingPunct="1">
              <a:spcBef>
                <a:spcPts val="500"/>
              </a:spcBef>
              <a:buClr>
                <a:schemeClr val="accent2"/>
              </a:buClr>
              <a:buSzPct val="75000"/>
              <a:buFont typeface="Wingdings"/>
              <a:buNone/>
              <a:defRPr sz="2300" kern="1200">
                <a:solidFill>
                  <a:schemeClr val="tx1"/>
                </a:solidFill>
                <a:latin typeface="+mn-lt"/>
                <a:ea typeface="+mn-ea"/>
                <a:cs typeface="+mn-cs"/>
              </a:defRPr>
            </a:lvl3pPr>
            <a:lvl4pPr marL="1371600" indent="0" algn="ctr" rtl="0" eaLnBrk="1" latinLnBrk="0" hangingPunct="1">
              <a:spcBef>
                <a:spcPts val="400"/>
              </a:spcBef>
              <a:buClr>
                <a:schemeClr val="accent3"/>
              </a:buClr>
              <a:buSzPct val="75000"/>
              <a:buFont typeface="Wingdings"/>
              <a:buNone/>
              <a:defRPr sz="2000" kern="1200">
                <a:solidFill>
                  <a:schemeClr val="tx1"/>
                </a:solidFill>
                <a:latin typeface="+mn-lt"/>
                <a:ea typeface="+mn-ea"/>
                <a:cs typeface="+mn-cs"/>
              </a:defRPr>
            </a:lvl4pPr>
            <a:lvl5pPr marL="1828800" indent="0" algn="ctr" rtl="0" eaLnBrk="1" latinLnBrk="0" hangingPunct="1">
              <a:spcBef>
                <a:spcPts val="400"/>
              </a:spcBef>
              <a:buClr>
                <a:schemeClr val="accent4"/>
              </a:buClr>
              <a:buSzPct val="65000"/>
              <a:buFont typeface="Wingdings"/>
              <a:buNone/>
              <a:defRPr sz="2000" kern="1200">
                <a:solidFill>
                  <a:schemeClr val="tx1"/>
                </a:solidFill>
                <a:latin typeface="+mn-lt"/>
                <a:ea typeface="+mn-ea"/>
                <a:cs typeface="+mn-cs"/>
              </a:defRPr>
            </a:lvl5pPr>
            <a:lvl6pPr marL="2286000" indent="0" algn="ctr"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743200" indent="0" algn="ctr" rtl="0" eaLnBrk="1" latinLnBrk="0" hangingPunct="1">
              <a:spcBef>
                <a:spcPct val="20000"/>
              </a:spcBef>
              <a:buClr>
                <a:schemeClr val="accent2"/>
              </a:buClr>
              <a:buFont typeface="Wingdings"/>
              <a:buNone/>
              <a:defRPr sz="1800" kern="1200" baseline="0">
                <a:solidFill>
                  <a:schemeClr val="tx1"/>
                </a:solidFill>
                <a:latin typeface="+mn-lt"/>
                <a:ea typeface="+mn-ea"/>
                <a:cs typeface="+mn-cs"/>
              </a:defRPr>
            </a:lvl7pPr>
            <a:lvl8pPr marL="3200400" indent="0" algn="ctr" rtl="0" eaLnBrk="1" latinLnBrk="0" hangingPunct="1">
              <a:spcBef>
                <a:spcPct val="20000"/>
              </a:spcBef>
              <a:buClr>
                <a:schemeClr val="accent3"/>
              </a:buClr>
              <a:buFont typeface="Wingdings"/>
              <a:buNone/>
              <a:defRPr sz="1800" kern="1200" baseline="0">
                <a:solidFill>
                  <a:schemeClr val="tx1"/>
                </a:solidFill>
                <a:latin typeface="+mn-lt"/>
                <a:ea typeface="+mn-ea"/>
                <a:cs typeface="+mn-cs"/>
              </a:defRPr>
            </a:lvl8pPr>
            <a:lvl9pPr marL="3657600" indent="0" algn="ctr" rtl="0" eaLnBrk="1" latinLnBrk="0" hangingPunct="1">
              <a:spcBef>
                <a:spcPct val="20000"/>
              </a:spcBef>
              <a:buClr>
                <a:schemeClr val="accent4"/>
              </a:buClr>
              <a:buFont typeface="Wingdings"/>
              <a:buNone/>
              <a:defRPr sz="1800" kern="1200" baseline="0">
                <a:solidFill>
                  <a:schemeClr val="tx1"/>
                </a:solidFill>
                <a:latin typeface="+mn-lt"/>
                <a:ea typeface="+mn-ea"/>
                <a:cs typeface="+mn-cs"/>
              </a:defRPr>
            </a:lvl9pPr>
            <a:extLst/>
          </a:lstStyle>
          <a:p>
            <a:pPr defTabSz="1219170">
              <a:spcBef>
                <a:spcPts val="933"/>
              </a:spcBef>
              <a:buClr>
                <a:srgbClr val="DA1F28"/>
              </a:buClr>
            </a:pPr>
            <a:r>
              <a:rPr lang="en-US" sz="3067" b="1" dirty="0">
                <a:latin typeface="Tw Cen MT"/>
                <a:cs typeface="Tw Cen MT"/>
              </a:rPr>
              <a:t>FINANCIAL ECONOMICS</a:t>
            </a:r>
          </a:p>
        </p:txBody>
      </p:sp>
      <p:pic>
        <p:nvPicPr>
          <p:cNvPr id="3" name="Picture 2" descr="Day Trading Workstations - Stalliontek - Lowest Price Guarantee">
            <a:extLst>
              <a:ext uri="{FF2B5EF4-FFF2-40B4-BE49-F238E27FC236}">
                <a16:creationId xmlns:a16="http://schemas.microsoft.com/office/drawing/2014/main" id="{275531F4-21B3-B62C-27C1-0C87618955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47203" y="4463529"/>
            <a:ext cx="3444797" cy="15100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208421"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How securities are traded</a:t>
            </a:r>
            <a:endParaRPr kumimoji="0" lang="en-US"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Outline</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18886" y="66824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How Securities are traded (3.1, 3.2, 3.5, 3.6, 3.7)</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How firms issue securities</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How securities are traded</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Trading costs, Buying on Margin, Short sales</a:t>
            </a: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723655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5EBA856-FF96-2CE3-604A-46021941B17D}"/>
              </a:ext>
            </a:extLst>
          </p:cNvPr>
          <p:cNvSpPr/>
          <p:nvPr/>
        </p:nvSpPr>
        <p:spPr>
          <a:xfrm>
            <a:off x="6685322" y="1753505"/>
            <a:ext cx="4832424" cy="3276427"/>
          </a:xfrm>
          <a:prstGeom prst="rect">
            <a:avLst/>
          </a:prstGeom>
          <a:solidFill>
            <a:srgbClr val="DA1F28">
              <a:alpha val="21000"/>
            </a:srgbClr>
          </a:solidFill>
          <a:ln w="10000" cap="flat" cmpd="sng" algn="ctr">
            <a:solidFill>
              <a:sysClr val="windowText" lastClr="000000"/>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800" b="0" i="0" u="none" strike="noStrike" kern="0" cap="none" spc="0" normalizeH="0" baseline="0" noProof="0" dirty="0">
              <a:ln>
                <a:noFill/>
              </a:ln>
              <a:solidFill>
                <a:prstClr val="white"/>
              </a:solidFill>
              <a:effectLst/>
              <a:uLnTx/>
              <a:uFillTx/>
              <a:latin typeface="Tw Cen M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800" b="0" i="0" u="none" strike="noStrike" kern="0" cap="none" spc="0" normalizeH="0" baseline="0" noProof="0" dirty="0">
              <a:ln>
                <a:noFill/>
              </a:ln>
              <a:solidFill>
                <a:prstClr val="white"/>
              </a:solidFill>
              <a:effectLst/>
              <a:uLnTx/>
              <a:uFillTx/>
              <a:latin typeface="Tw Cen M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000" b="0" i="0" u="none" strike="noStrike" kern="0" cap="none" spc="0" normalizeH="0" baseline="0" noProof="0" dirty="0">
              <a:ln>
                <a:noFill/>
              </a:ln>
              <a:solidFill>
                <a:srgbClr val="FF0000"/>
              </a:solidFill>
              <a:effectLst/>
              <a:uLnTx/>
              <a:uFillTx/>
              <a:latin typeface="Tw Cen M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4000" b="0" i="0" u="none" strike="noStrike" kern="0" cap="none" spc="0" normalizeH="0" baseline="0" noProof="0" dirty="0">
                <a:ln>
                  <a:noFill/>
                </a:ln>
                <a:solidFill>
                  <a:srgbClr val="FF0000"/>
                </a:solidFill>
                <a:effectLst/>
                <a:uLnTx/>
                <a:uFillTx/>
                <a:latin typeface="Tw Cen MT"/>
                <a:ea typeface="+mn-ea"/>
                <a:cs typeface="+mn-cs"/>
              </a:rPr>
              <a:t>Secondary market</a:t>
            </a:r>
          </a:p>
        </p:txBody>
      </p:sp>
      <p:sp>
        <p:nvSpPr>
          <p:cNvPr id="15" name="Rectangle 14">
            <a:extLst>
              <a:ext uri="{FF2B5EF4-FFF2-40B4-BE49-F238E27FC236}">
                <a16:creationId xmlns:a16="http://schemas.microsoft.com/office/drawing/2014/main" id="{A3D6DC51-71A4-E707-E3BD-7925E9CF2319}"/>
              </a:ext>
            </a:extLst>
          </p:cNvPr>
          <p:cNvSpPr/>
          <p:nvPr/>
        </p:nvSpPr>
        <p:spPr>
          <a:xfrm>
            <a:off x="1707011" y="1753505"/>
            <a:ext cx="4700810" cy="3276427"/>
          </a:xfrm>
          <a:prstGeom prst="rect">
            <a:avLst/>
          </a:prstGeom>
          <a:solidFill>
            <a:srgbClr val="DA1F28">
              <a:alpha val="21000"/>
            </a:srgbClr>
          </a:solidFill>
          <a:ln w="10000" cap="flat" cmpd="sng" algn="ctr">
            <a:solidFill>
              <a:sysClr val="windowText" lastClr="000000"/>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800" b="0" i="0" u="none" strike="noStrike" kern="0" cap="none" spc="0" normalizeH="0" baseline="0" noProof="0" dirty="0">
              <a:ln>
                <a:noFill/>
              </a:ln>
              <a:solidFill>
                <a:prstClr val="white"/>
              </a:solidFill>
              <a:effectLst/>
              <a:uLnTx/>
              <a:uFillTx/>
              <a:latin typeface="Tw Cen M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800" b="0" i="0" u="none" strike="noStrike" kern="0" cap="none" spc="0" normalizeH="0" baseline="0" noProof="0" dirty="0">
              <a:ln>
                <a:noFill/>
              </a:ln>
              <a:solidFill>
                <a:prstClr val="white"/>
              </a:solidFill>
              <a:effectLst/>
              <a:uLnTx/>
              <a:uFillTx/>
              <a:latin typeface="Tw Cen M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000" b="0" i="0" u="none" strike="noStrike" kern="0" cap="none" spc="0" normalizeH="0" baseline="0" noProof="0" dirty="0">
              <a:ln>
                <a:noFill/>
              </a:ln>
              <a:solidFill>
                <a:srgbClr val="FF0000"/>
              </a:solidFill>
              <a:effectLst/>
              <a:uLnTx/>
              <a:uFillTx/>
              <a:latin typeface="Tw Cen M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4000" b="0" i="0" u="none" strike="noStrike" kern="0" cap="none" spc="0" normalizeH="0" baseline="0" noProof="0" dirty="0">
                <a:ln>
                  <a:noFill/>
                </a:ln>
                <a:solidFill>
                  <a:srgbClr val="FF0000"/>
                </a:solidFill>
                <a:effectLst/>
                <a:uLnTx/>
                <a:uFillTx/>
                <a:latin typeface="Tw Cen MT"/>
                <a:ea typeface="+mn-ea"/>
                <a:cs typeface="+mn-cs"/>
              </a:rPr>
              <a:t>Primary market</a:t>
            </a:r>
          </a:p>
        </p:txBody>
      </p:sp>
      <p:sp>
        <p:nvSpPr>
          <p:cNvPr id="7" name="Rectangle 6">
            <a:extLst>
              <a:ext uri="{FF2B5EF4-FFF2-40B4-BE49-F238E27FC236}">
                <a16:creationId xmlns:a16="http://schemas.microsoft.com/office/drawing/2014/main" id="{75FEC82B-A3AB-51ED-9546-137D0417925C}"/>
              </a:ext>
            </a:extLst>
          </p:cNvPr>
          <p:cNvSpPr/>
          <p:nvPr/>
        </p:nvSpPr>
        <p:spPr>
          <a:xfrm>
            <a:off x="0" y="0"/>
            <a:ext cx="3208421"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How securities are traded</a:t>
            </a:r>
            <a:endParaRPr kumimoji="0" lang="en-US"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How Firms Issue Securities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69504" y="78254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Primary market vs. Secondary market</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3600" dirty="0">
              <a:solidFill>
                <a:prstClr val="black"/>
              </a:solidFill>
              <a:latin typeface="Tw Cen MT"/>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3600" b="0" i="0" u="none" strike="noStrike" kern="1200" cap="none" spc="0" normalizeH="0" baseline="0" noProof="0" dirty="0">
              <a:ln>
                <a:noFill/>
              </a:ln>
              <a:solidFill>
                <a:prstClr val="black"/>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3600" dirty="0">
              <a:solidFill>
                <a:prstClr val="black"/>
              </a:solidFill>
              <a:latin typeface="Tw Cen MT"/>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3600" b="0" i="0" u="none" strike="noStrike" kern="1200" cap="none" spc="0" normalizeH="0" baseline="0" noProof="0" dirty="0">
              <a:ln>
                <a:noFill/>
              </a:ln>
              <a:solidFill>
                <a:prstClr val="black"/>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3600" dirty="0">
              <a:solidFill>
                <a:prstClr val="black"/>
              </a:solidFill>
              <a:latin typeface="Tw Cen MT"/>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3600" b="0" i="0" u="none" strike="noStrike" kern="1200" cap="none" spc="0" normalizeH="0" baseline="0" noProof="0" dirty="0">
              <a:ln>
                <a:noFill/>
              </a:ln>
              <a:solidFill>
                <a:prstClr val="black"/>
              </a:solidFill>
              <a:effectLst/>
              <a:uLnTx/>
              <a:uFillTx/>
              <a:latin typeface="Tw Cen MT"/>
              <a:ea typeface="+mn-ea"/>
              <a:cs typeface="+mn-cs"/>
            </a:endParaRPr>
          </a:p>
          <a:p>
            <a:pPr marL="1062990" marR="0" lvl="1" indent="-7429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Trading in ________ markets does </a:t>
            </a:r>
            <a:r>
              <a:rPr kumimoji="0" lang="en-US" sz="2800" b="0" i="0" u="none" strike="noStrike" kern="1200" cap="none" spc="0" normalizeH="0" baseline="0" noProof="0" dirty="0">
                <a:ln>
                  <a:noFill/>
                </a:ln>
                <a:solidFill>
                  <a:srgbClr val="EC767C"/>
                </a:solidFill>
                <a:effectLst/>
                <a:uLnTx/>
                <a:uFillTx/>
                <a:latin typeface="Tw Cen MT"/>
                <a:ea typeface="+mn-ea"/>
                <a:cs typeface="+mn-cs"/>
              </a:rPr>
              <a:t>not</a:t>
            </a:r>
            <a:r>
              <a:rPr kumimoji="0" lang="en-US" sz="2800" b="0" i="0" u="none" strike="noStrike" kern="1200" cap="none" spc="0" normalizeH="0" baseline="0" noProof="0" dirty="0">
                <a:ln>
                  <a:noFill/>
                </a:ln>
                <a:solidFill>
                  <a:prstClr val="black"/>
                </a:solidFill>
                <a:effectLst/>
                <a:uLnTx/>
                <a:uFillTx/>
                <a:latin typeface="Tw Cen MT"/>
                <a:ea typeface="+mn-ea"/>
                <a:cs typeface="+mn-cs"/>
              </a:rPr>
              <a:t> affect the outstanding amounts of securities.</a:t>
            </a:r>
          </a:p>
          <a:p>
            <a:pPr marL="1062990" marR="0" lvl="1" indent="-7429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Why do we need secondary markets? ________</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3600" b="0" i="0" u="none" strike="noStrike" kern="1200" cap="none" spc="0" normalizeH="0" baseline="0" noProof="0" dirty="0">
              <a:ln>
                <a:noFill/>
              </a:ln>
              <a:solidFill>
                <a:prstClr val="black"/>
              </a:solidFill>
              <a:effectLst/>
              <a:uLnTx/>
              <a:uFillTx/>
              <a:latin typeface="Tw Cen MT"/>
              <a:ea typeface="+mn-ea"/>
              <a:cs typeface="+mn-cs"/>
            </a:endParaRPr>
          </a:p>
          <a:p>
            <a:pPr marL="426710" lvl="1" indent="0">
              <a:buClr>
                <a:srgbClr val="DA1F28"/>
              </a:buClr>
              <a:buNone/>
              <a:defRPr/>
            </a:pPr>
            <a:endParaRPr lang="en-US" sz="2800" dirty="0">
              <a:solidFill>
                <a:sysClr val="windowText" lastClr="000000"/>
              </a:solidFill>
              <a:latin typeface="Tw Cen MT"/>
            </a:endParaRPr>
          </a:p>
        </p:txBody>
      </p:sp>
      <p:sp>
        <p:nvSpPr>
          <p:cNvPr id="2" name="TextBox 1">
            <a:extLst>
              <a:ext uri="{FF2B5EF4-FFF2-40B4-BE49-F238E27FC236}">
                <a16:creationId xmlns:a16="http://schemas.microsoft.com/office/drawing/2014/main" id="{0EAAAB54-A865-AB8D-4C9F-4F24EEC71E37}"/>
              </a:ext>
            </a:extLst>
          </p:cNvPr>
          <p:cNvSpPr txBox="1"/>
          <p:nvPr/>
        </p:nvSpPr>
        <p:spPr>
          <a:xfrm>
            <a:off x="1970858" y="2745387"/>
            <a:ext cx="1598051" cy="646331"/>
          </a:xfrm>
          <a:prstGeom prst="rect">
            <a:avLst/>
          </a:prstGeom>
          <a:noFill/>
        </p:spPr>
        <p:txBody>
          <a:bodyPr wrap="square" rtlCol="0">
            <a:spAutoFit/>
          </a:bodyPr>
          <a:lstStyle/>
          <a:p>
            <a:r>
              <a:rPr lang="en-US" sz="3600" dirty="0">
                <a:solidFill>
                  <a:prstClr val="black"/>
                </a:solidFill>
                <a:latin typeface="Tw Cen MT"/>
              </a:rPr>
              <a:t>Firms</a:t>
            </a:r>
          </a:p>
        </p:txBody>
      </p:sp>
      <p:sp>
        <p:nvSpPr>
          <p:cNvPr id="3" name="TextBox 2">
            <a:extLst>
              <a:ext uri="{FF2B5EF4-FFF2-40B4-BE49-F238E27FC236}">
                <a16:creationId xmlns:a16="http://schemas.microsoft.com/office/drawing/2014/main" id="{37C3C9D6-7EDF-EF97-CE5C-8DAEB5DE7290}"/>
              </a:ext>
            </a:extLst>
          </p:cNvPr>
          <p:cNvSpPr txBox="1"/>
          <p:nvPr/>
        </p:nvSpPr>
        <p:spPr>
          <a:xfrm>
            <a:off x="9299267" y="2692276"/>
            <a:ext cx="2556882" cy="646331"/>
          </a:xfrm>
          <a:prstGeom prst="rect">
            <a:avLst/>
          </a:prstGeom>
          <a:noFill/>
        </p:spPr>
        <p:txBody>
          <a:bodyPr wrap="square" rtlCol="0">
            <a:spAutoFit/>
          </a:bodyPr>
          <a:lstStyle/>
          <a:p>
            <a:r>
              <a:rPr lang="en-US" sz="3600" dirty="0">
                <a:solidFill>
                  <a:prstClr val="black"/>
                </a:solidFill>
                <a:latin typeface="Tw Cen MT"/>
              </a:rPr>
              <a:t>the Public</a:t>
            </a:r>
          </a:p>
        </p:txBody>
      </p:sp>
      <p:sp>
        <p:nvSpPr>
          <p:cNvPr id="9" name="TextBox 8">
            <a:extLst>
              <a:ext uri="{FF2B5EF4-FFF2-40B4-BE49-F238E27FC236}">
                <a16:creationId xmlns:a16="http://schemas.microsoft.com/office/drawing/2014/main" id="{9223B7B6-D210-0BFE-0306-530B1C1AD7FD}"/>
              </a:ext>
            </a:extLst>
          </p:cNvPr>
          <p:cNvSpPr txBox="1"/>
          <p:nvPr/>
        </p:nvSpPr>
        <p:spPr>
          <a:xfrm>
            <a:off x="3395480" y="2316972"/>
            <a:ext cx="1704589" cy="523220"/>
          </a:xfrm>
          <a:prstGeom prst="rect">
            <a:avLst/>
          </a:prstGeom>
          <a:noFill/>
        </p:spPr>
        <p:txBody>
          <a:bodyPr wrap="square" rtlCol="0">
            <a:spAutoFit/>
          </a:bodyPr>
          <a:lstStyle/>
          <a:p>
            <a:r>
              <a:rPr lang="en-US" sz="2800" dirty="0">
                <a:solidFill>
                  <a:prstClr val="black"/>
                </a:solidFill>
                <a:latin typeface="Tw Cen MT"/>
              </a:rPr>
              <a:t>Securities</a:t>
            </a:r>
          </a:p>
        </p:txBody>
      </p:sp>
      <p:sp>
        <p:nvSpPr>
          <p:cNvPr id="10" name="TextBox 9">
            <a:extLst>
              <a:ext uri="{FF2B5EF4-FFF2-40B4-BE49-F238E27FC236}">
                <a16:creationId xmlns:a16="http://schemas.microsoft.com/office/drawing/2014/main" id="{0C1A0326-C8B4-9D57-41B2-E9689AFCFA27}"/>
              </a:ext>
            </a:extLst>
          </p:cNvPr>
          <p:cNvSpPr txBox="1"/>
          <p:nvPr/>
        </p:nvSpPr>
        <p:spPr>
          <a:xfrm>
            <a:off x="3829883" y="3403659"/>
            <a:ext cx="1811126" cy="523220"/>
          </a:xfrm>
          <a:prstGeom prst="rect">
            <a:avLst/>
          </a:prstGeom>
          <a:noFill/>
        </p:spPr>
        <p:txBody>
          <a:bodyPr wrap="square" rtlCol="0">
            <a:spAutoFit/>
          </a:bodyPr>
          <a:lstStyle/>
          <a:p>
            <a:r>
              <a:rPr lang="en-US" sz="2800" dirty="0">
                <a:solidFill>
                  <a:prstClr val="black"/>
                </a:solidFill>
                <a:latin typeface="Tw Cen MT"/>
              </a:rPr>
              <a:t>$$</a:t>
            </a:r>
          </a:p>
        </p:txBody>
      </p:sp>
      <p:sp>
        <p:nvSpPr>
          <p:cNvPr id="13" name="TextBox 12">
            <a:extLst>
              <a:ext uri="{FF2B5EF4-FFF2-40B4-BE49-F238E27FC236}">
                <a16:creationId xmlns:a16="http://schemas.microsoft.com/office/drawing/2014/main" id="{3A10FC99-0F4E-BEE4-AB4C-E321EFCAB780}"/>
              </a:ext>
            </a:extLst>
          </p:cNvPr>
          <p:cNvSpPr txBox="1"/>
          <p:nvPr/>
        </p:nvSpPr>
        <p:spPr>
          <a:xfrm>
            <a:off x="7498494" y="2295013"/>
            <a:ext cx="1704589" cy="523220"/>
          </a:xfrm>
          <a:prstGeom prst="rect">
            <a:avLst/>
          </a:prstGeom>
          <a:noFill/>
        </p:spPr>
        <p:txBody>
          <a:bodyPr wrap="square" rtlCol="0">
            <a:spAutoFit/>
          </a:bodyPr>
          <a:lstStyle/>
          <a:p>
            <a:r>
              <a:rPr lang="en-US" sz="2800" dirty="0">
                <a:solidFill>
                  <a:prstClr val="black"/>
                </a:solidFill>
                <a:latin typeface="Tw Cen MT"/>
              </a:rPr>
              <a:t>Securities</a:t>
            </a:r>
          </a:p>
        </p:txBody>
      </p:sp>
      <p:sp>
        <p:nvSpPr>
          <p:cNvPr id="14" name="TextBox 13">
            <a:extLst>
              <a:ext uri="{FF2B5EF4-FFF2-40B4-BE49-F238E27FC236}">
                <a16:creationId xmlns:a16="http://schemas.microsoft.com/office/drawing/2014/main" id="{9798A298-C3A0-4355-AD1B-26FFAD51DF24}"/>
              </a:ext>
            </a:extLst>
          </p:cNvPr>
          <p:cNvSpPr txBox="1"/>
          <p:nvPr/>
        </p:nvSpPr>
        <p:spPr>
          <a:xfrm>
            <a:off x="8122394" y="3369309"/>
            <a:ext cx="816597" cy="523220"/>
          </a:xfrm>
          <a:prstGeom prst="rect">
            <a:avLst/>
          </a:prstGeom>
          <a:noFill/>
        </p:spPr>
        <p:txBody>
          <a:bodyPr wrap="square" rtlCol="0">
            <a:spAutoFit/>
          </a:bodyPr>
          <a:lstStyle/>
          <a:p>
            <a:r>
              <a:rPr lang="en-US" sz="2800" dirty="0">
                <a:solidFill>
                  <a:prstClr val="black"/>
                </a:solidFill>
                <a:latin typeface="Tw Cen MT"/>
              </a:rPr>
              <a:t>$$</a:t>
            </a:r>
          </a:p>
        </p:txBody>
      </p:sp>
      <p:cxnSp>
        <p:nvCxnSpPr>
          <p:cNvPr id="23" name="Straight Arrow Connector 22">
            <a:extLst>
              <a:ext uri="{FF2B5EF4-FFF2-40B4-BE49-F238E27FC236}">
                <a16:creationId xmlns:a16="http://schemas.microsoft.com/office/drawing/2014/main" id="{210C08CE-C497-29A9-197D-82B275B8976B}"/>
              </a:ext>
            </a:extLst>
          </p:cNvPr>
          <p:cNvCxnSpPr/>
          <p:nvPr/>
        </p:nvCxnSpPr>
        <p:spPr>
          <a:xfrm>
            <a:off x="3277981" y="2842299"/>
            <a:ext cx="1676400" cy="0"/>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cxnSp>
        <p:nvCxnSpPr>
          <p:cNvPr id="24" name="Straight Arrow Connector 23">
            <a:extLst>
              <a:ext uri="{FF2B5EF4-FFF2-40B4-BE49-F238E27FC236}">
                <a16:creationId xmlns:a16="http://schemas.microsoft.com/office/drawing/2014/main" id="{EB44C8E7-C806-F503-5460-806C2B669133}"/>
              </a:ext>
            </a:extLst>
          </p:cNvPr>
          <p:cNvCxnSpPr/>
          <p:nvPr/>
        </p:nvCxnSpPr>
        <p:spPr>
          <a:xfrm>
            <a:off x="7496305" y="2803747"/>
            <a:ext cx="1676400" cy="0"/>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cxnSp>
        <p:nvCxnSpPr>
          <p:cNvPr id="25" name="Straight Arrow Connector 24">
            <a:extLst>
              <a:ext uri="{FF2B5EF4-FFF2-40B4-BE49-F238E27FC236}">
                <a16:creationId xmlns:a16="http://schemas.microsoft.com/office/drawing/2014/main" id="{0C052B6D-8354-F4DF-36D4-83C2B63CF7E3}"/>
              </a:ext>
            </a:extLst>
          </p:cNvPr>
          <p:cNvCxnSpPr/>
          <p:nvPr/>
        </p:nvCxnSpPr>
        <p:spPr>
          <a:xfrm flipH="1">
            <a:off x="3294353" y="3342577"/>
            <a:ext cx="1676400" cy="0"/>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cxnSp>
        <p:nvCxnSpPr>
          <p:cNvPr id="26" name="Straight Arrow Connector 25">
            <a:extLst>
              <a:ext uri="{FF2B5EF4-FFF2-40B4-BE49-F238E27FC236}">
                <a16:creationId xmlns:a16="http://schemas.microsoft.com/office/drawing/2014/main" id="{148D63DD-CBEC-F4C1-D0EB-021335F51F01}"/>
              </a:ext>
            </a:extLst>
          </p:cNvPr>
          <p:cNvCxnSpPr/>
          <p:nvPr/>
        </p:nvCxnSpPr>
        <p:spPr>
          <a:xfrm flipH="1">
            <a:off x="7496305" y="3296177"/>
            <a:ext cx="1676400" cy="0"/>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sp>
        <p:nvSpPr>
          <p:cNvPr id="4" name="TextBox 3">
            <a:extLst>
              <a:ext uri="{FF2B5EF4-FFF2-40B4-BE49-F238E27FC236}">
                <a16:creationId xmlns:a16="http://schemas.microsoft.com/office/drawing/2014/main" id="{754C0134-FBA4-E96E-4A76-896806BB72D7}"/>
              </a:ext>
            </a:extLst>
          </p:cNvPr>
          <p:cNvSpPr txBox="1"/>
          <p:nvPr/>
        </p:nvSpPr>
        <p:spPr>
          <a:xfrm>
            <a:off x="5374144" y="2692276"/>
            <a:ext cx="2556882" cy="646331"/>
          </a:xfrm>
          <a:prstGeom prst="rect">
            <a:avLst/>
          </a:prstGeom>
          <a:noFill/>
        </p:spPr>
        <p:txBody>
          <a:bodyPr wrap="square" rtlCol="0">
            <a:spAutoFit/>
          </a:bodyPr>
          <a:lstStyle/>
          <a:p>
            <a:r>
              <a:rPr lang="en-US" sz="3600" dirty="0">
                <a:solidFill>
                  <a:prstClr val="black"/>
                </a:solidFill>
                <a:latin typeface="Tw Cen MT"/>
              </a:rPr>
              <a:t>the Public</a:t>
            </a:r>
          </a:p>
        </p:txBody>
      </p:sp>
      <p:grpSp>
        <p:nvGrpSpPr>
          <p:cNvPr id="36" name="Group 35">
            <a:extLst>
              <a:ext uri="{FF2B5EF4-FFF2-40B4-BE49-F238E27FC236}">
                <a16:creationId xmlns:a16="http://schemas.microsoft.com/office/drawing/2014/main" id="{AAD3C7B4-8C51-026D-C2A5-8585A68B7861}"/>
              </a:ext>
            </a:extLst>
          </p:cNvPr>
          <p:cNvGrpSpPr/>
          <p:nvPr/>
        </p:nvGrpSpPr>
        <p:grpSpPr>
          <a:xfrm>
            <a:off x="8003880" y="587320"/>
            <a:ext cx="505080" cy="399240"/>
            <a:chOff x="8003880" y="587320"/>
            <a:chExt cx="505080" cy="399240"/>
          </a:xfrm>
        </p:grpSpPr>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AB84BA05-7FA5-1FB6-4E83-727B1009D7DD}"/>
                    </a:ext>
                  </a:extLst>
                </p14:cNvPr>
                <p14:cNvContentPartPr/>
                <p14:nvPr/>
              </p14:nvContentPartPr>
              <p14:xfrm>
                <a:off x="8003880" y="587320"/>
                <a:ext cx="168480" cy="353520"/>
              </p14:xfrm>
            </p:contentPart>
          </mc:Choice>
          <mc:Fallback>
            <p:pic>
              <p:nvPicPr>
                <p:cNvPr id="6" name="Ink 5">
                  <a:extLst>
                    <a:ext uri="{FF2B5EF4-FFF2-40B4-BE49-F238E27FC236}">
                      <a16:creationId xmlns:a16="http://schemas.microsoft.com/office/drawing/2014/main" id="{AB84BA05-7FA5-1FB6-4E83-727B1009D7DD}"/>
                    </a:ext>
                  </a:extLst>
                </p:cNvPr>
                <p:cNvPicPr/>
                <p:nvPr/>
              </p:nvPicPr>
              <p:blipFill>
                <a:blip r:embed="rId3"/>
                <a:stretch>
                  <a:fillRect/>
                </a:stretch>
              </p:blipFill>
              <p:spPr>
                <a:xfrm>
                  <a:off x="7997760" y="581200"/>
                  <a:ext cx="180720" cy="3657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1" name="Ink 10">
                  <a:extLst>
                    <a:ext uri="{FF2B5EF4-FFF2-40B4-BE49-F238E27FC236}">
                      <a16:creationId xmlns:a16="http://schemas.microsoft.com/office/drawing/2014/main" id="{14AB8CAE-DAE2-32E6-80A9-16596BBECBC5}"/>
                    </a:ext>
                  </a:extLst>
                </p14:cNvPr>
                <p14:cNvContentPartPr/>
                <p14:nvPr/>
              </p14:nvContentPartPr>
              <p14:xfrm>
                <a:off x="8107200" y="871720"/>
                <a:ext cx="19080" cy="114840"/>
              </p14:xfrm>
            </p:contentPart>
          </mc:Choice>
          <mc:Fallback>
            <p:pic>
              <p:nvPicPr>
                <p:cNvPr id="11" name="Ink 10">
                  <a:extLst>
                    <a:ext uri="{FF2B5EF4-FFF2-40B4-BE49-F238E27FC236}">
                      <a16:creationId xmlns:a16="http://schemas.microsoft.com/office/drawing/2014/main" id="{14AB8CAE-DAE2-32E6-80A9-16596BBECBC5}"/>
                    </a:ext>
                  </a:extLst>
                </p:cNvPr>
                <p:cNvPicPr/>
                <p:nvPr/>
              </p:nvPicPr>
              <p:blipFill>
                <a:blip r:embed="rId5"/>
                <a:stretch>
                  <a:fillRect/>
                </a:stretch>
              </p:blipFill>
              <p:spPr>
                <a:xfrm>
                  <a:off x="8101080" y="865600"/>
                  <a:ext cx="3132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2" name="Ink 11">
                  <a:extLst>
                    <a:ext uri="{FF2B5EF4-FFF2-40B4-BE49-F238E27FC236}">
                      <a16:creationId xmlns:a16="http://schemas.microsoft.com/office/drawing/2014/main" id="{8512AA09-047F-40ED-67FB-7E34F380575B}"/>
                    </a:ext>
                  </a:extLst>
                </p14:cNvPr>
                <p14:cNvContentPartPr/>
                <p14:nvPr/>
              </p14:nvContentPartPr>
              <p14:xfrm>
                <a:off x="8136720" y="800800"/>
                <a:ext cx="34560" cy="28080"/>
              </p14:xfrm>
            </p:contentPart>
          </mc:Choice>
          <mc:Fallback>
            <p:pic>
              <p:nvPicPr>
                <p:cNvPr id="12" name="Ink 11">
                  <a:extLst>
                    <a:ext uri="{FF2B5EF4-FFF2-40B4-BE49-F238E27FC236}">
                      <a16:creationId xmlns:a16="http://schemas.microsoft.com/office/drawing/2014/main" id="{8512AA09-047F-40ED-67FB-7E34F380575B}"/>
                    </a:ext>
                  </a:extLst>
                </p:cNvPr>
                <p:cNvPicPr/>
                <p:nvPr/>
              </p:nvPicPr>
              <p:blipFill>
                <a:blip r:embed="rId7"/>
                <a:stretch>
                  <a:fillRect/>
                </a:stretch>
              </p:blipFill>
              <p:spPr>
                <a:xfrm>
                  <a:off x="8130600" y="794680"/>
                  <a:ext cx="4680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7" name="Ink 16">
                  <a:extLst>
                    <a:ext uri="{FF2B5EF4-FFF2-40B4-BE49-F238E27FC236}">
                      <a16:creationId xmlns:a16="http://schemas.microsoft.com/office/drawing/2014/main" id="{67925586-11D4-95E3-01F4-1E7BF920C27A}"/>
                    </a:ext>
                  </a:extLst>
                </p14:cNvPr>
                <p14:cNvContentPartPr/>
                <p14:nvPr/>
              </p14:nvContentPartPr>
              <p14:xfrm>
                <a:off x="8198280" y="771280"/>
                <a:ext cx="95760" cy="195480"/>
              </p14:xfrm>
            </p:contentPart>
          </mc:Choice>
          <mc:Fallback>
            <p:pic>
              <p:nvPicPr>
                <p:cNvPr id="17" name="Ink 16">
                  <a:extLst>
                    <a:ext uri="{FF2B5EF4-FFF2-40B4-BE49-F238E27FC236}">
                      <a16:creationId xmlns:a16="http://schemas.microsoft.com/office/drawing/2014/main" id="{67925586-11D4-95E3-01F4-1E7BF920C27A}"/>
                    </a:ext>
                  </a:extLst>
                </p:cNvPr>
                <p:cNvPicPr/>
                <p:nvPr/>
              </p:nvPicPr>
              <p:blipFill>
                <a:blip r:embed="rId9"/>
                <a:stretch>
                  <a:fillRect/>
                </a:stretch>
              </p:blipFill>
              <p:spPr>
                <a:xfrm>
                  <a:off x="8192160" y="765160"/>
                  <a:ext cx="10800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8" name="Ink 17">
                  <a:extLst>
                    <a:ext uri="{FF2B5EF4-FFF2-40B4-BE49-F238E27FC236}">
                      <a16:creationId xmlns:a16="http://schemas.microsoft.com/office/drawing/2014/main" id="{A87473CF-7099-1277-763D-87DBE42719C1}"/>
                    </a:ext>
                  </a:extLst>
                </p14:cNvPr>
                <p14:cNvContentPartPr/>
                <p14:nvPr/>
              </p14:nvContentPartPr>
              <p14:xfrm>
                <a:off x="8312760" y="824200"/>
                <a:ext cx="196200" cy="123840"/>
              </p14:xfrm>
            </p:contentPart>
          </mc:Choice>
          <mc:Fallback>
            <p:pic>
              <p:nvPicPr>
                <p:cNvPr id="18" name="Ink 17">
                  <a:extLst>
                    <a:ext uri="{FF2B5EF4-FFF2-40B4-BE49-F238E27FC236}">
                      <a16:creationId xmlns:a16="http://schemas.microsoft.com/office/drawing/2014/main" id="{A87473CF-7099-1277-763D-87DBE42719C1}"/>
                    </a:ext>
                  </a:extLst>
                </p:cNvPr>
                <p:cNvPicPr/>
                <p:nvPr/>
              </p:nvPicPr>
              <p:blipFill>
                <a:blip r:embed="rId11"/>
                <a:stretch>
                  <a:fillRect/>
                </a:stretch>
              </p:blipFill>
              <p:spPr>
                <a:xfrm>
                  <a:off x="8306640" y="818080"/>
                  <a:ext cx="208440" cy="136080"/>
                </a:xfrm>
                <a:prstGeom prst="rect">
                  <a:avLst/>
                </a:prstGeom>
              </p:spPr>
            </p:pic>
          </mc:Fallback>
        </mc:AlternateContent>
      </p:grpSp>
      <p:grpSp>
        <p:nvGrpSpPr>
          <p:cNvPr id="35" name="Group 34">
            <a:extLst>
              <a:ext uri="{FF2B5EF4-FFF2-40B4-BE49-F238E27FC236}">
                <a16:creationId xmlns:a16="http://schemas.microsoft.com/office/drawing/2014/main" id="{F6F31C24-C763-9D8D-95FC-DF2023E37DE3}"/>
              </a:ext>
            </a:extLst>
          </p:cNvPr>
          <p:cNvGrpSpPr/>
          <p:nvPr/>
        </p:nvGrpSpPr>
        <p:grpSpPr>
          <a:xfrm>
            <a:off x="8794080" y="666880"/>
            <a:ext cx="1075320" cy="360000"/>
            <a:chOff x="8794080" y="666880"/>
            <a:chExt cx="1075320" cy="360000"/>
          </a:xfrm>
        </p:grpSpPr>
        <mc:AlternateContent xmlns:mc="http://schemas.openxmlformats.org/markup-compatibility/2006">
          <mc:Choice xmlns:p14="http://schemas.microsoft.com/office/powerpoint/2010/main" Requires="p14">
            <p:contentPart p14:bwMode="auto" r:id="rId12">
              <p14:nvContentPartPr>
                <p14:cNvPr id="19" name="Ink 18">
                  <a:extLst>
                    <a:ext uri="{FF2B5EF4-FFF2-40B4-BE49-F238E27FC236}">
                      <a16:creationId xmlns:a16="http://schemas.microsoft.com/office/drawing/2014/main" id="{CE7518B3-9B19-29AD-6E67-6638281C0F7F}"/>
                    </a:ext>
                  </a:extLst>
                </p14:cNvPr>
                <p14:cNvContentPartPr/>
                <p14:nvPr/>
              </p14:nvContentPartPr>
              <p14:xfrm>
                <a:off x="8794080" y="693520"/>
                <a:ext cx="80280" cy="261720"/>
              </p14:xfrm>
            </p:contentPart>
          </mc:Choice>
          <mc:Fallback>
            <p:pic>
              <p:nvPicPr>
                <p:cNvPr id="19" name="Ink 18">
                  <a:extLst>
                    <a:ext uri="{FF2B5EF4-FFF2-40B4-BE49-F238E27FC236}">
                      <a16:creationId xmlns:a16="http://schemas.microsoft.com/office/drawing/2014/main" id="{CE7518B3-9B19-29AD-6E67-6638281C0F7F}"/>
                    </a:ext>
                  </a:extLst>
                </p:cNvPr>
                <p:cNvPicPr/>
                <p:nvPr/>
              </p:nvPicPr>
              <p:blipFill>
                <a:blip r:embed="rId13"/>
                <a:stretch>
                  <a:fillRect/>
                </a:stretch>
              </p:blipFill>
              <p:spPr>
                <a:xfrm>
                  <a:off x="8787960" y="687400"/>
                  <a:ext cx="92520" cy="2739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0" name="Ink 19">
                  <a:extLst>
                    <a:ext uri="{FF2B5EF4-FFF2-40B4-BE49-F238E27FC236}">
                      <a16:creationId xmlns:a16="http://schemas.microsoft.com/office/drawing/2014/main" id="{1C0B499E-1D20-ED29-8AB3-12165B82C455}"/>
                    </a:ext>
                  </a:extLst>
                </p14:cNvPr>
                <p14:cNvContentPartPr/>
                <p14:nvPr/>
              </p14:nvContentPartPr>
              <p14:xfrm>
                <a:off x="8879400" y="827440"/>
                <a:ext cx="147240" cy="113040"/>
              </p14:xfrm>
            </p:contentPart>
          </mc:Choice>
          <mc:Fallback>
            <p:pic>
              <p:nvPicPr>
                <p:cNvPr id="20" name="Ink 19">
                  <a:extLst>
                    <a:ext uri="{FF2B5EF4-FFF2-40B4-BE49-F238E27FC236}">
                      <a16:creationId xmlns:a16="http://schemas.microsoft.com/office/drawing/2014/main" id="{1C0B499E-1D20-ED29-8AB3-12165B82C455}"/>
                    </a:ext>
                  </a:extLst>
                </p:cNvPr>
                <p:cNvPicPr/>
                <p:nvPr/>
              </p:nvPicPr>
              <p:blipFill>
                <a:blip r:embed="rId15"/>
                <a:stretch>
                  <a:fillRect/>
                </a:stretch>
              </p:blipFill>
              <p:spPr>
                <a:xfrm>
                  <a:off x="8873280" y="821320"/>
                  <a:ext cx="15948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1" name="Ink 20">
                  <a:extLst>
                    <a:ext uri="{FF2B5EF4-FFF2-40B4-BE49-F238E27FC236}">
                      <a16:creationId xmlns:a16="http://schemas.microsoft.com/office/drawing/2014/main" id="{2E00A5FD-8F1E-18F0-6E0A-65994B035CE4}"/>
                    </a:ext>
                  </a:extLst>
                </p14:cNvPr>
                <p14:cNvContentPartPr/>
                <p14:nvPr/>
              </p14:nvContentPartPr>
              <p14:xfrm>
                <a:off x="8964000" y="851920"/>
                <a:ext cx="199800" cy="174960"/>
              </p14:xfrm>
            </p:contentPart>
          </mc:Choice>
          <mc:Fallback>
            <p:pic>
              <p:nvPicPr>
                <p:cNvPr id="21" name="Ink 20">
                  <a:extLst>
                    <a:ext uri="{FF2B5EF4-FFF2-40B4-BE49-F238E27FC236}">
                      <a16:creationId xmlns:a16="http://schemas.microsoft.com/office/drawing/2014/main" id="{2E00A5FD-8F1E-18F0-6E0A-65994B035CE4}"/>
                    </a:ext>
                  </a:extLst>
                </p:cNvPr>
                <p:cNvPicPr/>
                <p:nvPr/>
              </p:nvPicPr>
              <p:blipFill>
                <a:blip r:embed="rId17"/>
                <a:stretch>
                  <a:fillRect/>
                </a:stretch>
              </p:blipFill>
              <p:spPr>
                <a:xfrm>
                  <a:off x="8957880" y="845800"/>
                  <a:ext cx="21204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2" name="Ink 21">
                  <a:extLst>
                    <a:ext uri="{FF2B5EF4-FFF2-40B4-BE49-F238E27FC236}">
                      <a16:creationId xmlns:a16="http://schemas.microsoft.com/office/drawing/2014/main" id="{D41EAB90-79B9-6865-306C-D0A1770FDDB6}"/>
                    </a:ext>
                  </a:extLst>
                </p14:cNvPr>
                <p14:cNvContentPartPr/>
                <p14:nvPr/>
              </p14:nvContentPartPr>
              <p14:xfrm>
                <a:off x="9016560" y="848320"/>
                <a:ext cx="86760" cy="69480"/>
              </p14:xfrm>
            </p:contentPart>
          </mc:Choice>
          <mc:Fallback>
            <p:pic>
              <p:nvPicPr>
                <p:cNvPr id="22" name="Ink 21">
                  <a:extLst>
                    <a:ext uri="{FF2B5EF4-FFF2-40B4-BE49-F238E27FC236}">
                      <a16:creationId xmlns:a16="http://schemas.microsoft.com/office/drawing/2014/main" id="{D41EAB90-79B9-6865-306C-D0A1770FDDB6}"/>
                    </a:ext>
                  </a:extLst>
                </p:cNvPr>
                <p:cNvPicPr/>
                <p:nvPr/>
              </p:nvPicPr>
              <p:blipFill>
                <a:blip r:embed="rId19"/>
                <a:stretch>
                  <a:fillRect/>
                </a:stretch>
              </p:blipFill>
              <p:spPr>
                <a:xfrm>
                  <a:off x="9010440" y="842200"/>
                  <a:ext cx="9900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7" name="Ink 26">
                  <a:extLst>
                    <a:ext uri="{FF2B5EF4-FFF2-40B4-BE49-F238E27FC236}">
                      <a16:creationId xmlns:a16="http://schemas.microsoft.com/office/drawing/2014/main" id="{17D07B21-9682-9379-2BAA-F5BD9FAE3873}"/>
                    </a:ext>
                  </a:extLst>
                </p14:cNvPr>
                <p14:cNvContentPartPr/>
                <p14:nvPr/>
              </p14:nvContentPartPr>
              <p14:xfrm>
                <a:off x="9231840" y="666880"/>
                <a:ext cx="107640" cy="317880"/>
              </p14:xfrm>
            </p:contentPart>
          </mc:Choice>
          <mc:Fallback>
            <p:pic>
              <p:nvPicPr>
                <p:cNvPr id="27" name="Ink 26">
                  <a:extLst>
                    <a:ext uri="{FF2B5EF4-FFF2-40B4-BE49-F238E27FC236}">
                      <a16:creationId xmlns:a16="http://schemas.microsoft.com/office/drawing/2014/main" id="{17D07B21-9682-9379-2BAA-F5BD9FAE3873}"/>
                    </a:ext>
                  </a:extLst>
                </p:cNvPr>
                <p:cNvPicPr/>
                <p:nvPr/>
              </p:nvPicPr>
              <p:blipFill>
                <a:blip r:embed="rId21"/>
                <a:stretch>
                  <a:fillRect/>
                </a:stretch>
              </p:blipFill>
              <p:spPr>
                <a:xfrm>
                  <a:off x="9225720" y="660760"/>
                  <a:ext cx="119880" cy="3301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8" name="Ink 27">
                  <a:extLst>
                    <a:ext uri="{FF2B5EF4-FFF2-40B4-BE49-F238E27FC236}">
                      <a16:creationId xmlns:a16="http://schemas.microsoft.com/office/drawing/2014/main" id="{60BBB2F4-9246-56DA-B286-ACCCA3AAA413}"/>
                    </a:ext>
                  </a:extLst>
                </p14:cNvPr>
                <p14:cNvContentPartPr/>
                <p14:nvPr/>
              </p14:nvContentPartPr>
              <p14:xfrm>
                <a:off x="9416880" y="834640"/>
                <a:ext cx="145440" cy="108720"/>
              </p14:xfrm>
            </p:contentPart>
          </mc:Choice>
          <mc:Fallback>
            <p:pic>
              <p:nvPicPr>
                <p:cNvPr id="28" name="Ink 27">
                  <a:extLst>
                    <a:ext uri="{FF2B5EF4-FFF2-40B4-BE49-F238E27FC236}">
                      <a16:creationId xmlns:a16="http://schemas.microsoft.com/office/drawing/2014/main" id="{60BBB2F4-9246-56DA-B286-ACCCA3AAA413}"/>
                    </a:ext>
                  </a:extLst>
                </p:cNvPr>
                <p:cNvPicPr/>
                <p:nvPr/>
              </p:nvPicPr>
              <p:blipFill>
                <a:blip r:embed="rId23"/>
                <a:stretch>
                  <a:fillRect/>
                </a:stretch>
              </p:blipFill>
              <p:spPr>
                <a:xfrm>
                  <a:off x="9410760" y="828520"/>
                  <a:ext cx="157680" cy="1209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9" name="Ink 28">
                  <a:extLst>
                    <a:ext uri="{FF2B5EF4-FFF2-40B4-BE49-F238E27FC236}">
                      <a16:creationId xmlns:a16="http://schemas.microsoft.com/office/drawing/2014/main" id="{EA18C826-E05F-3E3D-46A6-2FB5890185D3}"/>
                    </a:ext>
                  </a:extLst>
                </p14:cNvPr>
                <p14:cNvContentPartPr/>
                <p14:nvPr/>
              </p14:nvContentPartPr>
              <p14:xfrm>
                <a:off x="9585000" y="829240"/>
                <a:ext cx="112320" cy="106560"/>
              </p14:xfrm>
            </p:contentPart>
          </mc:Choice>
          <mc:Fallback>
            <p:pic>
              <p:nvPicPr>
                <p:cNvPr id="29" name="Ink 28">
                  <a:extLst>
                    <a:ext uri="{FF2B5EF4-FFF2-40B4-BE49-F238E27FC236}">
                      <a16:creationId xmlns:a16="http://schemas.microsoft.com/office/drawing/2014/main" id="{EA18C826-E05F-3E3D-46A6-2FB5890185D3}"/>
                    </a:ext>
                  </a:extLst>
                </p:cNvPr>
                <p:cNvPicPr/>
                <p:nvPr/>
              </p:nvPicPr>
              <p:blipFill>
                <a:blip r:embed="rId25"/>
                <a:stretch>
                  <a:fillRect/>
                </a:stretch>
              </p:blipFill>
              <p:spPr>
                <a:xfrm>
                  <a:off x="9578880" y="823120"/>
                  <a:ext cx="12456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0" name="Ink 29">
                  <a:extLst>
                    <a:ext uri="{FF2B5EF4-FFF2-40B4-BE49-F238E27FC236}">
                      <a16:creationId xmlns:a16="http://schemas.microsoft.com/office/drawing/2014/main" id="{F1BF4921-F732-33B4-673F-FAA9825F6E0E}"/>
                    </a:ext>
                  </a:extLst>
                </p14:cNvPr>
                <p14:cNvContentPartPr/>
                <p14:nvPr/>
              </p14:nvContentPartPr>
              <p14:xfrm>
                <a:off x="9720360" y="742120"/>
                <a:ext cx="37440" cy="197640"/>
              </p14:xfrm>
            </p:contentPart>
          </mc:Choice>
          <mc:Fallback>
            <p:pic>
              <p:nvPicPr>
                <p:cNvPr id="30" name="Ink 29">
                  <a:extLst>
                    <a:ext uri="{FF2B5EF4-FFF2-40B4-BE49-F238E27FC236}">
                      <a16:creationId xmlns:a16="http://schemas.microsoft.com/office/drawing/2014/main" id="{F1BF4921-F732-33B4-673F-FAA9825F6E0E}"/>
                    </a:ext>
                  </a:extLst>
                </p:cNvPr>
                <p:cNvPicPr/>
                <p:nvPr/>
              </p:nvPicPr>
              <p:blipFill>
                <a:blip r:embed="rId27"/>
                <a:stretch>
                  <a:fillRect/>
                </a:stretch>
              </p:blipFill>
              <p:spPr>
                <a:xfrm>
                  <a:off x="9714240" y="736000"/>
                  <a:ext cx="4968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1" name="Ink 30">
                  <a:extLst>
                    <a:ext uri="{FF2B5EF4-FFF2-40B4-BE49-F238E27FC236}">
                      <a16:creationId xmlns:a16="http://schemas.microsoft.com/office/drawing/2014/main" id="{EDF8CED3-B2FE-3766-1DF8-AD563DA12914}"/>
                    </a:ext>
                  </a:extLst>
                </p14:cNvPr>
                <p14:cNvContentPartPr/>
                <p14:nvPr/>
              </p14:nvContentPartPr>
              <p14:xfrm>
                <a:off x="9730080" y="836440"/>
                <a:ext cx="139320" cy="116280"/>
              </p14:xfrm>
            </p:contentPart>
          </mc:Choice>
          <mc:Fallback>
            <p:pic>
              <p:nvPicPr>
                <p:cNvPr id="31" name="Ink 30">
                  <a:extLst>
                    <a:ext uri="{FF2B5EF4-FFF2-40B4-BE49-F238E27FC236}">
                      <a16:creationId xmlns:a16="http://schemas.microsoft.com/office/drawing/2014/main" id="{EDF8CED3-B2FE-3766-1DF8-AD563DA12914}"/>
                    </a:ext>
                  </a:extLst>
                </p:cNvPr>
                <p:cNvPicPr/>
                <p:nvPr/>
              </p:nvPicPr>
              <p:blipFill>
                <a:blip r:embed="rId29"/>
                <a:stretch>
                  <a:fillRect/>
                </a:stretch>
              </p:blipFill>
              <p:spPr>
                <a:xfrm>
                  <a:off x="9723960" y="830320"/>
                  <a:ext cx="151560" cy="128520"/>
                </a:xfrm>
                <a:prstGeom prst="rect">
                  <a:avLst/>
                </a:prstGeom>
              </p:spPr>
            </p:pic>
          </mc:Fallback>
        </mc:AlternateContent>
      </p:grpSp>
      <p:grpSp>
        <p:nvGrpSpPr>
          <p:cNvPr id="52" name="Group 51">
            <a:extLst>
              <a:ext uri="{FF2B5EF4-FFF2-40B4-BE49-F238E27FC236}">
                <a16:creationId xmlns:a16="http://schemas.microsoft.com/office/drawing/2014/main" id="{10247B59-E79E-A99B-08BE-38940DB2772D}"/>
              </a:ext>
            </a:extLst>
          </p:cNvPr>
          <p:cNvGrpSpPr/>
          <p:nvPr/>
        </p:nvGrpSpPr>
        <p:grpSpPr>
          <a:xfrm>
            <a:off x="10234080" y="718720"/>
            <a:ext cx="644040" cy="269640"/>
            <a:chOff x="10234080" y="718720"/>
            <a:chExt cx="644040" cy="269640"/>
          </a:xfrm>
        </p:grpSpPr>
        <mc:AlternateContent xmlns:mc="http://schemas.openxmlformats.org/markup-compatibility/2006">
          <mc:Choice xmlns:p14="http://schemas.microsoft.com/office/powerpoint/2010/main" Requires="p14">
            <p:contentPart p14:bwMode="auto" r:id="rId30">
              <p14:nvContentPartPr>
                <p14:cNvPr id="37" name="Ink 36">
                  <a:extLst>
                    <a:ext uri="{FF2B5EF4-FFF2-40B4-BE49-F238E27FC236}">
                      <a16:creationId xmlns:a16="http://schemas.microsoft.com/office/drawing/2014/main" id="{6006A133-6E19-9B3A-8F6F-43012E7407D3}"/>
                    </a:ext>
                  </a:extLst>
                </p14:cNvPr>
                <p14:cNvContentPartPr/>
                <p14:nvPr/>
              </p14:nvContentPartPr>
              <p14:xfrm>
                <a:off x="10234080" y="718720"/>
                <a:ext cx="506880" cy="252720"/>
              </p14:xfrm>
            </p:contentPart>
          </mc:Choice>
          <mc:Fallback>
            <p:pic>
              <p:nvPicPr>
                <p:cNvPr id="37" name="Ink 36">
                  <a:extLst>
                    <a:ext uri="{FF2B5EF4-FFF2-40B4-BE49-F238E27FC236}">
                      <a16:creationId xmlns:a16="http://schemas.microsoft.com/office/drawing/2014/main" id="{6006A133-6E19-9B3A-8F6F-43012E7407D3}"/>
                    </a:ext>
                  </a:extLst>
                </p:cNvPr>
                <p:cNvPicPr/>
                <p:nvPr/>
              </p:nvPicPr>
              <p:blipFill>
                <a:blip r:embed="rId31"/>
                <a:stretch>
                  <a:fillRect/>
                </a:stretch>
              </p:blipFill>
              <p:spPr>
                <a:xfrm>
                  <a:off x="10227960" y="712600"/>
                  <a:ext cx="51912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8" name="Ink 37">
                  <a:extLst>
                    <a:ext uri="{FF2B5EF4-FFF2-40B4-BE49-F238E27FC236}">
                      <a16:creationId xmlns:a16="http://schemas.microsoft.com/office/drawing/2014/main" id="{05984927-6A5E-806D-6088-8A65ADDB1429}"/>
                    </a:ext>
                  </a:extLst>
                </p14:cNvPr>
                <p14:cNvContentPartPr/>
                <p14:nvPr/>
              </p14:nvContentPartPr>
              <p14:xfrm>
                <a:off x="10748520" y="775960"/>
                <a:ext cx="129600" cy="212400"/>
              </p14:xfrm>
            </p:contentPart>
          </mc:Choice>
          <mc:Fallback>
            <p:pic>
              <p:nvPicPr>
                <p:cNvPr id="38" name="Ink 37">
                  <a:extLst>
                    <a:ext uri="{FF2B5EF4-FFF2-40B4-BE49-F238E27FC236}">
                      <a16:creationId xmlns:a16="http://schemas.microsoft.com/office/drawing/2014/main" id="{05984927-6A5E-806D-6088-8A65ADDB1429}"/>
                    </a:ext>
                  </a:extLst>
                </p:cNvPr>
                <p:cNvPicPr/>
                <p:nvPr/>
              </p:nvPicPr>
              <p:blipFill>
                <a:blip r:embed="rId33"/>
                <a:stretch>
                  <a:fillRect/>
                </a:stretch>
              </p:blipFill>
              <p:spPr>
                <a:xfrm>
                  <a:off x="10742400" y="769840"/>
                  <a:ext cx="141840" cy="224640"/>
                </a:xfrm>
                <a:prstGeom prst="rect">
                  <a:avLst/>
                </a:prstGeom>
              </p:spPr>
            </p:pic>
          </mc:Fallback>
        </mc:AlternateContent>
      </p:grpSp>
      <p:grpSp>
        <p:nvGrpSpPr>
          <p:cNvPr id="51" name="Group 50">
            <a:extLst>
              <a:ext uri="{FF2B5EF4-FFF2-40B4-BE49-F238E27FC236}">
                <a16:creationId xmlns:a16="http://schemas.microsoft.com/office/drawing/2014/main" id="{39B63992-3CE4-5881-6EF9-4BB476A27E0C}"/>
              </a:ext>
            </a:extLst>
          </p:cNvPr>
          <p:cNvGrpSpPr/>
          <p:nvPr/>
        </p:nvGrpSpPr>
        <p:grpSpPr>
          <a:xfrm>
            <a:off x="8093160" y="1159360"/>
            <a:ext cx="876600" cy="369720"/>
            <a:chOff x="8093160" y="1159360"/>
            <a:chExt cx="876600" cy="369720"/>
          </a:xfrm>
        </p:grpSpPr>
        <mc:AlternateContent xmlns:mc="http://schemas.openxmlformats.org/markup-compatibility/2006">
          <mc:Choice xmlns:p14="http://schemas.microsoft.com/office/powerpoint/2010/main" Requires="p14">
            <p:contentPart p14:bwMode="auto" r:id="rId34">
              <p14:nvContentPartPr>
                <p14:cNvPr id="39" name="Ink 38">
                  <a:extLst>
                    <a:ext uri="{FF2B5EF4-FFF2-40B4-BE49-F238E27FC236}">
                      <a16:creationId xmlns:a16="http://schemas.microsoft.com/office/drawing/2014/main" id="{57E2B7BD-8EBE-6D02-0151-EC015B4A0EAE}"/>
                    </a:ext>
                  </a:extLst>
                </p14:cNvPr>
                <p14:cNvContentPartPr/>
                <p14:nvPr/>
              </p14:nvContentPartPr>
              <p14:xfrm>
                <a:off x="8093160" y="1240720"/>
                <a:ext cx="177840" cy="173520"/>
              </p14:xfrm>
            </p:contentPart>
          </mc:Choice>
          <mc:Fallback>
            <p:pic>
              <p:nvPicPr>
                <p:cNvPr id="39" name="Ink 38">
                  <a:extLst>
                    <a:ext uri="{FF2B5EF4-FFF2-40B4-BE49-F238E27FC236}">
                      <a16:creationId xmlns:a16="http://schemas.microsoft.com/office/drawing/2014/main" id="{57E2B7BD-8EBE-6D02-0151-EC015B4A0EAE}"/>
                    </a:ext>
                  </a:extLst>
                </p:cNvPr>
                <p:cNvPicPr/>
                <p:nvPr/>
              </p:nvPicPr>
              <p:blipFill>
                <a:blip r:embed="rId35"/>
                <a:stretch>
                  <a:fillRect/>
                </a:stretch>
              </p:blipFill>
              <p:spPr>
                <a:xfrm>
                  <a:off x="8087040" y="1234600"/>
                  <a:ext cx="19008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40" name="Ink 39">
                  <a:extLst>
                    <a:ext uri="{FF2B5EF4-FFF2-40B4-BE49-F238E27FC236}">
                      <a16:creationId xmlns:a16="http://schemas.microsoft.com/office/drawing/2014/main" id="{2678D3D7-16C9-373F-56C6-55F61700DBAE}"/>
                    </a:ext>
                  </a:extLst>
                </p14:cNvPr>
                <p14:cNvContentPartPr/>
                <p14:nvPr/>
              </p14:nvContentPartPr>
              <p14:xfrm>
                <a:off x="8251920" y="1250800"/>
                <a:ext cx="91800" cy="168480"/>
              </p14:xfrm>
            </p:contentPart>
          </mc:Choice>
          <mc:Fallback>
            <p:pic>
              <p:nvPicPr>
                <p:cNvPr id="40" name="Ink 39">
                  <a:extLst>
                    <a:ext uri="{FF2B5EF4-FFF2-40B4-BE49-F238E27FC236}">
                      <a16:creationId xmlns:a16="http://schemas.microsoft.com/office/drawing/2014/main" id="{2678D3D7-16C9-373F-56C6-55F61700DBAE}"/>
                    </a:ext>
                  </a:extLst>
                </p:cNvPr>
                <p:cNvPicPr/>
                <p:nvPr/>
              </p:nvPicPr>
              <p:blipFill>
                <a:blip r:embed="rId37"/>
                <a:stretch>
                  <a:fillRect/>
                </a:stretch>
              </p:blipFill>
              <p:spPr>
                <a:xfrm>
                  <a:off x="8245800" y="1244680"/>
                  <a:ext cx="10404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1" name="Ink 40">
                  <a:extLst>
                    <a:ext uri="{FF2B5EF4-FFF2-40B4-BE49-F238E27FC236}">
                      <a16:creationId xmlns:a16="http://schemas.microsoft.com/office/drawing/2014/main" id="{8A0B04E6-67A0-EFA0-DCD5-E2C948169E5D}"/>
                    </a:ext>
                  </a:extLst>
                </p14:cNvPr>
                <p14:cNvContentPartPr/>
                <p14:nvPr/>
              </p14:nvContentPartPr>
              <p14:xfrm>
                <a:off x="8361360" y="1237840"/>
                <a:ext cx="106560" cy="191520"/>
              </p14:xfrm>
            </p:contentPart>
          </mc:Choice>
          <mc:Fallback>
            <p:pic>
              <p:nvPicPr>
                <p:cNvPr id="41" name="Ink 40">
                  <a:extLst>
                    <a:ext uri="{FF2B5EF4-FFF2-40B4-BE49-F238E27FC236}">
                      <a16:creationId xmlns:a16="http://schemas.microsoft.com/office/drawing/2014/main" id="{8A0B04E6-67A0-EFA0-DCD5-E2C948169E5D}"/>
                    </a:ext>
                  </a:extLst>
                </p:cNvPr>
                <p:cNvPicPr/>
                <p:nvPr/>
              </p:nvPicPr>
              <p:blipFill>
                <a:blip r:embed="rId39"/>
                <a:stretch>
                  <a:fillRect/>
                </a:stretch>
              </p:blipFill>
              <p:spPr>
                <a:xfrm>
                  <a:off x="8355240" y="1231720"/>
                  <a:ext cx="11880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2" name="Ink 41">
                  <a:extLst>
                    <a:ext uri="{FF2B5EF4-FFF2-40B4-BE49-F238E27FC236}">
                      <a16:creationId xmlns:a16="http://schemas.microsoft.com/office/drawing/2014/main" id="{C71A34FD-6FDB-013B-5306-777FD5739A9A}"/>
                    </a:ext>
                  </a:extLst>
                </p14:cNvPr>
                <p14:cNvContentPartPr/>
                <p14:nvPr/>
              </p14:nvContentPartPr>
              <p14:xfrm>
                <a:off x="8521200" y="1159360"/>
                <a:ext cx="349920" cy="312480"/>
              </p14:xfrm>
            </p:contentPart>
          </mc:Choice>
          <mc:Fallback>
            <p:pic>
              <p:nvPicPr>
                <p:cNvPr id="42" name="Ink 41">
                  <a:extLst>
                    <a:ext uri="{FF2B5EF4-FFF2-40B4-BE49-F238E27FC236}">
                      <a16:creationId xmlns:a16="http://schemas.microsoft.com/office/drawing/2014/main" id="{C71A34FD-6FDB-013B-5306-777FD5739A9A}"/>
                    </a:ext>
                  </a:extLst>
                </p:cNvPr>
                <p:cNvPicPr/>
                <p:nvPr/>
              </p:nvPicPr>
              <p:blipFill>
                <a:blip r:embed="rId41"/>
                <a:stretch>
                  <a:fillRect/>
                </a:stretch>
              </p:blipFill>
              <p:spPr>
                <a:xfrm>
                  <a:off x="8515080" y="1153240"/>
                  <a:ext cx="362160" cy="3247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3" name="Ink 42">
                  <a:extLst>
                    <a:ext uri="{FF2B5EF4-FFF2-40B4-BE49-F238E27FC236}">
                      <a16:creationId xmlns:a16="http://schemas.microsoft.com/office/drawing/2014/main" id="{E0FC8876-B575-AC9E-BCC5-7E3EBE5602E3}"/>
                    </a:ext>
                  </a:extLst>
                </p14:cNvPr>
                <p14:cNvContentPartPr/>
                <p14:nvPr/>
              </p14:nvContentPartPr>
              <p14:xfrm>
                <a:off x="8848080" y="1327840"/>
                <a:ext cx="121680" cy="201240"/>
              </p14:xfrm>
            </p:contentPart>
          </mc:Choice>
          <mc:Fallback>
            <p:pic>
              <p:nvPicPr>
                <p:cNvPr id="43" name="Ink 42">
                  <a:extLst>
                    <a:ext uri="{FF2B5EF4-FFF2-40B4-BE49-F238E27FC236}">
                      <a16:creationId xmlns:a16="http://schemas.microsoft.com/office/drawing/2014/main" id="{E0FC8876-B575-AC9E-BCC5-7E3EBE5602E3}"/>
                    </a:ext>
                  </a:extLst>
                </p:cNvPr>
                <p:cNvPicPr/>
                <p:nvPr/>
              </p:nvPicPr>
              <p:blipFill>
                <a:blip r:embed="rId43"/>
                <a:stretch>
                  <a:fillRect/>
                </a:stretch>
              </p:blipFill>
              <p:spPr>
                <a:xfrm>
                  <a:off x="8841960" y="1321720"/>
                  <a:ext cx="133920" cy="213480"/>
                </a:xfrm>
                <a:prstGeom prst="rect">
                  <a:avLst/>
                </a:prstGeom>
              </p:spPr>
            </p:pic>
          </mc:Fallback>
        </mc:AlternateContent>
      </p:grpSp>
      <p:grpSp>
        <p:nvGrpSpPr>
          <p:cNvPr id="50" name="Group 49">
            <a:extLst>
              <a:ext uri="{FF2B5EF4-FFF2-40B4-BE49-F238E27FC236}">
                <a16:creationId xmlns:a16="http://schemas.microsoft.com/office/drawing/2014/main" id="{8FF3F528-6D06-BAE8-E907-68061B503E45}"/>
              </a:ext>
            </a:extLst>
          </p:cNvPr>
          <p:cNvGrpSpPr/>
          <p:nvPr/>
        </p:nvGrpSpPr>
        <p:grpSpPr>
          <a:xfrm>
            <a:off x="9188640" y="1268080"/>
            <a:ext cx="716040" cy="372240"/>
            <a:chOff x="9188640" y="1268080"/>
            <a:chExt cx="716040" cy="372240"/>
          </a:xfrm>
        </p:grpSpPr>
        <mc:AlternateContent xmlns:mc="http://schemas.openxmlformats.org/markup-compatibility/2006">
          <mc:Choice xmlns:p14="http://schemas.microsoft.com/office/powerpoint/2010/main" Requires="p14">
            <p:contentPart p14:bwMode="auto" r:id="rId44">
              <p14:nvContentPartPr>
                <p14:cNvPr id="44" name="Ink 43">
                  <a:extLst>
                    <a:ext uri="{FF2B5EF4-FFF2-40B4-BE49-F238E27FC236}">
                      <a16:creationId xmlns:a16="http://schemas.microsoft.com/office/drawing/2014/main" id="{A02707F3-CE93-0191-E7EB-8D0C1BDFD73A}"/>
                    </a:ext>
                  </a:extLst>
                </p14:cNvPr>
                <p14:cNvContentPartPr/>
                <p14:nvPr/>
              </p14:nvContentPartPr>
              <p14:xfrm>
                <a:off x="9188640" y="1339720"/>
                <a:ext cx="191160" cy="214200"/>
              </p14:xfrm>
            </p:contentPart>
          </mc:Choice>
          <mc:Fallback>
            <p:pic>
              <p:nvPicPr>
                <p:cNvPr id="44" name="Ink 43">
                  <a:extLst>
                    <a:ext uri="{FF2B5EF4-FFF2-40B4-BE49-F238E27FC236}">
                      <a16:creationId xmlns:a16="http://schemas.microsoft.com/office/drawing/2014/main" id="{A02707F3-CE93-0191-E7EB-8D0C1BDFD73A}"/>
                    </a:ext>
                  </a:extLst>
                </p:cNvPr>
                <p:cNvPicPr/>
                <p:nvPr/>
              </p:nvPicPr>
              <p:blipFill>
                <a:blip r:embed="rId45"/>
                <a:stretch>
                  <a:fillRect/>
                </a:stretch>
              </p:blipFill>
              <p:spPr>
                <a:xfrm>
                  <a:off x="9182520" y="1333600"/>
                  <a:ext cx="20340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5" name="Ink 44">
                  <a:extLst>
                    <a:ext uri="{FF2B5EF4-FFF2-40B4-BE49-F238E27FC236}">
                      <a16:creationId xmlns:a16="http://schemas.microsoft.com/office/drawing/2014/main" id="{FCDC288B-BDCF-79C1-6B20-C4F5029E69BC}"/>
                    </a:ext>
                  </a:extLst>
                </p14:cNvPr>
                <p14:cNvContentPartPr/>
                <p14:nvPr/>
              </p14:nvContentPartPr>
              <p14:xfrm>
                <a:off x="9359280" y="1443400"/>
                <a:ext cx="163440" cy="111960"/>
              </p14:xfrm>
            </p:contentPart>
          </mc:Choice>
          <mc:Fallback>
            <p:pic>
              <p:nvPicPr>
                <p:cNvPr id="45" name="Ink 44">
                  <a:extLst>
                    <a:ext uri="{FF2B5EF4-FFF2-40B4-BE49-F238E27FC236}">
                      <a16:creationId xmlns:a16="http://schemas.microsoft.com/office/drawing/2014/main" id="{FCDC288B-BDCF-79C1-6B20-C4F5029E69BC}"/>
                    </a:ext>
                  </a:extLst>
                </p:cNvPr>
                <p:cNvPicPr/>
                <p:nvPr/>
              </p:nvPicPr>
              <p:blipFill>
                <a:blip r:embed="rId47"/>
                <a:stretch>
                  <a:fillRect/>
                </a:stretch>
              </p:blipFill>
              <p:spPr>
                <a:xfrm>
                  <a:off x="9353160" y="1437280"/>
                  <a:ext cx="175680" cy="1242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46" name="Ink 45">
                  <a:extLst>
                    <a:ext uri="{FF2B5EF4-FFF2-40B4-BE49-F238E27FC236}">
                      <a16:creationId xmlns:a16="http://schemas.microsoft.com/office/drawing/2014/main" id="{7E447B70-5683-8BC3-68D5-17CDE108A3D4}"/>
                    </a:ext>
                  </a:extLst>
                </p14:cNvPr>
                <p14:cNvContentPartPr/>
                <p14:nvPr/>
              </p14:nvContentPartPr>
              <p14:xfrm>
                <a:off x="9529200" y="1332160"/>
                <a:ext cx="16560" cy="236520"/>
              </p14:xfrm>
            </p:contentPart>
          </mc:Choice>
          <mc:Fallback>
            <p:pic>
              <p:nvPicPr>
                <p:cNvPr id="46" name="Ink 45">
                  <a:extLst>
                    <a:ext uri="{FF2B5EF4-FFF2-40B4-BE49-F238E27FC236}">
                      <a16:creationId xmlns:a16="http://schemas.microsoft.com/office/drawing/2014/main" id="{7E447B70-5683-8BC3-68D5-17CDE108A3D4}"/>
                    </a:ext>
                  </a:extLst>
                </p:cNvPr>
                <p:cNvPicPr/>
                <p:nvPr/>
              </p:nvPicPr>
              <p:blipFill>
                <a:blip r:embed="rId49"/>
                <a:stretch>
                  <a:fillRect/>
                </a:stretch>
              </p:blipFill>
              <p:spPr>
                <a:xfrm>
                  <a:off x="9523080" y="1326040"/>
                  <a:ext cx="2880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47" name="Ink 46">
                  <a:extLst>
                    <a:ext uri="{FF2B5EF4-FFF2-40B4-BE49-F238E27FC236}">
                      <a16:creationId xmlns:a16="http://schemas.microsoft.com/office/drawing/2014/main" id="{9271C72A-C0E2-CF02-A3D0-592E82BD44E4}"/>
                    </a:ext>
                  </a:extLst>
                </p14:cNvPr>
                <p14:cNvContentPartPr/>
                <p14:nvPr/>
              </p14:nvContentPartPr>
              <p14:xfrm>
                <a:off x="9610920" y="1322800"/>
                <a:ext cx="19800" cy="212760"/>
              </p14:xfrm>
            </p:contentPart>
          </mc:Choice>
          <mc:Fallback>
            <p:pic>
              <p:nvPicPr>
                <p:cNvPr id="47" name="Ink 46">
                  <a:extLst>
                    <a:ext uri="{FF2B5EF4-FFF2-40B4-BE49-F238E27FC236}">
                      <a16:creationId xmlns:a16="http://schemas.microsoft.com/office/drawing/2014/main" id="{9271C72A-C0E2-CF02-A3D0-592E82BD44E4}"/>
                    </a:ext>
                  </a:extLst>
                </p:cNvPr>
                <p:cNvPicPr/>
                <p:nvPr/>
              </p:nvPicPr>
              <p:blipFill>
                <a:blip r:embed="rId51"/>
                <a:stretch>
                  <a:fillRect/>
                </a:stretch>
              </p:blipFill>
              <p:spPr>
                <a:xfrm>
                  <a:off x="9604800" y="1316680"/>
                  <a:ext cx="3204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48" name="Ink 47">
                  <a:extLst>
                    <a:ext uri="{FF2B5EF4-FFF2-40B4-BE49-F238E27FC236}">
                      <a16:creationId xmlns:a16="http://schemas.microsoft.com/office/drawing/2014/main" id="{74F98367-724F-26FC-B6B9-1D79FCD81C48}"/>
                    </a:ext>
                  </a:extLst>
                </p14:cNvPr>
                <p14:cNvContentPartPr/>
                <p14:nvPr/>
              </p14:nvContentPartPr>
              <p14:xfrm>
                <a:off x="9704160" y="1337920"/>
                <a:ext cx="131400" cy="231480"/>
              </p14:xfrm>
            </p:contentPart>
          </mc:Choice>
          <mc:Fallback>
            <p:pic>
              <p:nvPicPr>
                <p:cNvPr id="48" name="Ink 47">
                  <a:extLst>
                    <a:ext uri="{FF2B5EF4-FFF2-40B4-BE49-F238E27FC236}">
                      <a16:creationId xmlns:a16="http://schemas.microsoft.com/office/drawing/2014/main" id="{74F98367-724F-26FC-B6B9-1D79FCD81C48}"/>
                    </a:ext>
                  </a:extLst>
                </p:cNvPr>
                <p:cNvPicPr/>
                <p:nvPr/>
              </p:nvPicPr>
              <p:blipFill>
                <a:blip r:embed="rId53"/>
                <a:stretch>
                  <a:fillRect/>
                </a:stretch>
              </p:blipFill>
              <p:spPr>
                <a:xfrm>
                  <a:off x="9698040" y="1331800"/>
                  <a:ext cx="143640" cy="2437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9" name="Ink 48">
                  <a:extLst>
                    <a:ext uri="{FF2B5EF4-FFF2-40B4-BE49-F238E27FC236}">
                      <a16:creationId xmlns:a16="http://schemas.microsoft.com/office/drawing/2014/main" id="{FB7BF539-22BC-216A-9304-C72AB99F09F6}"/>
                    </a:ext>
                  </a:extLst>
                </p14:cNvPr>
                <p14:cNvContentPartPr/>
                <p14:nvPr/>
              </p14:nvContentPartPr>
              <p14:xfrm>
                <a:off x="9810000" y="1268080"/>
                <a:ext cx="94680" cy="372240"/>
              </p14:xfrm>
            </p:contentPart>
          </mc:Choice>
          <mc:Fallback>
            <p:pic>
              <p:nvPicPr>
                <p:cNvPr id="49" name="Ink 48">
                  <a:extLst>
                    <a:ext uri="{FF2B5EF4-FFF2-40B4-BE49-F238E27FC236}">
                      <a16:creationId xmlns:a16="http://schemas.microsoft.com/office/drawing/2014/main" id="{FB7BF539-22BC-216A-9304-C72AB99F09F6}"/>
                    </a:ext>
                  </a:extLst>
                </p:cNvPr>
                <p:cNvPicPr/>
                <p:nvPr/>
              </p:nvPicPr>
              <p:blipFill>
                <a:blip r:embed="rId55"/>
                <a:stretch>
                  <a:fillRect/>
                </a:stretch>
              </p:blipFill>
              <p:spPr>
                <a:xfrm>
                  <a:off x="9803880" y="1261960"/>
                  <a:ext cx="106920" cy="384480"/>
                </a:xfrm>
                <a:prstGeom prst="rect">
                  <a:avLst/>
                </a:prstGeom>
              </p:spPr>
            </p:pic>
          </mc:Fallback>
        </mc:AlternateContent>
      </p:grpSp>
      <p:grpSp>
        <p:nvGrpSpPr>
          <p:cNvPr id="66" name="Group 65">
            <a:extLst>
              <a:ext uri="{FF2B5EF4-FFF2-40B4-BE49-F238E27FC236}">
                <a16:creationId xmlns:a16="http://schemas.microsoft.com/office/drawing/2014/main" id="{7D4E59AD-E66F-BBBD-3196-08B39E95D8B7}"/>
              </a:ext>
            </a:extLst>
          </p:cNvPr>
          <p:cNvGrpSpPr/>
          <p:nvPr/>
        </p:nvGrpSpPr>
        <p:grpSpPr>
          <a:xfrm>
            <a:off x="10390320" y="1236760"/>
            <a:ext cx="1253160" cy="619200"/>
            <a:chOff x="10390320" y="1236760"/>
            <a:chExt cx="1253160" cy="619200"/>
          </a:xfrm>
        </p:grpSpPr>
        <mc:AlternateContent xmlns:mc="http://schemas.openxmlformats.org/markup-compatibility/2006">
          <mc:Choice xmlns:p14="http://schemas.microsoft.com/office/powerpoint/2010/main" Requires="p14">
            <p:contentPart p14:bwMode="auto" r:id="rId56">
              <p14:nvContentPartPr>
                <p14:cNvPr id="53" name="Ink 52">
                  <a:extLst>
                    <a:ext uri="{FF2B5EF4-FFF2-40B4-BE49-F238E27FC236}">
                      <a16:creationId xmlns:a16="http://schemas.microsoft.com/office/drawing/2014/main" id="{8C792E19-24D2-7DD3-BA59-923A7DCE445C}"/>
                    </a:ext>
                  </a:extLst>
                </p14:cNvPr>
                <p14:cNvContentPartPr/>
                <p14:nvPr/>
              </p14:nvContentPartPr>
              <p14:xfrm>
                <a:off x="10390320" y="1237120"/>
                <a:ext cx="202680" cy="208080"/>
              </p14:xfrm>
            </p:contentPart>
          </mc:Choice>
          <mc:Fallback>
            <p:pic>
              <p:nvPicPr>
                <p:cNvPr id="53" name="Ink 52">
                  <a:extLst>
                    <a:ext uri="{FF2B5EF4-FFF2-40B4-BE49-F238E27FC236}">
                      <a16:creationId xmlns:a16="http://schemas.microsoft.com/office/drawing/2014/main" id="{8C792E19-24D2-7DD3-BA59-923A7DCE445C}"/>
                    </a:ext>
                  </a:extLst>
                </p:cNvPr>
                <p:cNvPicPr/>
                <p:nvPr/>
              </p:nvPicPr>
              <p:blipFill>
                <a:blip r:embed="rId57"/>
                <a:stretch>
                  <a:fillRect/>
                </a:stretch>
              </p:blipFill>
              <p:spPr>
                <a:xfrm>
                  <a:off x="10384200" y="1231000"/>
                  <a:ext cx="21492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54" name="Ink 53">
                  <a:extLst>
                    <a:ext uri="{FF2B5EF4-FFF2-40B4-BE49-F238E27FC236}">
                      <a16:creationId xmlns:a16="http://schemas.microsoft.com/office/drawing/2014/main" id="{F8D92A0E-FA0B-FE7C-4D66-CC88F1529500}"/>
                    </a:ext>
                  </a:extLst>
                </p14:cNvPr>
                <p14:cNvContentPartPr/>
                <p14:nvPr/>
              </p14:nvContentPartPr>
              <p14:xfrm>
                <a:off x="10573560" y="1236760"/>
                <a:ext cx="240120" cy="193680"/>
              </p14:xfrm>
            </p:contentPart>
          </mc:Choice>
          <mc:Fallback>
            <p:pic>
              <p:nvPicPr>
                <p:cNvPr id="54" name="Ink 53">
                  <a:extLst>
                    <a:ext uri="{FF2B5EF4-FFF2-40B4-BE49-F238E27FC236}">
                      <a16:creationId xmlns:a16="http://schemas.microsoft.com/office/drawing/2014/main" id="{F8D92A0E-FA0B-FE7C-4D66-CC88F1529500}"/>
                    </a:ext>
                  </a:extLst>
                </p:cNvPr>
                <p:cNvPicPr/>
                <p:nvPr/>
              </p:nvPicPr>
              <p:blipFill>
                <a:blip r:embed="rId59"/>
                <a:stretch>
                  <a:fillRect/>
                </a:stretch>
              </p:blipFill>
              <p:spPr>
                <a:xfrm>
                  <a:off x="10567440" y="1230640"/>
                  <a:ext cx="252360" cy="2059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55" name="Ink 54">
                  <a:extLst>
                    <a:ext uri="{FF2B5EF4-FFF2-40B4-BE49-F238E27FC236}">
                      <a16:creationId xmlns:a16="http://schemas.microsoft.com/office/drawing/2014/main" id="{7FA2036D-91A5-AD18-26F2-EADC9826FCEF}"/>
                    </a:ext>
                  </a:extLst>
                </p14:cNvPr>
                <p14:cNvContentPartPr/>
                <p14:nvPr/>
              </p14:nvContentPartPr>
              <p14:xfrm>
                <a:off x="10805040" y="1270600"/>
                <a:ext cx="533160" cy="231120"/>
              </p14:xfrm>
            </p:contentPart>
          </mc:Choice>
          <mc:Fallback>
            <p:pic>
              <p:nvPicPr>
                <p:cNvPr id="55" name="Ink 54">
                  <a:extLst>
                    <a:ext uri="{FF2B5EF4-FFF2-40B4-BE49-F238E27FC236}">
                      <a16:creationId xmlns:a16="http://schemas.microsoft.com/office/drawing/2014/main" id="{7FA2036D-91A5-AD18-26F2-EADC9826FCEF}"/>
                    </a:ext>
                  </a:extLst>
                </p:cNvPr>
                <p:cNvPicPr/>
                <p:nvPr/>
              </p:nvPicPr>
              <p:blipFill>
                <a:blip r:embed="rId61"/>
                <a:stretch>
                  <a:fillRect/>
                </a:stretch>
              </p:blipFill>
              <p:spPr>
                <a:xfrm>
                  <a:off x="10798920" y="1264480"/>
                  <a:ext cx="54540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56" name="Ink 55">
                  <a:extLst>
                    <a:ext uri="{FF2B5EF4-FFF2-40B4-BE49-F238E27FC236}">
                      <a16:creationId xmlns:a16="http://schemas.microsoft.com/office/drawing/2014/main" id="{C83243F5-68F4-90FF-DB57-56D5EDE4042D}"/>
                    </a:ext>
                  </a:extLst>
                </p14:cNvPr>
                <p14:cNvContentPartPr/>
                <p14:nvPr/>
              </p14:nvContentPartPr>
              <p14:xfrm>
                <a:off x="11286000" y="1375360"/>
                <a:ext cx="218880" cy="183240"/>
              </p14:xfrm>
            </p:contentPart>
          </mc:Choice>
          <mc:Fallback>
            <p:pic>
              <p:nvPicPr>
                <p:cNvPr id="56" name="Ink 55">
                  <a:extLst>
                    <a:ext uri="{FF2B5EF4-FFF2-40B4-BE49-F238E27FC236}">
                      <a16:creationId xmlns:a16="http://schemas.microsoft.com/office/drawing/2014/main" id="{C83243F5-68F4-90FF-DB57-56D5EDE4042D}"/>
                    </a:ext>
                  </a:extLst>
                </p:cNvPr>
                <p:cNvPicPr/>
                <p:nvPr/>
              </p:nvPicPr>
              <p:blipFill>
                <a:blip r:embed="rId63"/>
                <a:stretch>
                  <a:fillRect/>
                </a:stretch>
              </p:blipFill>
              <p:spPr>
                <a:xfrm>
                  <a:off x="11279880" y="1369240"/>
                  <a:ext cx="23112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57" name="Ink 56">
                  <a:extLst>
                    <a:ext uri="{FF2B5EF4-FFF2-40B4-BE49-F238E27FC236}">
                      <a16:creationId xmlns:a16="http://schemas.microsoft.com/office/drawing/2014/main" id="{4E4B4AB1-9964-109B-02FA-1F45C27A5E31}"/>
                    </a:ext>
                  </a:extLst>
                </p14:cNvPr>
                <p14:cNvContentPartPr/>
                <p14:nvPr/>
              </p14:nvContentPartPr>
              <p14:xfrm>
                <a:off x="11314800" y="1434400"/>
                <a:ext cx="51120" cy="52560"/>
              </p14:xfrm>
            </p:contentPart>
          </mc:Choice>
          <mc:Fallback>
            <p:pic>
              <p:nvPicPr>
                <p:cNvPr id="57" name="Ink 56">
                  <a:extLst>
                    <a:ext uri="{FF2B5EF4-FFF2-40B4-BE49-F238E27FC236}">
                      <a16:creationId xmlns:a16="http://schemas.microsoft.com/office/drawing/2014/main" id="{4E4B4AB1-9964-109B-02FA-1F45C27A5E31}"/>
                    </a:ext>
                  </a:extLst>
                </p:cNvPr>
                <p:cNvPicPr/>
                <p:nvPr/>
              </p:nvPicPr>
              <p:blipFill>
                <a:blip r:embed="rId65"/>
                <a:stretch>
                  <a:fillRect/>
                </a:stretch>
              </p:blipFill>
              <p:spPr>
                <a:xfrm>
                  <a:off x="11308680" y="1428280"/>
                  <a:ext cx="6336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59" name="Ink 58">
                  <a:extLst>
                    <a:ext uri="{FF2B5EF4-FFF2-40B4-BE49-F238E27FC236}">
                      <a16:creationId xmlns:a16="http://schemas.microsoft.com/office/drawing/2014/main" id="{751AA662-4CF8-1848-F82C-029150D457EA}"/>
                    </a:ext>
                  </a:extLst>
                </p14:cNvPr>
                <p14:cNvContentPartPr/>
                <p14:nvPr/>
              </p14:nvContentPartPr>
              <p14:xfrm>
                <a:off x="10602720" y="1594960"/>
                <a:ext cx="109800" cy="129600"/>
              </p14:xfrm>
            </p:contentPart>
          </mc:Choice>
          <mc:Fallback>
            <p:pic>
              <p:nvPicPr>
                <p:cNvPr id="59" name="Ink 58">
                  <a:extLst>
                    <a:ext uri="{FF2B5EF4-FFF2-40B4-BE49-F238E27FC236}">
                      <a16:creationId xmlns:a16="http://schemas.microsoft.com/office/drawing/2014/main" id="{751AA662-4CF8-1848-F82C-029150D457EA}"/>
                    </a:ext>
                  </a:extLst>
                </p:cNvPr>
                <p:cNvPicPr/>
                <p:nvPr/>
              </p:nvPicPr>
              <p:blipFill>
                <a:blip r:embed="rId67"/>
                <a:stretch>
                  <a:fillRect/>
                </a:stretch>
              </p:blipFill>
              <p:spPr>
                <a:xfrm>
                  <a:off x="10596600" y="1588840"/>
                  <a:ext cx="12204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60" name="Ink 59">
                  <a:extLst>
                    <a:ext uri="{FF2B5EF4-FFF2-40B4-BE49-F238E27FC236}">
                      <a16:creationId xmlns:a16="http://schemas.microsoft.com/office/drawing/2014/main" id="{C7F7E497-67CA-D267-C479-0492CD234ECD}"/>
                    </a:ext>
                  </a:extLst>
                </p14:cNvPr>
                <p14:cNvContentPartPr/>
                <p14:nvPr/>
              </p14:nvContentPartPr>
              <p14:xfrm>
                <a:off x="10729440" y="1583800"/>
                <a:ext cx="199800" cy="128880"/>
              </p14:xfrm>
            </p:contentPart>
          </mc:Choice>
          <mc:Fallback>
            <p:pic>
              <p:nvPicPr>
                <p:cNvPr id="60" name="Ink 59">
                  <a:extLst>
                    <a:ext uri="{FF2B5EF4-FFF2-40B4-BE49-F238E27FC236}">
                      <a16:creationId xmlns:a16="http://schemas.microsoft.com/office/drawing/2014/main" id="{C7F7E497-67CA-D267-C479-0492CD234ECD}"/>
                    </a:ext>
                  </a:extLst>
                </p:cNvPr>
                <p:cNvPicPr/>
                <p:nvPr/>
              </p:nvPicPr>
              <p:blipFill>
                <a:blip r:embed="rId69"/>
                <a:stretch>
                  <a:fillRect/>
                </a:stretch>
              </p:blipFill>
              <p:spPr>
                <a:xfrm>
                  <a:off x="10723320" y="1577680"/>
                  <a:ext cx="21204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61" name="Ink 60">
                  <a:extLst>
                    <a:ext uri="{FF2B5EF4-FFF2-40B4-BE49-F238E27FC236}">
                      <a16:creationId xmlns:a16="http://schemas.microsoft.com/office/drawing/2014/main" id="{FBBE7FC1-4B91-A8FE-3595-0A1D22E773A9}"/>
                    </a:ext>
                  </a:extLst>
                </p14:cNvPr>
                <p14:cNvContentPartPr/>
                <p14:nvPr/>
              </p14:nvContentPartPr>
              <p14:xfrm>
                <a:off x="10916280" y="1602160"/>
                <a:ext cx="130320" cy="146160"/>
              </p14:xfrm>
            </p:contentPart>
          </mc:Choice>
          <mc:Fallback>
            <p:pic>
              <p:nvPicPr>
                <p:cNvPr id="61" name="Ink 60">
                  <a:extLst>
                    <a:ext uri="{FF2B5EF4-FFF2-40B4-BE49-F238E27FC236}">
                      <a16:creationId xmlns:a16="http://schemas.microsoft.com/office/drawing/2014/main" id="{FBBE7FC1-4B91-A8FE-3595-0A1D22E773A9}"/>
                    </a:ext>
                  </a:extLst>
                </p:cNvPr>
                <p:cNvPicPr/>
                <p:nvPr/>
              </p:nvPicPr>
              <p:blipFill>
                <a:blip r:embed="rId71"/>
                <a:stretch>
                  <a:fillRect/>
                </a:stretch>
              </p:blipFill>
              <p:spPr>
                <a:xfrm>
                  <a:off x="10910160" y="1596040"/>
                  <a:ext cx="14256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2" name="Ink 61">
                  <a:extLst>
                    <a:ext uri="{FF2B5EF4-FFF2-40B4-BE49-F238E27FC236}">
                      <a16:creationId xmlns:a16="http://schemas.microsoft.com/office/drawing/2014/main" id="{A0A76BBE-2E86-19F5-0CD8-DE58EDF363CF}"/>
                    </a:ext>
                  </a:extLst>
                </p14:cNvPr>
                <p14:cNvContentPartPr/>
                <p14:nvPr/>
              </p14:nvContentPartPr>
              <p14:xfrm>
                <a:off x="11110320" y="1613320"/>
                <a:ext cx="129240" cy="106200"/>
              </p14:xfrm>
            </p:contentPart>
          </mc:Choice>
          <mc:Fallback>
            <p:pic>
              <p:nvPicPr>
                <p:cNvPr id="62" name="Ink 61">
                  <a:extLst>
                    <a:ext uri="{FF2B5EF4-FFF2-40B4-BE49-F238E27FC236}">
                      <a16:creationId xmlns:a16="http://schemas.microsoft.com/office/drawing/2014/main" id="{A0A76BBE-2E86-19F5-0CD8-DE58EDF363CF}"/>
                    </a:ext>
                  </a:extLst>
                </p:cNvPr>
                <p:cNvPicPr/>
                <p:nvPr/>
              </p:nvPicPr>
              <p:blipFill>
                <a:blip r:embed="rId73"/>
                <a:stretch>
                  <a:fillRect/>
                </a:stretch>
              </p:blipFill>
              <p:spPr>
                <a:xfrm>
                  <a:off x="11104200" y="1607200"/>
                  <a:ext cx="14148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63" name="Ink 62">
                  <a:extLst>
                    <a:ext uri="{FF2B5EF4-FFF2-40B4-BE49-F238E27FC236}">
                      <a16:creationId xmlns:a16="http://schemas.microsoft.com/office/drawing/2014/main" id="{FD9B503C-7285-1953-E645-607B76CD29DB}"/>
                    </a:ext>
                  </a:extLst>
                </p14:cNvPr>
                <p14:cNvContentPartPr/>
                <p14:nvPr/>
              </p14:nvContentPartPr>
              <p14:xfrm>
                <a:off x="11269800" y="1620880"/>
                <a:ext cx="27000" cy="122760"/>
              </p14:xfrm>
            </p:contentPart>
          </mc:Choice>
          <mc:Fallback>
            <p:pic>
              <p:nvPicPr>
                <p:cNvPr id="63" name="Ink 62">
                  <a:extLst>
                    <a:ext uri="{FF2B5EF4-FFF2-40B4-BE49-F238E27FC236}">
                      <a16:creationId xmlns:a16="http://schemas.microsoft.com/office/drawing/2014/main" id="{FD9B503C-7285-1953-E645-607B76CD29DB}"/>
                    </a:ext>
                  </a:extLst>
                </p:cNvPr>
                <p:cNvPicPr/>
                <p:nvPr/>
              </p:nvPicPr>
              <p:blipFill>
                <a:blip r:embed="rId75"/>
                <a:stretch>
                  <a:fillRect/>
                </a:stretch>
              </p:blipFill>
              <p:spPr>
                <a:xfrm>
                  <a:off x="11263680" y="1614760"/>
                  <a:ext cx="3924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64" name="Ink 63">
                  <a:extLst>
                    <a:ext uri="{FF2B5EF4-FFF2-40B4-BE49-F238E27FC236}">
                      <a16:creationId xmlns:a16="http://schemas.microsoft.com/office/drawing/2014/main" id="{A3870AB7-3170-0B74-A9A9-F13905A03891}"/>
                    </a:ext>
                  </a:extLst>
                </p14:cNvPr>
                <p14:cNvContentPartPr/>
                <p14:nvPr/>
              </p14:nvContentPartPr>
              <p14:xfrm>
                <a:off x="11331360" y="1647520"/>
                <a:ext cx="114840" cy="92160"/>
              </p14:xfrm>
            </p:contentPart>
          </mc:Choice>
          <mc:Fallback>
            <p:pic>
              <p:nvPicPr>
                <p:cNvPr id="64" name="Ink 63">
                  <a:extLst>
                    <a:ext uri="{FF2B5EF4-FFF2-40B4-BE49-F238E27FC236}">
                      <a16:creationId xmlns:a16="http://schemas.microsoft.com/office/drawing/2014/main" id="{A3870AB7-3170-0B74-A9A9-F13905A03891}"/>
                    </a:ext>
                  </a:extLst>
                </p:cNvPr>
                <p:cNvPicPr/>
                <p:nvPr/>
              </p:nvPicPr>
              <p:blipFill>
                <a:blip r:embed="rId77"/>
                <a:stretch>
                  <a:fillRect/>
                </a:stretch>
              </p:blipFill>
              <p:spPr>
                <a:xfrm>
                  <a:off x="11325240" y="1641400"/>
                  <a:ext cx="12708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65" name="Ink 64">
                  <a:extLst>
                    <a:ext uri="{FF2B5EF4-FFF2-40B4-BE49-F238E27FC236}">
                      <a16:creationId xmlns:a16="http://schemas.microsoft.com/office/drawing/2014/main" id="{F1B02BFF-160E-271D-D99A-2AF753542183}"/>
                    </a:ext>
                  </a:extLst>
                </p14:cNvPr>
                <p14:cNvContentPartPr/>
                <p14:nvPr/>
              </p14:nvContentPartPr>
              <p14:xfrm>
                <a:off x="11435760" y="1618000"/>
                <a:ext cx="207720" cy="237960"/>
              </p14:xfrm>
            </p:contentPart>
          </mc:Choice>
          <mc:Fallback>
            <p:pic>
              <p:nvPicPr>
                <p:cNvPr id="65" name="Ink 64">
                  <a:extLst>
                    <a:ext uri="{FF2B5EF4-FFF2-40B4-BE49-F238E27FC236}">
                      <a16:creationId xmlns:a16="http://schemas.microsoft.com/office/drawing/2014/main" id="{F1B02BFF-160E-271D-D99A-2AF753542183}"/>
                    </a:ext>
                  </a:extLst>
                </p:cNvPr>
                <p:cNvPicPr/>
                <p:nvPr/>
              </p:nvPicPr>
              <p:blipFill>
                <a:blip r:embed="rId79"/>
                <a:stretch>
                  <a:fillRect/>
                </a:stretch>
              </p:blipFill>
              <p:spPr>
                <a:xfrm>
                  <a:off x="11429640" y="1611880"/>
                  <a:ext cx="219960" cy="250200"/>
                </a:xfrm>
                <a:prstGeom prst="rect">
                  <a:avLst/>
                </a:prstGeom>
              </p:spPr>
            </p:pic>
          </mc:Fallback>
        </mc:AlternateContent>
      </p:grpSp>
      <p:grpSp>
        <p:nvGrpSpPr>
          <p:cNvPr id="76" name="Group 75">
            <a:extLst>
              <a:ext uri="{FF2B5EF4-FFF2-40B4-BE49-F238E27FC236}">
                <a16:creationId xmlns:a16="http://schemas.microsoft.com/office/drawing/2014/main" id="{55413A27-986A-4957-7556-9F7BBB286381}"/>
              </a:ext>
            </a:extLst>
          </p:cNvPr>
          <p:cNvGrpSpPr/>
          <p:nvPr/>
        </p:nvGrpSpPr>
        <p:grpSpPr>
          <a:xfrm>
            <a:off x="3128400" y="5217280"/>
            <a:ext cx="1231920" cy="383400"/>
            <a:chOff x="3128400" y="5217280"/>
            <a:chExt cx="1231920" cy="383400"/>
          </a:xfrm>
        </p:grpSpPr>
        <mc:AlternateContent xmlns:mc="http://schemas.openxmlformats.org/markup-compatibility/2006">
          <mc:Choice xmlns:p14="http://schemas.microsoft.com/office/powerpoint/2010/main" Requires="p14">
            <p:contentPart p14:bwMode="auto" r:id="rId80">
              <p14:nvContentPartPr>
                <p14:cNvPr id="67" name="Ink 66">
                  <a:extLst>
                    <a:ext uri="{FF2B5EF4-FFF2-40B4-BE49-F238E27FC236}">
                      <a16:creationId xmlns:a16="http://schemas.microsoft.com/office/drawing/2014/main" id="{D8414366-4517-EE32-3A75-F1A69D1A31D3}"/>
                    </a:ext>
                  </a:extLst>
                </p14:cNvPr>
                <p14:cNvContentPartPr/>
                <p14:nvPr/>
              </p14:nvContentPartPr>
              <p14:xfrm>
                <a:off x="3128400" y="5217280"/>
                <a:ext cx="171000" cy="242640"/>
              </p14:xfrm>
            </p:contentPart>
          </mc:Choice>
          <mc:Fallback>
            <p:pic>
              <p:nvPicPr>
                <p:cNvPr id="67" name="Ink 66">
                  <a:extLst>
                    <a:ext uri="{FF2B5EF4-FFF2-40B4-BE49-F238E27FC236}">
                      <a16:creationId xmlns:a16="http://schemas.microsoft.com/office/drawing/2014/main" id="{D8414366-4517-EE32-3A75-F1A69D1A31D3}"/>
                    </a:ext>
                  </a:extLst>
                </p:cNvPr>
                <p:cNvPicPr/>
                <p:nvPr/>
              </p:nvPicPr>
              <p:blipFill>
                <a:blip r:embed="rId81"/>
                <a:stretch>
                  <a:fillRect/>
                </a:stretch>
              </p:blipFill>
              <p:spPr>
                <a:xfrm>
                  <a:off x="3122280" y="5211160"/>
                  <a:ext cx="18324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68" name="Ink 67">
                  <a:extLst>
                    <a:ext uri="{FF2B5EF4-FFF2-40B4-BE49-F238E27FC236}">
                      <a16:creationId xmlns:a16="http://schemas.microsoft.com/office/drawing/2014/main" id="{2760BCB3-9A48-4C72-B7EE-560A777A00B5}"/>
                    </a:ext>
                  </a:extLst>
                </p14:cNvPr>
                <p14:cNvContentPartPr/>
                <p14:nvPr/>
              </p14:nvContentPartPr>
              <p14:xfrm>
                <a:off x="3281760" y="5289640"/>
                <a:ext cx="154080" cy="158400"/>
              </p14:xfrm>
            </p:contentPart>
          </mc:Choice>
          <mc:Fallback>
            <p:pic>
              <p:nvPicPr>
                <p:cNvPr id="68" name="Ink 67">
                  <a:extLst>
                    <a:ext uri="{FF2B5EF4-FFF2-40B4-BE49-F238E27FC236}">
                      <a16:creationId xmlns:a16="http://schemas.microsoft.com/office/drawing/2014/main" id="{2760BCB3-9A48-4C72-B7EE-560A777A00B5}"/>
                    </a:ext>
                  </a:extLst>
                </p:cNvPr>
                <p:cNvPicPr/>
                <p:nvPr/>
              </p:nvPicPr>
              <p:blipFill>
                <a:blip r:embed="rId83"/>
                <a:stretch>
                  <a:fillRect/>
                </a:stretch>
              </p:blipFill>
              <p:spPr>
                <a:xfrm>
                  <a:off x="3275640" y="5283520"/>
                  <a:ext cx="16632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69" name="Ink 68">
                  <a:extLst>
                    <a:ext uri="{FF2B5EF4-FFF2-40B4-BE49-F238E27FC236}">
                      <a16:creationId xmlns:a16="http://schemas.microsoft.com/office/drawing/2014/main" id="{F039D2E8-5B00-4FBB-7DA6-A498EE27DB1E}"/>
                    </a:ext>
                  </a:extLst>
                </p14:cNvPr>
                <p14:cNvContentPartPr/>
                <p14:nvPr/>
              </p14:nvContentPartPr>
              <p14:xfrm>
                <a:off x="3431160" y="5319520"/>
                <a:ext cx="96120" cy="154080"/>
              </p14:xfrm>
            </p:contentPart>
          </mc:Choice>
          <mc:Fallback>
            <p:pic>
              <p:nvPicPr>
                <p:cNvPr id="69" name="Ink 68">
                  <a:extLst>
                    <a:ext uri="{FF2B5EF4-FFF2-40B4-BE49-F238E27FC236}">
                      <a16:creationId xmlns:a16="http://schemas.microsoft.com/office/drawing/2014/main" id="{F039D2E8-5B00-4FBB-7DA6-A498EE27DB1E}"/>
                    </a:ext>
                  </a:extLst>
                </p:cNvPr>
                <p:cNvPicPr/>
                <p:nvPr/>
              </p:nvPicPr>
              <p:blipFill>
                <a:blip r:embed="rId85"/>
                <a:stretch>
                  <a:fillRect/>
                </a:stretch>
              </p:blipFill>
              <p:spPr>
                <a:xfrm>
                  <a:off x="3425040" y="5313400"/>
                  <a:ext cx="10836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70" name="Ink 69">
                  <a:extLst>
                    <a:ext uri="{FF2B5EF4-FFF2-40B4-BE49-F238E27FC236}">
                      <a16:creationId xmlns:a16="http://schemas.microsoft.com/office/drawing/2014/main" id="{59BFA753-F1AB-B951-9B13-8F2BF42DE998}"/>
                    </a:ext>
                  </a:extLst>
                </p14:cNvPr>
                <p14:cNvContentPartPr/>
                <p14:nvPr/>
              </p14:nvContentPartPr>
              <p14:xfrm>
                <a:off x="3569040" y="5321680"/>
                <a:ext cx="83880" cy="141120"/>
              </p14:xfrm>
            </p:contentPart>
          </mc:Choice>
          <mc:Fallback>
            <p:pic>
              <p:nvPicPr>
                <p:cNvPr id="70" name="Ink 69">
                  <a:extLst>
                    <a:ext uri="{FF2B5EF4-FFF2-40B4-BE49-F238E27FC236}">
                      <a16:creationId xmlns:a16="http://schemas.microsoft.com/office/drawing/2014/main" id="{59BFA753-F1AB-B951-9B13-8F2BF42DE998}"/>
                    </a:ext>
                  </a:extLst>
                </p:cNvPr>
                <p:cNvPicPr/>
                <p:nvPr/>
              </p:nvPicPr>
              <p:blipFill>
                <a:blip r:embed="rId87"/>
                <a:stretch>
                  <a:fillRect/>
                </a:stretch>
              </p:blipFill>
              <p:spPr>
                <a:xfrm>
                  <a:off x="3562920" y="5315560"/>
                  <a:ext cx="9612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71" name="Ink 70">
                  <a:extLst>
                    <a:ext uri="{FF2B5EF4-FFF2-40B4-BE49-F238E27FC236}">
                      <a16:creationId xmlns:a16="http://schemas.microsoft.com/office/drawing/2014/main" id="{3776AD30-AC6A-2032-075A-9E9443F1E74E}"/>
                    </a:ext>
                  </a:extLst>
                </p14:cNvPr>
                <p14:cNvContentPartPr/>
                <p14:nvPr/>
              </p14:nvContentPartPr>
              <p14:xfrm>
                <a:off x="3705120" y="5368840"/>
                <a:ext cx="111600" cy="101880"/>
              </p14:xfrm>
            </p:contentPart>
          </mc:Choice>
          <mc:Fallback>
            <p:pic>
              <p:nvPicPr>
                <p:cNvPr id="71" name="Ink 70">
                  <a:extLst>
                    <a:ext uri="{FF2B5EF4-FFF2-40B4-BE49-F238E27FC236}">
                      <a16:creationId xmlns:a16="http://schemas.microsoft.com/office/drawing/2014/main" id="{3776AD30-AC6A-2032-075A-9E9443F1E74E}"/>
                    </a:ext>
                  </a:extLst>
                </p:cNvPr>
                <p:cNvPicPr/>
                <p:nvPr/>
              </p:nvPicPr>
              <p:blipFill>
                <a:blip r:embed="rId89"/>
                <a:stretch>
                  <a:fillRect/>
                </a:stretch>
              </p:blipFill>
              <p:spPr>
                <a:xfrm>
                  <a:off x="3699000" y="5362720"/>
                  <a:ext cx="12384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72" name="Ink 71">
                  <a:extLst>
                    <a:ext uri="{FF2B5EF4-FFF2-40B4-BE49-F238E27FC236}">
                      <a16:creationId xmlns:a16="http://schemas.microsoft.com/office/drawing/2014/main" id="{73A66E33-F56D-1BE6-EB54-7590E4539AD2}"/>
                    </a:ext>
                  </a:extLst>
                </p14:cNvPr>
                <p14:cNvContentPartPr/>
                <p14:nvPr/>
              </p14:nvContentPartPr>
              <p14:xfrm>
                <a:off x="3834720" y="5234920"/>
                <a:ext cx="59040" cy="231840"/>
              </p14:xfrm>
            </p:contentPart>
          </mc:Choice>
          <mc:Fallback>
            <p:pic>
              <p:nvPicPr>
                <p:cNvPr id="72" name="Ink 71">
                  <a:extLst>
                    <a:ext uri="{FF2B5EF4-FFF2-40B4-BE49-F238E27FC236}">
                      <a16:creationId xmlns:a16="http://schemas.microsoft.com/office/drawing/2014/main" id="{73A66E33-F56D-1BE6-EB54-7590E4539AD2}"/>
                    </a:ext>
                  </a:extLst>
                </p:cNvPr>
                <p:cNvPicPr/>
                <p:nvPr/>
              </p:nvPicPr>
              <p:blipFill>
                <a:blip r:embed="rId91"/>
                <a:stretch>
                  <a:fillRect/>
                </a:stretch>
              </p:blipFill>
              <p:spPr>
                <a:xfrm>
                  <a:off x="3828600" y="5228800"/>
                  <a:ext cx="7128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73" name="Ink 72">
                  <a:extLst>
                    <a:ext uri="{FF2B5EF4-FFF2-40B4-BE49-F238E27FC236}">
                      <a16:creationId xmlns:a16="http://schemas.microsoft.com/office/drawing/2014/main" id="{A923770B-20A4-251C-02A9-A86BD64236F9}"/>
                    </a:ext>
                  </a:extLst>
                </p14:cNvPr>
                <p14:cNvContentPartPr/>
                <p14:nvPr/>
              </p14:nvContentPartPr>
              <p14:xfrm>
                <a:off x="3919320" y="5335360"/>
                <a:ext cx="251640" cy="145440"/>
              </p14:xfrm>
            </p:contentPart>
          </mc:Choice>
          <mc:Fallback>
            <p:pic>
              <p:nvPicPr>
                <p:cNvPr id="73" name="Ink 72">
                  <a:extLst>
                    <a:ext uri="{FF2B5EF4-FFF2-40B4-BE49-F238E27FC236}">
                      <a16:creationId xmlns:a16="http://schemas.microsoft.com/office/drawing/2014/main" id="{A923770B-20A4-251C-02A9-A86BD64236F9}"/>
                    </a:ext>
                  </a:extLst>
                </p:cNvPr>
                <p:cNvPicPr/>
                <p:nvPr/>
              </p:nvPicPr>
              <p:blipFill>
                <a:blip r:embed="rId93"/>
                <a:stretch>
                  <a:fillRect/>
                </a:stretch>
              </p:blipFill>
              <p:spPr>
                <a:xfrm>
                  <a:off x="3913200" y="5329240"/>
                  <a:ext cx="26388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74" name="Ink 73">
                  <a:extLst>
                    <a:ext uri="{FF2B5EF4-FFF2-40B4-BE49-F238E27FC236}">
                      <a16:creationId xmlns:a16="http://schemas.microsoft.com/office/drawing/2014/main" id="{DA4677E1-E42E-BFE3-9108-B4169EAFFF4F}"/>
                    </a:ext>
                  </a:extLst>
                </p14:cNvPr>
                <p14:cNvContentPartPr/>
                <p14:nvPr/>
              </p14:nvContentPartPr>
              <p14:xfrm>
                <a:off x="4131360" y="5356600"/>
                <a:ext cx="228960" cy="244080"/>
              </p14:xfrm>
            </p:contentPart>
          </mc:Choice>
          <mc:Fallback>
            <p:pic>
              <p:nvPicPr>
                <p:cNvPr id="74" name="Ink 73">
                  <a:extLst>
                    <a:ext uri="{FF2B5EF4-FFF2-40B4-BE49-F238E27FC236}">
                      <a16:creationId xmlns:a16="http://schemas.microsoft.com/office/drawing/2014/main" id="{DA4677E1-E42E-BFE3-9108-B4169EAFFF4F}"/>
                    </a:ext>
                  </a:extLst>
                </p:cNvPr>
                <p:cNvPicPr/>
                <p:nvPr/>
              </p:nvPicPr>
              <p:blipFill>
                <a:blip r:embed="rId95"/>
                <a:stretch>
                  <a:fillRect/>
                </a:stretch>
              </p:blipFill>
              <p:spPr>
                <a:xfrm>
                  <a:off x="4125240" y="5350480"/>
                  <a:ext cx="241200" cy="2563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75" name="Ink 74">
                  <a:extLst>
                    <a:ext uri="{FF2B5EF4-FFF2-40B4-BE49-F238E27FC236}">
                      <a16:creationId xmlns:a16="http://schemas.microsoft.com/office/drawing/2014/main" id="{9552731F-F965-7A27-35A5-054393AF599D}"/>
                    </a:ext>
                  </a:extLst>
                </p14:cNvPr>
                <p14:cNvContentPartPr/>
                <p14:nvPr/>
              </p14:nvContentPartPr>
              <p14:xfrm>
                <a:off x="4222440" y="5336080"/>
                <a:ext cx="51120" cy="84600"/>
              </p14:xfrm>
            </p:contentPart>
          </mc:Choice>
          <mc:Fallback>
            <p:pic>
              <p:nvPicPr>
                <p:cNvPr id="75" name="Ink 74">
                  <a:extLst>
                    <a:ext uri="{FF2B5EF4-FFF2-40B4-BE49-F238E27FC236}">
                      <a16:creationId xmlns:a16="http://schemas.microsoft.com/office/drawing/2014/main" id="{9552731F-F965-7A27-35A5-054393AF599D}"/>
                    </a:ext>
                  </a:extLst>
                </p:cNvPr>
                <p:cNvPicPr/>
                <p:nvPr/>
              </p:nvPicPr>
              <p:blipFill>
                <a:blip r:embed="rId97"/>
                <a:stretch>
                  <a:fillRect/>
                </a:stretch>
              </p:blipFill>
              <p:spPr>
                <a:xfrm>
                  <a:off x="4216320" y="5329960"/>
                  <a:ext cx="63360" cy="96840"/>
                </a:xfrm>
                <a:prstGeom prst="rect">
                  <a:avLst/>
                </a:prstGeom>
              </p:spPr>
            </p:pic>
          </mc:Fallback>
        </mc:AlternateContent>
      </p:grpSp>
      <p:grpSp>
        <p:nvGrpSpPr>
          <p:cNvPr id="92" name="Group 91">
            <a:extLst>
              <a:ext uri="{FF2B5EF4-FFF2-40B4-BE49-F238E27FC236}">
                <a16:creationId xmlns:a16="http://schemas.microsoft.com/office/drawing/2014/main" id="{957DF909-1B9A-E02C-91EB-D5AD78C3900B}"/>
              </a:ext>
            </a:extLst>
          </p:cNvPr>
          <p:cNvGrpSpPr/>
          <p:nvPr/>
        </p:nvGrpSpPr>
        <p:grpSpPr>
          <a:xfrm>
            <a:off x="7166880" y="6092080"/>
            <a:ext cx="766440" cy="491760"/>
            <a:chOff x="7166880" y="6092080"/>
            <a:chExt cx="766440" cy="491760"/>
          </a:xfrm>
        </p:grpSpPr>
        <mc:AlternateContent xmlns:mc="http://schemas.openxmlformats.org/markup-compatibility/2006">
          <mc:Choice xmlns:p14="http://schemas.microsoft.com/office/powerpoint/2010/main" Requires="p14">
            <p:contentPart p14:bwMode="auto" r:id="rId98">
              <p14:nvContentPartPr>
                <p14:cNvPr id="77" name="Ink 76">
                  <a:extLst>
                    <a:ext uri="{FF2B5EF4-FFF2-40B4-BE49-F238E27FC236}">
                      <a16:creationId xmlns:a16="http://schemas.microsoft.com/office/drawing/2014/main" id="{DC3D58F9-F010-BD66-379E-7CDE025ED70E}"/>
                    </a:ext>
                  </a:extLst>
                </p14:cNvPr>
                <p14:cNvContentPartPr/>
                <p14:nvPr/>
              </p14:nvContentPartPr>
              <p14:xfrm>
                <a:off x="7166880" y="6092080"/>
                <a:ext cx="38520" cy="361800"/>
              </p14:xfrm>
            </p:contentPart>
          </mc:Choice>
          <mc:Fallback>
            <p:pic>
              <p:nvPicPr>
                <p:cNvPr id="77" name="Ink 76">
                  <a:extLst>
                    <a:ext uri="{FF2B5EF4-FFF2-40B4-BE49-F238E27FC236}">
                      <a16:creationId xmlns:a16="http://schemas.microsoft.com/office/drawing/2014/main" id="{DC3D58F9-F010-BD66-379E-7CDE025ED70E}"/>
                    </a:ext>
                  </a:extLst>
                </p:cNvPr>
                <p:cNvPicPr/>
                <p:nvPr/>
              </p:nvPicPr>
              <p:blipFill>
                <a:blip r:embed="rId99"/>
                <a:stretch>
                  <a:fillRect/>
                </a:stretch>
              </p:blipFill>
              <p:spPr>
                <a:xfrm>
                  <a:off x="7160760" y="6085960"/>
                  <a:ext cx="50760" cy="3740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78" name="Ink 77">
                  <a:extLst>
                    <a:ext uri="{FF2B5EF4-FFF2-40B4-BE49-F238E27FC236}">
                      <a16:creationId xmlns:a16="http://schemas.microsoft.com/office/drawing/2014/main" id="{ADF76B25-B00C-06E1-4517-A8A409CFB966}"/>
                    </a:ext>
                  </a:extLst>
                </p14:cNvPr>
                <p14:cNvContentPartPr/>
                <p14:nvPr/>
              </p14:nvContentPartPr>
              <p14:xfrm>
                <a:off x="7233120" y="6388720"/>
                <a:ext cx="11880" cy="58320"/>
              </p14:xfrm>
            </p:contentPart>
          </mc:Choice>
          <mc:Fallback>
            <p:pic>
              <p:nvPicPr>
                <p:cNvPr id="78" name="Ink 77">
                  <a:extLst>
                    <a:ext uri="{FF2B5EF4-FFF2-40B4-BE49-F238E27FC236}">
                      <a16:creationId xmlns:a16="http://schemas.microsoft.com/office/drawing/2014/main" id="{ADF76B25-B00C-06E1-4517-A8A409CFB966}"/>
                    </a:ext>
                  </a:extLst>
                </p:cNvPr>
                <p:cNvPicPr/>
                <p:nvPr/>
              </p:nvPicPr>
              <p:blipFill>
                <a:blip r:embed="rId101"/>
                <a:stretch>
                  <a:fillRect/>
                </a:stretch>
              </p:blipFill>
              <p:spPr>
                <a:xfrm>
                  <a:off x="7227000" y="6382600"/>
                  <a:ext cx="2412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79" name="Ink 78">
                  <a:extLst>
                    <a:ext uri="{FF2B5EF4-FFF2-40B4-BE49-F238E27FC236}">
                      <a16:creationId xmlns:a16="http://schemas.microsoft.com/office/drawing/2014/main" id="{6698141E-ADE2-4531-406D-F90973342232}"/>
                    </a:ext>
                  </a:extLst>
                </p14:cNvPr>
                <p14:cNvContentPartPr/>
                <p14:nvPr/>
              </p14:nvContentPartPr>
              <p14:xfrm>
                <a:off x="7255080" y="6262720"/>
                <a:ext cx="4680" cy="22680"/>
              </p14:xfrm>
            </p:contentPart>
          </mc:Choice>
          <mc:Fallback>
            <p:pic>
              <p:nvPicPr>
                <p:cNvPr id="79" name="Ink 78">
                  <a:extLst>
                    <a:ext uri="{FF2B5EF4-FFF2-40B4-BE49-F238E27FC236}">
                      <a16:creationId xmlns:a16="http://schemas.microsoft.com/office/drawing/2014/main" id="{6698141E-ADE2-4531-406D-F90973342232}"/>
                    </a:ext>
                  </a:extLst>
                </p:cNvPr>
                <p:cNvPicPr/>
                <p:nvPr/>
              </p:nvPicPr>
              <p:blipFill>
                <a:blip r:embed="rId103"/>
                <a:stretch>
                  <a:fillRect/>
                </a:stretch>
              </p:blipFill>
              <p:spPr>
                <a:xfrm>
                  <a:off x="7248960" y="6256600"/>
                  <a:ext cx="1692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80" name="Ink 79">
                  <a:extLst>
                    <a:ext uri="{FF2B5EF4-FFF2-40B4-BE49-F238E27FC236}">
                      <a16:creationId xmlns:a16="http://schemas.microsoft.com/office/drawing/2014/main" id="{D8007524-3986-A1E5-8A63-DD27997F054A}"/>
                    </a:ext>
                  </a:extLst>
                </p14:cNvPr>
                <p14:cNvContentPartPr/>
                <p14:nvPr/>
              </p14:nvContentPartPr>
              <p14:xfrm>
                <a:off x="7314840" y="6333280"/>
                <a:ext cx="133200" cy="250560"/>
              </p14:xfrm>
            </p:contentPart>
          </mc:Choice>
          <mc:Fallback>
            <p:pic>
              <p:nvPicPr>
                <p:cNvPr id="80" name="Ink 79">
                  <a:extLst>
                    <a:ext uri="{FF2B5EF4-FFF2-40B4-BE49-F238E27FC236}">
                      <a16:creationId xmlns:a16="http://schemas.microsoft.com/office/drawing/2014/main" id="{D8007524-3986-A1E5-8A63-DD27997F054A}"/>
                    </a:ext>
                  </a:extLst>
                </p:cNvPr>
                <p:cNvPicPr/>
                <p:nvPr/>
              </p:nvPicPr>
              <p:blipFill>
                <a:blip r:embed="rId105"/>
                <a:stretch>
                  <a:fillRect/>
                </a:stretch>
              </p:blipFill>
              <p:spPr>
                <a:xfrm>
                  <a:off x="7308720" y="6327160"/>
                  <a:ext cx="145440" cy="2628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81" name="Ink 80">
                  <a:extLst>
                    <a:ext uri="{FF2B5EF4-FFF2-40B4-BE49-F238E27FC236}">
                      <a16:creationId xmlns:a16="http://schemas.microsoft.com/office/drawing/2014/main" id="{5A0014DC-238A-3FDF-4AA8-6580E27F0A32}"/>
                    </a:ext>
                  </a:extLst>
                </p14:cNvPr>
                <p14:cNvContentPartPr/>
                <p14:nvPr/>
              </p14:nvContentPartPr>
              <p14:xfrm>
                <a:off x="7457400" y="6361720"/>
                <a:ext cx="155880" cy="117720"/>
              </p14:xfrm>
            </p:contentPart>
          </mc:Choice>
          <mc:Fallback>
            <p:pic>
              <p:nvPicPr>
                <p:cNvPr id="81" name="Ink 80">
                  <a:extLst>
                    <a:ext uri="{FF2B5EF4-FFF2-40B4-BE49-F238E27FC236}">
                      <a16:creationId xmlns:a16="http://schemas.microsoft.com/office/drawing/2014/main" id="{5A0014DC-238A-3FDF-4AA8-6580E27F0A32}"/>
                    </a:ext>
                  </a:extLst>
                </p:cNvPr>
                <p:cNvPicPr/>
                <p:nvPr/>
              </p:nvPicPr>
              <p:blipFill>
                <a:blip r:embed="rId107"/>
                <a:stretch>
                  <a:fillRect/>
                </a:stretch>
              </p:blipFill>
              <p:spPr>
                <a:xfrm>
                  <a:off x="7451280" y="6355600"/>
                  <a:ext cx="16812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82" name="Ink 81">
                  <a:extLst>
                    <a:ext uri="{FF2B5EF4-FFF2-40B4-BE49-F238E27FC236}">
                      <a16:creationId xmlns:a16="http://schemas.microsoft.com/office/drawing/2014/main" id="{C45F134F-D70B-04DF-2DF9-2CB54B0C4212}"/>
                    </a:ext>
                  </a:extLst>
                </p14:cNvPr>
                <p14:cNvContentPartPr/>
                <p14:nvPr/>
              </p14:nvContentPartPr>
              <p14:xfrm>
                <a:off x="7656480" y="6307360"/>
                <a:ext cx="49680" cy="204120"/>
              </p14:xfrm>
            </p:contentPart>
          </mc:Choice>
          <mc:Fallback>
            <p:pic>
              <p:nvPicPr>
                <p:cNvPr id="82" name="Ink 81">
                  <a:extLst>
                    <a:ext uri="{FF2B5EF4-FFF2-40B4-BE49-F238E27FC236}">
                      <a16:creationId xmlns:a16="http://schemas.microsoft.com/office/drawing/2014/main" id="{C45F134F-D70B-04DF-2DF9-2CB54B0C4212}"/>
                    </a:ext>
                  </a:extLst>
                </p:cNvPr>
                <p:cNvPicPr/>
                <p:nvPr/>
              </p:nvPicPr>
              <p:blipFill>
                <a:blip r:embed="rId109"/>
                <a:stretch>
                  <a:fillRect/>
                </a:stretch>
              </p:blipFill>
              <p:spPr>
                <a:xfrm>
                  <a:off x="7650360" y="6301240"/>
                  <a:ext cx="6192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83" name="Ink 82">
                  <a:extLst>
                    <a:ext uri="{FF2B5EF4-FFF2-40B4-BE49-F238E27FC236}">
                      <a16:creationId xmlns:a16="http://schemas.microsoft.com/office/drawing/2014/main" id="{E89B1A74-8365-475A-0F32-E2F666462565}"/>
                    </a:ext>
                  </a:extLst>
                </p14:cNvPr>
                <p14:cNvContentPartPr/>
                <p14:nvPr/>
              </p14:nvContentPartPr>
              <p14:xfrm>
                <a:off x="7782840" y="6157960"/>
                <a:ext cx="150480" cy="323280"/>
              </p14:xfrm>
            </p:contentPart>
          </mc:Choice>
          <mc:Fallback>
            <p:pic>
              <p:nvPicPr>
                <p:cNvPr id="83" name="Ink 82">
                  <a:extLst>
                    <a:ext uri="{FF2B5EF4-FFF2-40B4-BE49-F238E27FC236}">
                      <a16:creationId xmlns:a16="http://schemas.microsoft.com/office/drawing/2014/main" id="{E89B1A74-8365-475A-0F32-E2F666462565}"/>
                    </a:ext>
                  </a:extLst>
                </p:cNvPr>
                <p:cNvPicPr/>
                <p:nvPr/>
              </p:nvPicPr>
              <p:blipFill>
                <a:blip r:embed="rId111"/>
                <a:stretch>
                  <a:fillRect/>
                </a:stretch>
              </p:blipFill>
              <p:spPr>
                <a:xfrm>
                  <a:off x="7776720" y="6151840"/>
                  <a:ext cx="162720" cy="335520"/>
                </a:xfrm>
                <a:prstGeom prst="rect">
                  <a:avLst/>
                </a:prstGeom>
              </p:spPr>
            </p:pic>
          </mc:Fallback>
        </mc:AlternateContent>
      </p:grpSp>
      <p:grpSp>
        <p:nvGrpSpPr>
          <p:cNvPr id="91" name="Group 90">
            <a:extLst>
              <a:ext uri="{FF2B5EF4-FFF2-40B4-BE49-F238E27FC236}">
                <a16:creationId xmlns:a16="http://schemas.microsoft.com/office/drawing/2014/main" id="{EDA0A6E9-AB69-3110-4F25-B62BAD9E6511}"/>
              </a:ext>
            </a:extLst>
          </p:cNvPr>
          <p:cNvGrpSpPr/>
          <p:nvPr/>
        </p:nvGrpSpPr>
        <p:grpSpPr>
          <a:xfrm>
            <a:off x="8066160" y="6307720"/>
            <a:ext cx="34560" cy="190440"/>
            <a:chOff x="8066160" y="6307720"/>
            <a:chExt cx="34560" cy="190440"/>
          </a:xfrm>
        </p:grpSpPr>
        <mc:AlternateContent xmlns:mc="http://schemas.openxmlformats.org/markup-compatibility/2006">
          <mc:Choice xmlns:p14="http://schemas.microsoft.com/office/powerpoint/2010/main" Requires="p14">
            <p:contentPart p14:bwMode="auto" r:id="rId112">
              <p14:nvContentPartPr>
                <p14:cNvPr id="84" name="Ink 83">
                  <a:extLst>
                    <a:ext uri="{FF2B5EF4-FFF2-40B4-BE49-F238E27FC236}">
                      <a16:creationId xmlns:a16="http://schemas.microsoft.com/office/drawing/2014/main" id="{A02130A4-B364-2381-6699-986178E914BD}"/>
                    </a:ext>
                  </a:extLst>
                </p14:cNvPr>
                <p14:cNvContentPartPr/>
                <p14:nvPr/>
              </p14:nvContentPartPr>
              <p14:xfrm>
                <a:off x="8066160" y="6377560"/>
                <a:ext cx="25920" cy="120600"/>
              </p14:xfrm>
            </p:contentPart>
          </mc:Choice>
          <mc:Fallback>
            <p:pic>
              <p:nvPicPr>
                <p:cNvPr id="84" name="Ink 83">
                  <a:extLst>
                    <a:ext uri="{FF2B5EF4-FFF2-40B4-BE49-F238E27FC236}">
                      <a16:creationId xmlns:a16="http://schemas.microsoft.com/office/drawing/2014/main" id="{A02130A4-B364-2381-6699-986178E914BD}"/>
                    </a:ext>
                  </a:extLst>
                </p:cNvPr>
                <p:cNvPicPr/>
                <p:nvPr/>
              </p:nvPicPr>
              <p:blipFill>
                <a:blip r:embed="rId113"/>
                <a:stretch>
                  <a:fillRect/>
                </a:stretch>
              </p:blipFill>
              <p:spPr>
                <a:xfrm>
                  <a:off x="8060040" y="6371440"/>
                  <a:ext cx="3816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85" name="Ink 84">
                  <a:extLst>
                    <a:ext uri="{FF2B5EF4-FFF2-40B4-BE49-F238E27FC236}">
                      <a16:creationId xmlns:a16="http://schemas.microsoft.com/office/drawing/2014/main" id="{1FD5F019-6FAB-6092-C8BC-9B01A1EFC2CE}"/>
                    </a:ext>
                  </a:extLst>
                </p14:cNvPr>
                <p14:cNvContentPartPr/>
                <p14:nvPr/>
              </p14:nvContentPartPr>
              <p14:xfrm>
                <a:off x="8088120" y="6307720"/>
                <a:ext cx="12600" cy="32760"/>
              </p14:xfrm>
            </p:contentPart>
          </mc:Choice>
          <mc:Fallback>
            <p:pic>
              <p:nvPicPr>
                <p:cNvPr id="85" name="Ink 84">
                  <a:extLst>
                    <a:ext uri="{FF2B5EF4-FFF2-40B4-BE49-F238E27FC236}">
                      <a16:creationId xmlns:a16="http://schemas.microsoft.com/office/drawing/2014/main" id="{1FD5F019-6FAB-6092-C8BC-9B01A1EFC2CE}"/>
                    </a:ext>
                  </a:extLst>
                </p:cNvPr>
                <p:cNvPicPr/>
                <p:nvPr/>
              </p:nvPicPr>
              <p:blipFill>
                <a:blip r:embed="rId115"/>
                <a:stretch>
                  <a:fillRect/>
                </a:stretch>
              </p:blipFill>
              <p:spPr>
                <a:xfrm>
                  <a:off x="8082000" y="6301600"/>
                  <a:ext cx="24840" cy="45000"/>
                </a:xfrm>
                <a:prstGeom prst="rect">
                  <a:avLst/>
                </a:prstGeom>
              </p:spPr>
            </p:pic>
          </mc:Fallback>
        </mc:AlternateContent>
      </p:grpSp>
      <p:grpSp>
        <p:nvGrpSpPr>
          <p:cNvPr id="90" name="Group 89">
            <a:extLst>
              <a:ext uri="{FF2B5EF4-FFF2-40B4-BE49-F238E27FC236}">
                <a16:creationId xmlns:a16="http://schemas.microsoft.com/office/drawing/2014/main" id="{4427DFF1-FB2E-8298-14A6-4B43CD4C3DB2}"/>
              </a:ext>
            </a:extLst>
          </p:cNvPr>
          <p:cNvGrpSpPr/>
          <p:nvPr/>
        </p:nvGrpSpPr>
        <p:grpSpPr>
          <a:xfrm>
            <a:off x="8248320" y="6294400"/>
            <a:ext cx="528480" cy="299880"/>
            <a:chOff x="8248320" y="6294400"/>
            <a:chExt cx="528480" cy="299880"/>
          </a:xfrm>
        </p:grpSpPr>
        <mc:AlternateContent xmlns:mc="http://schemas.openxmlformats.org/markup-compatibility/2006">
          <mc:Choice xmlns:p14="http://schemas.microsoft.com/office/powerpoint/2010/main" Requires="p14">
            <p:contentPart p14:bwMode="auto" r:id="rId116">
              <p14:nvContentPartPr>
                <p14:cNvPr id="86" name="Ink 85">
                  <a:extLst>
                    <a:ext uri="{FF2B5EF4-FFF2-40B4-BE49-F238E27FC236}">
                      <a16:creationId xmlns:a16="http://schemas.microsoft.com/office/drawing/2014/main" id="{D7DCA6B4-1BF7-9B2B-FA57-B62BEB0CCF72}"/>
                    </a:ext>
                  </a:extLst>
                </p14:cNvPr>
                <p14:cNvContentPartPr/>
                <p14:nvPr/>
              </p14:nvContentPartPr>
              <p14:xfrm>
                <a:off x="8283240" y="6294400"/>
                <a:ext cx="66600" cy="210240"/>
              </p14:xfrm>
            </p:contentPart>
          </mc:Choice>
          <mc:Fallback>
            <p:pic>
              <p:nvPicPr>
                <p:cNvPr id="86" name="Ink 85">
                  <a:extLst>
                    <a:ext uri="{FF2B5EF4-FFF2-40B4-BE49-F238E27FC236}">
                      <a16:creationId xmlns:a16="http://schemas.microsoft.com/office/drawing/2014/main" id="{D7DCA6B4-1BF7-9B2B-FA57-B62BEB0CCF72}"/>
                    </a:ext>
                  </a:extLst>
                </p:cNvPr>
                <p:cNvPicPr/>
                <p:nvPr/>
              </p:nvPicPr>
              <p:blipFill>
                <a:blip r:embed="rId117"/>
                <a:stretch>
                  <a:fillRect/>
                </a:stretch>
              </p:blipFill>
              <p:spPr>
                <a:xfrm>
                  <a:off x="8277120" y="6288280"/>
                  <a:ext cx="7884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87" name="Ink 86">
                  <a:extLst>
                    <a:ext uri="{FF2B5EF4-FFF2-40B4-BE49-F238E27FC236}">
                      <a16:creationId xmlns:a16="http://schemas.microsoft.com/office/drawing/2014/main" id="{94FA31A7-11FB-96B2-3966-26A5D61A8804}"/>
                    </a:ext>
                  </a:extLst>
                </p14:cNvPr>
                <p14:cNvContentPartPr/>
                <p14:nvPr/>
              </p14:nvContentPartPr>
              <p14:xfrm>
                <a:off x="8248320" y="6383680"/>
                <a:ext cx="146520" cy="44280"/>
              </p14:xfrm>
            </p:contentPart>
          </mc:Choice>
          <mc:Fallback>
            <p:pic>
              <p:nvPicPr>
                <p:cNvPr id="87" name="Ink 86">
                  <a:extLst>
                    <a:ext uri="{FF2B5EF4-FFF2-40B4-BE49-F238E27FC236}">
                      <a16:creationId xmlns:a16="http://schemas.microsoft.com/office/drawing/2014/main" id="{94FA31A7-11FB-96B2-3966-26A5D61A8804}"/>
                    </a:ext>
                  </a:extLst>
                </p:cNvPr>
                <p:cNvPicPr/>
                <p:nvPr/>
              </p:nvPicPr>
              <p:blipFill>
                <a:blip r:embed="rId119"/>
                <a:stretch>
                  <a:fillRect/>
                </a:stretch>
              </p:blipFill>
              <p:spPr>
                <a:xfrm>
                  <a:off x="8242200" y="6377560"/>
                  <a:ext cx="15876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88" name="Ink 87">
                  <a:extLst>
                    <a:ext uri="{FF2B5EF4-FFF2-40B4-BE49-F238E27FC236}">
                      <a16:creationId xmlns:a16="http://schemas.microsoft.com/office/drawing/2014/main" id="{5F6A6DEA-D937-52D4-E14E-B4EC30B1587E}"/>
                    </a:ext>
                  </a:extLst>
                </p14:cNvPr>
                <p14:cNvContentPartPr/>
                <p14:nvPr/>
              </p14:nvContentPartPr>
              <p14:xfrm>
                <a:off x="8408520" y="6340480"/>
                <a:ext cx="368280" cy="253800"/>
              </p14:xfrm>
            </p:contentPart>
          </mc:Choice>
          <mc:Fallback>
            <p:pic>
              <p:nvPicPr>
                <p:cNvPr id="88" name="Ink 87">
                  <a:extLst>
                    <a:ext uri="{FF2B5EF4-FFF2-40B4-BE49-F238E27FC236}">
                      <a16:creationId xmlns:a16="http://schemas.microsoft.com/office/drawing/2014/main" id="{5F6A6DEA-D937-52D4-E14E-B4EC30B1587E}"/>
                    </a:ext>
                  </a:extLst>
                </p:cNvPr>
                <p:cNvPicPr/>
                <p:nvPr/>
              </p:nvPicPr>
              <p:blipFill>
                <a:blip r:embed="rId121"/>
                <a:stretch>
                  <a:fillRect/>
                </a:stretch>
              </p:blipFill>
              <p:spPr>
                <a:xfrm>
                  <a:off x="8402400" y="6334360"/>
                  <a:ext cx="380520" cy="2660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89" name="Ink 88">
                  <a:extLst>
                    <a:ext uri="{FF2B5EF4-FFF2-40B4-BE49-F238E27FC236}">
                      <a16:creationId xmlns:a16="http://schemas.microsoft.com/office/drawing/2014/main" id="{5E4316FC-1426-D6AF-5AC8-28077BD75312}"/>
                    </a:ext>
                  </a:extLst>
                </p14:cNvPr>
                <p14:cNvContentPartPr/>
                <p14:nvPr/>
              </p14:nvContentPartPr>
              <p14:xfrm>
                <a:off x="8533800" y="6338680"/>
                <a:ext cx="50760" cy="83520"/>
              </p14:xfrm>
            </p:contentPart>
          </mc:Choice>
          <mc:Fallback>
            <p:pic>
              <p:nvPicPr>
                <p:cNvPr id="89" name="Ink 88">
                  <a:extLst>
                    <a:ext uri="{FF2B5EF4-FFF2-40B4-BE49-F238E27FC236}">
                      <a16:creationId xmlns:a16="http://schemas.microsoft.com/office/drawing/2014/main" id="{5E4316FC-1426-D6AF-5AC8-28077BD75312}"/>
                    </a:ext>
                  </a:extLst>
                </p:cNvPr>
                <p:cNvPicPr/>
                <p:nvPr/>
              </p:nvPicPr>
              <p:blipFill>
                <a:blip r:embed="rId123"/>
                <a:stretch>
                  <a:fillRect/>
                </a:stretch>
              </p:blipFill>
              <p:spPr>
                <a:xfrm>
                  <a:off x="8527680" y="6332560"/>
                  <a:ext cx="63000" cy="95760"/>
                </a:xfrm>
                <a:prstGeom prst="rect">
                  <a:avLst/>
                </a:prstGeom>
              </p:spPr>
            </p:pic>
          </mc:Fallback>
        </mc:AlternateContent>
      </p:grpSp>
    </p:spTree>
    <p:extLst>
      <p:ext uri="{BB962C8B-B14F-4D97-AF65-F5344CB8AC3E}">
        <p14:creationId xmlns:p14="http://schemas.microsoft.com/office/powerpoint/2010/main" val="1832660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208421"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How securities are traded</a:t>
            </a:r>
            <a:endParaRPr kumimoji="0" lang="en-US"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How Firms Issue Securities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4" name="TextBox 3">
            <a:extLst>
              <a:ext uri="{FF2B5EF4-FFF2-40B4-BE49-F238E27FC236}">
                <a16:creationId xmlns:a16="http://schemas.microsoft.com/office/drawing/2014/main" id="{D92FADB7-E2C8-2FD8-8B44-E2692E16FEF3}"/>
              </a:ext>
            </a:extLst>
          </p:cNvPr>
          <p:cNvSpPr txBox="1"/>
          <p:nvPr/>
        </p:nvSpPr>
        <p:spPr>
          <a:xfrm>
            <a:off x="276974" y="635277"/>
            <a:ext cx="11638051" cy="5463034"/>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Primary market</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400" b="0" i="0" u="none" strike="noStrike" kern="1200" cap="none" spc="0" normalizeH="0" baseline="0" noProof="0" dirty="0">
                <a:ln>
                  <a:noFill/>
                </a:ln>
                <a:solidFill>
                  <a:prstClr val="black"/>
                </a:solidFill>
                <a:effectLst/>
                <a:uLnTx/>
                <a:uFillTx/>
                <a:latin typeface="Tw Cen MT"/>
                <a:ea typeface="+mn-ea"/>
                <a:cs typeface="+mn-cs"/>
              </a:rPr>
              <a:t>Two types of primary market issues:</a:t>
            </a:r>
          </a:p>
          <a:p>
            <a:pPr marL="1051560" marR="0" lvl="2" indent="-457200" algn="l" defTabSz="914400" rtl="0" eaLnBrk="1" fontAlgn="auto" latinLnBrk="0" hangingPunct="1">
              <a:lnSpc>
                <a:spcPct val="100000"/>
              </a:lnSpc>
              <a:spcBef>
                <a:spcPts val="500"/>
              </a:spcBef>
              <a:spcAft>
                <a:spcPts val="0"/>
              </a:spcAft>
              <a:buClr>
                <a:srgbClr val="DA1F28"/>
              </a:buClr>
              <a:buSzPct val="75000"/>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Tw Cen MT"/>
                <a:ea typeface="+mn-ea"/>
                <a:cs typeface="+mn-cs"/>
              </a:rPr>
              <a:t>Private placements</a:t>
            </a:r>
            <a:r>
              <a:rPr kumimoji="0" lang="en-US" sz="2400" b="0" i="0" u="none" strike="noStrike" kern="1200" cap="none" spc="0" normalizeH="0" baseline="0" noProof="0" dirty="0">
                <a:ln>
                  <a:noFill/>
                </a:ln>
                <a:solidFill>
                  <a:prstClr val="black"/>
                </a:solidFill>
                <a:effectLst/>
                <a:uLnTx/>
                <a:uFillTx/>
                <a:latin typeface="Tw Cen MT"/>
                <a:ea typeface="+mn-ea"/>
                <a:cs typeface="+mn-cs"/>
              </a:rPr>
              <a:t>: privately held firms can sell securities to a small group of investors (institutional investors or very wealthy investors). Privately held firms have </a:t>
            </a:r>
            <a:r>
              <a:rPr kumimoji="0" lang="en-US" sz="2400" b="0" i="0" u="none" strike="noStrike" kern="1200" cap="none" spc="0" normalizeH="0" baseline="0" noProof="0" dirty="0">
                <a:ln>
                  <a:noFill/>
                </a:ln>
                <a:solidFill>
                  <a:srgbClr val="2DA2BF"/>
                </a:solidFill>
                <a:effectLst/>
                <a:uLnTx/>
                <a:uFillTx/>
                <a:latin typeface="Tw Cen MT"/>
                <a:ea typeface="+mn-ea"/>
                <a:cs typeface="+mn-cs"/>
              </a:rPr>
              <a:t>fewer</a:t>
            </a:r>
            <a:r>
              <a:rPr kumimoji="0" lang="en-US" sz="2400" b="0" i="0" u="none" strike="noStrike" kern="1200" cap="none" spc="0" normalizeH="0" baseline="0" noProof="0" dirty="0">
                <a:ln>
                  <a:noFill/>
                </a:ln>
                <a:solidFill>
                  <a:prstClr val="black"/>
                </a:solidFill>
                <a:effectLst/>
                <a:uLnTx/>
                <a:uFillTx/>
                <a:latin typeface="Tw Cen MT"/>
                <a:ea typeface="+mn-ea"/>
                <a:cs typeface="+mn-cs"/>
              </a:rPr>
              <a:t> obligations to release financial statements and other information to the public. However, shares in privately held firms are </a:t>
            </a:r>
            <a:r>
              <a:rPr kumimoji="0" lang="en-US" sz="24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less liquid </a:t>
            </a:r>
            <a:r>
              <a:rPr kumimoji="0" lang="en-US" sz="2400" b="0" i="0" u="none" strike="noStrike" kern="1200" cap="none" spc="0" normalizeH="0" baseline="0" noProof="0" dirty="0">
                <a:ln>
                  <a:noFill/>
                </a:ln>
                <a:solidFill>
                  <a:prstClr val="black"/>
                </a:solidFill>
                <a:effectLst/>
                <a:uLnTx/>
                <a:uFillTx/>
                <a:latin typeface="Tw Cen MT"/>
                <a:ea typeface="+mn-ea"/>
                <a:cs typeface="+mn-cs"/>
              </a:rPr>
              <a:t>(which may reduce their prices).</a:t>
            </a:r>
            <a:endParaRPr kumimoji="0" lang="en-US" sz="2400" b="1" i="0" u="none" strike="noStrike" kern="1200" cap="none" spc="0" normalizeH="0" baseline="0" noProof="0" dirty="0">
              <a:ln>
                <a:noFill/>
              </a:ln>
              <a:solidFill>
                <a:prstClr val="black"/>
              </a:solidFill>
              <a:effectLst/>
              <a:uLnTx/>
              <a:uFillTx/>
              <a:latin typeface="Tw Cen MT"/>
              <a:ea typeface="+mn-ea"/>
              <a:cs typeface="+mn-cs"/>
            </a:endParaRPr>
          </a:p>
          <a:p>
            <a:pPr marL="1051560" marR="0" lvl="2" indent="-457200" algn="l" defTabSz="914400" rtl="0" eaLnBrk="1" fontAlgn="auto" latinLnBrk="0" hangingPunct="1">
              <a:lnSpc>
                <a:spcPct val="100000"/>
              </a:lnSpc>
              <a:spcBef>
                <a:spcPts val="500"/>
              </a:spcBef>
              <a:spcAft>
                <a:spcPts val="0"/>
              </a:spcAft>
              <a:buClr>
                <a:srgbClr val="DA1F28"/>
              </a:buClr>
              <a:buSzPct val="75000"/>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Tw Cen MT"/>
                <a:ea typeface="+mn-ea"/>
                <a:cs typeface="+mn-cs"/>
              </a:rPr>
              <a:t>Public offerings</a:t>
            </a:r>
            <a:r>
              <a:rPr kumimoji="0" lang="en-US" sz="2400" b="0" i="0" u="none" strike="noStrike" kern="1200" cap="none" spc="0" normalizeH="0" baseline="0" noProof="0" dirty="0">
                <a:ln>
                  <a:noFill/>
                </a:ln>
                <a:solidFill>
                  <a:prstClr val="black"/>
                </a:solidFill>
                <a:effectLst/>
                <a:uLnTx/>
                <a:uFillTx/>
                <a:latin typeface="Tw Cen MT"/>
                <a:ea typeface="+mn-ea"/>
                <a:cs typeface="+mn-cs"/>
              </a:rPr>
              <a:t>: selling securities to the public</a:t>
            </a:r>
          </a:p>
          <a:p>
            <a:pPr marL="1394460" marR="0" lvl="3" indent="-342900" algn="l" defTabSz="914400" rtl="0" eaLnBrk="1" fontAlgn="auto" latinLnBrk="0" hangingPunct="1">
              <a:lnSpc>
                <a:spcPct val="100000"/>
              </a:lnSpc>
              <a:spcBef>
                <a:spcPts val="400"/>
              </a:spcBef>
              <a:spcAft>
                <a:spcPts val="0"/>
              </a:spcAft>
              <a:buClr>
                <a:srgbClr val="EB641B"/>
              </a:buClr>
              <a:buSzPct val="75000"/>
              <a:buFont typeface="Wingdings"/>
              <a:buChar char=""/>
              <a:tabLst/>
              <a:defRPr/>
            </a:pPr>
            <a:r>
              <a:rPr kumimoji="0" lang="en-US" sz="2400" b="1" i="0" u="none" strike="noStrike" kern="1200" cap="none" spc="0" normalizeH="0" baseline="0" noProof="0" dirty="0">
                <a:ln>
                  <a:noFill/>
                </a:ln>
                <a:solidFill>
                  <a:srgbClr val="2DA2BF"/>
                </a:solidFill>
                <a:effectLst/>
                <a:uLnTx/>
                <a:uFillTx/>
                <a:latin typeface="Tw Cen MT"/>
                <a:ea typeface="+mn-ea"/>
                <a:cs typeface="+mn-cs"/>
              </a:rPr>
              <a:t>Initial public offerings (IPOs)</a:t>
            </a:r>
            <a:r>
              <a:rPr kumimoji="0" lang="en-US" sz="2400" b="1" i="0" u="none" strike="noStrike" kern="1200" cap="none" spc="0" normalizeH="0" baseline="0" noProof="0" dirty="0">
                <a:ln>
                  <a:noFill/>
                </a:ln>
                <a:solidFill>
                  <a:prstClr val="black"/>
                </a:solidFill>
                <a:effectLst/>
                <a:uLnTx/>
                <a:uFillTx/>
                <a:latin typeface="Tw Cen MT"/>
                <a:ea typeface="+mn-ea"/>
                <a:cs typeface="+mn-cs"/>
              </a:rPr>
              <a:t>: </a:t>
            </a:r>
            <a:r>
              <a:rPr kumimoji="0" lang="en-US" sz="2400" b="0" i="0" u="none" strike="noStrike" kern="1200" cap="none" spc="0" normalizeH="0" baseline="0" noProof="0" dirty="0">
                <a:ln>
                  <a:noFill/>
                </a:ln>
                <a:solidFill>
                  <a:prstClr val="black"/>
                </a:solidFill>
                <a:effectLst/>
                <a:uLnTx/>
                <a:uFillTx/>
                <a:latin typeface="Tw Cen MT"/>
                <a:ea typeface="+mn-ea"/>
                <a:cs typeface="+mn-cs"/>
              </a:rPr>
              <a:t>company's </a:t>
            </a:r>
            <a:r>
              <a:rPr kumimoji="0" lang="en-US" sz="24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first</a:t>
            </a:r>
            <a:r>
              <a:rPr kumimoji="0" lang="en-US" sz="2400" b="0" i="0" u="none" strike="noStrike" kern="1200" cap="none" spc="0" normalizeH="0" baseline="0" noProof="0" dirty="0">
                <a:ln>
                  <a:noFill/>
                </a:ln>
                <a:solidFill>
                  <a:prstClr val="black"/>
                </a:solidFill>
                <a:effectLst/>
                <a:uLnTx/>
                <a:uFillTx/>
                <a:latin typeface="Tw Cen MT"/>
                <a:ea typeface="+mn-ea"/>
                <a:cs typeface="+mn-cs"/>
              </a:rPr>
              <a:t> sale of stocks, bonds or certificates of deposit to the public. </a:t>
            </a:r>
          </a:p>
          <a:p>
            <a:pPr marL="1394460" marR="0" lvl="3" indent="-342900" algn="l" defTabSz="914400" rtl="0" eaLnBrk="1" fontAlgn="auto" latinLnBrk="0" hangingPunct="1">
              <a:lnSpc>
                <a:spcPct val="100000"/>
              </a:lnSpc>
              <a:spcBef>
                <a:spcPts val="400"/>
              </a:spcBef>
              <a:spcAft>
                <a:spcPts val="0"/>
              </a:spcAft>
              <a:buClr>
                <a:srgbClr val="EB641B"/>
              </a:buClr>
              <a:buSzPct val="75000"/>
              <a:buFont typeface="Wingdings"/>
              <a:buChar char=""/>
              <a:tabLst/>
              <a:defRPr/>
            </a:pPr>
            <a:r>
              <a:rPr kumimoji="0" lang="en-US" sz="2400" b="1" i="0" u="none" strike="noStrike" kern="1200" cap="none" spc="0" normalizeH="0" baseline="0" noProof="0" dirty="0">
                <a:ln>
                  <a:noFill/>
                </a:ln>
                <a:solidFill>
                  <a:srgbClr val="2DA2BF"/>
                </a:solidFill>
                <a:effectLst/>
                <a:uLnTx/>
                <a:uFillTx/>
                <a:latin typeface="Tw Cen MT"/>
                <a:ea typeface="+mn-ea"/>
                <a:cs typeface="+mn-cs"/>
              </a:rPr>
              <a:t>Seasoned equity offerings</a:t>
            </a:r>
            <a:r>
              <a:rPr kumimoji="0" lang="en-US" sz="2400" b="0" i="0" u="none" strike="noStrike" kern="1200" cap="none" spc="0" normalizeH="0" baseline="0" noProof="0" dirty="0">
                <a:ln>
                  <a:noFill/>
                </a:ln>
                <a:solidFill>
                  <a:prstClr val="black"/>
                </a:solidFill>
                <a:effectLst/>
                <a:uLnTx/>
                <a:uFillTx/>
                <a:latin typeface="Tw Cen MT"/>
                <a:ea typeface="+mn-ea"/>
                <a:cs typeface="+mn-cs"/>
              </a:rPr>
              <a:t> also known as follow-on equity offerings. </a:t>
            </a:r>
            <a:r>
              <a:rPr kumimoji="0" lang="en-US" sz="2400" b="0" i="0" u="none" strike="noStrike" kern="1200" cap="none" spc="0" normalizeH="0" baseline="0" noProof="0" dirty="0">
                <a:ln>
                  <a:noFill/>
                </a:ln>
                <a:solidFill>
                  <a:srgbClr val="2DA2BF"/>
                </a:solidFill>
                <a:effectLst/>
                <a:uLnTx/>
                <a:uFillTx/>
                <a:latin typeface="Tw Cen MT"/>
                <a:ea typeface="+mn-ea"/>
                <a:cs typeface="+mn-cs"/>
              </a:rPr>
              <a:t>Shelf registration </a:t>
            </a:r>
            <a:r>
              <a:rPr kumimoji="0" lang="en-US" sz="2400" b="0" i="0" u="none" strike="noStrike" kern="1200" cap="none" spc="0" normalizeH="0" baseline="0" noProof="0" dirty="0">
                <a:ln>
                  <a:noFill/>
                </a:ln>
                <a:solidFill>
                  <a:prstClr val="black"/>
                </a:solidFill>
                <a:effectLst/>
                <a:uLnTx/>
                <a:uFillTx/>
                <a:latin typeface="Tw Cen MT"/>
                <a:ea typeface="+mn-ea"/>
                <a:cs typeface="+mn-cs"/>
              </a:rPr>
              <a:t>allows firms to register securities and gradually sell them to the public for 3 years following the initial registration. </a:t>
            </a:r>
          </a:p>
          <a:p>
            <a:pPr marL="777240" marR="0" lvl="1" indent="-45720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400" b="0" i="0" u="none" strike="noStrike" kern="1200" cap="none" spc="0" normalizeH="0" baseline="0" noProof="0" dirty="0">
                <a:ln>
                  <a:noFill/>
                </a:ln>
                <a:solidFill>
                  <a:prstClr val="black"/>
                </a:solidFill>
                <a:effectLst/>
                <a:uLnTx/>
                <a:uFillTx/>
                <a:latin typeface="Tw Cen MT"/>
                <a:ea typeface="+mn-ea"/>
                <a:cs typeface="+mn-cs"/>
              </a:rPr>
              <a:t>Both public offerings and private placements are usually marketed by </a:t>
            </a:r>
            <a:r>
              <a:rPr kumimoji="0" lang="en-US" sz="2400" b="0" i="0" u="none" strike="noStrike" kern="1200" cap="none" spc="0" normalizeH="0" baseline="0" noProof="0" dirty="0">
                <a:ln>
                  <a:noFill/>
                </a:ln>
                <a:solidFill>
                  <a:srgbClr val="FF7E79"/>
                </a:solidFill>
                <a:effectLst/>
                <a:uLnTx/>
                <a:uFillTx/>
                <a:latin typeface="Tw Cen MT"/>
                <a:ea typeface="+mn-ea"/>
                <a:cs typeface="+mn-cs"/>
              </a:rPr>
              <a:t>investment banks</a:t>
            </a:r>
            <a:r>
              <a:rPr kumimoji="0" lang="en-US" sz="2400" b="0" i="0" u="none" strike="noStrike" kern="1200" cap="none" spc="0" normalizeH="0" baseline="0" noProof="0" dirty="0">
                <a:ln>
                  <a:noFill/>
                </a:ln>
                <a:solidFill>
                  <a:prstClr val="black"/>
                </a:solidFill>
                <a:effectLst/>
                <a:uLnTx/>
                <a:uFillTx/>
                <a:latin typeface="Tw Cen MT"/>
                <a:ea typeface="+mn-ea"/>
                <a:cs typeface="+mn-cs"/>
              </a:rPr>
              <a:t>.</a:t>
            </a:r>
          </a:p>
        </p:txBody>
      </p:sp>
    </p:spTree>
    <p:extLst>
      <p:ext uri="{BB962C8B-B14F-4D97-AF65-F5344CB8AC3E}">
        <p14:creationId xmlns:p14="http://schemas.microsoft.com/office/powerpoint/2010/main" val="3510298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208421"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How securities are traded</a:t>
            </a:r>
            <a:endParaRPr kumimoji="0" lang="en-US"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How Firms Issue Securities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4" name="TextBox 3">
            <a:extLst>
              <a:ext uri="{FF2B5EF4-FFF2-40B4-BE49-F238E27FC236}">
                <a16:creationId xmlns:a16="http://schemas.microsoft.com/office/drawing/2014/main" id="{D92FADB7-E2C8-2FD8-8B44-E2692E16FEF3}"/>
              </a:ext>
            </a:extLst>
          </p:cNvPr>
          <p:cNvSpPr txBox="1"/>
          <p:nvPr/>
        </p:nvSpPr>
        <p:spPr>
          <a:xfrm>
            <a:off x="513348" y="640592"/>
            <a:ext cx="11460286" cy="1844095"/>
          </a:xfrm>
          <a:prstGeom prst="rect">
            <a:avLst/>
          </a:prstGeom>
          <a:noFill/>
        </p:spPr>
        <p:txBody>
          <a:bodyPr wrap="square">
            <a:spAutoFit/>
          </a:bodyPr>
          <a:lstStyle/>
          <a:p>
            <a:pPr marL="560070" marR="0" lvl="0" indent="-51435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Secondary market</a:t>
            </a:r>
          </a:p>
          <a:p>
            <a:pPr marL="1245870" lvl="1" indent="-742950">
              <a:spcBef>
                <a:spcPts val="700"/>
              </a:spcBef>
              <a:buClr>
                <a:srgbClr val="DA1F28"/>
              </a:buClr>
              <a:buSzPct val="60000"/>
              <a:buFont typeface="+mj-lt"/>
              <a:buAutoNum type="arabicPeriod"/>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The biggest stock markets in the world by </a:t>
            </a:r>
            <a:r>
              <a:rPr kumimoji="0" lang="en-US" sz="3600" b="1" i="0" u="none" strike="noStrike" kern="1200" cap="none" spc="0" normalizeH="0" baseline="0" noProof="0" dirty="0">
                <a:ln>
                  <a:noFill/>
                </a:ln>
                <a:solidFill>
                  <a:srgbClr val="DA1F28">
                    <a:lumMod val="60000"/>
                    <a:lumOff val="40000"/>
                  </a:srgbClr>
                </a:solidFill>
                <a:effectLst/>
                <a:uLnTx/>
                <a:uFillTx/>
                <a:latin typeface="Tw Cen MT"/>
                <a:ea typeface="+mn-ea"/>
                <a:cs typeface="+mn-cs"/>
              </a:rPr>
              <a:t>market capitalization</a:t>
            </a:r>
            <a:r>
              <a:rPr kumimoji="0" lang="en-US" sz="3600" b="0" i="0" u="none" strike="noStrike" kern="1200" cap="none" spc="0" normalizeH="0" baseline="0" noProof="0" dirty="0">
                <a:ln>
                  <a:noFill/>
                </a:ln>
                <a:solidFill>
                  <a:prstClr val="black"/>
                </a:solidFill>
                <a:effectLst/>
                <a:uLnTx/>
                <a:uFillTx/>
                <a:latin typeface="Tw Cen MT"/>
                <a:ea typeface="+mn-ea"/>
                <a:cs typeface="+mn-cs"/>
              </a:rPr>
              <a:t> in 2018.</a:t>
            </a:r>
          </a:p>
        </p:txBody>
      </p:sp>
      <p:pic>
        <p:nvPicPr>
          <p:cNvPr id="2" name="Content Placeholder 4">
            <a:extLst>
              <a:ext uri="{FF2B5EF4-FFF2-40B4-BE49-F238E27FC236}">
                <a16:creationId xmlns:a16="http://schemas.microsoft.com/office/drawing/2014/main" id="{7A1FD9DD-C7BD-42F0-A4C0-9D9F021A1F44}"/>
              </a:ext>
            </a:extLst>
          </p:cNvPr>
          <p:cNvPicPr>
            <a:picLocks noChangeAspect="1"/>
          </p:cNvPicPr>
          <p:nvPr/>
        </p:nvPicPr>
        <p:blipFill>
          <a:blip r:embed="rId2"/>
          <a:stretch>
            <a:fillRect/>
          </a:stretch>
        </p:blipFill>
        <p:spPr>
          <a:xfrm>
            <a:off x="1245257" y="2979226"/>
            <a:ext cx="4872108" cy="3227284"/>
          </a:xfrm>
          <a:prstGeom prst="rect">
            <a:avLst/>
          </a:prstGeom>
        </p:spPr>
      </p:pic>
      <p:sp>
        <p:nvSpPr>
          <p:cNvPr id="3" name="Content Placeholder 2">
            <a:extLst>
              <a:ext uri="{FF2B5EF4-FFF2-40B4-BE49-F238E27FC236}">
                <a16:creationId xmlns:a16="http://schemas.microsoft.com/office/drawing/2014/main" id="{464F7537-E7EA-544A-606F-77D55FDD44E0}"/>
              </a:ext>
            </a:extLst>
          </p:cNvPr>
          <p:cNvSpPr txBox="1">
            <a:spLocks/>
          </p:cNvSpPr>
          <p:nvPr/>
        </p:nvSpPr>
        <p:spPr>
          <a:xfrm>
            <a:off x="6096000" y="3429000"/>
            <a:ext cx="5406667" cy="1524000"/>
          </a:xfrm>
          <a:prstGeom prst="rect">
            <a:avLst/>
          </a:prstGeom>
        </p:spPr>
        <p:txBody>
          <a:bodyPr vert="horz">
            <a:no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45720" indent="0">
              <a:buClr>
                <a:srgbClr val="DA1F28"/>
              </a:buClr>
              <a:buFont typeface="Wingdings"/>
              <a:buNone/>
            </a:pPr>
            <a:r>
              <a:rPr lang="en-US" sz="2200" dirty="0">
                <a:solidFill>
                  <a:prstClr val="black"/>
                </a:solidFill>
                <a:latin typeface="Tw Cen MT"/>
              </a:rPr>
              <a:t>Singapore market cap is roughly 650 billion US dollars.</a:t>
            </a:r>
          </a:p>
          <a:p>
            <a:pPr marL="45720" indent="0">
              <a:buClr>
                <a:srgbClr val="DA1F28"/>
              </a:buClr>
              <a:buFont typeface="Wingdings"/>
              <a:buNone/>
            </a:pPr>
            <a:r>
              <a:rPr lang="en-US" sz="2200" dirty="0">
                <a:solidFill>
                  <a:prstClr val="black"/>
                </a:solidFill>
                <a:latin typeface="Tw Cen MT"/>
              </a:rPr>
              <a:t>Source: https://</a:t>
            </a:r>
            <a:r>
              <a:rPr lang="en-US" sz="2200" dirty="0" err="1">
                <a:solidFill>
                  <a:prstClr val="black"/>
                </a:solidFill>
                <a:latin typeface="Tw Cen MT"/>
              </a:rPr>
              <a:t>www.tradinghours.com</a:t>
            </a:r>
            <a:r>
              <a:rPr lang="en-US" sz="2200" dirty="0">
                <a:solidFill>
                  <a:prstClr val="black"/>
                </a:solidFill>
                <a:latin typeface="Tw Cen MT"/>
              </a:rPr>
              <a:t>/markets</a:t>
            </a:r>
          </a:p>
        </p:txBody>
      </p:sp>
    </p:spTree>
    <p:extLst>
      <p:ext uri="{BB962C8B-B14F-4D97-AF65-F5344CB8AC3E}">
        <p14:creationId xmlns:p14="http://schemas.microsoft.com/office/powerpoint/2010/main" val="4152924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D0688-FEFA-368B-ACFD-D3418A89619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33E6354C-C3FC-E990-8106-6D8D7F65833C}"/>
              </a:ext>
            </a:extLst>
          </p:cNvPr>
          <p:cNvSpPr/>
          <p:nvPr/>
        </p:nvSpPr>
        <p:spPr>
          <a:xfrm>
            <a:off x="0" y="0"/>
            <a:ext cx="3208421"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How securities are traded</a:t>
            </a:r>
            <a:endParaRPr kumimoji="0" lang="en-US"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08E15BD3-7FD8-CF7B-38F1-AFFD15B1DEDC}"/>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How Securities Are Traded</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94022966-279D-9139-51BF-E19C00149D5E}"/>
              </a:ext>
            </a:extLst>
          </p:cNvPr>
          <p:cNvSpPr txBox="1">
            <a:spLocks/>
          </p:cNvSpPr>
          <p:nvPr/>
        </p:nvSpPr>
        <p:spPr>
          <a:xfrm>
            <a:off x="341746" y="75968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4" name="TextBox 3">
            <a:extLst>
              <a:ext uri="{FF2B5EF4-FFF2-40B4-BE49-F238E27FC236}">
                <a16:creationId xmlns:a16="http://schemas.microsoft.com/office/drawing/2014/main" id="{25144A05-32E2-4607-9F88-25841C384677}"/>
              </a:ext>
            </a:extLst>
          </p:cNvPr>
          <p:cNvSpPr txBox="1"/>
          <p:nvPr/>
        </p:nvSpPr>
        <p:spPr>
          <a:xfrm>
            <a:off x="199603" y="688511"/>
            <a:ext cx="11460286" cy="3041858"/>
          </a:xfrm>
          <a:prstGeom prst="rect">
            <a:avLst/>
          </a:prstGeom>
          <a:noFill/>
        </p:spPr>
        <p:txBody>
          <a:bodyPr wrap="square">
            <a:spAutoFit/>
          </a:bodyPr>
          <a:lstStyle/>
          <a:p>
            <a:pPr marL="560070" marR="0" lvl="0" indent="-51435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When it comes to investing, know “how” to buy and “what” to buy are equally important. In this section, we will discuss the “how” question and use stocks as an example.</a:t>
            </a:r>
          </a:p>
          <a:p>
            <a:pPr marL="560070" marR="0" lvl="0" indent="-51435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3600" b="0" i="0" u="none" strike="noStrike" kern="1200" cap="none" spc="0" normalizeH="0" baseline="0" noProof="0" dirty="0">
              <a:ln>
                <a:noFill/>
              </a:ln>
              <a:solidFill>
                <a:prstClr val="black"/>
              </a:solidFill>
              <a:effectLst/>
              <a:uLnTx/>
              <a:uFillTx/>
              <a:latin typeface="Tw Cen MT"/>
              <a:ea typeface="+mn-ea"/>
              <a:cs typeface="+mn-cs"/>
            </a:endParaRPr>
          </a:p>
          <a:p>
            <a:pPr marL="560070" marR="0" lvl="0" indent="-51435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3600" b="0" i="0" u="none" strike="noStrike" kern="1200" cap="none" spc="0" normalizeH="0" baseline="0" noProof="0" dirty="0">
              <a:ln>
                <a:noFill/>
              </a:ln>
              <a:solidFill>
                <a:prstClr val="black"/>
              </a:solidFill>
              <a:effectLst/>
              <a:uLnTx/>
              <a:uFillTx/>
              <a:latin typeface="Tw Cen MT"/>
              <a:ea typeface="+mn-ea"/>
              <a:cs typeface="+mn-cs"/>
            </a:endParaRPr>
          </a:p>
        </p:txBody>
      </p:sp>
    </p:spTree>
    <p:extLst>
      <p:ext uri="{BB962C8B-B14F-4D97-AF65-F5344CB8AC3E}">
        <p14:creationId xmlns:p14="http://schemas.microsoft.com/office/powerpoint/2010/main" val="2233237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A0F7F2-387B-6413-323B-3EAE3538DCCD}"/>
              </a:ext>
            </a:extLst>
          </p:cNvPr>
          <p:cNvSpPr txBox="1">
            <a:spLocks/>
          </p:cNvSpPr>
          <p:nvPr/>
        </p:nvSpPr>
        <p:spPr>
          <a:xfrm>
            <a:off x="995294" y="1719277"/>
            <a:ext cx="10103350" cy="3276600"/>
          </a:xfrm>
          <a:prstGeom prst="rect">
            <a:avLst/>
          </a:prstGeom>
        </p:spPr>
        <p:txBody>
          <a:bodyPr vert="horz">
            <a:no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365760" marR="0" lvl="1" indent="0" algn="just" defTabSz="914400" rtl="0" eaLnBrk="1" fontAlgn="auto" latinLnBrk="0" hangingPunct="1">
              <a:lnSpc>
                <a:spcPct val="100000"/>
              </a:lnSpc>
              <a:spcBef>
                <a:spcPts val="550"/>
              </a:spcBef>
              <a:spcAft>
                <a:spcPts val="0"/>
              </a:spcAft>
              <a:buClr>
                <a:srgbClr val="2DA2BF"/>
              </a:buClr>
              <a:buSzPct val="70000"/>
              <a:buFont typeface="Wingdings 2"/>
              <a:buNone/>
              <a:tabLst/>
              <a:defRPr/>
            </a:pPr>
            <a:endParaRPr kumimoji="0" lang="en-US" sz="3200" b="1" i="0" u="none" strike="noStrike" kern="1200" cap="none" spc="0" normalizeH="0" baseline="0" noProof="0" dirty="0">
              <a:ln>
                <a:noFill/>
              </a:ln>
              <a:solidFill>
                <a:sysClr val="windowText" lastClr="000000"/>
              </a:solidFill>
              <a:effectLst/>
              <a:uLnTx/>
              <a:uFillTx/>
              <a:latin typeface="Tw Cen MT"/>
              <a:ea typeface="+mn-ea"/>
              <a:cs typeface="+mn-cs"/>
            </a:endParaRPr>
          </a:p>
          <a:p>
            <a:pPr marL="365760" marR="0" lvl="1" indent="0" algn="just"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2800" b="1" i="0" u="none" strike="noStrike" kern="1200" cap="none" spc="0" normalizeH="0" baseline="0" noProof="0" dirty="0">
                <a:ln>
                  <a:noFill/>
                </a:ln>
                <a:solidFill>
                  <a:sysClr val="windowText" lastClr="000000"/>
                </a:solidFill>
                <a:effectLst/>
                <a:uLnTx/>
                <a:uFillTx/>
                <a:latin typeface="Tw Cen MT"/>
                <a:ea typeface="+mn-ea"/>
                <a:cs typeface="+mn-cs"/>
              </a:rPr>
              <a:t>Example: </a:t>
            </a:r>
            <a:r>
              <a:rPr kumimoji="0" lang="en-US" sz="2800" b="0" i="0" u="none" strike="noStrike" kern="1200" cap="none" spc="0" normalizeH="0" baseline="0" noProof="0" dirty="0">
                <a:ln>
                  <a:noFill/>
                </a:ln>
                <a:solidFill>
                  <a:sysClr val="windowText" lastClr="000000"/>
                </a:solidFill>
                <a:effectLst/>
                <a:uLnTx/>
                <a:uFillTx/>
                <a:latin typeface="Tw Cen MT"/>
                <a:ea typeface="+mn-ea"/>
                <a:cs typeface="+mn-cs"/>
              </a:rPr>
              <a:t>Suppose you want to buy IBM shares. You call your broker who reports back: </a:t>
            </a:r>
            <a:r>
              <a:rPr kumimoji="0" lang="en-US" sz="2800" b="0" i="0" u="none" strike="noStrike" kern="1200" cap="none" spc="0" normalizeH="0" baseline="0" noProof="0" dirty="0">
                <a:ln>
                  <a:noFill/>
                </a:ln>
                <a:solidFill>
                  <a:srgbClr val="2DA2BF"/>
                </a:solidFill>
                <a:effectLst/>
                <a:uLnTx/>
                <a:uFillTx/>
                <a:latin typeface="Tw Cen MT"/>
                <a:ea typeface="+mn-ea"/>
                <a:cs typeface="+mn-cs"/>
              </a:rPr>
              <a:t>bid price </a:t>
            </a:r>
            <a:r>
              <a:rPr kumimoji="0" lang="en-US" sz="2800" b="0" i="0" u="none" strike="noStrike" kern="1200" cap="none" spc="0" normalizeH="0" baseline="0" noProof="0" dirty="0">
                <a:ln>
                  <a:noFill/>
                </a:ln>
                <a:solidFill>
                  <a:sysClr val="windowText" lastClr="000000"/>
                </a:solidFill>
                <a:effectLst/>
                <a:uLnTx/>
                <a:uFillTx/>
                <a:latin typeface="Tw Cen MT"/>
                <a:ea typeface="+mn-ea"/>
                <a:cs typeface="+mn-cs"/>
              </a:rPr>
              <a:t>($90), </a:t>
            </a:r>
            <a:r>
              <a:rPr kumimoji="0" lang="en-US" sz="2800" b="0" i="0" u="none" strike="noStrike" kern="1200" cap="none" spc="0" normalizeH="0" baseline="0" noProof="0" dirty="0">
                <a:ln>
                  <a:noFill/>
                </a:ln>
                <a:solidFill>
                  <a:srgbClr val="2DA2BF"/>
                </a:solidFill>
                <a:effectLst/>
                <a:uLnTx/>
                <a:uFillTx/>
                <a:latin typeface="Tw Cen MT"/>
                <a:ea typeface="+mn-ea"/>
                <a:cs typeface="+mn-cs"/>
              </a:rPr>
              <a:t>ask price </a:t>
            </a:r>
            <a:r>
              <a:rPr kumimoji="0" lang="en-US" sz="2800" b="0" i="0" u="none" strike="noStrike" kern="1200" cap="none" spc="0" normalizeH="0" baseline="0" noProof="0" dirty="0">
                <a:ln>
                  <a:noFill/>
                </a:ln>
                <a:solidFill>
                  <a:sysClr val="windowText" lastClr="000000"/>
                </a:solidFill>
                <a:effectLst/>
                <a:uLnTx/>
                <a:uFillTx/>
                <a:latin typeface="Tw Cen MT"/>
                <a:ea typeface="+mn-ea"/>
                <a:cs typeface="+mn-cs"/>
              </a:rPr>
              <a:t>($90.05)</a:t>
            </a:r>
          </a:p>
          <a:p>
            <a:pPr marL="365760" marR="0" lvl="1" indent="0" algn="just"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2800" b="0" i="0" u="none" strike="noStrike" kern="1200" cap="none" spc="0" normalizeH="0" baseline="0" noProof="0" dirty="0">
                <a:ln>
                  <a:noFill/>
                </a:ln>
                <a:solidFill>
                  <a:sysClr val="windowText" lastClr="000000"/>
                </a:solidFill>
                <a:effectLst/>
                <a:uLnTx/>
                <a:uFillTx/>
                <a:latin typeface="Tw Cen MT"/>
                <a:ea typeface="+mn-ea"/>
                <a:cs typeface="+mn-cs"/>
              </a:rPr>
              <a:t>An order to “buy at market” would result in purchased at ______, and an order to “sell at market” would be executed at _______.</a:t>
            </a:r>
          </a:p>
        </p:txBody>
      </p:sp>
      <p:sp>
        <p:nvSpPr>
          <p:cNvPr id="7" name="Rectangle 6">
            <a:extLst>
              <a:ext uri="{FF2B5EF4-FFF2-40B4-BE49-F238E27FC236}">
                <a16:creationId xmlns:a16="http://schemas.microsoft.com/office/drawing/2014/main" id="{75FEC82B-A3AB-51ED-9546-137D0417925C}"/>
              </a:ext>
            </a:extLst>
          </p:cNvPr>
          <p:cNvSpPr/>
          <p:nvPr/>
        </p:nvSpPr>
        <p:spPr>
          <a:xfrm>
            <a:off x="0" y="0"/>
            <a:ext cx="3208421"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How securities are traded</a:t>
            </a:r>
            <a:endParaRPr kumimoji="0" lang="en-US"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How Securities Are Traded</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4" name="TextBox 3">
            <a:extLst>
              <a:ext uri="{FF2B5EF4-FFF2-40B4-BE49-F238E27FC236}">
                <a16:creationId xmlns:a16="http://schemas.microsoft.com/office/drawing/2014/main" id="{D92FADB7-E2C8-2FD8-8B44-E2692E16FEF3}"/>
              </a:ext>
            </a:extLst>
          </p:cNvPr>
          <p:cNvSpPr txBox="1"/>
          <p:nvPr/>
        </p:nvSpPr>
        <p:spPr>
          <a:xfrm>
            <a:off x="341746" y="578860"/>
            <a:ext cx="11176000" cy="1585049"/>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 Types of Orders</a:t>
            </a:r>
          </a:p>
          <a:p>
            <a:pPr marL="88011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Tw Cen MT"/>
                <a:ea typeface="+mn-ea"/>
                <a:cs typeface="+mn-cs"/>
              </a:rPr>
              <a:t>Market orders</a:t>
            </a:r>
            <a:r>
              <a:rPr kumimoji="0" lang="en-US" sz="2800" b="0" i="0" u="none" strike="noStrike" kern="1200" cap="none" spc="0" normalizeH="0" baseline="0" noProof="0" dirty="0">
                <a:ln>
                  <a:noFill/>
                </a:ln>
                <a:solidFill>
                  <a:prstClr val="black"/>
                </a:solidFill>
                <a:effectLst/>
                <a:uLnTx/>
                <a:uFillTx/>
                <a:latin typeface="Tw Cen MT"/>
                <a:ea typeface="+mn-ea"/>
                <a:cs typeface="+mn-cs"/>
              </a:rPr>
              <a:t>: buy or sell orders that are to be executed </a:t>
            </a:r>
            <a:r>
              <a:rPr kumimoji="0" lang="en-US" sz="2800" b="0" i="0" u="none" strike="noStrike" kern="1200" cap="none" spc="0" normalizeH="0" baseline="0" noProof="0" dirty="0">
                <a:ln>
                  <a:noFill/>
                </a:ln>
                <a:solidFill>
                  <a:srgbClr val="EC767C"/>
                </a:solidFill>
                <a:effectLst/>
                <a:uLnTx/>
                <a:uFillTx/>
                <a:latin typeface="Tw Cen MT"/>
                <a:ea typeface="+mn-ea"/>
                <a:cs typeface="+mn-cs"/>
              </a:rPr>
              <a:t>immediately at current market prices</a:t>
            </a:r>
            <a:r>
              <a:rPr kumimoji="0" lang="en-US" sz="2800" b="0" i="0" u="none" strike="noStrike" kern="1200" cap="none" spc="0" normalizeH="0" baseline="0" noProof="0" dirty="0">
                <a:ln>
                  <a:noFill/>
                </a:ln>
                <a:solidFill>
                  <a:prstClr val="black"/>
                </a:solidFill>
                <a:effectLst/>
                <a:uLnTx/>
                <a:uFillTx/>
                <a:latin typeface="Tw Cen MT"/>
                <a:ea typeface="+mn-ea"/>
                <a:cs typeface="+mn-cs"/>
              </a:rPr>
              <a:t>.</a:t>
            </a:r>
          </a:p>
        </p:txBody>
      </p:sp>
      <p:sp>
        <p:nvSpPr>
          <p:cNvPr id="2" name="Rectangle 1">
            <a:extLst>
              <a:ext uri="{FF2B5EF4-FFF2-40B4-BE49-F238E27FC236}">
                <a16:creationId xmlns:a16="http://schemas.microsoft.com/office/drawing/2014/main" id="{F0D2FD3E-4C54-F501-2090-7CF3C3059D05}"/>
              </a:ext>
            </a:extLst>
          </p:cNvPr>
          <p:cNvSpPr/>
          <p:nvPr/>
        </p:nvSpPr>
        <p:spPr>
          <a:xfrm>
            <a:off x="1330143" y="2213121"/>
            <a:ext cx="10105627" cy="2051415"/>
          </a:xfrm>
          <a:prstGeom prst="rect">
            <a:avLst/>
          </a:prstGeom>
          <a:solidFill>
            <a:srgbClr val="2DA2BF">
              <a:alpha val="9000"/>
            </a:srgbClr>
          </a:solidFill>
          <a:ln w="10000" cap="flat" cmpd="sng" algn="ctr">
            <a:solidFill>
              <a:srgbClr val="DEF5FA"/>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dirty="0">
              <a:ln>
                <a:solidFill>
                  <a:prstClr val="white"/>
                </a:solidFill>
              </a:ln>
              <a:solidFill>
                <a:prstClr val="white"/>
              </a:solidFill>
              <a:effectLst/>
              <a:uLnTx/>
              <a:uFillTx/>
              <a:latin typeface="Tw Cen MT"/>
              <a:ea typeface="+mn-ea"/>
              <a:cs typeface="+mn-cs"/>
            </a:endParaRPr>
          </a:p>
        </p:txBody>
      </p:sp>
      <p:sp>
        <p:nvSpPr>
          <p:cNvPr id="9" name="TextBox 8">
            <a:extLst>
              <a:ext uri="{FF2B5EF4-FFF2-40B4-BE49-F238E27FC236}">
                <a16:creationId xmlns:a16="http://schemas.microsoft.com/office/drawing/2014/main" id="{44420D95-F260-E61A-D057-9729C0096740}"/>
              </a:ext>
            </a:extLst>
          </p:cNvPr>
          <p:cNvSpPr txBox="1"/>
          <p:nvPr/>
        </p:nvSpPr>
        <p:spPr>
          <a:xfrm>
            <a:off x="9862127" y="3207149"/>
            <a:ext cx="1514399" cy="523220"/>
          </a:xfrm>
          <a:prstGeom prst="rect">
            <a:avLst/>
          </a:prstGeom>
          <a:noFill/>
        </p:spPr>
        <p:txBody>
          <a:bodyPr wrap="square" rtlCol="0">
            <a:spAutoFit/>
          </a:bodyPr>
          <a:lstStyle/>
          <a:p>
            <a:r>
              <a:rPr lang="en-US" sz="2800" dirty="0">
                <a:solidFill>
                  <a:prstClr val="black"/>
                </a:solidFill>
                <a:latin typeface="Tw Cen MT"/>
              </a:rPr>
              <a:t>90.05</a:t>
            </a:r>
          </a:p>
        </p:txBody>
      </p:sp>
      <p:sp>
        <p:nvSpPr>
          <p:cNvPr id="10" name="TextBox 9">
            <a:extLst>
              <a:ext uri="{FF2B5EF4-FFF2-40B4-BE49-F238E27FC236}">
                <a16:creationId xmlns:a16="http://schemas.microsoft.com/office/drawing/2014/main" id="{0927CA14-64CA-E457-8387-B50BE29D4582}"/>
              </a:ext>
            </a:extLst>
          </p:cNvPr>
          <p:cNvSpPr txBox="1"/>
          <p:nvPr/>
        </p:nvSpPr>
        <p:spPr>
          <a:xfrm>
            <a:off x="9552526" y="3646887"/>
            <a:ext cx="1066800" cy="523220"/>
          </a:xfrm>
          <a:prstGeom prst="rect">
            <a:avLst/>
          </a:prstGeom>
          <a:noFill/>
        </p:spPr>
        <p:txBody>
          <a:bodyPr wrap="square" rtlCol="0">
            <a:spAutoFit/>
          </a:bodyPr>
          <a:lstStyle/>
          <a:p>
            <a:r>
              <a:rPr lang="en-US" sz="2800" dirty="0">
                <a:solidFill>
                  <a:prstClr val="black"/>
                </a:solidFill>
                <a:latin typeface="Tw Cen MT"/>
              </a:rPr>
              <a:t>90</a:t>
            </a:r>
          </a:p>
        </p:txBody>
      </p:sp>
      <p:sp>
        <p:nvSpPr>
          <p:cNvPr id="11" name="TextBox 10">
            <a:extLst>
              <a:ext uri="{FF2B5EF4-FFF2-40B4-BE49-F238E27FC236}">
                <a16:creationId xmlns:a16="http://schemas.microsoft.com/office/drawing/2014/main" id="{DF57DF03-7148-5514-DACA-1E3CDC0CDCD2}"/>
              </a:ext>
            </a:extLst>
          </p:cNvPr>
          <p:cNvSpPr txBox="1"/>
          <p:nvPr/>
        </p:nvSpPr>
        <p:spPr>
          <a:xfrm>
            <a:off x="1330143" y="4446953"/>
            <a:ext cx="5867400" cy="769441"/>
          </a:xfrm>
          <a:prstGeom prst="rect">
            <a:avLst/>
          </a:prstGeom>
          <a:noFill/>
        </p:spPr>
        <p:txBody>
          <a:bodyPr wrap="square" rtlCol="0">
            <a:spAutoFit/>
          </a:bodyPr>
          <a:lstStyle/>
          <a:p>
            <a:r>
              <a:rPr lang="en-US" sz="2200" dirty="0">
                <a:solidFill>
                  <a:prstClr val="black"/>
                </a:solidFill>
                <a:latin typeface="Tw Cen MT"/>
              </a:rPr>
              <a:t>Note: Bid price is the highest buying price</a:t>
            </a:r>
          </a:p>
          <a:p>
            <a:r>
              <a:rPr lang="en-US" sz="2200" dirty="0">
                <a:solidFill>
                  <a:prstClr val="black"/>
                </a:solidFill>
                <a:latin typeface="Tw Cen MT"/>
              </a:rPr>
              <a:t>         Ask price is the lowest selling price</a:t>
            </a:r>
          </a:p>
        </p:txBody>
      </p:sp>
    </p:spTree>
    <p:extLst>
      <p:ext uri="{BB962C8B-B14F-4D97-AF65-F5344CB8AC3E}">
        <p14:creationId xmlns:p14="http://schemas.microsoft.com/office/powerpoint/2010/main" val="728890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208421"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How securities are traded</a:t>
            </a:r>
            <a:endParaRPr kumimoji="0" lang="en-US"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How Securities Are Traded</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4" name="TextBox 3">
            <a:extLst>
              <a:ext uri="{FF2B5EF4-FFF2-40B4-BE49-F238E27FC236}">
                <a16:creationId xmlns:a16="http://schemas.microsoft.com/office/drawing/2014/main" id="{D92FADB7-E2C8-2FD8-8B44-E2692E16FEF3}"/>
              </a:ext>
            </a:extLst>
          </p:cNvPr>
          <p:cNvSpPr txBox="1"/>
          <p:nvPr/>
        </p:nvSpPr>
        <p:spPr>
          <a:xfrm>
            <a:off x="380988" y="577272"/>
            <a:ext cx="11404624" cy="3826689"/>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 Types of Orders</a:t>
            </a:r>
          </a:p>
          <a:p>
            <a:pPr marL="88011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startAt="2"/>
              <a:tabLst/>
              <a:defRPr/>
            </a:pPr>
            <a:r>
              <a:rPr kumimoji="0" lang="en-US" sz="2800" b="1" i="0" u="none" strike="noStrike" kern="1200" cap="none" spc="0" normalizeH="0" baseline="0" noProof="0" dirty="0">
                <a:ln>
                  <a:noFill/>
                </a:ln>
                <a:solidFill>
                  <a:prstClr val="black"/>
                </a:solidFill>
                <a:effectLst/>
                <a:uLnTx/>
                <a:uFillTx/>
                <a:latin typeface="Tw Cen MT"/>
                <a:ea typeface="+mn-ea"/>
                <a:cs typeface="+mn-cs"/>
              </a:rPr>
              <a:t>Price-contingent orders</a:t>
            </a:r>
          </a:p>
          <a:p>
            <a:pPr marL="1154430" marR="0" lvl="2" indent="-514350" algn="l" defTabSz="914400" rtl="0" eaLnBrk="1" fontAlgn="auto" latinLnBrk="0" hangingPunct="1">
              <a:lnSpc>
                <a:spcPct val="100000"/>
              </a:lnSpc>
              <a:spcBef>
                <a:spcPts val="500"/>
              </a:spcBef>
              <a:spcAft>
                <a:spcPts val="0"/>
              </a:spcAft>
              <a:buClr>
                <a:srgbClr val="DA1F28"/>
              </a:buClr>
              <a:buSzPct val="75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Buy orders</a:t>
            </a:r>
          </a:p>
          <a:p>
            <a:pPr marL="1611630" marR="0" lvl="3" indent="-514350" algn="l" defTabSz="914400" rtl="0" eaLnBrk="1" fontAlgn="auto" latinLnBrk="0" hangingPunct="1">
              <a:lnSpc>
                <a:spcPct val="100000"/>
              </a:lnSpc>
              <a:spcBef>
                <a:spcPts val="400"/>
              </a:spcBef>
              <a:spcAft>
                <a:spcPts val="0"/>
              </a:spcAft>
              <a:buClr>
                <a:srgbClr val="EB641B"/>
              </a:buClr>
              <a:buSzPct val="75000"/>
              <a:buFont typeface="+mj-lt"/>
              <a:buAutoNum type="romanUcPeriod"/>
              <a:tabLst/>
              <a:defRPr/>
            </a:pPr>
            <a:r>
              <a:rPr kumimoji="0" lang="en-US" sz="24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Limit-buy order </a:t>
            </a:r>
            <a:r>
              <a:rPr kumimoji="0" lang="en-US" sz="2400" b="0" i="0" u="none" strike="noStrike" kern="1200" cap="none" spc="0" normalizeH="0" baseline="0" noProof="0" dirty="0">
                <a:ln>
                  <a:noFill/>
                </a:ln>
                <a:solidFill>
                  <a:prstClr val="black"/>
                </a:solidFill>
                <a:effectLst/>
                <a:uLnTx/>
                <a:uFillTx/>
                <a:latin typeface="Tw Cen MT"/>
                <a:ea typeface="+mn-ea"/>
                <a:cs typeface="+mn-cs"/>
              </a:rPr>
              <a:t>is an order to purchase an asset </a:t>
            </a:r>
            <a:r>
              <a:rPr kumimoji="0" lang="en-US" sz="24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at or below </a:t>
            </a:r>
            <a:r>
              <a:rPr kumimoji="0" lang="en-US" sz="2400" b="0" i="0" u="none" strike="noStrike" kern="1200" cap="none" spc="0" normalizeH="0" baseline="0" noProof="0" dirty="0">
                <a:ln>
                  <a:noFill/>
                </a:ln>
                <a:solidFill>
                  <a:prstClr val="black"/>
                </a:solidFill>
                <a:effectLst/>
                <a:uLnTx/>
                <a:uFillTx/>
                <a:latin typeface="Tw Cen MT"/>
                <a:ea typeface="+mn-ea"/>
                <a:cs typeface="+mn-cs"/>
              </a:rPr>
              <a:t>a specified price.</a:t>
            </a:r>
          </a:p>
          <a:p>
            <a:pPr marL="1611630" marR="0" lvl="3" indent="-514350" algn="l" defTabSz="914400" rtl="0" eaLnBrk="1" fontAlgn="auto" latinLnBrk="0" hangingPunct="1">
              <a:lnSpc>
                <a:spcPct val="100000"/>
              </a:lnSpc>
              <a:spcBef>
                <a:spcPts val="400"/>
              </a:spcBef>
              <a:spcAft>
                <a:spcPts val="0"/>
              </a:spcAft>
              <a:buClr>
                <a:srgbClr val="EB641B"/>
              </a:buClr>
              <a:buSzPct val="75000"/>
              <a:buFont typeface="+mj-lt"/>
              <a:buAutoNum type="romanUcPeriod"/>
              <a:tabLst/>
              <a:defRPr/>
            </a:pPr>
            <a:r>
              <a:rPr kumimoji="0" lang="en-US" sz="2400" b="0" i="0" u="none" strike="noStrike" kern="1200" cap="none" spc="0" normalizeH="0" baseline="0" noProof="0" dirty="0">
                <a:ln>
                  <a:noFill/>
                </a:ln>
                <a:solidFill>
                  <a:srgbClr val="2DA2BF"/>
                </a:solidFill>
                <a:effectLst/>
                <a:uLnTx/>
                <a:uFillTx/>
                <a:latin typeface="Tw Cen MT"/>
                <a:ea typeface="+mn-ea"/>
                <a:cs typeface="+mn-cs"/>
              </a:rPr>
              <a:t>Stop-buy order </a:t>
            </a:r>
            <a:r>
              <a:rPr kumimoji="0" lang="en-US" sz="2400" b="0" i="0" u="none" strike="noStrike" kern="1200" cap="none" spc="0" normalizeH="0" baseline="0" noProof="0" dirty="0">
                <a:ln>
                  <a:noFill/>
                </a:ln>
                <a:solidFill>
                  <a:prstClr val="black"/>
                </a:solidFill>
                <a:effectLst/>
                <a:uLnTx/>
                <a:uFillTx/>
                <a:latin typeface="Tw Cen MT"/>
                <a:ea typeface="+mn-ea"/>
                <a:cs typeface="+mn-cs"/>
              </a:rPr>
              <a:t>is an order to purchase an asset </a:t>
            </a:r>
            <a:r>
              <a:rPr kumimoji="0" lang="en-US" sz="24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at or above </a:t>
            </a:r>
            <a:r>
              <a:rPr kumimoji="0" lang="en-US" sz="2400" b="0" i="0" u="none" strike="noStrike" kern="1200" cap="none" spc="0" normalizeH="0" baseline="0" noProof="0" dirty="0">
                <a:ln>
                  <a:noFill/>
                </a:ln>
                <a:solidFill>
                  <a:prstClr val="black"/>
                </a:solidFill>
                <a:effectLst/>
                <a:uLnTx/>
                <a:uFillTx/>
                <a:latin typeface="Tw Cen MT"/>
                <a:ea typeface="+mn-ea"/>
                <a:cs typeface="+mn-cs"/>
              </a:rPr>
              <a:t>a specified price.</a:t>
            </a:r>
          </a:p>
          <a:p>
            <a:pPr marL="1154430" marR="0" lvl="2" indent="-514350" algn="l" defTabSz="914400" rtl="0" eaLnBrk="1" fontAlgn="auto" latinLnBrk="0" hangingPunct="1">
              <a:lnSpc>
                <a:spcPct val="100000"/>
              </a:lnSpc>
              <a:spcBef>
                <a:spcPts val="500"/>
              </a:spcBef>
              <a:spcAft>
                <a:spcPts val="0"/>
              </a:spcAft>
              <a:buClr>
                <a:srgbClr val="DA1F28"/>
              </a:buClr>
              <a:buSzPct val="75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Sell orders</a:t>
            </a:r>
          </a:p>
          <a:p>
            <a:pPr marL="1611630" marR="0" lvl="3" indent="-514350" algn="l" defTabSz="914400" rtl="0" eaLnBrk="1" fontAlgn="auto" latinLnBrk="0" hangingPunct="1">
              <a:lnSpc>
                <a:spcPct val="100000"/>
              </a:lnSpc>
              <a:spcBef>
                <a:spcPts val="400"/>
              </a:spcBef>
              <a:spcAft>
                <a:spcPts val="0"/>
              </a:spcAft>
              <a:buClr>
                <a:srgbClr val="EB641B"/>
              </a:buClr>
              <a:buSzPct val="75000"/>
              <a:buFont typeface="+mj-lt"/>
              <a:buAutoNum type="romanUcPeriod"/>
              <a:tabLst/>
              <a:defRPr/>
            </a:pPr>
            <a:r>
              <a:rPr kumimoji="0" lang="en-US" sz="24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Limit-sell order </a:t>
            </a:r>
            <a:r>
              <a:rPr kumimoji="0" lang="en-US" sz="2400" b="0" i="0" u="none" strike="noStrike" kern="1200" cap="none" spc="0" normalizeH="0" baseline="0" noProof="0" dirty="0">
                <a:ln>
                  <a:noFill/>
                </a:ln>
                <a:solidFill>
                  <a:prstClr val="black"/>
                </a:solidFill>
                <a:effectLst/>
                <a:uLnTx/>
                <a:uFillTx/>
                <a:latin typeface="Tw Cen MT"/>
                <a:ea typeface="+mn-ea"/>
                <a:cs typeface="+mn-cs"/>
              </a:rPr>
              <a:t>is an order to sell an asset </a:t>
            </a:r>
            <a:r>
              <a:rPr kumimoji="0" lang="en-US" sz="24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at or above </a:t>
            </a:r>
            <a:r>
              <a:rPr kumimoji="0" lang="en-US" sz="2400" b="0" i="0" u="none" strike="noStrike" kern="1200" cap="none" spc="0" normalizeH="0" baseline="0" noProof="0" dirty="0">
                <a:ln>
                  <a:noFill/>
                </a:ln>
                <a:solidFill>
                  <a:prstClr val="black"/>
                </a:solidFill>
                <a:effectLst/>
                <a:uLnTx/>
                <a:uFillTx/>
                <a:latin typeface="Tw Cen MT"/>
                <a:ea typeface="+mn-ea"/>
                <a:cs typeface="+mn-cs"/>
              </a:rPr>
              <a:t>a specified price.</a:t>
            </a:r>
          </a:p>
          <a:p>
            <a:pPr marL="1611630" marR="0" lvl="3" indent="-514350" algn="l" defTabSz="914400" rtl="0" eaLnBrk="1" fontAlgn="auto" latinLnBrk="0" hangingPunct="1">
              <a:lnSpc>
                <a:spcPct val="100000"/>
              </a:lnSpc>
              <a:spcBef>
                <a:spcPts val="400"/>
              </a:spcBef>
              <a:spcAft>
                <a:spcPts val="0"/>
              </a:spcAft>
              <a:buClr>
                <a:srgbClr val="EB641B"/>
              </a:buClr>
              <a:buSzPct val="75000"/>
              <a:buFont typeface="+mj-lt"/>
              <a:buAutoNum type="romanUcPeriod"/>
              <a:tabLst/>
              <a:defRPr/>
            </a:pPr>
            <a:r>
              <a:rPr kumimoji="0" lang="en-US" sz="2400" b="0" i="0" u="none" strike="noStrike" kern="1200" cap="none" spc="0" normalizeH="0" baseline="0" noProof="0" dirty="0">
                <a:ln>
                  <a:noFill/>
                </a:ln>
                <a:solidFill>
                  <a:srgbClr val="2DA2BF"/>
                </a:solidFill>
                <a:effectLst/>
                <a:uLnTx/>
                <a:uFillTx/>
                <a:latin typeface="Tw Cen MT"/>
                <a:ea typeface="+mn-ea"/>
                <a:cs typeface="+mn-cs"/>
              </a:rPr>
              <a:t>Stop-loss order </a:t>
            </a:r>
            <a:r>
              <a:rPr kumimoji="0" lang="en-US" sz="2400" b="0" i="0" u="none" strike="noStrike" kern="1200" cap="none" spc="0" normalizeH="0" baseline="0" noProof="0" dirty="0">
                <a:ln>
                  <a:noFill/>
                </a:ln>
                <a:solidFill>
                  <a:prstClr val="black"/>
                </a:solidFill>
                <a:effectLst/>
                <a:uLnTx/>
                <a:uFillTx/>
                <a:latin typeface="Tw Cen MT"/>
                <a:ea typeface="+mn-ea"/>
                <a:cs typeface="+mn-cs"/>
              </a:rPr>
              <a:t>is an order to sell an asset </a:t>
            </a:r>
            <a:r>
              <a:rPr kumimoji="0" lang="en-US" sz="24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at or below </a:t>
            </a:r>
            <a:r>
              <a:rPr kumimoji="0" lang="en-US" sz="2400" b="0" i="0" u="none" strike="noStrike" kern="1200" cap="none" spc="0" normalizeH="0" baseline="0" noProof="0" dirty="0">
                <a:ln>
                  <a:noFill/>
                </a:ln>
                <a:solidFill>
                  <a:prstClr val="black"/>
                </a:solidFill>
                <a:effectLst/>
                <a:uLnTx/>
                <a:uFillTx/>
                <a:latin typeface="Tw Cen MT"/>
                <a:ea typeface="+mn-ea"/>
                <a:cs typeface="+mn-cs"/>
              </a:rPr>
              <a:t>a specified price.</a:t>
            </a:r>
          </a:p>
        </p:txBody>
      </p:sp>
    </p:spTree>
    <p:extLst>
      <p:ext uri="{BB962C8B-B14F-4D97-AF65-F5344CB8AC3E}">
        <p14:creationId xmlns:p14="http://schemas.microsoft.com/office/powerpoint/2010/main" val="3976601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208421"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How securities are traded</a:t>
            </a:r>
            <a:endParaRPr kumimoji="0" lang="en-US"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Trading Costs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4" name="TextBox 3">
            <a:extLst>
              <a:ext uri="{FF2B5EF4-FFF2-40B4-BE49-F238E27FC236}">
                <a16:creationId xmlns:a16="http://schemas.microsoft.com/office/drawing/2014/main" id="{D92FADB7-E2C8-2FD8-8B44-E2692E16FEF3}"/>
              </a:ext>
            </a:extLst>
          </p:cNvPr>
          <p:cNvSpPr txBox="1"/>
          <p:nvPr/>
        </p:nvSpPr>
        <p:spPr>
          <a:xfrm>
            <a:off x="306720" y="645389"/>
            <a:ext cx="11543534" cy="2954655"/>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 Full-service brokers vs. Discount brokers</a:t>
            </a:r>
          </a:p>
          <a:p>
            <a:pPr marL="834390" marR="0" lvl="1" indent="-514350" algn="just"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Tw Cen MT"/>
                <a:ea typeface="+mn-ea"/>
                <a:cs typeface="+mn-cs"/>
              </a:rPr>
              <a:t>Full-service brokers </a:t>
            </a:r>
            <a:r>
              <a:rPr kumimoji="0" lang="en-US" sz="2800" b="0" i="0" u="none" strike="noStrike" kern="1200" cap="none" spc="0" normalizeH="0" baseline="0" noProof="0" dirty="0">
                <a:ln>
                  <a:noFill/>
                </a:ln>
                <a:solidFill>
                  <a:prstClr val="black"/>
                </a:solidFill>
                <a:effectLst/>
                <a:uLnTx/>
                <a:uFillTx/>
                <a:latin typeface="Tw Cen MT"/>
                <a:ea typeface="+mn-ea"/>
                <a:cs typeface="+mn-cs"/>
              </a:rPr>
              <a:t>provide a variety of services often are referred to as financial consultants or account executives. They routinely provide information and advice relating to investment alternatives.</a:t>
            </a:r>
          </a:p>
          <a:p>
            <a:pPr marL="834390" marR="0" lvl="1" indent="-514350" algn="just"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Tw Cen MT"/>
                <a:ea typeface="+mn-ea"/>
                <a:cs typeface="+mn-cs"/>
              </a:rPr>
              <a:t>Discount brokers </a:t>
            </a:r>
            <a:r>
              <a:rPr kumimoji="0" lang="en-US" sz="2800" b="0" i="0" u="none" strike="noStrike" kern="1200" cap="none" spc="0" normalizeH="0" baseline="0" noProof="0" dirty="0">
                <a:ln>
                  <a:noFill/>
                </a:ln>
                <a:solidFill>
                  <a:prstClr val="black"/>
                </a:solidFill>
                <a:effectLst/>
                <a:uLnTx/>
                <a:uFillTx/>
                <a:latin typeface="Tw Cen MT"/>
                <a:ea typeface="+mn-ea"/>
                <a:cs typeface="+mn-cs"/>
              </a:rPr>
              <a:t>provide “</a:t>
            </a:r>
            <a:r>
              <a:rPr kumimoji="0" lang="en-US" sz="2800" b="0" i="0" u="none" strike="noStrike" kern="1200" cap="none" spc="0" normalizeH="0" baseline="0" noProof="0" dirty="0">
                <a:ln>
                  <a:noFill/>
                </a:ln>
                <a:solidFill>
                  <a:srgbClr val="EC767C"/>
                </a:solidFill>
                <a:effectLst/>
                <a:uLnTx/>
                <a:uFillTx/>
                <a:latin typeface="Tw Cen MT"/>
                <a:ea typeface="+mn-ea"/>
                <a:cs typeface="+mn-cs"/>
              </a:rPr>
              <a:t>no-frills</a:t>
            </a:r>
            <a:r>
              <a:rPr kumimoji="0" lang="en-US" sz="2800" b="0" i="0" u="none" strike="noStrike" kern="1200" cap="none" spc="0" normalizeH="0" baseline="0" noProof="0" dirty="0">
                <a:ln>
                  <a:noFill/>
                </a:ln>
                <a:solidFill>
                  <a:prstClr val="black"/>
                </a:solidFill>
                <a:effectLst/>
                <a:uLnTx/>
                <a:uFillTx/>
                <a:latin typeface="Tw Cen MT"/>
                <a:ea typeface="+mn-ea"/>
                <a:cs typeface="+mn-cs"/>
              </a:rPr>
              <a:t>” services. Brokerage firms like </a:t>
            </a:r>
            <a:r>
              <a:rPr kumimoji="0" lang="en-US" sz="2800" b="0" i="0" u="none" strike="noStrike" kern="1200" cap="none" spc="0" normalizeH="0" baseline="0" noProof="0" dirty="0" err="1">
                <a:ln>
                  <a:noFill/>
                </a:ln>
                <a:solidFill>
                  <a:prstClr val="black"/>
                </a:solidFill>
                <a:effectLst/>
                <a:uLnTx/>
                <a:uFillTx/>
                <a:latin typeface="Tw Cen MT"/>
                <a:ea typeface="+mn-ea"/>
                <a:cs typeface="+mn-cs"/>
              </a:rPr>
              <a:t>Schweb</a:t>
            </a:r>
            <a:r>
              <a:rPr kumimoji="0" lang="en-US" sz="2800" b="0" i="0" u="none" strike="noStrike" kern="1200" cap="none" spc="0" normalizeH="0" baseline="0" noProof="0" dirty="0">
                <a:ln>
                  <a:noFill/>
                </a:ln>
                <a:solidFill>
                  <a:prstClr val="black"/>
                </a:solidFill>
                <a:effectLst/>
                <a:uLnTx/>
                <a:uFillTx/>
                <a:latin typeface="Tw Cen MT"/>
                <a:ea typeface="+mn-ea"/>
                <a:cs typeface="+mn-cs"/>
              </a:rPr>
              <a:t> and </a:t>
            </a:r>
            <a:r>
              <a:rPr kumimoji="0" lang="en-US" sz="2800" b="0" i="0" u="none" strike="noStrike" kern="1200" cap="none" spc="0" normalizeH="0" baseline="0" noProof="0" dirty="0" err="1">
                <a:ln>
                  <a:noFill/>
                </a:ln>
                <a:solidFill>
                  <a:prstClr val="black"/>
                </a:solidFill>
                <a:effectLst/>
                <a:uLnTx/>
                <a:uFillTx/>
                <a:latin typeface="Tw Cen MT"/>
                <a:ea typeface="+mn-ea"/>
                <a:cs typeface="+mn-cs"/>
              </a:rPr>
              <a:t>E*Trade</a:t>
            </a:r>
            <a:r>
              <a:rPr kumimoji="0" lang="en-US" sz="2800" b="0" i="0" u="none" strike="noStrike" kern="1200" cap="none" spc="0" normalizeH="0" baseline="0" noProof="0" dirty="0">
                <a:ln>
                  <a:noFill/>
                </a:ln>
                <a:solidFill>
                  <a:prstClr val="black"/>
                </a:solidFill>
                <a:effectLst/>
                <a:uLnTx/>
                <a:uFillTx/>
                <a:latin typeface="Tw Cen MT"/>
                <a:ea typeface="+mn-ea"/>
                <a:cs typeface="+mn-cs"/>
              </a:rPr>
              <a:t> offer commissions well below $10.</a:t>
            </a:r>
          </a:p>
        </p:txBody>
      </p:sp>
    </p:spTree>
    <p:extLst>
      <p:ext uri="{BB962C8B-B14F-4D97-AF65-F5344CB8AC3E}">
        <p14:creationId xmlns:p14="http://schemas.microsoft.com/office/powerpoint/2010/main" val="7756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208421"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How securities are traded</a:t>
            </a:r>
            <a:endParaRPr kumimoji="0" lang="en-US"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Buying on Margin</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4" name="TextBox 3">
            <a:extLst>
              <a:ext uri="{FF2B5EF4-FFF2-40B4-BE49-F238E27FC236}">
                <a16:creationId xmlns:a16="http://schemas.microsoft.com/office/drawing/2014/main" id="{D92FADB7-E2C8-2FD8-8B44-E2692E16FEF3}"/>
              </a:ext>
            </a:extLst>
          </p:cNvPr>
          <p:cNvSpPr txBox="1"/>
          <p:nvPr/>
        </p:nvSpPr>
        <p:spPr>
          <a:xfrm>
            <a:off x="341746" y="759689"/>
            <a:ext cx="11176000" cy="4329390"/>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lang="en-US" sz="2800" b="1" dirty="0">
                <a:solidFill>
                  <a:prstClr val="black"/>
                </a:solidFill>
                <a:latin typeface="Tw Cen MT"/>
              </a:rPr>
              <a:t>Buying</a:t>
            </a:r>
            <a:r>
              <a:rPr kumimoji="0" lang="en-US" sz="2800" b="1" i="0" u="none" strike="noStrike" kern="1200" cap="none" spc="0" normalizeH="0" baseline="0" noProof="0" dirty="0">
                <a:ln>
                  <a:noFill/>
                </a:ln>
                <a:solidFill>
                  <a:prstClr val="black"/>
                </a:solidFill>
                <a:effectLst/>
                <a:uLnTx/>
                <a:uFillTx/>
                <a:latin typeface="Tw Cen MT"/>
                <a:ea typeface="+mn-ea"/>
                <a:cs typeface="+mn-cs"/>
              </a:rPr>
              <a:t> stocks on margin (known as </a:t>
            </a:r>
            <a:r>
              <a:rPr kumimoji="0" lang="en-US" sz="2800" b="1" i="0" u="none" strike="noStrike" kern="1200" cap="none" spc="0" normalizeH="0" baseline="0" noProof="0" dirty="0">
                <a:ln>
                  <a:noFill/>
                </a:ln>
                <a:solidFill>
                  <a:srgbClr val="DA1F28">
                    <a:lumMod val="60000"/>
                    <a:lumOff val="40000"/>
                  </a:srgbClr>
                </a:solidFill>
                <a:effectLst/>
                <a:uLnTx/>
                <a:uFillTx/>
                <a:latin typeface="Tw Cen MT"/>
                <a:ea typeface="+mn-ea"/>
                <a:cs typeface="+mn-cs"/>
              </a:rPr>
              <a:t>share financing </a:t>
            </a:r>
            <a:r>
              <a:rPr kumimoji="0" lang="en-US" sz="2800" b="1" i="0" u="none" strike="noStrike" kern="1200" cap="none" spc="0" normalizeH="0" baseline="0" noProof="0" dirty="0">
                <a:ln>
                  <a:noFill/>
                </a:ln>
                <a:solidFill>
                  <a:prstClr val="black"/>
                </a:solidFill>
                <a:effectLst/>
                <a:uLnTx/>
                <a:uFillTx/>
                <a:latin typeface="Tw Cen MT"/>
                <a:ea typeface="+mn-ea"/>
                <a:cs typeface="+mn-cs"/>
              </a:rPr>
              <a:t>in Singapore)</a:t>
            </a:r>
            <a:r>
              <a:rPr kumimoji="0" lang="en-US" sz="2800" b="0" i="0" u="none" strike="noStrike" kern="1200" cap="none" spc="0" normalizeH="0" baseline="0" noProof="0" dirty="0">
                <a:ln>
                  <a:noFill/>
                </a:ln>
                <a:solidFill>
                  <a:prstClr val="black"/>
                </a:solidFill>
                <a:effectLst/>
                <a:uLnTx/>
                <a:uFillTx/>
                <a:latin typeface="Tw Cen MT"/>
                <a:ea typeface="+mn-ea"/>
                <a:cs typeface="+mn-cs"/>
              </a:rPr>
              <a:t>: the investor borrows part of the purchase price of the stock from a broker.</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srgbClr val="EC767C"/>
                </a:solidFill>
                <a:effectLst/>
                <a:uLnTx/>
                <a:uFillTx/>
                <a:latin typeface="Tw Cen MT"/>
                <a:ea typeface="+mn-ea"/>
                <a:cs typeface="+mn-cs"/>
              </a:rPr>
              <a:t>Percentage margin </a:t>
            </a:r>
            <a:r>
              <a:rPr kumimoji="0" lang="en-US" sz="2800" b="0" i="0" u="none" strike="noStrike" kern="1200" cap="none" spc="0" normalizeH="0" baseline="0" noProof="0" dirty="0">
                <a:ln>
                  <a:noFill/>
                </a:ln>
                <a:solidFill>
                  <a:prstClr val="black"/>
                </a:solidFill>
                <a:effectLst/>
                <a:uLnTx/>
                <a:uFillTx/>
                <a:latin typeface="Tw Cen MT"/>
                <a:ea typeface="+mn-ea"/>
                <a:cs typeface="+mn-cs"/>
              </a:rPr>
              <a:t>is the ratio of the equity value of the account to the market value of the securities.</a:t>
            </a:r>
          </a:p>
          <a:p>
            <a:pPr marL="971550" lvl="1" indent="-514350">
              <a:spcBef>
                <a:spcPts val="700"/>
              </a:spcBef>
              <a:buClr>
                <a:srgbClr val="DA1F28"/>
              </a:buClr>
              <a:buSzPct val="60000"/>
              <a:buFont typeface="+mj-lt"/>
              <a:buAutoNum type="arabicPeriod"/>
              <a:defRPr/>
            </a:pPr>
            <a:r>
              <a:rPr lang="en-US" sz="2800" b="1" dirty="0">
                <a:solidFill>
                  <a:srgbClr val="DA1F28">
                    <a:lumMod val="60000"/>
                    <a:lumOff val="40000"/>
                  </a:srgbClr>
                </a:solidFill>
                <a:latin typeface="Tw Cen MT"/>
              </a:rPr>
              <a:t>Initial margin</a:t>
            </a:r>
            <a:r>
              <a:rPr lang="en-US" sz="2800" dirty="0">
                <a:solidFill>
                  <a:srgbClr val="DA1F28">
                    <a:lumMod val="60000"/>
                    <a:lumOff val="40000"/>
                  </a:srgbClr>
                </a:solidFill>
                <a:latin typeface="Tw Cen MT"/>
              </a:rPr>
              <a:t>: </a:t>
            </a:r>
            <a:r>
              <a:rPr lang="en-US" sz="2800" dirty="0">
                <a:latin typeface="Tw Cen MT"/>
              </a:rPr>
              <a:t>the percentage of the purchase price of securities that the investor must pay for with his or her own cash. </a:t>
            </a:r>
          </a:p>
          <a:p>
            <a:pPr marL="971550" lvl="1" indent="-514350">
              <a:spcBef>
                <a:spcPts val="700"/>
              </a:spcBef>
              <a:buClr>
                <a:srgbClr val="DA1F28"/>
              </a:buClr>
              <a:buSzPct val="60000"/>
              <a:buFont typeface="+mj-lt"/>
              <a:buAutoNum type="arabicPeriod"/>
              <a:defRPr/>
            </a:pPr>
            <a:r>
              <a:rPr lang="en-US" sz="2800" b="1" dirty="0">
                <a:solidFill>
                  <a:srgbClr val="DA1F28">
                    <a:lumMod val="60000"/>
                    <a:lumOff val="40000"/>
                  </a:srgbClr>
                </a:solidFill>
                <a:latin typeface="Tw Cen MT"/>
              </a:rPr>
              <a:t>Maintenance margin</a:t>
            </a:r>
            <a:r>
              <a:rPr lang="en-US" sz="2800" dirty="0">
                <a:solidFill>
                  <a:srgbClr val="DA1F28">
                    <a:lumMod val="60000"/>
                    <a:lumOff val="40000"/>
                  </a:srgbClr>
                </a:solidFill>
                <a:latin typeface="Tw Cen MT"/>
              </a:rPr>
              <a:t>: </a:t>
            </a:r>
            <a:r>
              <a:rPr lang="en-US" sz="2800" dirty="0">
                <a:latin typeface="Tw Cen MT"/>
              </a:rPr>
              <a:t>The minimum amount of equity that must be maintained in a margin account.</a:t>
            </a:r>
          </a:p>
          <a:p>
            <a:pPr marL="971550" lvl="1" indent="-514350">
              <a:spcBef>
                <a:spcPts val="700"/>
              </a:spcBef>
              <a:buClr>
                <a:srgbClr val="DA1F28"/>
              </a:buClr>
              <a:buSzPct val="60000"/>
              <a:buFont typeface="+mj-lt"/>
              <a:buAutoNum type="arabicPeriod"/>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p:txBody>
      </p:sp>
      <p:grpSp>
        <p:nvGrpSpPr>
          <p:cNvPr id="10" name="Group 9">
            <a:extLst>
              <a:ext uri="{FF2B5EF4-FFF2-40B4-BE49-F238E27FC236}">
                <a16:creationId xmlns:a16="http://schemas.microsoft.com/office/drawing/2014/main" id="{1B90574B-3E87-BBCD-C193-51B6AA054606}"/>
              </a:ext>
            </a:extLst>
          </p:cNvPr>
          <p:cNvGrpSpPr/>
          <p:nvPr/>
        </p:nvGrpSpPr>
        <p:grpSpPr>
          <a:xfrm>
            <a:off x="3093480" y="5345440"/>
            <a:ext cx="223920" cy="590040"/>
            <a:chOff x="3093480" y="5345440"/>
            <a:chExt cx="223920" cy="59004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9666B527-2147-1FEE-7A14-6F9473FA5D29}"/>
                    </a:ext>
                  </a:extLst>
                </p14:cNvPr>
                <p14:cNvContentPartPr/>
                <p14:nvPr/>
              </p14:nvContentPartPr>
              <p14:xfrm>
                <a:off x="3093480" y="5345440"/>
                <a:ext cx="145440" cy="550440"/>
              </p14:xfrm>
            </p:contentPart>
          </mc:Choice>
          <mc:Fallback>
            <p:pic>
              <p:nvPicPr>
                <p:cNvPr id="2" name="Ink 1">
                  <a:extLst>
                    <a:ext uri="{FF2B5EF4-FFF2-40B4-BE49-F238E27FC236}">
                      <a16:creationId xmlns:a16="http://schemas.microsoft.com/office/drawing/2014/main" id="{9666B527-2147-1FEE-7A14-6F9473FA5D29}"/>
                    </a:ext>
                  </a:extLst>
                </p:cNvPr>
                <p:cNvPicPr/>
                <p:nvPr/>
              </p:nvPicPr>
              <p:blipFill>
                <a:blip r:embed="rId3"/>
                <a:stretch>
                  <a:fillRect/>
                </a:stretch>
              </p:blipFill>
              <p:spPr>
                <a:xfrm>
                  <a:off x="3087360" y="5339320"/>
                  <a:ext cx="157680" cy="5626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834D6C12-FC72-D6B4-A671-44EB70A2824C}"/>
                    </a:ext>
                  </a:extLst>
                </p14:cNvPr>
                <p14:cNvContentPartPr/>
                <p14:nvPr/>
              </p14:nvContentPartPr>
              <p14:xfrm>
                <a:off x="3313800" y="5863840"/>
                <a:ext cx="3600" cy="71640"/>
              </p14:xfrm>
            </p:contentPart>
          </mc:Choice>
          <mc:Fallback>
            <p:pic>
              <p:nvPicPr>
                <p:cNvPr id="3" name="Ink 2">
                  <a:extLst>
                    <a:ext uri="{FF2B5EF4-FFF2-40B4-BE49-F238E27FC236}">
                      <a16:creationId xmlns:a16="http://schemas.microsoft.com/office/drawing/2014/main" id="{834D6C12-FC72-D6B4-A671-44EB70A2824C}"/>
                    </a:ext>
                  </a:extLst>
                </p:cNvPr>
                <p:cNvPicPr/>
                <p:nvPr/>
              </p:nvPicPr>
              <p:blipFill>
                <a:blip r:embed="rId5"/>
                <a:stretch>
                  <a:fillRect/>
                </a:stretch>
              </p:blipFill>
              <p:spPr>
                <a:xfrm>
                  <a:off x="3307680" y="5857720"/>
                  <a:ext cx="15840" cy="83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8F65E1CF-7376-8CED-B998-572037F4A4D8}"/>
                  </a:ext>
                </a:extLst>
              </p14:cNvPr>
              <p14:cNvContentPartPr/>
              <p14:nvPr/>
            </p14:nvContentPartPr>
            <p14:xfrm>
              <a:off x="3524760" y="5735680"/>
              <a:ext cx="275760" cy="199800"/>
            </p14:xfrm>
          </p:contentPart>
        </mc:Choice>
        <mc:Fallback>
          <p:pic>
            <p:nvPicPr>
              <p:cNvPr id="6" name="Ink 5">
                <a:extLst>
                  <a:ext uri="{FF2B5EF4-FFF2-40B4-BE49-F238E27FC236}">
                    <a16:creationId xmlns:a16="http://schemas.microsoft.com/office/drawing/2014/main" id="{8F65E1CF-7376-8CED-B998-572037F4A4D8}"/>
                  </a:ext>
                </a:extLst>
              </p:cNvPr>
              <p:cNvPicPr/>
              <p:nvPr/>
            </p:nvPicPr>
            <p:blipFill>
              <a:blip r:embed="rId7"/>
              <a:stretch>
                <a:fillRect/>
              </a:stretch>
            </p:blipFill>
            <p:spPr>
              <a:xfrm>
                <a:off x="3518640" y="5729560"/>
                <a:ext cx="28800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 name="Ink 8">
                <a:extLst>
                  <a:ext uri="{FF2B5EF4-FFF2-40B4-BE49-F238E27FC236}">
                    <a16:creationId xmlns:a16="http://schemas.microsoft.com/office/drawing/2014/main" id="{B042A6E3-5975-A6C0-266A-B7AFCC84C655}"/>
                  </a:ext>
                </a:extLst>
              </p14:cNvPr>
              <p14:cNvContentPartPr/>
              <p14:nvPr/>
            </p14:nvContentPartPr>
            <p14:xfrm>
              <a:off x="4002840" y="5948800"/>
              <a:ext cx="7920" cy="15840"/>
            </p14:xfrm>
          </p:contentPart>
        </mc:Choice>
        <mc:Fallback>
          <p:pic>
            <p:nvPicPr>
              <p:cNvPr id="9" name="Ink 8">
                <a:extLst>
                  <a:ext uri="{FF2B5EF4-FFF2-40B4-BE49-F238E27FC236}">
                    <a16:creationId xmlns:a16="http://schemas.microsoft.com/office/drawing/2014/main" id="{B042A6E3-5975-A6C0-266A-B7AFCC84C655}"/>
                  </a:ext>
                </a:extLst>
              </p:cNvPr>
              <p:cNvPicPr/>
              <p:nvPr/>
            </p:nvPicPr>
            <p:blipFill>
              <a:blip r:embed="rId9"/>
              <a:stretch>
                <a:fillRect/>
              </a:stretch>
            </p:blipFill>
            <p:spPr>
              <a:xfrm>
                <a:off x="3996720" y="5942680"/>
                <a:ext cx="2016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1" name="Ink 10">
                <a:extLst>
                  <a:ext uri="{FF2B5EF4-FFF2-40B4-BE49-F238E27FC236}">
                    <a16:creationId xmlns:a16="http://schemas.microsoft.com/office/drawing/2014/main" id="{A0F59F63-6E41-7D8C-20A9-6931293E4371}"/>
                  </a:ext>
                </a:extLst>
              </p14:cNvPr>
              <p14:cNvContentPartPr/>
              <p14:nvPr/>
            </p14:nvContentPartPr>
            <p14:xfrm>
              <a:off x="4443840" y="5461000"/>
              <a:ext cx="195480" cy="142920"/>
            </p14:xfrm>
          </p:contentPart>
        </mc:Choice>
        <mc:Fallback>
          <p:pic>
            <p:nvPicPr>
              <p:cNvPr id="11" name="Ink 10">
                <a:extLst>
                  <a:ext uri="{FF2B5EF4-FFF2-40B4-BE49-F238E27FC236}">
                    <a16:creationId xmlns:a16="http://schemas.microsoft.com/office/drawing/2014/main" id="{A0F59F63-6E41-7D8C-20A9-6931293E4371}"/>
                  </a:ext>
                </a:extLst>
              </p:cNvPr>
              <p:cNvPicPr/>
              <p:nvPr/>
            </p:nvPicPr>
            <p:blipFill>
              <a:blip r:embed="rId11"/>
              <a:stretch>
                <a:fillRect/>
              </a:stretch>
            </p:blipFill>
            <p:spPr>
              <a:xfrm>
                <a:off x="4437720" y="5454880"/>
                <a:ext cx="20772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2" name="Ink 11">
                <a:extLst>
                  <a:ext uri="{FF2B5EF4-FFF2-40B4-BE49-F238E27FC236}">
                    <a16:creationId xmlns:a16="http://schemas.microsoft.com/office/drawing/2014/main" id="{A7059EFB-F5A9-6E68-3DDE-CF619DD61285}"/>
                  </a:ext>
                </a:extLst>
              </p14:cNvPr>
              <p14:cNvContentPartPr/>
              <p14:nvPr/>
            </p14:nvContentPartPr>
            <p14:xfrm>
              <a:off x="4478400" y="5791840"/>
              <a:ext cx="232200" cy="17640"/>
            </p14:xfrm>
          </p:contentPart>
        </mc:Choice>
        <mc:Fallback>
          <p:pic>
            <p:nvPicPr>
              <p:cNvPr id="12" name="Ink 11">
                <a:extLst>
                  <a:ext uri="{FF2B5EF4-FFF2-40B4-BE49-F238E27FC236}">
                    <a16:creationId xmlns:a16="http://schemas.microsoft.com/office/drawing/2014/main" id="{A7059EFB-F5A9-6E68-3DDE-CF619DD61285}"/>
                  </a:ext>
                </a:extLst>
              </p:cNvPr>
              <p:cNvPicPr/>
              <p:nvPr/>
            </p:nvPicPr>
            <p:blipFill>
              <a:blip r:embed="rId13"/>
              <a:stretch>
                <a:fillRect/>
              </a:stretch>
            </p:blipFill>
            <p:spPr>
              <a:xfrm>
                <a:off x="4472280" y="5785720"/>
                <a:ext cx="244440" cy="29880"/>
              </a:xfrm>
              <a:prstGeom prst="rect">
                <a:avLst/>
              </a:prstGeom>
            </p:spPr>
          </p:pic>
        </mc:Fallback>
      </mc:AlternateContent>
      <p:grpSp>
        <p:nvGrpSpPr>
          <p:cNvPr id="19" name="Group 18">
            <a:extLst>
              <a:ext uri="{FF2B5EF4-FFF2-40B4-BE49-F238E27FC236}">
                <a16:creationId xmlns:a16="http://schemas.microsoft.com/office/drawing/2014/main" id="{C638F8A2-5663-16CC-CDC9-DAB40D36CE9F}"/>
              </a:ext>
            </a:extLst>
          </p:cNvPr>
          <p:cNvGrpSpPr/>
          <p:nvPr/>
        </p:nvGrpSpPr>
        <p:grpSpPr>
          <a:xfrm>
            <a:off x="5220720" y="4822720"/>
            <a:ext cx="994320" cy="414360"/>
            <a:chOff x="5220720" y="4822720"/>
            <a:chExt cx="994320" cy="414360"/>
          </a:xfrm>
        </p:grpSpPr>
        <mc:AlternateContent xmlns:mc="http://schemas.openxmlformats.org/markup-compatibility/2006">
          <mc:Choice xmlns:p14="http://schemas.microsoft.com/office/powerpoint/2010/main" Requires="p14">
            <p:contentPart p14:bwMode="auto" r:id="rId14">
              <p14:nvContentPartPr>
                <p14:cNvPr id="13" name="Ink 12">
                  <a:extLst>
                    <a:ext uri="{FF2B5EF4-FFF2-40B4-BE49-F238E27FC236}">
                      <a16:creationId xmlns:a16="http://schemas.microsoft.com/office/drawing/2014/main" id="{BD9182A5-9395-1957-8760-A0DA403BF38F}"/>
                    </a:ext>
                  </a:extLst>
                </p14:cNvPr>
                <p14:cNvContentPartPr/>
                <p14:nvPr/>
              </p14:nvContentPartPr>
              <p14:xfrm>
                <a:off x="5220720" y="4822720"/>
                <a:ext cx="161640" cy="323640"/>
              </p14:xfrm>
            </p:contentPart>
          </mc:Choice>
          <mc:Fallback>
            <p:pic>
              <p:nvPicPr>
                <p:cNvPr id="13" name="Ink 12">
                  <a:extLst>
                    <a:ext uri="{FF2B5EF4-FFF2-40B4-BE49-F238E27FC236}">
                      <a16:creationId xmlns:a16="http://schemas.microsoft.com/office/drawing/2014/main" id="{BD9182A5-9395-1957-8760-A0DA403BF38F}"/>
                    </a:ext>
                  </a:extLst>
                </p:cNvPr>
                <p:cNvPicPr/>
                <p:nvPr/>
              </p:nvPicPr>
              <p:blipFill>
                <a:blip r:embed="rId15"/>
                <a:stretch>
                  <a:fillRect/>
                </a:stretch>
              </p:blipFill>
              <p:spPr>
                <a:xfrm>
                  <a:off x="5214600" y="4816600"/>
                  <a:ext cx="173880" cy="3358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4" name="Ink 13">
                  <a:extLst>
                    <a:ext uri="{FF2B5EF4-FFF2-40B4-BE49-F238E27FC236}">
                      <a16:creationId xmlns:a16="http://schemas.microsoft.com/office/drawing/2014/main" id="{3B3637E8-54F2-5127-AE61-7FDAA604423D}"/>
                    </a:ext>
                  </a:extLst>
                </p14:cNvPr>
                <p14:cNvContentPartPr/>
                <p14:nvPr/>
              </p14:nvContentPartPr>
              <p14:xfrm>
                <a:off x="5439960" y="5013520"/>
                <a:ext cx="344160" cy="223560"/>
              </p14:xfrm>
            </p:contentPart>
          </mc:Choice>
          <mc:Fallback>
            <p:pic>
              <p:nvPicPr>
                <p:cNvPr id="14" name="Ink 13">
                  <a:extLst>
                    <a:ext uri="{FF2B5EF4-FFF2-40B4-BE49-F238E27FC236}">
                      <a16:creationId xmlns:a16="http://schemas.microsoft.com/office/drawing/2014/main" id="{3B3637E8-54F2-5127-AE61-7FDAA604423D}"/>
                    </a:ext>
                  </a:extLst>
                </p:cNvPr>
                <p:cNvPicPr/>
                <p:nvPr/>
              </p:nvPicPr>
              <p:blipFill>
                <a:blip r:embed="rId17"/>
                <a:stretch>
                  <a:fillRect/>
                </a:stretch>
              </p:blipFill>
              <p:spPr>
                <a:xfrm>
                  <a:off x="5433840" y="5007400"/>
                  <a:ext cx="356400" cy="235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5" name="Ink 14">
                  <a:extLst>
                    <a:ext uri="{FF2B5EF4-FFF2-40B4-BE49-F238E27FC236}">
                      <a16:creationId xmlns:a16="http://schemas.microsoft.com/office/drawing/2014/main" id="{A884AB2B-37E8-6203-8269-6DABCEDF9423}"/>
                    </a:ext>
                  </a:extLst>
                </p14:cNvPr>
                <p14:cNvContentPartPr/>
                <p14:nvPr/>
              </p14:nvContentPartPr>
              <p14:xfrm>
                <a:off x="5838120" y="4864840"/>
                <a:ext cx="75240" cy="232560"/>
              </p14:xfrm>
            </p:contentPart>
          </mc:Choice>
          <mc:Fallback>
            <p:pic>
              <p:nvPicPr>
                <p:cNvPr id="15" name="Ink 14">
                  <a:extLst>
                    <a:ext uri="{FF2B5EF4-FFF2-40B4-BE49-F238E27FC236}">
                      <a16:creationId xmlns:a16="http://schemas.microsoft.com/office/drawing/2014/main" id="{A884AB2B-37E8-6203-8269-6DABCEDF9423}"/>
                    </a:ext>
                  </a:extLst>
                </p:cNvPr>
                <p:cNvPicPr/>
                <p:nvPr/>
              </p:nvPicPr>
              <p:blipFill>
                <a:blip r:embed="rId19"/>
                <a:stretch>
                  <a:fillRect/>
                </a:stretch>
              </p:blipFill>
              <p:spPr>
                <a:xfrm>
                  <a:off x="5832000" y="4858720"/>
                  <a:ext cx="87480" cy="244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6" name="Ink 15">
                  <a:extLst>
                    <a:ext uri="{FF2B5EF4-FFF2-40B4-BE49-F238E27FC236}">
                      <a16:creationId xmlns:a16="http://schemas.microsoft.com/office/drawing/2014/main" id="{1E36753A-41F4-DB9B-0A2E-99E52E5EA381}"/>
                    </a:ext>
                  </a:extLst>
                </p14:cNvPr>
                <p14:cNvContentPartPr/>
                <p14:nvPr/>
              </p14:nvContentPartPr>
              <p14:xfrm>
                <a:off x="5950800" y="4873480"/>
                <a:ext cx="100800" cy="170280"/>
              </p14:xfrm>
            </p:contentPart>
          </mc:Choice>
          <mc:Fallback>
            <p:pic>
              <p:nvPicPr>
                <p:cNvPr id="16" name="Ink 15">
                  <a:extLst>
                    <a:ext uri="{FF2B5EF4-FFF2-40B4-BE49-F238E27FC236}">
                      <a16:creationId xmlns:a16="http://schemas.microsoft.com/office/drawing/2014/main" id="{1E36753A-41F4-DB9B-0A2E-99E52E5EA381}"/>
                    </a:ext>
                  </a:extLst>
                </p:cNvPr>
                <p:cNvPicPr/>
                <p:nvPr/>
              </p:nvPicPr>
              <p:blipFill>
                <a:blip r:embed="rId21"/>
                <a:stretch>
                  <a:fillRect/>
                </a:stretch>
              </p:blipFill>
              <p:spPr>
                <a:xfrm>
                  <a:off x="5944680" y="4867360"/>
                  <a:ext cx="11304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7" name="Ink 16">
                  <a:extLst>
                    <a:ext uri="{FF2B5EF4-FFF2-40B4-BE49-F238E27FC236}">
                      <a16:creationId xmlns:a16="http://schemas.microsoft.com/office/drawing/2014/main" id="{50725C1F-C2F5-7520-F945-831A4658EFA3}"/>
                    </a:ext>
                  </a:extLst>
                </p14:cNvPr>
                <p14:cNvContentPartPr/>
                <p14:nvPr/>
              </p14:nvContentPartPr>
              <p14:xfrm>
                <a:off x="6064560" y="4911280"/>
                <a:ext cx="150480" cy="228600"/>
              </p14:xfrm>
            </p:contentPart>
          </mc:Choice>
          <mc:Fallback>
            <p:pic>
              <p:nvPicPr>
                <p:cNvPr id="17" name="Ink 16">
                  <a:extLst>
                    <a:ext uri="{FF2B5EF4-FFF2-40B4-BE49-F238E27FC236}">
                      <a16:creationId xmlns:a16="http://schemas.microsoft.com/office/drawing/2014/main" id="{50725C1F-C2F5-7520-F945-831A4658EFA3}"/>
                    </a:ext>
                  </a:extLst>
                </p:cNvPr>
                <p:cNvPicPr/>
                <p:nvPr/>
              </p:nvPicPr>
              <p:blipFill>
                <a:blip r:embed="rId23"/>
                <a:stretch>
                  <a:fillRect/>
                </a:stretch>
              </p:blipFill>
              <p:spPr>
                <a:xfrm>
                  <a:off x="6058440" y="4905160"/>
                  <a:ext cx="16272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8" name="Ink 17">
                  <a:extLst>
                    <a:ext uri="{FF2B5EF4-FFF2-40B4-BE49-F238E27FC236}">
                      <a16:creationId xmlns:a16="http://schemas.microsoft.com/office/drawing/2014/main" id="{F314D1EA-F004-7541-7538-F3D9C1E22521}"/>
                    </a:ext>
                  </a:extLst>
                </p14:cNvPr>
                <p14:cNvContentPartPr/>
                <p14:nvPr/>
              </p14:nvContentPartPr>
              <p14:xfrm>
                <a:off x="6092640" y="4923160"/>
                <a:ext cx="52920" cy="52920"/>
              </p14:xfrm>
            </p:contentPart>
          </mc:Choice>
          <mc:Fallback>
            <p:pic>
              <p:nvPicPr>
                <p:cNvPr id="18" name="Ink 17">
                  <a:extLst>
                    <a:ext uri="{FF2B5EF4-FFF2-40B4-BE49-F238E27FC236}">
                      <a16:creationId xmlns:a16="http://schemas.microsoft.com/office/drawing/2014/main" id="{F314D1EA-F004-7541-7538-F3D9C1E22521}"/>
                    </a:ext>
                  </a:extLst>
                </p:cNvPr>
                <p:cNvPicPr/>
                <p:nvPr/>
              </p:nvPicPr>
              <p:blipFill>
                <a:blip r:embed="rId25"/>
                <a:stretch>
                  <a:fillRect/>
                </a:stretch>
              </p:blipFill>
              <p:spPr>
                <a:xfrm>
                  <a:off x="6086520" y="4917040"/>
                  <a:ext cx="65160" cy="65160"/>
                </a:xfrm>
                <a:prstGeom prst="rect">
                  <a:avLst/>
                </a:prstGeom>
              </p:spPr>
            </p:pic>
          </mc:Fallback>
        </mc:AlternateContent>
      </p:grpSp>
      <p:grpSp>
        <p:nvGrpSpPr>
          <p:cNvPr id="25" name="Group 24">
            <a:extLst>
              <a:ext uri="{FF2B5EF4-FFF2-40B4-BE49-F238E27FC236}">
                <a16:creationId xmlns:a16="http://schemas.microsoft.com/office/drawing/2014/main" id="{903AE01A-0C2A-D7A2-CE74-8A6AEC72FB01}"/>
              </a:ext>
            </a:extLst>
          </p:cNvPr>
          <p:cNvGrpSpPr/>
          <p:nvPr/>
        </p:nvGrpSpPr>
        <p:grpSpPr>
          <a:xfrm>
            <a:off x="6703920" y="4797520"/>
            <a:ext cx="711720" cy="316440"/>
            <a:chOff x="6703920" y="4797520"/>
            <a:chExt cx="711720" cy="316440"/>
          </a:xfrm>
        </p:grpSpPr>
        <mc:AlternateContent xmlns:mc="http://schemas.openxmlformats.org/markup-compatibility/2006">
          <mc:Choice xmlns:p14="http://schemas.microsoft.com/office/powerpoint/2010/main" Requires="p14">
            <p:contentPart p14:bwMode="auto" r:id="rId26">
              <p14:nvContentPartPr>
                <p14:cNvPr id="20" name="Ink 19">
                  <a:extLst>
                    <a:ext uri="{FF2B5EF4-FFF2-40B4-BE49-F238E27FC236}">
                      <a16:creationId xmlns:a16="http://schemas.microsoft.com/office/drawing/2014/main" id="{09F088F7-15EE-FD5C-5A2E-16280DA9DCAF}"/>
                    </a:ext>
                  </a:extLst>
                </p14:cNvPr>
                <p14:cNvContentPartPr/>
                <p14:nvPr/>
              </p14:nvContentPartPr>
              <p14:xfrm>
                <a:off x="6703920" y="4843960"/>
                <a:ext cx="127440" cy="208080"/>
              </p14:xfrm>
            </p:contentPart>
          </mc:Choice>
          <mc:Fallback>
            <p:pic>
              <p:nvPicPr>
                <p:cNvPr id="20" name="Ink 19">
                  <a:extLst>
                    <a:ext uri="{FF2B5EF4-FFF2-40B4-BE49-F238E27FC236}">
                      <a16:creationId xmlns:a16="http://schemas.microsoft.com/office/drawing/2014/main" id="{09F088F7-15EE-FD5C-5A2E-16280DA9DCAF}"/>
                    </a:ext>
                  </a:extLst>
                </p:cNvPr>
                <p:cNvPicPr/>
                <p:nvPr/>
              </p:nvPicPr>
              <p:blipFill>
                <a:blip r:embed="rId27"/>
                <a:stretch>
                  <a:fillRect/>
                </a:stretch>
              </p:blipFill>
              <p:spPr>
                <a:xfrm>
                  <a:off x="6697800" y="4837840"/>
                  <a:ext cx="13968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1" name="Ink 20">
                  <a:extLst>
                    <a:ext uri="{FF2B5EF4-FFF2-40B4-BE49-F238E27FC236}">
                      <a16:creationId xmlns:a16="http://schemas.microsoft.com/office/drawing/2014/main" id="{8510E362-2EFB-6E87-7A5F-56D32D9B3ACD}"/>
                    </a:ext>
                  </a:extLst>
                </p14:cNvPr>
                <p14:cNvContentPartPr/>
                <p14:nvPr/>
              </p14:nvContentPartPr>
              <p14:xfrm>
                <a:off x="6881400" y="4958080"/>
                <a:ext cx="174240" cy="72000"/>
              </p14:xfrm>
            </p:contentPart>
          </mc:Choice>
          <mc:Fallback>
            <p:pic>
              <p:nvPicPr>
                <p:cNvPr id="21" name="Ink 20">
                  <a:extLst>
                    <a:ext uri="{FF2B5EF4-FFF2-40B4-BE49-F238E27FC236}">
                      <a16:creationId xmlns:a16="http://schemas.microsoft.com/office/drawing/2014/main" id="{8510E362-2EFB-6E87-7A5F-56D32D9B3ACD}"/>
                    </a:ext>
                  </a:extLst>
                </p:cNvPr>
                <p:cNvPicPr/>
                <p:nvPr/>
              </p:nvPicPr>
              <p:blipFill>
                <a:blip r:embed="rId29"/>
                <a:stretch>
                  <a:fillRect/>
                </a:stretch>
              </p:blipFill>
              <p:spPr>
                <a:xfrm>
                  <a:off x="6875280" y="4951960"/>
                  <a:ext cx="18648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2" name="Ink 21">
                  <a:extLst>
                    <a:ext uri="{FF2B5EF4-FFF2-40B4-BE49-F238E27FC236}">
                      <a16:creationId xmlns:a16="http://schemas.microsoft.com/office/drawing/2014/main" id="{BF18A2FD-C47C-5236-DAED-C1D0E0C9ACAF}"/>
                    </a:ext>
                  </a:extLst>
                </p14:cNvPr>
                <p14:cNvContentPartPr/>
                <p14:nvPr/>
              </p14:nvContentPartPr>
              <p14:xfrm>
                <a:off x="7102440" y="4797520"/>
                <a:ext cx="36720" cy="232920"/>
              </p14:xfrm>
            </p:contentPart>
          </mc:Choice>
          <mc:Fallback>
            <p:pic>
              <p:nvPicPr>
                <p:cNvPr id="22" name="Ink 21">
                  <a:extLst>
                    <a:ext uri="{FF2B5EF4-FFF2-40B4-BE49-F238E27FC236}">
                      <a16:creationId xmlns:a16="http://schemas.microsoft.com/office/drawing/2014/main" id="{BF18A2FD-C47C-5236-DAED-C1D0E0C9ACAF}"/>
                    </a:ext>
                  </a:extLst>
                </p:cNvPr>
                <p:cNvPicPr/>
                <p:nvPr/>
              </p:nvPicPr>
              <p:blipFill>
                <a:blip r:embed="rId31"/>
                <a:stretch>
                  <a:fillRect/>
                </a:stretch>
              </p:blipFill>
              <p:spPr>
                <a:xfrm>
                  <a:off x="7096320" y="4791400"/>
                  <a:ext cx="4896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3" name="Ink 22">
                  <a:extLst>
                    <a:ext uri="{FF2B5EF4-FFF2-40B4-BE49-F238E27FC236}">
                      <a16:creationId xmlns:a16="http://schemas.microsoft.com/office/drawing/2014/main" id="{F74B8A27-F242-15AC-5F0B-AB962FF1C822}"/>
                    </a:ext>
                  </a:extLst>
                </p14:cNvPr>
                <p14:cNvContentPartPr/>
                <p14:nvPr/>
              </p14:nvContentPartPr>
              <p14:xfrm>
                <a:off x="7162920" y="4898320"/>
                <a:ext cx="252720" cy="215640"/>
              </p14:xfrm>
            </p:contentPart>
          </mc:Choice>
          <mc:Fallback>
            <p:pic>
              <p:nvPicPr>
                <p:cNvPr id="23" name="Ink 22">
                  <a:extLst>
                    <a:ext uri="{FF2B5EF4-FFF2-40B4-BE49-F238E27FC236}">
                      <a16:creationId xmlns:a16="http://schemas.microsoft.com/office/drawing/2014/main" id="{F74B8A27-F242-15AC-5F0B-AB962FF1C822}"/>
                    </a:ext>
                  </a:extLst>
                </p:cNvPr>
                <p:cNvPicPr/>
                <p:nvPr/>
              </p:nvPicPr>
              <p:blipFill>
                <a:blip r:embed="rId33"/>
                <a:stretch>
                  <a:fillRect/>
                </a:stretch>
              </p:blipFill>
              <p:spPr>
                <a:xfrm>
                  <a:off x="7156800" y="4892200"/>
                  <a:ext cx="264960" cy="227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4">
            <p14:nvContentPartPr>
              <p14:cNvPr id="24" name="Ink 23">
                <a:extLst>
                  <a:ext uri="{FF2B5EF4-FFF2-40B4-BE49-F238E27FC236}">
                    <a16:creationId xmlns:a16="http://schemas.microsoft.com/office/drawing/2014/main" id="{F15A5067-54E2-B7D6-475B-154F0C360680}"/>
                  </a:ext>
                </a:extLst>
              </p14:cNvPr>
              <p14:cNvContentPartPr/>
              <p14:nvPr/>
            </p14:nvContentPartPr>
            <p14:xfrm>
              <a:off x="5223960" y="5410960"/>
              <a:ext cx="2294280" cy="221400"/>
            </p14:xfrm>
          </p:contentPart>
        </mc:Choice>
        <mc:Fallback>
          <p:pic>
            <p:nvPicPr>
              <p:cNvPr id="24" name="Ink 23">
                <a:extLst>
                  <a:ext uri="{FF2B5EF4-FFF2-40B4-BE49-F238E27FC236}">
                    <a16:creationId xmlns:a16="http://schemas.microsoft.com/office/drawing/2014/main" id="{F15A5067-54E2-B7D6-475B-154F0C360680}"/>
                  </a:ext>
                </a:extLst>
              </p:cNvPr>
              <p:cNvPicPr/>
              <p:nvPr/>
            </p:nvPicPr>
            <p:blipFill>
              <a:blip r:embed="rId35"/>
              <a:stretch>
                <a:fillRect/>
              </a:stretch>
            </p:blipFill>
            <p:spPr>
              <a:xfrm>
                <a:off x="5217840" y="5404840"/>
                <a:ext cx="2306520" cy="233640"/>
              </a:xfrm>
              <a:prstGeom prst="rect">
                <a:avLst/>
              </a:prstGeom>
            </p:spPr>
          </p:pic>
        </mc:Fallback>
      </mc:AlternateContent>
      <p:grpSp>
        <p:nvGrpSpPr>
          <p:cNvPr id="31" name="Group 30">
            <a:extLst>
              <a:ext uri="{FF2B5EF4-FFF2-40B4-BE49-F238E27FC236}">
                <a16:creationId xmlns:a16="http://schemas.microsoft.com/office/drawing/2014/main" id="{8D818F94-7D00-964F-FB7C-9EB18180F378}"/>
              </a:ext>
            </a:extLst>
          </p:cNvPr>
          <p:cNvGrpSpPr/>
          <p:nvPr/>
        </p:nvGrpSpPr>
        <p:grpSpPr>
          <a:xfrm>
            <a:off x="5305320" y="5817400"/>
            <a:ext cx="1090080" cy="444960"/>
            <a:chOff x="5305320" y="5817400"/>
            <a:chExt cx="1090080" cy="444960"/>
          </a:xfrm>
        </p:grpSpPr>
        <mc:AlternateContent xmlns:mc="http://schemas.openxmlformats.org/markup-compatibility/2006">
          <mc:Choice xmlns:p14="http://schemas.microsoft.com/office/powerpoint/2010/main" Requires="p14">
            <p:contentPart p14:bwMode="auto" r:id="rId36">
              <p14:nvContentPartPr>
                <p14:cNvPr id="26" name="Ink 25">
                  <a:extLst>
                    <a:ext uri="{FF2B5EF4-FFF2-40B4-BE49-F238E27FC236}">
                      <a16:creationId xmlns:a16="http://schemas.microsoft.com/office/drawing/2014/main" id="{45483B77-ECD4-B961-06EF-D4143DEB22AC}"/>
                    </a:ext>
                  </a:extLst>
                </p14:cNvPr>
                <p14:cNvContentPartPr/>
                <p14:nvPr/>
              </p14:nvContentPartPr>
              <p14:xfrm>
                <a:off x="5305320" y="5859520"/>
                <a:ext cx="234720" cy="330840"/>
              </p14:xfrm>
            </p:contentPart>
          </mc:Choice>
          <mc:Fallback>
            <p:pic>
              <p:nvPicPr>
                <p:cNvPr id="26" name="Ink 25">
                  <a:extLst>
                    <a:ext uri="{FF2B5EF4-FFF2-40B4-BE49-F238E27FC236}">
                      <a16:creationId xmlns:a16="http://schemas.microsoft.com/office/drawing/2014/main" id="{45483B77-ECD4-B961-06EF-D4143DEB22AC}"/>
                    </a:ext>
                  </a:extLst>
                </p:cNvPr>
                <p:cNvPicPr/>
                <p:nvPr/>
              </p:nvPicPr>
              <p:blipFill>
                <a:blip r:embed="rId37"/>
                <a:stretch>
                  <a:fillRect/>
                </a:stretch>
              </p:blipFill>
              <p:spPr>
                <a:xfrm>
                  <a:off x="5299200" y="5853400"/>
                  <a:ext cx="246960" cy="3430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7" name="Ink 26">
                  <a:extLst>
                    <a:ext uri="{FF2B5EF4-FFF2-40B4-BE49-F238E27FC236}">
                      <a16:creationId xmlns:a16="http://schemas.microsoft.com/office/drawing/2014/main" id="{5771D8D5-3A15-077D-15CB-4470B72DFCF1}"/>
                    </a:ext>
                  </a:extLst>
                </p14:cNvPr>
                <p14:cNvContentPartPr/>
                <p14:nvPr/>
              </p14:nvContentPartPr>
              <p14:xfrm>
                <a:off x="5633640" y="5817400"/>
                <a:ext cx="239760" cy="347760"/>
              </p14:xfrm>
            </p:contentPart>
          </mc:Choice>
          <mc:Fallback>
            <p:pic>
              <p:nvPicPr>
                <p:cNvPr id="27" name="Ink 26">
                  <a:extLst>
                    <a:ext uri="{FF2B5EF4-FFF2-40B4-BE49-F238E27FC236}">
                      <a16:creationId xmlns:a16="http://schemas.microsoft.com/office/drawing/2014/main" id="{5771D8D5-3A15-077D-15CB-4470B72DFCF1}"/>
                    </a:ext>
                  </a:extLst>
                </p:cNvPr>
                <p:cNvPicPr/>
                <p:nvPr/>
              </p:nvPicPr>
              <p:blipFill>
                <a:blip r:embed="rId39"/>
                <a:stretch>
                  <a:fillRect/>
                </a:stretch>
              </p:blipFill>
              <p:spPr>
                <a:xfrm>
                  <a:off x="5627520" y="5811280"/>
                  <a:ext cx="252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8" name="Ink 27">
                  <a:extLst>
                    <a:ext uri="{FF2B5EF4-FFF2-40B4-BE49-F238E27FC236}">
                      <a16:creationId xmlns:a16="http://schemas.microsoft.com/office/drawing/2014/main" id="{271A8072-EB3D-311F-E7D8-DD7A44EC1F2A}"/>
                    </a:ext>
                  </a:extLst>
                </p14:cNvPr>
                <p14:cNvContentPartPr/>
                <p14:nvPr/>
              </p14:nvContentPartPr>
              <p14:xfrm>
                <a:off x="6019200" y="6106840"/>
                <a:ext cx="114480" cy="155520"/>
              </p14:xfrm>
            </p:contentPart>
          </mc:Choice>
          <mc:Fallback>
            <p:pic>
              <p:nvPicPr>
                <p:cNvPr id="28" name="Ink 27">
                  <a:extLst>
                    <a:ext uri="{FF2B5EF4-FFF2-40B4-BE49-F238E27FC236}">
                      <a16:creationId xmlns:a16="http://schemas.microsoft.com/office/drawing/2014/main" id="{271A8072-EB3D-311F-E7D8-DD7A44EC1F2A}"/>
                    </a:ext>
                  </a:extLst>
                </p:cNvPr>
                <p:cNvPicPr/>
                <p:nvPr/>
              </p:nvPicPr>
              <p:blipFill>
                <a:blip r:embed="rId41"/>
                <a:stretch>
                  <a:fillRect/>
                </a:stretch>
              </p:blipFill>
              <p:spPr>
                <a:xfrm>
                  <a:off x="6013080" y="6100720"/>
                  <a:ext cx="12672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9" name="Ink 28">
                  <a:extLst>
                    <a:ext uri="{FF2B5EF4-FFF2-40B4-BE49-F238E27FC236}">
                      <a16:creationId xmlns:a16="http://schemas.microsoft.com/office/drawing/2014/main" id="{B2422BA8-D2C3-7787-7D71-7743CCC58042}"/>
                    </a:ext>
                  </a:extLst>
                </p14:cNvPr>
                <p14:cNvContentPartPr/>
                <p14:nvPr/>
              </p14:nvContentPartPr>
              <p14:xfrm>
                <a:off x="6282720" y="6029800"/>
                <a:ext cx="22320" cy="176760"/>
              </p14:xfrm>
            </p:contentPart>
          </mc:Choice>
          <mc:Fallback>
            <p:pic>
              <p:nvPicPr>
                <p:cNvPr id="29" name="Ink 28">
                  <a:extLst>
                    <a:ext uri="{FF2B5EF4-FFF2-40B4-BE49-F238E27FC236}">
                      <a16:creationId xmlns:a16="http://schemas.microsoft.com/office/drawing/2014/main" id="{B2422BA8-D2C3-7787-7D71-7743CCC58042}"/>
                    </a:ext>
                  </a:extLst>
                </p:cNvPr>
                <p:cNvPicPr/>
                <p:nvPr/>
              </p:nvPicPr>
              <p:blipFill>
                <a:blip r:embed="rId43"/>
                <a:stretch>
                  <a:fillRect/>
                </a:stretch>
              </p:blipFill>
              <p:spPr>
                <a:xfrm>
                  <a:off x="6276600" y="6023680"/>
                  <a:ext cx="3456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0" name="Ink 29">
                  <a:extLst>
                    <a:ext uri="{FF2B5EF4-FFF2-40B4-BE49-F238E27FC236}">
                      <a16:creationId xmlns:a16="http://schemas.microsoft.com/office/drawing/2014/main" id="{124F5E79-C7E0-924B-4E8F-9407E8027B03}"/>
                    </a:ext>
                  </a:extLst>
                </p14:cNvPr>
                <p14:cNvContentPartPr/>
                <p14:nvPr/>
              </p14:nvContentPartPr>
              <p14:xfrm>
                <a:off x="6229800" y="6128800"/>
                <a:ext cx="165600" cy="48600"/>
              </p14:xfrm>
            </p:contentPart>
          </mc:Choice>
          <mc:Fallback>
            <p:pic>
              <p:nvPicPr>
                <p:cNvPr id="30" name="Ink 29">
                  <a:extLst>
                    <a:ext uri="{FF2B5EF4-FFF2-40B4-BE49-F238E27FC236}">
                      <a16:creationId xmlns:a16="http://schemas.microsoft.com/office/drawing/2014/main" id="{124F5E79-C7E0-924B-4E8F-9407E8027B03}"/>
                    </a:ext>
                  </a:extLst>
                </p:cNvPr>
                <p:cNvPicPr/>
                <p:nvPr/>
              </p:nvPicPr>
              <p:blipFill>
                <a:blip r:embed="rId45"/>
                <a:stretch>
                  <a:fillRect/>
                </a:stretch>
              </p:blipFill>
              <p:spPr>
                <a:xfrm>
                  <a:off x="6223680" y="6122680"/>
                  <a:ext cx="177840" cy="60840"/>
                </a:xfrm>
                <a:prstGeom prst="rect">
                  <a:avLst/>
                </a:prstGeom>
              </p:spPr>
            </p:pic>
          </mc:Fallback>
        </mc:AlternateContent>
      </p:grpSp>
      <p:grpSp>
        <p:nvGrpSpPr>
          <p:cNvPr id="40" name="Group 39">
            <a:extLst>
              <a:ext uri="{FF2B5EF4-FFF2-40B4-BE49-F238E27FC236}">
                <a16:creationId xmlns:a16="http://schemas.microsoft.com/office/drawing/2014/main" id="{1160428E-95CF-4A59-DD45-63B8CF9279CB}"/>
              </a:ext>
            </a:extLst>
          </p:cNvPr>
          <p:cNvGrpSpPr/>
          <p:nvPr/>
        </p:nvGrpSpPr>
        <p:grpSpPr>
          <a:xfrm>
            <a:off x="6741360" y="5943760"/>
            <a:ext cx="1324440" cy="375480"/>
            <a:chOff x="6741360" y="5943760"/>
            <a:chExt cx="1324440" cy="375480"/>
          </a:xfrm>
        </p:grpSpPr>
        <mc:AlternateContent xmlns:mc="http://schemas.openxmlformats.org/markup-compatibility/2006">
          <mc:Choice xmlns:p14="http://schemas.microsoft.com/office/powerpoint/2010/main" Requires="p14">
            <p:contentPart p14:bwMode="auto" r:id="rId46">
              <p14:nvContentPartPr>
                <p14:cNvPr id="32" name="Ink 31">
                  <a:extLst>
                    <a:ext uri="{FF2B5EF4-FFF2-40B4-BE49-F238E27FC236}">
                      <a16:creationId xmlns:a16="http://schemas.microsoft.com/office/drawing/2014/main" id="{427AE16E-F1F3-CEDE-7180-81A23738A21C}"/>
                    </a:ext>
                  </a:extLst>
                </p14:cNvPr>
                <p14:cNvContentPartPr/>
                <p14:nvPr/>
              </p14:nvContentPartPr>
              <p14:xfrm>
                <a:off x="6741360" y="5943760"/>
                <a:ext cx="117360" cy="246600"/>
              </p14:xfrm>
            </p:contentPart>
          </mc:Choice>
          <mc:Fallback>
            <p:pic>
              <p:nvPicPr>
                <p:cNvPr id="32" name="Ink 31">
                  <a:extLst>
                    <a:ext uri="{FF2B5EF4-FFF2-40B4-BE49-F238E27FC236}">
                      <a16:creationId xmlns:a16="http://schemas.microsoft.com/office/drawing/2014/main" id="{427AE16E-F1F3-CEDE-7180-81A23738A21C}"/>
                    </a:ext>
                  </a:extLst>
                </p:cNvPr>
                <p:cNvPicPr/>
                <p:nvPr/>
              </p:nvPicPr>
              <p:blipFill>
                <a:blip r:embed="rId47"/>
                <a:stretch>
                  <a:fillRect/>
                </a:stretch>
              </p:blipFill>
              <p:spPr>
                <a:xfrm>
                  <a:off x="6735240" y="5937640"/>
                  <a:ext cx="12960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3" name="Ink 32">
                  <a:extLst>
                    <a:ext uri="{FF2B5EF4-FFF2-40B4-BE49-F238E27FC236}">
                      <a16:creationId xmlns:a16="http://schemas.microsoft.com/office/drawing/2014/main" id="{EFE7101D-2D06-226D-F2B8-A287E5EF420E}"/>
                    </a:ext>
                  </a:extLst>
                </p14:cNvPr>
                <p14:cNvContentPartPr/>
                <p14:nvPr/>
              </p14:nvContentPartPr>
              <p14:xfrm>
                <a:off x="6879600" y="6001720"/>
                <a:ext cx="162720" cy="234000"/>
              </p14:xfrm>
            </p:contentPart>
          </mc:Choice>
          <mc:Fallback>
            <p:pic>
              <p:nvPicPr>
                <p:cNvPr id="33" name="Ink 32">
                  <a:extLst>
                    <a:ext uri="{FF2B5EF4-FFF2-40B4-BE49-F238E27FC236}">
                      <a16:creationId xmlns:a16="http://schemas.microsoft.com/office/drawing/2014/main" id="{EFE7101D-2D06-226D-F2B8-A287E5EF420E}"/>
                    </a:ext>
                  </a:extLst>
                </p:cNvPr>
                <p:cNvPicPr/>
                <p:nvPr/>
              </p:nvPicPr>
              <p:blipFill>
                <a:blip r:embed="rId49"/>
                <a:stretch>
                  <a:fillRect/>
                </a:stretch>
              </p:blipFill>
              <p:spPr>
                <a:xfrm>
                  <a:off x="6873480" y="5995600"/>
                  <a:ext cx="17496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4" name="Ink 33">
                  <a:extLst>
                    <a:ext uri="{FF2B5EF4-FFF2-40B4-BE49-F238E27FC236}">
                      <a16:creationId xmlns:a16="http://schemas.microsoft.com/office/drawing/2014/main" id="{4F3C377C-BC94-558D-71C5-57B31481D675}"/>
                    </a:ext>
                  </a:extLst>
                </p14:cNvPr>
                <p14:cNvContentPartPr/>
                <p14:nvPr/>
              </p14:nvContentPartPr>
              <p14:xfrm>
                <a:off x="7065360" y="5985160"/>
                <a:ext cx="107280" cy="214560"/>
              </p14:xfrm>
            </p:contentPart>
          </mc:Choice>
          <mc:Fallback>
            <p:pic>
              <p:nvPicPr>
                <p:cNvPr id="34" name="Ink 33">
                  <a:extLst>
                    <a:ext uri="{FF2B5EF4-FFF2-40B4-BE49-F238E27FC236}">
                      <a16:creationId xmlns:a16="http://schemas.microsoft.com/office/drawing/2014/main" id="{4F3C377C-BC94-558D-71C5-57B31481D675}"/>
                    </a:ext>
                  </a:extLst>
                </p:cNvPr>
                <p:cNvPicPr/>
                <p:nvPr/>
              </p:nvPicPr>
              <p:blipFill>
                <a:blip r:embed="rId51"/>
                <a:stretch>
                  <a:fillRect/>
                </a:stretch>
              </p:blipFill>
              <p:spPr>
                <a:xfrm>
                  <a:off x="7059240" y="5979040"/>
                  <a:ext cx="11952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5" name="Ink 34">
                  <a:extLst>
                    <a:ext uri="{FF2B5EF4-FFF2-40B4-BE49-F238E27FC236}">
                      <a16:creationId xmlns:a16="http://schemas.microsoft.com/office/drawing/2014/main" id="{235DC12A-05D9-AE4F-9EB8-7A4DE3B0F1C4}"/>
                    </a:ext>
                  </a:extLst>
                </p14:cNvPr>
                <p14:cNvContentPartPr/>
                <p14:nvPr/>
              </p14:nvContentPartPr>
              <p14:xfrm>
                <a:off x="7204320" y="6047080"/>
                <a:ext cx="304200" cy="152640"/>
              </p14:xfrm>
            </p:contentPart>
          </mc:Choice>
          <mc:Fallback>
            <p:pic>
              <p:nvPicPr>
                <p:cNvPr id="35" name="Ink 34">
                  <a:extLst>
                    <a:ext uri="{FF2B5EF4-FFF2-40B4-BE49-F238E27FC236}">
                      <a16:creationId xmlns:a16="http://schemas.microsoft.com/office/drawing/2014/main" id="{235DC12A-05D9-AE4F-9EB8-7A4DE3B0F1C4}"/>
                    </a:ext>
                  </a:extLst>
                </p:cNvPr>
                <p:cNvPicPr/>
                <p:nvPr/>
              </p:nvPicPr>
              <p:blipFill>
                <a:blip r:embed="rId53"/>
                <a:stretch>
                  <a:fillRect/>
                </a:stretch>
              </p:blipFill>
              <p:spPr>
                <a:xfrm>
                  <a:off x="7198200" y="6040960"/>
                  <a:ext cx="31644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6" name="Ink 35">
                  <a:extLst>
                    <a:ext uri="{FF2B5EF4-FFF2-40B4-BE49-F238E27FC236}">
                      <a16:creationId xmlns:a16="http://schemas.microsoft.com/office/drawing/2014/main" id="{C043E0DF-482F-019A-6B1C-F0F4B33875CC}"/>
                    </a:ext>
                  </a:extLst>
                </p14:cNvPr>
                <p14:cNvContentPartPr/>
                <p14:nvPr/>
              </p14:nvContentPartPr>
              <p14:xfrm>
                <a:off x="7547760" y="5946280"/>
                <a:ext cx="45360" cy="253080"/>
              </p14:xfrm>
            </p:contentPart>
          </mc:Choice>
          <mc:Fallback>
            <p:pic>
              <p:nvPicPr>
                <p:cNvPr id="36" name="Ink 35">
                  <a:extLst>
                    <a:ext uri="{FF2B5EF4-FFF2-40B4-BE49-F238E27FC236}">
                      <a16:creationId xmlns:a16="http://schemas.microsoft.com/office/drawing/2014/main" id="{C043E0DF-482F-019A-6B1C-F0F4B33875CC}"/>
                    </a:ext>
                  </a:extLst>
                </p:cNvPr>
                <p:cNvPicPr/>
                <p:nvPr/>
              </p:nvPicPr>
              <p:blipFill>
                <a:blip r:embed="rId55"/>
                <a:stretch>
                  <a:fillRect/>
                </a:stretch>
              </p:blipFill>
              <p:spPr>
                <a:xfrm>
                  <a:off x="7541640" y="5940160"/>
                  <a:ext cx="57600" cy="2653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7" name="Ink 36">
                  <a:extLst>
                    <a:ext uri="{FF2B5EF4-FFF2-40B4-BE49-F238E27FC236}">
                      <a16:creationId xmlns:a16="http://schemas.microsoft.com/office/drawing/2014/main" id="{027D969D-2D44-FD17-F8D1-BECDA22BE6D7}"/>
                    </a:ext>
                  </a:extLst>
                </p14:cNvPr>
                <p14:cNvContentPartPr/>
                <p14:nvPr/>
              </p14:nvContentPartPr>
              <p14:xfrm>
                <a:off x="7617240" y="5956720"/>
                <a:ext cx="130680" cy="249120"/>
              </p14:xfrm>
            </p:contentPart>
          </mc:Choice>
          <mc:Fallback>
            <p:pic>
              <p:nvPicPr>
                <p:cNvPr id="37" name="Ink 36">
                  <a:extLst>
                    <a:ext uri="{FF2B5EF4-FFF2-40B4-BE49-F238E27FC236}">
                      <a16:creationId xmlns:a16="http://schemas.microsoft.com/office/drawing/2014/main" id="{027D969D-2D44-FD17-F8D1-BECDA22BE6D7}"/>
                    </a:ext>
                  </a:extLst>
                </p:cNvPr>
                <p:cNvPicPr/>
                <p:nvPr/>
              </p:nvPicPr>
              <p:blipFill>
                <a:blip r:embed="rId57"/>
                <a:stretch>
                  <a:fillRect/>
                </a:stretch>
              </p:blipFill>
              <p:spPr>
                <a:xfrm>
                  <a:off x="7611120" y="5950600"/>
                  <a:ext cx="142920" cy="2613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8" name="Ink 37">
                  <a:extLst>
                    <a:ext uri="{FF2B5EF4-FFF2-40B4-BE49-F238E27FC236}">
                      <a16:creationId xmlns:a16="http://schemas.microsoft.com/office/drawing/2014/main" id="{FA8628AC-F3DD-54A7-F5E2-4B06BC2882A1}"/>
                    </a:ext>
                  </a:extLst>
                </p14:cNvPr>
                <p14:cNvContentPartPr/>
                <p14:nvPr/>
              </p14:nvContentPartPr>
              <p14:xfrm>
                <a:off x="7781040" y="6051040"/>
                <a:ext cx="284760" cy="268200"/>
              </p14:xfrm>
            </p:contentPart>
          </mc:Choice>
          <mc:Fallback>
            <p:pic>
              <p:nvPicPr>
                <p:cNvPr id="38" name="Ink 37">
                  <a:extLst>
                    <a:ext uri="{FF2B5EF4-FFF2-40B4-BE49-F238E27FC236}">
                      <a16:creationId xmlns:a16="http://schemas.microsoft.com/office/drawing/2014/main" id="{FA8628AC-F3DD-54A7-F5E2-4B06BC2882A1}"/>
                    </a:ext>
                  </a:extLst>
                </p:cNvPr>
                <p:cNvPicPr/>
                <p:nvPr/>
              </p:nvPicPr>
              <p:blipFill>
                <a:blip r:embed="rId59"/>
                <a:stretch>
                  <a:fillRect/>
                </a:stretch>
              </p:blipFill>
              <p:spPr>
                <a:xfrm>
                  <a:off x="7774920" y="6044920"/>
                  <a:ext cx="297000" cy="2804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9" name="Ink 38">
                  <a:extLst>
                    <a:ext uri="{FF2B5EF4-FFF2-40B4-BE49-F238E27FC236}">
                      <a16:creationId xmlns:a16="http://schemas.microsoft.com/office/drawing/2014/main" id="{B0EDD71D-9191-B03E-D974-7C8C7D07FB5E}"/>
                    </a:ext>
                  </a:extLst>
                </p14:cNvPr>
                <p14:cNvContentPartPr/>
                <p14:nvPr/>
              </p14:nvContentPartPr>
              <p14:xfrm>
                <a:off x="7859880" y="6007120"/>
                <a:ext cx="45360" cy="83520"/>
              </p14:xfrm>
            </p:contentPart>
          </mc:Choice>
          <mc:Fallback>
            <p:pic>
              <p:nvPicPr>
                <p:cNvPr id="39" name="Ink 38">
                  <a:extLst>
                    <a:ext uri="{FF2B5EF4-FFF2-40B4-BE49-F238E27FC236}">
                      <a16:creationId xmlns:a16="http://schemas.microsoft.com/office/drawing/2014/main" id="{B0EDD71D-9191-B03E-D974-7C8C7D07FB5E}"/>
                    </a:ext>
                  </a:extLst>
                </p:cNvPr>
                <p:cNvPicPr/>
                <p:nvPr/>
              </p:nvPicPr>
              <p:blipFill>
                <a:blip r:embed="rId61"/>
                <a:stretch>
                  <a:fillRect/>
                </a:stretch>
              </p:blipFill>
              <p:spPr>
                <a:xfrm>
                  <a:off x="7853760" y="6001000"/>
                  <a:ext cx="57600" cy="95760"/>
                </a:xfrm>
                <a:prstGeom prst="rect">
                  <a:avLst/>
                </a:prstGeom>
              </p:spPr>
            </p:pic>
          </mc:Fallback>
        </mc:AlternateContent>
      </p:grpSp>
    </p:spTree>
    <p:extLst>
      <p:ext uri="{BB962C8B-B14F-4D97-AF65-F5344CB8AC3E}">
        <p14:creationId xmlns:p14="http://schemas.microsoft.com/office/powerpoint/2010/main" val="3761144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208421"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How securities are traded</a:t>
            </a:r>
            <a:endParaRPr kumimoji="0" lang="en-US"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Buying on Margin</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4" name="TextBox 3">
            <a:extLst>
              <a:ext uri="{FF2B5EF4-FFF2-40B4-BE49-F238E27FC236}">
                <a16:creationId xmlns:a16="http://schemas.microsoft.com/office/drawing/2014/main" id="{D92FADB7-E2C8-2FD8-8B44-E2692E16FEF3}"/>
              </a:ext>
            </a:extLst>
          </p:cNvPr>
          <p:cNvSpPr txBox="1"/>
          <p:nvPr/>
        </p:nvSpPr>
        <p:spPr>
          <a:xfrm>
            <a:off x="334209" y="710117"/>
            <a:ext cx="11176000" cy="3647152"/>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How does it work? (refer to Example 3.1)</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1" i="0" u="none" strike="noStrike" kern="1200" cap="none" spc="0" normalizeH="0" baseline="0" noProof="0" dirty="0">
                <a:ln>
                  <a:noFill/>
                </a:ln>
                <a:solidFill>
                  <a:prstClr val="black"/>
                </a:solidFill>
                <a:effectLst/>
                <a:uLnTx/>
                <a:uFillTx/>
                <a:latin typeface="Tw Cen MT"/>
                <a:ea typeface="+mn-ea"/>
                <a:cs typeface="+mn-cs"/>
              </a:rPr>
              <a:t>Initial position</a:t>
            </a:r>
          </a:p>
        </p:txBody>
      </p:sp>
      <p:sp>
        <p:nvSpPr>
          <p:cNvPr id="2" name="Rectangle 3">
            <a:extLst>
              <a:ext uri="{FF2B5EF4-FFF2-40B4-BE49-F238E27FC236}">
                <a16:creationId xmlns:a16="http://schemas.microsoft.com/office/drawing/2014/main" id="{DF6D8497-D329-5820-3FA1-7DF751E61DFD}"/>
              </a:ext>
            </a:extLst>
          </p:cNvPr>
          <p:cNvSpPr txBox="1">
            <a:spLocks noChangeArrowheads="1"/>
          </p:cNvSpPr>
          <p:nvPr/>
        </p:nvSpPr>
        <p:spPr>
          <a:xfrm>
            <a:off x="743952" y="1285898"/>
            <a:ext cx="8486273" cy="2800350"/>
          </a:xfrm>
          <a:prstGeom prst="rect">
            <a:avLst/>
          </a:prstGeom>
          <a:noFill/>
        </p:spPr>
        <p:txBody>
          <a:bodyPr vert="horz" lIns="90488" tIns="44450" rIns="90488" bIns="44450">
            <a:no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a:spcBef>
                <a:spcPct val="30000"/>
              </a:spcBef>
              <a:buClr>
                <a:srgbClr val="DA1F28"/>
              </a:buClr>
              <a:buFontTx/>
              <a:buNone/>
            </a:pPr>
            <a:r>
              <a:rPr lang="en-US" sz="2800" dirty="0">
                <a:solidFill>
                  <a:prstClr val="black"/>
                </a:solidFill>
                <a:latin typeface="Tw Cen MT"/>
              </a:rPr>
              <a:t>Share price	                $100</a:t>
            </a:r>
          </a:p>
          <a:p>
            <a:pPr>
              <a:spcBef>
                <a:spcPct val="30000"/>
              </a:spcBef>
              <a:buClr>
                <a:srgbClr val="DA1F28"/>
              </a:buClr>
              <a:buFontTx/>
              <a:buNone/>
            </a:pPr>
            <a:r>
              <a:rPr lang="en-US" sz="2800" dirty="0">
                <a:solidFill>
                  <a:prstClr val="black"/>
                </a:solidFill>
                <a:latin typeface="Tw Cen MT"/>
              </a:rPr>
              <a:t>Initial Margin                 60%</a:t>
            </a:r>
          </a:p>
          <a:p>
            <a:pPr>
              <a:spcBef>
                <a:spcPct val="30000"/>
              </a:spcBef>
              <a:buClr>
                <a:srgbClr val="DA1F28"/>
              </a:buClr>
              <a:buFontTx/>
              <a:buNone/>
            </a:pPr>
            <a:r>
              <a:rPr lang="en-US" sz="2800" dirty="0">
                <a:solidFill>
                  <a:prstClr val="black"/>
                </a:solidFill>
                <a:latin typeface="Tw Cen MT"/>
              </a:rPr>
              <a:t>Maintenance Margin      40%</a:t>
            </a:r>
          </a:p>
          <a:p>
            <a:pPr>
              <a:spcBef>
                <a:spcPct val="30000"/>
              </a:spcBef>
              <a:buClr>
                <a:srgbClr val="DA1F28"/>
              </a:buClr>
              <a:buFontTx/>
              <a:buNone/>
            </a:pPr>
            <a:r>
              <a:rPr lang="en-US" sz="2800" dirty="0">
                <a:solidFill>
                  <a:prstClr val="black"/>
                </a:solidFill>
                <a:latin typeface="Tw Cen MT"/>
              </a:rPr>
              <a:t>Shares Purchased           100</a:t>
            </a:r>
          </a:p>
        </p:txBody>
      </p:sp>
      <p:sp>
        <p:nvSpPr>
          <p:cNvPr id="3" name="TextBox 2">
            <a:extLst>
              <a:ext uri="{FF2B5EF4-FFF2-40B4-BE49-F238E27FC236}">
                <a16:creationId xmlns:a16="http://schemas.microsoft.com/office/drawing/2014/main" id="{7F7DB99F-A34B-7C38-A876-C599F482DA74}"/>
              </a:ext>
            </a:extLst>
          </p:cNvPr>
          <p:cNvSpPr txBox="1"/>
          <p:nvPr/>
        </p:nvSpPr>
        <p:spPr>
          <a:xfrm>
            <a:off x="7613071" y="1868378"/>
            <a:ext cx="3432585" cy="954107"/>
          </a:xfrm>
          <a:prstGeom prst="rect">
            <a:avLst/>
          </a:prstGeom>
          <a:solidFill>
            <a:sysClr val="window" lastClr="FFFFFF"/>
          </a:solidFill>
          <a:ln w="19050" cap="flat" cmpd="sng" algn="ctr">
            <a:solidFill>
              <a:srgbClr val="DA1F28"/>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black"/>
                </a:solidFill>
                <a:effectLst/>
                <a:uLnTx/>
                <a:uFillTx/>
                <a:latin typeface="Tw Cen MT"/>
                <a:ea typeface="+mn-ea"/>
                <a:cs typeface="+mn-cs"/>
              </a:rPr>
              <a:t>Note: they don’t need to add up to 100%.</a:t>
            </a:r>
          </a:p>
        </p:txBody>
      </p:sp>
      <p:cxnSp>
        <p:nvCxnSpPr>
          <p:cNvPr id="6" name="Straight Arrow Connector 5">
            <a:extLst>
              <a:ext uri="{FF2B5EF4-FFF2-40B4-BE49-F238E27FC236}">
                <a16:creationId xmlns:a16="http://schemas.microsoft.com/office/drawing/2014/main" id="{6B3E65E1-1B1F-7FA1-FCA5-3BE6BAA1A8AF}"/>
              </a:ext>
            </a:extLst>
          </p:cNvPr>
          <p:cNvCxnSpPr>
            <a:cxnSpLocks/>
          </p:cNvCxnSpPr>
          <p:nvPr/>
        </p:nvCxnSpPr>
        <p:spPr>
          <a:xfrm>
            <a:off x="5769810" y="2672516"/>
            <a:ext cx="1652337" cy="0"/>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cxnSp>
        <p:nvCxnSpPr>
          <p:cNvPr id="11" name="Straight Arrow Connector 10">
            <a:extLst>
              <a:ext uri="{FF2B5EF4-FFF2-40B4-BE49-F238E27FC236}">
                <a16:creationId xmlns:a16="http://schemas.microsoft.com/office/drawing/2014/main" id="{6405E503-A077-8456-1B54-791110E0AE52}"/>
              </a:ext>
            </a:extLst>
          </p:cNvPr>
          <p:cNvCxnSpPr>
            <a:cxnSpLocks/>
          </p:cNvCxnSpPr>
          <p:nvPr/>
        </p:nvCxnSpPr>
        <p:spPr>
          <a:xfrm>
            <a:off x="5769809" y="2028067"/>
            <a:ext cx="1652337" cy="0"/>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sp>
        <p:nvSpPr>
          <p:cNvPr id="9" name="TextBox 8">
            <a:extLst>
              <a:ext uri="{FF2B5EF4-FFF2-40B4-BE49-F238E27FC236}">
                <a16:creationId xmlns:a16="http://schemas.microsoft.com/office/drawing/2014/main" id="{D723BE30-77C1-8D92-45D5-FBC6D05DE323}"/>
              </a:ext>
            </a:extLst>
          </p:cNvPr>
          <p:cNvSpPr txBox="1"/>
          <p:nvPr/>
        </p:nvSpPr>
        <p:spPr>
          <a:xfrm>
            <a:off x="1986547" y="4651304"/>
            <a:ext cx="10154652" cy="1083374"/>
          </a:xfrm>
          <a:prstGeom prst="rect">
            <a:avLst/>
          </a:prstGeom>
          <a:noFill/>
        </p:spPr>
        <p:txBody>
          <a:bodyPr wrap="square">
            <a:spAutoFit/>
          </a:bodyPr>
          <a:lstStyle/>
          <a:p>
            <a:pPr marL="320040" marR="0" lvl="0" indent="-320040" algn="l" defTabSz="914400" rtl="0" eaLnBrk="1" fontAlgn="auto" latinLnBrk="0" hangingPunct="1">
              <a:lnSpc>
                <a:spcPct val="100000"/>
              </a:lnSpc>
              <a:spcBef>
                <a:spcPct val="30000"/>
              </a:spcBef>
              <a:spcAft>
                <a:spcPts val="0"/>
              </a:spcAft>
              <a:buClr>
                <a:srgbClr val="DA1F28"/>
              </a:buClr>
              <a:buSzPct val="60000"/>
              <a:buFontTx/>
              <a:buNone/>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 Stock   $10,000         Borrowed     $_____</a:t>
            </a:r>
          </a:p>
          <a:p>
            <a:pPr marL="320040" marR="0" lvl="0" indent="-320040" algn="l" defTabSz="914400" rtl="0" eaLnBrk="1" fontAlgn="auto" latinLnBrk="0" hangingPunct="1">
              <a:lnSpc>
                <a:spcPct val="100000"/>
              </a:lnSpc>
              <a:spcBef>
                <a:spcPct val="30000"/>
              </a:spcBef>
              <a:spcAft>
                <a:spcPts val="0"/>
              </a:spcAft>
              <a:buClr>
                <a:srgbClr val="DA1F28"/>
              </a:buClr>
              <a:buSzPct val="60000"/>
              <a:buFontTx/>
              <a:buNone/>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                                  Equity          $_____</a:t>
            </a:r>
            <a:endParaRPr lang="en-SG" sz="2800" dirty="0"/>
          </a:p>
        </p:txBody>
      </p:sp>
      <p:cxnSp>
        <p:nvCxnSpPr>
          <p:cNvPr id="10" name="Straight Connector 9">
            <a:extLst>
              <a:ext uri="{FF2B5EF4-FFF2-40B4-BE49-F238E27FC236}">
                <a16:creationId xmlns:a16="http://schemas.microsoft.com/office/drawing/2014/main" id="{6844598C-E5D0-D7AC-4F4B-AA2B39E46DE7}"/>
              </a:ext>
            </a:extLst>
          </p:cNvPr>
          <p:cNvCxnSpPr>
            <a:cxnSpLocks/>
          </p:cNvCxnSpPr>
          <p:nvPr/>
        </p:nvCxnSpPr>
        <p:spPr>
          <a:xfrm>
            <a:off x="968772" y="4600163"/>
            <a:ext cx="9432758"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12" name="Straight Connector 11">
            <a:extLst>
              <a:ext uri="{FF2B5EF4-FFF2-40B4-BE49-F238E27FC236}">
                <a16:creationId xmlns:a16="http://schemas.microsoft.com/office/drawing/2014/main" id="{C8C0C6AB-DC84-B10B-097D-79346ADF0C36}"/>
              </a:ext>
            </a:extLst>
          </p:cNvPr>
          <p:cNvCxnSpPr>
            <a:cxnSpLocks/>
          </p:cNvCxnSpPr>
          <p:nvPr/>
        </p:nvCxnSpPr>
        <p:spPr>
          <a:xfrm>
            <a:off x="5163782" y="4603171"/>
            <a:ext cx="0" cy="1787526"/>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13" name="TextBox 12">
            <a:extLst>
              <a:ext uri="{FF2B5EF4-FFF2-40B4-BE49-F238E27FC236}">
                <a16:creationId xmlns:a16="http://schemas.microsoft.com/office/drawing/2014/main" id="{0B26F617-564D-97A2-57A1-47E737087062}"/>
              </a:ext>
            </a:extLst>
          </p:cNvPr>
          <p:cNvSpPr txBox="1"/>
          <p:nvPr/>
        </p:nvSpPr>
        <p:spPr>
          <a:xfrm>
            <a:off x="7357091" y="4641115"/>
            <a:ext cx="1295400" cy="523220"/>
          </a:xfrm>
          <a:prstGeom prst="rect">
            <a:avLst/>
          </a:prstGeom>
          <a:noFill/>
        </p:spPr>
        <p:txBody>
          <a:bodyPr wrap="square" rtlCol="0">
            <a:spAutoFit/>
          </a:bodyPr>
          <a:lstStyle/>
          <a:p>
            <a:r>
              <a:rPr lang="en-US" sz="2800" dirty="0">
                <a:solidFill>
                  <a:srgbClr val="DA1F28">
                    <a:lumMod val="60000"/>
                    <a:lumOff val="40000"/>
                  </a:srgbClr>
                </a:solidFill>
                <a:latin typeface="Tw Cen MT"/>
              </a:rPr>
              <a:t>4000</a:t>
            </a:r>
          </a:p>
        </p:txBody>
      </p:sp>
      <p:sp>
        <p:nvSpPr>
          <p:cNvPr id="16" name="TextBox 15">
            <a:extLst>
              <a:ext uri="{FF2B5EF4-FFF2-40B4-BE49-F238E27FC236}">
                <a16:creationId xmlns:a16="http://schemas.microsoft.com/office/drawing/2014/main" id="{7B193B09-51DD-CBA7-3BE1-BD2E779FB4E1}"/>
              </a:ext>
            </a:extLst>
          </p:cNvPr>
          <p:cNvSpPr txBox="1"/>
          <p:nvPr/>
        </p:nvSpPr>
        <p:spPr>
          <a:xfrm>
            <a:off x="7405818" y="5135942"/>
            <a:ext cx="1295400" cy="523220"/>
          </a:xfrm>
          <a:prstGeom prst="rect">
            <a:avLst/>
          </a:prstGeom>
          <a:noFill/>
        </p:spPr>
        <p:txBody>
          <a:bodyPr wrap="square" rtlCol="0">
            <a:spAutoFit/>
          </a:bodyPr>
          <a:lstStyle/>
          <a:p>
            <a:r>
              <a:rPr lang="en-US" sz="2800" dirty="0">
                <a:solidFill>
                  <a:srgbClr val="DA1F28">
                    <a:lumMod val="60000"/>
                    <a:lumOff val="40000"/>
                  </a:srgbClr>
                </a:solidFill>
                <a:latin typeface="Tw Cen MT"/>
              </a:rPr>
              <a:t>6000</a:t>
            </a:r>
          </a:p>
        </p:txBody>
      </p:sp>
    </p:spTree>
    <p:extLst>
      <p:ext uri="{BB962C8B-B14F-4D97-AF65-F5344CB8AC3E}">
        <p14:creationId xmlns:p14="http://schemas.microsoft.com/office/powerpoint/2010/main" val="969314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208421"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How securities are traded</a:t>
            </a:r>
            <a:endParaRPr kumimoji="0" lang="en-US"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Buying on Margin</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4" name="TextBox 3">
            <a:extLst>
              <a:ext uri="{FF2B5EF4-FFF2-40B4-BE49-F238E27FC236}">
                <a16:creationId xmlns:a16="http://schemas.microsoft.com/office/drawing/2014/main" id="{D92FADB7-E2C8-2FD8-8B44-E2692E16FEF3}"/>
              </a:ext>
            </a:extLst>
          </p:cNvPr>
          <p:cNvSpPr txBox="1"/>
          <p:nvPr/>
        </p:nvSpPr>
        <p:spPr>
          <a:xfrm>
            <a:off x="341746" y="651406"/>
            <a:ext cx="11176000" cy="4167808"/>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1" i="0" u="none" strike="noStrike" kern="1200" cap="none" spc="0" normalizeH="0" baseline="0" noProof="0" dirty="0">
                <a:ln>
                  <a:noFill/>
                </a:ln>
                <a:solidFill>
                  <a:prstClr val="black"/>
                </a:solidFill>
                <a:effectLst/>
                <a:uLnTx/>
                <a:uFillTx/>
                <a:latin typeface="Tw Cen MT"/>
                <a:ea typeface="+mn-ea"/>
                <a:cs typeface="+mn-cs"/>
              </a:rPr>
              <a:t>Stock price falls to $70 per share</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R="0" lvl="0" algn="l" defTabSz="914400" rtl="0" eaLnBrk="1" fontAlgn="auto" latinLnBrk="0" hangingPunct="1">
              <a:lnSpc>
                <a:spcPct val="100000"/>
              </a:lnSpc>
              <a:spcBef>
                <a:spcPts val="700"/>
              </a:spcBef>
              <a:spcAft>
                <a:spcPts val="0"/>
              </a:spcAft>
              <a:buClr>
                <a:srgbClr val="DA1F28"/>
              </a:buClr>
              <a:buSzPct val="60000"/>
              <a:tabLst/>
              <a:defRPr/>
            </a:pPr>
            <a:endParaRPr lang="en-US" sz="2800" dirty="0">
              <a:solidFill>
                <a:prstClr val="black"/>
              </a:solidFill>
              <a:latin typeface="Tw Cen MT"/>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Question: How far can the stock price fall before receiving a margin call?</a:t>
            </a:r>
          </a:p>
        </p:txBody>
      </p:sp>
      <p:sp>
        <p:nvSpPr>
          <p:cNvPr id="10" name="TextBox 9">
            <a:extLst>
              <a:ext uri="{FF2B5EF4-FFF2-40B4-BE49-F238E27FC236}">
                <a16:creationId xmlns:a16="http://schemas.microsoft.com/office/drawing/2014/main" id="{EA9FD517-3402-563C-30FF-2F83B96FA7C4}"/>
              </a:ext>
            </a:extLst>
          </p:cNvPr>
          <p:cNvSpPr txBox="1"/>
          <p:nvPr/>
        </p:nvSpPr>
        <p:spPr>
          <a:xfrm>
            <a:off x="1413894" y="1309971"/>
            <a:ext cx="10154652" cy="1083374"/>
          </a:xfrm>
          <a:prstGeom prst="rect">
            <a:avLst/>
          </a:prstGeom>
          <a:noFill/>
        </p:spPr>
        <p:txBody>
          <a:bodyPr wrap="square">
            <a:spAutoFit/>
          </a:bodyPr>
          <a:lstStyle/>
          <a:p>
            <a:pPr marL="320040" marR="0" lvl="0" indent="-320040" algn="l" defTabSz="914400" rtl="0" eaLnBrk="1" fontAlgn="auto" latinLnBrk="0" hangingPunct="1">
              <a:lnSpc>
                <a:spcPct val="100000"/>
              </a:lnSpc>
              <a:spcBef>
                <a:spcPct val="30000"/>
              </a:spcBef>
              <a:spcAft>
                <a:spcPts val="0"/>
              </a:spcAft>
              <a:buClr>
                <a:srgbClr val="DA1F28"/>
              </a:buClr>
              <a:buSzPct val="60000"/>
              <a:buFontTx/>
              <a:buNone/>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 Stock   $ ______           Borrowed    $_____</a:t>
            </a:r>
          </a:p>
          <a:p>
            <a:pPr marL="320040" marR="0" lvl="0" indent="-320040" algn="l" defTabSz="914400" rtl="0" eaLnBrk="1" fontAlgn="auto" latinLnBrk="0" hangingPunct="1">
              <a:lnSpc>
                <a:spcPct val="100000"/>
              </a:lnSpc>
              <a:spcBef>
                <a:spcPct val="30000"/>
              </a:spcBef>
              <a:spcAft>
                <a:spcPts val="0"/>
              </a:spcAft>
              <a:buClr>
                <a:srgbClr val="DA1F28"/>
              </a:buClr>
              <a:buSzPct val="60000"/>
              <a:buFontTx/>
              <a:buNone/>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                                     Equity         $_____</a:t>
            </a:r>
            <a:endParaRPr lang="en-SG" sz="2800" dirty="0"/>
          </a:p>
        </p:txBody>
      </p:sp>
      <p:cxnSp>
        <p:nvCxnSpPr>
          <p:cNvPr id="12" name="Straight Connector 11">
            <a:extLst>
              <a:ext uri="{FF2B5EF4-FFF2-40B4-BE49-F238E27FC236}">
                <a16:creationId xmlns:a16="http://schemas.microsoft.com/office/drawing/2014/main" id="{342FBCCF-DCF9-B1AF-4A7D-52DD2F4707CE}"/>
              </a:ext>
            </a:extLst>
          </p:cNvPr>
          <p:cNvCxnSpPr>
            <a:cxnSpLocks/>
          </p:cNvCxnSpPr>
          <p:nvPr/>
        </p:nvCxnSpPr>
        <p:spPr>
          <a:xfrm>
            <a:off x="796089" y="1309971"/>
            <a:ext cx="9432758"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16" name="Straight Connector 15">
            <a:extLst>
              <a:ext uri="{FF2B5EF4-FFF2-40B4-BE49-F238E27FC236}">
                <a16:creationId xmlns:a16="http://schemas.microsoft.com/office/drawing/2014/main" id="{E460E196-391C-0623-1AE1-D8EE964B8780}"/>
              </a:ext>
            </a:extLst>
          </p:cNvPr>
          <p:cNvCxnSpPr>
            <a:cxnSpLocks/>
          </p:cNvCxnSpPr>
          <p:nvPr/>
        </p:nvCxnSpPr>
        <p:spPr>
          <a:xfrm>
            <a:off x="4741958" y="1323556"/>
            <a:ext cx="0" cy="1356144"/>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18" name="TextBox 17">
            <a:extLst>
              <a:ext uri="{FF2B5EF4-FFF2-40B4-BE49-F238E27FC236}">
                <a16:creationId xmlns:a16="http://schemas.microsoft.com/office/drawing/2014/main" id="{86E4A858-19CB-6058-8B8C-54754D2B098D}"/>
              </a:ext>
            </a:extLst>
          </p:cNvPr>
          <p:cNvSpPr txBox="1"/>
          <p:nvPr/>
        </p:nvSpPr>
        <p:spPr>
          <a:xfrm>
            <a:off x="7023686" y="1281907"/>
            <a:ext cx="1295400" cy="523220"/>
          </a:xfrm>
          <a:prstGeom prst="rect">
            <a:avLst/>
          </a:prstGeom>
          <a:noFill/>
        </p:spPr>
        <p:txBody>
          <a:bodyPr wrap="square" rtlCol="0">
            <a:spAutoFit/>
          </a:bodyPr>
          <a:lstStyle/>
          <a:p>
            <a:r>
              <a:rPr lang="en-US" sz="2800" dirty="0">
                <a:solidFill>
                  <a:srgbClr val="DA1F28">
                    <a:lumMod val="60000"/>
                    <a:lumOff val="40000"/>
                  </a:srgbClr>
                </a:solidFill>
                <a:latin typeface="Tw Cen MT"/>
              </a:rPr>
              <a:t>4000</a:t>
            </a:r>
          </a:p>
        </p:txBody>
      </p:sp>
      <p:sp>
        <p:nvSpPr>
          <p:cNvPr id="19" name="TextBox 18">
            <a:extLst>
              <a:ext uri="{FF2B5EF4-FFF2-40B4-BE49-F238E27FC236}">
                <a16:creationId xmlns:a16="http://schemas.microsoft.com/office/drawing/2014/main" id="{EDF5B24F-8451-015F-395F-8B6236F60114}"/>
              </a:ext>
            </a:extLst>
          </p:cNvPr>
          <p:cNvSpPr txBox="1"/>
          <p:nvPr/>
        </p:nvSpPr>
        <p:spPr>
          <a:xfrm>
            <a:off x="7087186" y="1831276"/>
            <a:ext cx="1295400" cy="523220"/>
          </a:xfrm>
          <a:prstGeom prst="rect">
            <a:avLst/>
          </a:prstGeom>
          <a:noFill/>
        </p:spPr>
        <p:txBody>
          <a:bodyPr wrap="square" rtlCol="0">
            <a:spAutoFit/>
          </a:bodyPr>
          <a:lstStyle/>
          <a:p>
            <a:r>
              <a:rPr lang="en-US" sz="2800" dirty="0">
                <a:solidFill>
                  <a:srgbClr val="DA1F28">
                    <a:lumMod val="60000"/>
                    <a:lumOff val="40000"/>
                  </a:srgbClr>
                </a:solidFill>
                <a:latin typeface="Tw Cen MT"/>
              </a:rPr>
              <a:t>3000</a:t>
            </a:r>
          </a:p>
        </p:txBody>
      </p:sp>
      <p:sp>
        <p:nvSpPr>
          <p:cNvPr id="2" name="TextBox 1">
            <a:extLst>
              <a:ext uri="{FF2B5EF4-FFF2-40B4-BE49-F238E27FC236}">
                <a16:creationId xmlns:a16="http://schemas.microsoft.com/office/drawing/2014/main" id="{BA9F655A-B1B5-9950-3560-4DD847EAC9A7}"/>
              </a:ext>
            </a:extLst>
          </p:cNvPr>
          <p:cNvSpPr txBox="1"/>
          <p:nvPr/>
        </p:nvSpPr>
        <p:spPr>
          <a:xfrm>
            <a:off x="2935884" y="1280243"/>
            <a:ext cx="1295400" cy="523220"/>
          </a:xfrm>
          <a:prstGeom prst="rect">
            <a:avLst/>
          </a:prstGeom>
          <a:noFill/>
        </p:spPr>
        <p:txBody>
          <a:bodyPr wrap="square" rtlCol="0">
            <a:spAutoFit/>
          </a:bodyPr>
          <a:lstStyle/>
          <a:p>
            <a:r>
              <a:rPr lang="en-US" sz="2800" dirty="0">
                <a:solidFill>
                  <a:srgbClr val="DA1F28">
                    <a:lumMod val="60000"/>
                    <a:lumOff val="40000"/>
                  </a:srgbClr>
                </a:solidFill>
                <a:latin typeface="Tw Cen MT"/>
              </a:rPr>
              <a:t>7000</a:t>
            </a:r>
          </a:p>
        </p:txBody>
      </p:sp>
      <p:sp>
        <p:nvSpPr>
          <p:cNvPr id="6" name="TextBox 5">
            <a:extLst>
              <a:ext uri="{FF2B5EF4-FFF2-40B4-BE49-F238E27FC236}">
                <a16:creationId xmlns:a16="http://schemas.microsoft.com/office/drawing/2014/main" id="{AF7B85BB-EA91-5D0E-96E7-CE01A115E79C}"/>
              </a:ext>
            </a:extLst>
          </p:cNvPr>
          <p:cNvSpPr txBox="1"/>
          <p:nvPr/>
        </p:nvSpPr>
        <p:spPr>
          <a:xfrm>
            <a:off x="796089" y="2850400"/>
            <a:ext cx="7368185" cy="523220"/>
          </a:xfrm>
          <a:prstGeom prst="rect">
            <a:avLst/>
          </a:prstGeom>
          <a:noFill/>
        </p:spPr>
        <p:txBody>
          <a:bodyPr wrap="square">
            <a:spAutoFit/>
          </a:bodyPr>
          <a:lstStyle/>
          <a:p>
            <a:pPr marR="0" lvl="0" algn="l" defTabSz="914400" rtl="0" eaLnBrk="1" fontAlgn="auto" latinLnBrk="0" hangingPunct="1">
              <a:lnSpc>
                <a:spcPct val="100000"/>
              </a:lnSpc>
              <a:spcBef>
                <a:spcPct val="30000"/>
              </a:spcBef>
              <a:spcAft>
                <a:spcPts val="0"/>
              </a:spcAft>
              <a:buClr>
                <a:srgbClr val="DA1F28"/>
              </a:buClr>
              <a:buSzPct val="60000"/>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Percentage Margin = $3,000/$7,000 = 43%</a:t>
            </a:r>
          </a:p>
        </p:txBody>
      </p:sp>
      <p:graphicFrame>
        <p:nvGraphicFramePr>
          <p:cNvPr id="9" name="Object 8">
            <a:extLst>
              <a:ext uri="{FF2B5EF4-FFF2-40B4-BE49-F238E27FC236}">
                <a16:creationId xmlns:a16="http://schemas.microsoft.com/office/drawing/2014/main" id="{C0D2C4DF-2985-B3D5-6D17-2E45B020A58C}"/>
              </a:ext>
            </a:extLst>
          </p:cNvPr>
          <p:cNvGraphicFramePr>
            <a:graphicFrameLocks noChangeAspect="1"/>
          </p:cNvGraphicFramePr>
          <p:nvPr>
            <p:extLst>
              <p:ext uri="{D42A27DB-BD31-4B8C-83A1-F6EECF244321}">
                <p14:modId xmlns:p14="http://schemas.microsoft.com/office/powerpoint/2010/main" val="1678182426"/>
              </p:ext>
            </p:extLst>
          </p:nvPr>
        </p:nvGraphicFramePr>
        <p:xfrm>
          <a:off x="1246104" y="5039926"/>
          <a:ext cx="3379559" cy="1058385"/>
        </p:xfrm>
        <a:graphic>
          <a:graphicData uri="http://schemas.openxmlformats.org/presentationml/2006/ole">
            <mc:AlternateContent xmlns:mc="http://schemas.openxmlformats.org/markup-compatibility/2006">
              <mc:Choice xmlns:v="urn:schemas-microsoft-com:vml" Requires="v">
                <p:oleObj name="Equation" r:id="rId2" imgW="1257300" imgH="393700" progId="Equation.3">
                  <p:embed/>
                </p:oleObj>
              </mc:Choice>
              <mc:Fallback>
                <p:oleObj name="Equation" r:id="rId2" imgW="1257300" imgH="393700" progId="Equation.3">
                  <p:embed/>
                  <p:pic>
                    <p:nvPicPr>
                      <p:cNvPr id="11" name="Object 10">
                        <a:extLst>
                          <a:ext uri="{FF2B5EF4-FFF2-40B4-BE49-F238E27FC236}">
                            <a16:creationId xmlns:a16="http://schemas.microsoft.com/office/drawing/2014/main" id="{1699A8B7-DB13-88E2-9C3C-D1C155874FA9}"/>
                          </a:ext>
                        </a:extLst>
                      </p:cNvPr>
                      <p:cNvPicPr/>
                      <p:nvPr/>
                    </p:nvPicPr>
                    <p:blipFill>
                      <a:blip r:embed="rId3"/>
                      <a:stretch>
                        <a:fillRect/>
                      </a:stretch>
                    </p:blipFill>
                    <p:spPr>
                      <a:xfrm>
                        <a:off x="1246104" y="5039926"/>
                        <a:ext cx="3379559" cy="1058385"/>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7D43CED3-11D2-F48B-1284-10D26950A876}"/>
              </a:ext>
            </a:extLst>
          </p:cNvPr>
          <p:cNvGraphicFramePr>
            <a:graphicFrameLocks noChangeAspect="1"/>
          </p:cNvGraphicFramePr>
          <p:nvPr>
            <p:extLst>
              <p:ext uri="{D42A27DB-BD31-4B8C-83A1-F6EECF244321}">
                <p14:modId xmlns:p14="http://schemas.microsoft.com/office/powerpoint/2010/main" val="660122193"/>
              </p:ext>
            </p:extLst>
          </p:nvPr>
        </p:nvGraphicFramePr>
        <p:xfrm>
          <a:off x="1336538" y="6365486"/>
          <a:ext cx="1437521" cy="424777"/>
        </p:xfrm>
        <a:graphic>
          <a:graphicData uri="http://schemas.openxmlformats.org/presentationml/2006/ole">
            <mc:AlternateContent xmlns:mc="http://schemas.openxmlformats.org/markup-compatibility/2006">
              <mc:Choice xmlns:v="urn:schemas-microsoft-com:vml" Requires="v">
                <p:oleObj name="Equation" r:id="rId4" imgW="558800" imgH="165100" progId="Equation.3">
                  <p:embed/>
                </p:oleObj>
              </mc:Choice>
              <mc:Fallback>
                <p:oleObj name="Equation" r:id="rId4" imgW="558800" imgH="165100" progId="Equation.3">
                  <p:embed/>
                  <p:pic>
                    <p:nvPicPr>
                      <p:cNvPr id="13" name="Object 12">
                        <a:extLst>
                          <a:ext uri="{FF2B5EF4-FFF2-40B4-BE49-F238E27FC236}">
                            <a16:creationId xmlns:a16="http://schemas.microsoft.com/office/drawing/2014/main" id="{3872CDDB-D5AD-14BD-5195-9CE2FBBD96B6}"/>
                          </a:ext>
                        </a:extLst>
                      </p:cNvPr>
                      <p:cNvPicPr/>
                      <p:nvPr/>
                    </p:nvPicPr>
                    <p:blipFill>
                      <a:blip r:embed="rId5"/>
                      <a:stretch>
                        <a:fillRect/>
                      </a:stretch>
                    </p:blipFill>
                    <p:spPr>
                      <a:xfrm>
                        <a:off x="1336538" y="6365486"/>
                        <a:ext cx="1437521" cy="424777"/>
                      </a:xfrm>
                      <a:prstGeom prst="rect">
                        <a:avLst/>
                      </a:prstGeom>
                    </p:spPr>
                  </p:pic>
                </p:oleObj>
              </mc:Fallback>
            </mc:AlternateContent>
          </a:graphicData>
        </a:graphic>
      </p:graphicFrame>
      <p:grpSp>
        <p:nvGrpSpPr>
          <p:cNvPr id="23" name="Group 22">
            <a:extLst>
              <a:ext uri="{FF2B5EF4-FFF2-40B4-BE49-F238E27FC236}">
                <a16:creationId xmlns:a16="http://schemas.microsoft.com/office/drawing/2014/main" id="{7421B542-6953-B3F3-E60E-6D402181D810}"/>
              </a:ext>
            </a:extLst>
          </p:cNvPr>
          <p:cNvGrpSpPr/>
          <p:nvPr/>
        </p:nvGrpSpPr>
        <p:grpSpPr>
          <a:xfrm>
            <a:off x="1387800" y="1964680"/>
            <a:ext cx="465120" cy="291600"/>
            <a:chOff x="1387800" y="1964680"/>
            <a:chExt cx="465120" cy="291600"/>
          </a:xfrm>
        </p:grpSpPr>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4D8CD84B-68BB-4001-D913-8B68DDE53EC0}"/>
                    </a:ext>
                  </a:extLst>
                </p14:cNvPr>
                <p14:cNvContentPartPr/>
                <p14:nvPr/>
              </p14:nvContentPartPr>
              <p14:xfrm>
                <a:off x="1387800" y="1964680"/>
                <a:ext cx="57960" cy="252360"/>
              </p14:xfrm>
            </p:contentPart>
          </mc:Choice>
          <mc:Fallback>
            <p:pic>
              <p:nvPicPr>
                <p:cNvPr id="3" name="Ink 2">
                  <a:extLst>
                    <a:ext uri="{FF2B5EF4-FFF2-40B4-BE49-F238E27FC236}">
                      <a16:creationId xmlns:a16="http://schemas.microsoft.com/office/drawing/2014/main" id="{4D8CD84B-68BB-4001-D913-8B68DDE53EC0}"/>
                    </a:ext>
                  </a:extLst>
                </p:cNvPr>
                <p:cNvPicPr/>
                <p:nvPr/>
              </p:nvPicPr>
              <p:blipFill>
                <a:blip r:embed="rId7"/>
                <a:stretch>
                  <a:fillRect/>
                </a:stretch>
              </p:blipFill>
              <p:spPr>
                <a:xfrm>
                  <a:off x="1381680" y="1958560"/>
                  <a:ext cx="70200" cy="2646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3" name="Ink 12">
                  <a:extLst>
                    <a:ext uri="{FF2B5EF4-FFF2-40B4-BE49-F238E27FC236}">
                      <a16:creationId xmlns:a16="http://schemas.microsoft.com/office/drawing/2014/main" id="{F6D30295-E00E-F50C-6687-4C14A151A6E5}"/>
                    </a:ext>
                  </a:extLst>
                </p14:cNvPr>
                <p14:cNvContentPartPr/>
                <p14:nvPr/>
              </p14:nvContentPartPr>
              <p14:xfrm>
                <a:off x="1509480" y="2055040"/>
                <a:ext cx="93960" cy="194040"/>
              </p14:xfrm>
            </p:contentPart>
          </mc:Choice>
          <mc:Fallback>
            <p:pic>
              <p:nvPicPr>
                <p:cNvPr id="13" name="Ink 12">
                  <a:extLst>
                    <a:ext uri="{FF2B5EF4-FFF2-40B4-BE49-F238E27FC236}">
                      <a16:creationId xmlns:a16="http://schemas.microsoft.com/office/drawing/2014/main" id="{F6D30295-E00E-F50C-6687-4C14A151A6E5}"/>
                    </a:ext>
                  </a:extLst>
                </p:cNvPr>
                <p:cNvPicPr/>
                <p:nvPr/>
              </p:nvPicPr>
              <p:blipFill>
                <a:blip r:embed="rId9"/>
                <a:stretch>
                  <a:fillRect/>
                </a:stretch>
              </p:blipFill>
              <p:spPr>
                <a:xfrm>
                  <a:off x="1503360" y="2048920"/>
                  <a:ext cx="10620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4" name="Ink 13">
                  <a:extLst>
                    <a:ext uri="{FF2B5EF4-FFF2-40B4-BE49-F238E27FC236}">
                      <a16:creationId xmlns:a16="http://schemas.microsoft.com/office/drawing/2014/main" id="{093D3C5B-DFDD-B273-D273-4D1E5074336C}"/>
                    </a:ext>
                  </a:extLst>
                </p14:cNvPr>
                <p14:cNvContentPartPr/>
                <p14:nvPr/>
              </p14:nvContentPartPr>
              <p14:xfrm>
                <a:off x="1737720" y="2034880"/>
                <a:ext cx="115200" cy="221400"/>
              </p14:xfrm>
            </p:contentPart>
          </mc:Choice>
          <mc:Fallback>
            <p:pic>
              <p:nvPicPr>
                <p:cNvPr id="14" name="Ink 13">
                  <a:extLst>
                    <a:ext uri="{FF2B5EF4-FFF2-40B4-BE49-F238E27FC236}">
                      <a16:creationId xmlns:a16="http://schemas.microsoft.com/office/drawing/2014/main" id="{093D3C5B-DFDD-B273-D273-4D1E5074336C}"/>
                    </a:ext>
                  </a:extLst>
                </p:cNvPr>
                <p:cNvPicPr/>
                <p:nvPr/>
              </p:nvPicPr>
              <p:blipFill>
                <a:blip r:embed="rId11"/>
                <a:stretch>
                  <a:fillRect/>
                </a:stretch>
              </p:blipFill>
              <p:spPr>
                <a:xfrm>
                  <a:off x="1731600" y="2028760"/>
                  <a:ext cx="127440" cy="233640"/>
                </a:xfrm>
                <a:prstGeom prst="rect">
                  <a:avLst/>
                </a:prstGeom>
              </p:spPr>
            </p:pic>
          </mc:Fallback>
        </mc:AlternateContent>
      </p:grpSp>
      <p:grpSp>
        <p:nvGrpSpPr>
          <p:cNvPr id="22" name="Group 21">
            <a:extLst>
              <a:ext uri="{FF2B5EF4-FFF2-40B4-BE49-F238E27FC236}">
                <a16:creationId xmlns:a16="http://schemas.microsoft.com/office/drawing/2014/main" id="{4EAFF470-79ED-0975-62CD-F3CBB9BFDDD4}"/>
              </a:ext>
            </a:extLst>
          </p:cNvPr>
          <p:cNvGrpSpPr/>
          <p:nvPr/>
        </p:nvGrpSpPr>
        <p:grpSpPr>
          <a:xfrm>
            <a:off x="2185560" y="2006800"/>
            <a:ext cx="933480" cy="279360"/>
            <a:chOff x="2185560" y="2006800"/>
            <a:chExt cx="933480" cy="279360"/>
          </a:xfrm>
        </p:grpSpPr>
        <mc:AlternateContent xmlns:mc="http://schemas.openxmlformats.org/markup-compatibility/2006">
          <mc:Choice xmlns:p14="http://schemas.microsoft.com/office/powerpoint/2010/main" Requires="p14">
            <p:contentPart p14:bwMode="auto" r:id="rId12">
              <p14:nvContentPartPr>
                <p14:cNvPr id="15" name="Ink 14">
                  <a:extLst>
                    <a:ext uri="{FF2B5EF4-FFF2-40B4-BE49-F238E27FC236}">
                      <a16:creationId xmlns:a16="http://schemas.microsoft.com/office/drawing/2014/main" id="{275E25A0-7FA0-4011-D339-16A3D6C50C61}"/>
                    </a:ext>
                  </a:extLst>
                </p14:cNvPr>
                <p14:cNvContentPartPr/>
                <p14:nvPr/>
              </p14:nvContentPartPr>
              <p14:xfrm>
                <a:off x="2185560" y="2014000"/>
                <a:ext cx="78480" cy="195120"/>
              </p14:xfrm>
            </p:contentPart>
          </mc:Choice>
          <mc:Fallback>
            <p:pic>
              <p:nvPicPr>
                <p:cNvPr id="15" name="Ink 14">
                  <a:extLst>
                    <a:ext uri="{FF2B5EF4-FFF2-40B4-BE49-F238E27FC236}">
                      <a16:creationId xmlns:a16="http://schemas.microsoft.com/office/drawing/2014/main" id="{275E25A0-7FA0-4011-D339-16A3D6C50C61}"/>
                    </a:ext>
                  </a:extLst>
                </p:cNvPr>
                <p:cNvPicPr/>
                <p:nvPr/>
              </p:nvPicPr>
              <p:blipFill>
                <a:blip r:embed="rId13"/>
                <a:stretch>
                  <a:fillRect/>
                </a:stretch>
              </p:blipFill>
              <p:spPr>
                <a:xfrm>
                  <a:off x="2179440" y="2007880"/>
                  <a:ext cx="90720" cy="2073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7" name="Ink 16">
                  <a:extLst>
                    <a:ext uri="{FF2B5EF4-FFF2-40B4-BE49-F238E27FC236}">
                      <a16:creationId xmlns:a16="http://schemas.microsoft.com/office/drawing/2014/main" id="{1A975BAC-C768-09F0-42AE-9071ADBB1CA6}"/>
                    </a:ext>
                  </a:extLst>
                </p14:cNvPr>
                <p14:cNvContentPartPr/>
                <p14:nvPr/>
              </p14:nvContentPartPr>
              <p14:xfrm>
                <a:off x="2359800" y="2016880"/>
                <a:ext cx="410400" cy="195480"/>
              </p14:xfrm>
            </p:contentPart>
          </mc:Choice>
          <mc:Fallback>
            <p:pic>
              <p:nvPicPr>
                <p:cNvPr id="17" name="Ink 16">
                  <a:extLst>
                    <a:ext uri="{FF2B5EF4-FFF2-40B4-BE49-F238E27FC236}">
                      <a16:creationId xmlns:a16="http://schemas.microsoft.com/office/drawing/2014/main" id="{1A975BAC-C768-09F0-42AE-9071ADBB1CA6}"/>
                    </a:ext>
                  </a:extLst>
                </p:cNvPr>
                <p:cNvPicPr/>
                <p:nvPr/>
              </p:nvPicPr>
              <p:blipFill>
                <a:blip r:embed="rId15"/>
                <a:stretch>
                  <a:fillRect/>
                </a:stretch>
              </p:blipFill>
              <p:spPr>
                <a:xfrm>
                  <a:off x="2353680" y="2010760"/>
                  <a:ext cx="42264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0" name="Ink 19">
                  <a:extLst>
                    <a:ext uri="{FF2B5EF4-FFF2-40B4-BE49-F238E27FC236}">
                      <a16:creationId xmlns:a16="http://schemas.microsoft.com/office/drawing/2014/main" id="{3CD824C1-EB55-D553-ABC9-6CBDFB861973}"/>
                    </a:ext>
                  </a:extLst>
                </p14:cNvPr>
                <p14:cNvContentPartPr/>
                <p14:nvPr/>
              </p14:nvContentPartPr>
              <p14:xfrm>
                <a:off x="2769480" y="2031280"/>
                <a:ext cx="157320" cy="141840"/>
              </p14:xfrm>
            </p:contentPart>
          </mc:Choice>
          <mc:Fallback>
            <p:pic>
              <p:nvPicPr>
                <p:cNvPr id="20" name="Ink 19">
                  <a:extLst>
                    <a:ext uri="{FF2B5EF4-FFF2-40B4-BE49-F238E27FC236}">
                      <a16:creationId xmlns:a16="http://schemas.microsoft.com/office/drawing/2014/main" id="{3CD824C1-EB55-D553-ABC9-6CBDFB861973}"/>
                    </a:ext>
                  </a:extLst>
                </p:cNvPr>
                <p:cNvPicPr/>
                <p:nvPr/>
              </p:nvPicPr>
              <p:blipFill>
                <a:blip r:embed="rId17"/>
                <a:stretch>
                  <a:fillRect/>
                </a:stretch>
              </p:blipFill>
              <p:spPr>
                <a:xfrm>
                  <a:off x="2763360" y="2025160"/>
                  <a:ext cx="16956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1" name="Ink 20">
                  <a:extLst>
                    <a:ext uri="{FF2B5EF4-FFF2-40B4-BE49-F238E27FC236}">
                      <a16:creationId xmlns:a16="http://schemas.microsoft.com/office/drawing/2014/main" id="{725817FC-688E-D104-6B80-8F5834E9D3A4}"/>
                    </a:ext>
                  </a:extLst>
                </p14:cNvPr>
                <p14:cNvContentPartPr/>
                <p14:nvPr/>
              </p14:nvContentPartPr>
              <p14:xfrm>
                <a:off x="2937240" y="2006800"/>
                <a:ext cx="181800" cy="279360"/>
              </p14:xfrm>
            </p:contentPart>
          </mc:Choice>
          <mc:Fallback>
            <p:pic>
              <p:nvPicPr>
                <p:cNvPr id="21" name="Ink 20">
                  <a:extLst>
                    <a:ext uri="{FF2B5EF4-FFF2-40B4-BE49-F238E27FC236}">
                      <a16:creationId xmlns:a16="http://schemas.microsoft.com/office/drawing/2014/main" id="{725817FC-688E-D104-6B80-8F5834E9D3A4}"/>
                    </a:ext>
                  </a:extLst>
                </p:cNvPr>
                <p:cNvPicPr/>
                <p:nvPr/>
              </p:nvPicPr>
              <p:blipFill>
                <a:blip r:embed="rId19"/>
                <a:stretch>
                  <a:fillRect/>
                </a:stretch>
              </p:blipFill>
              <p:spPr>
                <a:xfrm>
                  <a:off x="2931120" y="2000680"/>
                  <a:ext cx="194040" cy="291600"/>
                </a:xfrm>
                <a:prstGeom prst="rect">
                  <a:avLst/>
                </a:prstGeom>
              </p:spPr>
            </p:pic>
          </mc:Fallback>
        </mc:AlternateContent>
      </p:grpSp>
    </p:spTree>
    <p:extLst>
      <p:ext uri="{BB962C8B-B14F-4D97-AF65-F5344CB8AC3E}">
        <p14:creationId xmlns:p14="http://schemas.microsoft.com/office/powerpoint/2010/main" val="2348214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208421"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How securities are traded</a:t>
            </a:r>
            <a:endParaRPr kumimoji="0" lang="en-US"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Short Sales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3" name="TextBox 2">
            <a:extLst>
              <a:ext uri="{FF2B5EF4-FFF2-40B4-BE49-F238E27FC236}">
                <a16:creationId xmlns:a16="http://schemas.microsoft.com/office/drawing/2014/main" id="{14D314F2-DF9D-64CE-3557-E90E9A9D749B}"/>
              </a:ext>
            </a:extLst>
          </p:cNvPr>
          <p:cNvSpPr txBox="1"/>
          <p:nvPr/>
        </p:nvSpPr>
        <p:spPr>
          <a:xfrm>
            <a:off x="341746" y="645389"/>
            <a:ext cx="11405754" cy="3711785"/>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1" i="0" u="none" strike="noStrike" kern="1200" cap="none" spc="0" normalizeH="0" baseline="0" noProof="0" dirty="0">
                <a:ln>
                  <a:noFill/>
                </a:ln>
                <a:solidFill>
                  <a:prstClr val="black"/>
                </a:solidFill>
                <a:effectLst/>
                <a:uLnTx/>
                <a:uFillTx/>
                <a:latin typeface="Tw Cen MT"/>
                <a:ea typeface="+mn-ea"/>
                <a:cs typeface="+mn-cs"/>
              </a:rPr>
              <a:t>Short Sale</a:t>
            </a:r>
            <a:r>
              <a:rPr kumimoji="0" lang="en-US" sz="2800" b="0" i="0" u="none" strike="noStrike" kern="1200" cap="none" spc="0" normalizeH="0" baseline="0" noProof="0" dirty="0">
                <a:ln>
                  <a:noFill/>
                </a:ln>
                <a:solidFill>
                  <a:prstClr val="black"/>
                </a:solidFill>
                <a:effectLst/>
                <a:uLnTx/>
                <a:uFillTx/>
                <a:latin typeface="Tw Cen MT"/>
                <a:ea typeface="+mn-ea"/>
                <a:cs typeface="+mn-cs"/>
              </a:rPr>
              <a:t>: an investor borrows a share of stock from a broker and sells it. Later, the short-seller must purchase a share of the same stock to replace the share that was borrowed.</a:t>
            </a:r>
          </a:p>
          <a:p>
            <a:pPr marL="320040" marR="0" lvl="0" indent="-320040" algn="l" defTabSz="914400" rtl="0" eaLnBrk="1" fontAlgn="auto" latinLnBrk="0" hangingPunct="1">
              <a:spcBef>
                <a:spcPct val="400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How to profit from a decline in the price of a stock or security?</a:t>
            </a:r>
          </a:p>
          <a:p>
            <a:pPr marL="880110" marR="0" lvl="1" indent="-514350" algn="l" defTabSz="914400" rtl="0" eaLnBrk="1" fontAlgn="auto" latinLnBrk="0" hangingPunct="1">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Borrow stock through a broker.</a:t>
            </a:r>
          </a:p>
          <a:p>
            <a:pPr marL="880110" marR="0" lvl="1" indent="-514350" algn="l" defTabSz="914400" rtl="0" eaLnBrk="1" fontAlgn="auto" latinLnBrk="0" hangingPunct="1">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Sell it and deposit proceeds and margin in an account.</a:t>
            </a:r>
          </a:p>
          <a:p>
            <a:pPr marL="880110" marR="0" lvl="1" indent="-514350" algn="l" defTabSz="914400" rtl="0" eaLnBrk="1" fontAlgn="auto" latinLnBrk="0" hangingPunct="1">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Closing out the position:  buy the stock and return to the party from which it was borrowed.</a:t>
            </a:r>
          </a:p>
        </p:txBody>
      </p:sp>
    </p:spTree>
    <p:extLst>
      <p:ext uri="{BB962C8B-B14F-4D97-AF65-F5344CB8AC3E}">
        <p14:creationId xmlns:p14="http://schemas.microsoft.com/office/powerpoint/2010/main" val="2744199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208421"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How securities are traded</a:t>
            </a:r>
            <a:endParaRPr kumimoji="0" lang="en-US"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Short Sales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3" name="TextBox 2">
            <a:extLst>
              <a:ext uri="{FF2B5EF4-FFF2-40B4-BE49-F238E27FC236}">
                <a16:creationId xmlns:a16="http://schemas.microsoft.com/office/drawing/2014/main" id="{14D314F2-DF9D-64CE-3557-E90E9A9D749B}"/>
              </a:ext>
            </a:extLst>
          </p:cNvPr>
          <p:cNvSpPr txBox="1"/>
          <p:nvPr/>
        </p:nvSpPr>
        <p:spPr>
          <a:xfrm>
            <a:off x="341747" y="575495"/>
            <a:ext cx="11508508" cy="3647152"/>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 How does it work? (refer to Table 3.5)</a:t>
            </a:r>
          </a:p>
          <a:p>
            <a:pPr marL="320040" marR="0" lvl="0" indent="-320040" algn="l" defTabSz="914400" rtl="0" eaLnBrk="1" fontAlgn="auto" latinLnBrk="0" hangingPunct="1">
              <a:lnSpc>
                <a:spcPct val="100000"/>
              </a:lnSpc>
              <a:spcBef>
                <a:spcPts val="700"/>
              </a:spcBef>
              <a:spcAft>
                <a:spcPts val="0"/>
              </a:spcAft>
              <a:buClr>
                <a:srgbClr val="DA1F28"/>
              </a:buClr>
              <a:buSzPct val="60000"/>
              <a:buFontTx/>
              <a:buNone/>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    Dot Bomb		         1000 Shares</a:t>
            </a:r>
          </a:p>
          <a:p>
            <a:pPr marL="320040" marR="0" lvl="0" indent="-320040" algn="l" defTabSz="914400" rtl="0" eaLnBrk="1" fontAlgn="auto" latinLnBrk="0" hangingPunct="1">
              <a:lnSpc>
                <a:spcPct val="100000"/>
              </a:lnSpc>
              <a:spcBef>
                <a:spcPts val="700"/>
              </a:spcBef>
              <a:spcAft>
                <a:spcPts val="0"/>
              </a:spcAft>
              <a:buClr>
                <a:srgbClr val="DA1F28"/>
              </a:buClr>
              <a:buSzPct val="60000"/>
              <a:buFontTx/>
              <a:buNone/>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    Initial Margin              50%</a:t>
            </a:r>
          </a:p>
          <a:p>
            <a:pPr marL="320040" marR="0" lvl="0" indent="-320040" algn="l" defTabSz="914400" rtl="0" eaLnBrk="1" fontAlgn="auto" latinLnBrk="0" hangingPunct="1">
              <a:lnSpc>
                <a:spcPct val="100000"/>
              </a:lnSpc>
              <a:spcBef>
                <a:spcPts val="700"/>
              </a:spcBef>
              <a:spcAft>
                <a:spcPts val="0"/>
              </a:spcAft>
              <a:buClr>
                <a:srgbClr val="DA1F28"/>
              </a:buClr>
              <a:buSzPct val="60000"/>
              <a:buFontTx/>
              <a:buNone/>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    Maintenance Margin   30%</a:t>
            </a:r>
          </a:p>
          <a:p>
            <a:pPr marL="320040" marR="0" lvl="0" indent="-320040" algn="l" defTabSz="914400" rtl="0" eaLnBrk="1" fontAlgn="auto" latinLnBrk="0" hangingPunct="1">
              <a:lnSpc>
                <a:spcPct val="100000"/>
              </a:lnSpc>
              <a:spcBef>
                <a:spcPts val="700"/>
              </a:spcBef>
              <a:spcAft>
                <a:spcPts val="0"/>
              </a:spcAft>
              <a:buClr>
                <a:srgbClr val="DA1F28"/>
              </a:buClr>
              <a:buSzPct val="60000"/>
              <a:buFontTx/>
              <a:buNone/>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    Initial Price                 $100</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1" i="0" u="none" strike="noStrike" kern="1200" cap="none" spc="0" normalizeH="0" baseline="0" noProof="0" dirty="0">
                <a:ln>
                  <a:noFill/>
                </a:ln>
                <a:solidFill>
                  <a:prstClr val="black"/>
                </a:solidFill>
                <a:effectLst/>
                <a:uLnTx/>
                <a:uFillTx/>
                <a:latin typeface="Tw Cen MT"/>
                <a:ea typeface="+mn-ea"/>
                <a:cs typeface="+mn-cs"/>
              </a:rPr>
              <a:t> Initial position</a:t>
            </a:r>
          </a:p>
        </p:txBody>
      </p:sp>
      <p:cxnSp>
        <p:nvCxnSpPr>
          <p:cNvPr id="4" name="Straight Connector 3">
            <a:extLst>
              <a:ext uri="{FF2B5EF4-FFF2-40B4-BE49-F238E27FC236}">
                <a16:creationId xmlns:a16="http://schemas.microsoft.com/office/drawing/2014/main" id="{07DA0162-2EF9-FCE2-D9BA-6B0B2C9594AC}"/>
              </a:ext>
            </a:extLst>
          </p:cNvPr>
          <p:cNvCxnSpPr>
            <a:cxnSpLocks/>
          </p:cNvCxnSpPr>
          <p:nvPr/>
        </p:nvCxnSpPr>
        <p:spPr>
          <a:xfrm>
            <a:off x="5121863" y="4477591"/>
            <a:ext cx="0" cy="2113604"/>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9" name="Text Placeholder 4">
            <a:extLst>
              <a:ext uri="{FF2B5EF4-FFF2-40B4-BE49-F238E27FC236}">
                <a16:creationId xmlns:a16="http://schemas.microsoft.com/office/drawing/2014/main" id="{1A93A98F-5A38-74A3-FE7F-5E37A32660CD}"/>
              </a:ext>
            </a:extLst>
          </p:cNvPr>
          <p:cNvSpPr txBox="1">
            <a:spLocks/>
          </p:cNvSpPr>
          <p:nvPr/>
        </p:nvSpPr>
        <p:spPr>
          <a:xfrm>
            <a:off x="5447506" y="4242367"/>
            <a:ext cx="5961289" cy="2022744"/>
          </a:xfrm>
          <a:prstGeom prst="rect">
            <a:avLst/>
          </a:prstGeom>
        </p:spPr>
        <p:txBody>
          <a:bodyPr vert="horz" anchor="b">
            <a:normAutofit lnSpcReduction="10000"/>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0" indent="0">
              <a:buClr>
                <a:srgbClr val="DA1F28"/>
              </a:buClr>
              <a:buFontTx/>
              <a:buNone/>
            </a:pPr>
            <a:r>
              <a:rPr lang="en-US" sz="2800" b="1" dirty="0">
                <a:solidFill>
                  <a:prstClr val="black"/>
                </a:solidFill>
                <a:latin typeface="Tw Cen MT" panose="020B0602020104020603" pitchFamily="34" charset="77"/>
              </a:rPr>
              <a:t>Liabilities</a:t>
            </a:r>
          </a:p>
          <a:p>
            <a:pPr marL="0" indent="0">
              <a:buClr>
                <a:srgbClr val="DA1F28"/>
              </a:buClr>
              <a:buFont typeface="Wingdings"/>
              <a:buNone/>
            </a:pPr>
            <a:r>
              <a:rPr lang="en-US" sz="2800" dirty="0">
                <a:solidFill>
                  <a:prstClr val="black"/>
                </a:solidFill>
                <a:latin typeface="Tw Cen MT" panose="020B0602020104020603" pitchFamily="34" charset="77"/>
              </a:rPr>
              <a:t>$100,000 (1000 shares owed)</a:t>
            </a:r>
          </a:p>
          <a:p>
            <a:pPr marL="342900" marR="0" lvl="0" indent="-342900" defTabSz="914400" eaLnBrk="0" fontAlgn="auto" latinLnBrk="0" hangingPunct="0">
              <a:lnSpc>
                <a:spcPct val="100000"/>
              </a:lnSpc>
              <a:spcBef>
                <a:spcPct val="20000"/>
              </a:spcBef>
              <a:spcAft>
                <a:spcPts val="0"/>
              </a:spcAft>
              <a:buClrTx/>
              <a:buSzTx/>
              <a:buFontTx/>
              <a:buNone/>
              <a:tabLst/>
              <a:defRPr/>
            </a:pPr>
            <a:r>
              <a:rPr kumimoji="0" lang="en-US" sz="2800" b="1" i="0" u="none" strike="noStrike" kern="0" cap="none" spc="0" normalizeH="0" baseline="0" noProof="0" dirty="0">
                <a:ln>
                  <a:noFill/>
                </a:ln>
                <a:solidFill>
                  <a:prstClr val="black"/>
                </a:solidFill>
                <a:effectLst/>
                <a:uLnTx/>
                <a:uFillTx/>
                <a:latin typeface="Tw Cen MT" panose="020B0602020104020603" pitchFamily="34" charset="77"/>
                <a:ea typeface="ＭＳ Ｐゴシック" charset="0"/>
                <a:cs typeface="Tw Cen MT"/>
              </a:rPr>
              <a:t>Equity </a:t>
            </a:r>
          </a:p>
          <a:p>
            <a:pPr marL="342900" marR="0" lvl="0" indent="-342900" defTabSz="914400" eaLnBrk="0" fontAlgn="auto" latinLnBrk="0" hangingPunct="0">
              <a:lnSpc>
                <a:spcPct val="100000"/>
              </a:lnSpc>
              <a:spcBef>
                <a:spcPct val="20000"/>
              </a:spcBef>
              <a:spcAft>
                <a:spcPts val="0"/>
              </a:spcAft>
              <a:buClrTx/>
              <a:buSzTx/>
              <a:buFontTx/>
              <a:buNone/>
              <a:tabLst/>
              <a:defRPr/>
            </a:pPr>
            <a:r>
              <a:rPr kumimoji="0" lang="en-US" sz="2800" b="0" i="0" u="none" strike="noStrike" kern="0" cap="none" spc="0" normalizeH="0" baseline="0" noProof="0" dirty="0">
                <a:ln>
                  <a:noFill/>
                </a:ln>
                <a:solidFill>
                  <a:prstClr val="black"/>
                </a:solidFill>
                <a:effectLst/>
                <a:uLnTx/>
                <a:uFillTx/>
                <a:latin typeface="Tw Cen MT" panose="020B0602020104020603" pitchFamily="34" charset="77"/>
                <a:ea typeface="ＭＳ Ｐゴシック" charset="0"/>
              </a:rPr>
              <a:t>$50,000</a:t>
            </a:r>
            <a:endParaRPr lang="en-US" sz="2800" dirty="0">
              <a:solidFill>
                <a:prstClr val="black"/>
              </a:solidFill>
              <a:latin typeface="Tw Cen MT" panose="020B0602020104020603" pitchFamily="34" charset="77"/>
            </a:endParaRPr>
          </a:p>
        </p:txBody>
      </p:sp>
      <p:cxnSp>
        <p:nvCxnSpPr>
          <p:cNvPr id="10" name="Straight Connector 9">
            <a:extLst>
              <a:ext uri="{FF2B5EF4-FFF2-40B4-BE49-F238E27FC236}">
                <a16:creationId xmlns:a16="http://schemas.microsoft.com/office/drawing/2014/main" id="{C042B07E-B73D-6F18-9626-33FF417B3927}"/>
              </a:ext>
            </a:extLst>
          </p:cNvPr>
          <p:cNvCxnSpPr>
            <a:cxnSpLocks/>
          </p:cNvCxnSpPr>
          <p:nvPr/>
        </p:nvCxnSpPr>
        <p:spPr>
          <a:xfrm>
            <a:off x="827926" y="4224252"/>
            <a:ext cx="10291195"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11" name="Text Placeholder 3">
            <a:extLst>
              <a:ext uri="{FF2B5EF4-FFF2-40B4-BE49-F238E27FC236}">
                <a16:creationId xmlns:a16="http://schemas.microsoft.com/office/drawing/2014/main" id="{15508329-981F-78D7-D97D-092DA56DDA58}"/>
              </a:ext>
            </a:extLst>
          </p:cNvPr>
          <p:cNvSpPr txBox="1">
            <a:spLocks/>
          </p:cNvSpPr>
          <p:nvPr/>
        </p:nvSpPr>
        <p:spPr>
          <a:xfrm>
            <a:off x="827926" y="4242367"/>
            <a:ext cx="4146637" cy="2113604"/>
          </a:xfrm>
          <a:prstGeom prst="rect">
            <a:avLst/>
          </a:prstGeom>
        </p:spPr>
        <p:txBody>
          <a:bodyPr vert="horz" anchor="b">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0" indent="0">
              <a:buClr>
                <a:srgbClr val="DA1F28"/>
              </a:buClr>
              <a:buFontTx/>
              <a:buNone/>
            </a:pPr>
            <a:r>
              <a:rPr lang="en-US" sz="2800" b="1" dirty="0">
                <a:solidFill>
                  <a:prstClr val="black"/>
                </a:solidFill>
                <a:latin typeface="Tw Cen MT"/>
              </a:rPr>
              <a:t>Assets</a:t>
            </a:r>
          </a:p>
          <a:p>
            <a:pPr>
              <a:buClr>
                <a:srgbClr val="DA1F28"/>
              </a:buClr>
              <a:buFontTx/>
              <a:buNone/>
            </a:pPr>
            <a:r>
              <a:rPr lang="en-US" sz="2800" dirty="0">
                <a:solidFill>
                  <a:prstClr val="black"/>
                </a:solidFill>
                <a:latin typeface="Tw Cen MT"/>
              </a:rPr>
              <a:t>$100,000 (sale proceeds)</a:t>
            </a:r>
          </a:p>
          <a:p>
            <a:pPr>
              <a:buClr>
                <a:srgbClr val="DA1F28"/>
              </a:buClr>
              <a:buFontTx/>
              <a:buNone/>
            </a:pPr>
            <a:r>
              <a:rPr lang="en-US" sz="2800" dirty="0">
                <a:solidFill>
                  <a:prstClr val="black"/>
                </a:solidFill>
                <a:latin typeface="Tw Cen MT"/>
              </a:rPr>
              <a:t>$50,000 (initial margin)</a:t>
            </a:r>
          </a:p>
          <a:p>
            <a:pPr marL="0" indent="0">
              <a:buClr>
                <a:srgbClr val="DA1F28"/>
              </a:buClr>
              <a:buFontTx/>
              <a:buNone/>
            </a:pPr>
            <a:endParaRPr lang="en-US" sz="2400" b="1" dirty="0">
              <a:solidFill>
                <a:prstClr val="black"/>
              </a:solidFill>
              <a:latin typeface="Tw Cen MT"/>
            </a:endParaRPr>
          </a:p>
        </p:txBody>
      </p:sp>
    </p:spTree>
    <p:extLst>
      <p:ext uri="{BB962C8B-B14F-4D97-AF65-F5344CB8AC3E}">
        <p14:creationId xmlns:p14="http://schemas.microsoft.com/office/powerpoint/2010/main" val="3088252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E263C-0058-1D2C-7753-BCF7479849C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B12B0CD-4E7D-03E6-8847-01CA95043E54}"/>
              </a:ext>
            </a:extLst>
          </p:cNvPr>
          <p:cNvSpPr/>
          <p:nvPr/>
        </p:nvSpPr>
        <p:spPr>
          <a:xfrm>
            <a:off x="0" y="0"/>
            <a:ext cx="3208421"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How securities are traded</a:t>
            </a:r>
            <a:endParaRPr kumimoji="0" lang="en-US"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5AC94F3-BF04-4D99-E590-666BE7B64DA3}"/>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Short Sales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4F6DF645-60B4-5627-0FE4-2F3C99984E3A}"/>
              </a:ext>
            </a:extLst>
          </p:cNvPr>
          <p:cNvSpPr txBox="1">
            <a:spLocks/>
          </p:cNvSpPr>
          <p:nvPr/>
        </p:nvSpPr>
        <p:spPr>
          <a:xfrm>
            <a:off x="341746" y="75968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3" name="TextBox 2">
            <a:extLst>
              <a:ext uri="{FF2B5EF4-FFF2-40B4-BE49-F238E27FC236}">
                <a16:creationId xmlns:a16="http://schemas.microsoft.com/office/drawing/2014/main" id="{577241CA-5385-A1C7-DCAB-CB31F5852A68}"/>
              </a:ext>
            </a:extLst>
          </p:cNvPr>
          <p:cNvSpPr txBox="1"/>
          <p:nvPr/>
        </p:nvSpPr>
        <p:spPr>
          <a:xfrm>
            <a:off x="341746" y="663688"/>
            <a:ext cx="11508508" cy="1166986"/>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1" i="0" u="none" strike="noStrike" kern="1200" cap="none" spc="0" normalizeH="0" baseline="0" noProof="0" dirty="0">
                <a:ln>
                  <a:noFill/>
                </a:ln>
                <a:solidFill>
                  <a:prstClr val="black"/>
                </a:solidFill>
                <a:effectLst/>
                <a:uLnTx/>
                <a:uFillTx/>
                <a:latin typeface="Tw Cen MT"/>
                <a:ea typeface="+mn-ea"/>
                <a:cs typeface="+mn-cs"/>
              </a:rPr>
              <a:t> Price per share drops to $70</a:t>
            </a:r>
            <a:endParaRPr lang="en-US" sz="2800" b="1" dirty="0">
              <a:solidFill>
                <a:prstClr val="black"/>
              </a:solidFill>
              <a:latin typeface="Tw Cen MT"/>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3600" b="0" i="0" u="none" strike="noStrike" kern="1200" cap="none" spc="0" normalizeH="0" baseline="0" noProof="0" dirty="0">
              <a:ln>
                <a:noFill/>
              </a:ln>
              <a:solidFill>
                <a:prstClr val="black"/>
              </a:solidFill>
              <a:effectLst/>
              <a:uLnTx/>
              <a:uFillTx/>
              <a:latin typeface="Tw Cen MT"/>
              <a:ea typeface="+mn-ea"/>
              <a:cs typeface="+mn-cs"/>
            </a:endParaRPr>
          </a:p>
        </p:txBody>
      </p:sp>
      <p:cxnSp>
        <p:nvCxnSpPr>
          <p:cNvPr id="4" name="Straight Connector 3">
            <a:extLst>
              <a:ext uri="{FF2B5EF4-FFF2-40B4-BE49-F238E27FC236}">
                <a16:creationId xmlns:a16="http://schemas.microsoft.com/office/drawing/2014/main" id="{83AB6794-CB9F-5C26-EDE6-11C9A8AF6E96}"/>
              </a:ext>
            </a:extLst>
          </p:cNvPr>
          <p:cNvCxnSpPr>
            <a:cxnSpLocks/>
          </p:cNvCxnSpPr>
          <p:nvPr/>
        </p:nvCxnSpPr>
        <p:spPr>
          <a:xfrm>
            <a:off x="5299483" y="1505791"/>
            <a:ext cx="0" cy="2113604"/>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9" name="Text Placeholder 4">
            <a:extLst>
              <a:ext uri="{FF2B5EF4-FFF2-40B4-BE49-F238E27FC236}">
                <a16:creationId xmlns:a16="http://schemas.microsoft.com/office/drawing/2014/main" id="{7B70998D-6184-A506-9CAA-9C2A783A923B}"/>
              </a:ext>
            </a:extLst>
          </p:cNvPr>
          <p:cNvSpPr txBox="1">
            <a:spLocks/>
          </p:cNvSpPr>
          <p:nvPr/>
        </p:nvSpPr>
        <p:spPr>
          <a:xfrm>
            <a:off x="5542305" y="1480398"/>
            <a:ext cx="5961289" cy="2022744"/>
          </a:xfrm>
          <a:prstGeom prst="rect">
            <a:avLst/>
          </a:prstGeom>
        </p:spPr>
        <p:txBody>
          <a:bodyPr vert="horz" anchor="b">
            <a:normAutofit lnSpcReduction="10000"/>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0" indent="0">
              <a:buClr>
                <a:srgbClr val="DA1F28"/>
              </a:buClr>
              <a:buFontTx/>
              <a:buNone/>
            </a:pPr>
            <a:r>
              <a:rPr lang="en-US" sz="2800" b="1" dirty="0">
                <a:solidFill>
                  <a:prstClr val="black"/>
                </a:solidFill>
                <a:latin typeface="Tw Cen MT"/>
              </a:rPr>
              <a:t>Liabilities</a:t>
            </a:r>
          </a:p>
          <a:p>
            <a:pPr marL="0" indent="0">
              <a:buClr>
                <a:srgbClr val="DA1F28"/>
              </a:buClr>
              <a:buFont typeface="Wingdings"/>
              <a:buNone/>
            </a:pPr>
            <a:r>
              <a:rPr lang="en-US" sz="2800" dirty="0">
                <a:solidFill>
                  <a:prstClr val="black"/>
                </a:solidFill>
                <a:latin typeface="Tw Cen MT"/>
              </a:rPr>
              <a:t>$ </a:t>
            </a:r>
            <a:r>
              <a:rPr kumimoji="0" lang="en-US" sz="28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70,000</a:t>
            </a:r>
            <a:r>
              <a:rPr lang="en-US" sz="2800" dirty="0">
                <a:solidFill>
                  <a:prstClr val="black"/>
                </a:solidFill>
                <a:latin typeface="Tw Cen MT"/>
              </a:rPr>
              <a:t> (1000 shares owed)</a:t>
            </a:r>
          </a:p>
          <a:p>
            <a:pPr marL="342900" marR="0" lvl="0" indent="-342900" defTabSz="914400" eaLnBrk="0" fontAlgn="auto" latinLnBrk="0" hangingPunct="0">
              <a:lnSpc>
                <a:spcPct val="100000"/>
              </a:lnSpc>
              <a:spcBef>
                <a:spcPct val="20000"/>
              </a:spcBef>
              <a:spcAft>
                <a:spcPts val="0"/>
              </a:spcAft>
              <a:buClrTx/>
              <a:buSzTx/>
              <a:buFontTx/>
              <a:buNone/>
              <a:tabLst/>
              <a:defRPr/>
            </a:pPr>
            <a:r>
              <a:rPr kumimoji="0" lang="en-US" sz="2800" b="1" i="0" u="none" strike="noStrike" kern="0" cap="none" spc="0" normalizeH="0" baseline="0" noProof="0" dirty="0">
                <a:ln>
                  <a:noFill/>
                </a:ln>
                <a:solidFill>
                  <a:prstClr val="black"/>
                </a:solidFill>
                <a:effectLst/>
                <a:uLnTx/>
                <a:uFillTx/>
                <a:latin typeface="Tw Cen MT"/>
                <a:ea typeface="ＭＳ Ｐゴシック" charset="0"/>
                <a:cs typeface="Tw Cen MT"/>
              </a:rPr>
              <a:t>Equity </a:t>
            </a:r>
          </a:p>
          <a:p>
            <a:pPr marL="342900" marR="0" lvl="0" indent="-342900" defTabSz="914400" eaLnBrk="0" fontAlgn="auto" latinLnBrk="0" hangingPunct="0">
              <a:lnSpc>
                <a:spcPct val="100000"/>
              </a:lnSpc>
              <a:spcBef>
                <a:spcPct val="20000"/>
              </a:spcBef>
              <a:spcAft>
                <a:spcPts val="0"/>
              </a:spcAft>
              <a:buClrTx/>
              <a:buSzTx/>
              <a:buFontTx/>
              <a:buNone/>
              <a:tabLst/>
              <a:defRPr/>
            </a:pPr>
            <a:r>
              <a:rPr kumimoji="0" lang="en-US" sz="2800" b="0" i="0" u="none" strike="noStrike" kern="0" cap="none" spc="0" normalizeH="0" baseline="0" noProof="0" dirty="0">
                <a:ln>
                  <a:noFill/>
                </a:ln>
                <a:solidFill>
                  <a:prstClr val="black"/>
                </a:solidFill>
                <a:effectLst/>
                <a:uLnTx/>
                <a:uFillTx/>
                <a:latin typeface="Arial" charset="0"/>
                <a:ea typeface="ＭＳ Ｐゴシック" charset="0"/>
              </a:rPr>
              <a:t>$ ______</a:t>
            </a:r>
            <a:endParaRPr lang="en-US" sz="2800" dirty="0">
              <a:solidFill>
                <a:prstClr val="black"/>
              </a:solidFill>
              <a:latin typeface="Tw Cen MT"/>
            </a:endParaRPr>
          </a:p>
        </p:txBody>
      </p:sp>
      <p:cxnSp>
        <p:nvCxnSpPr>
          <p:cNvPr id="10" name="Straight Connector 9">
            <a:extLst>
              <a:ext uri="{FF2B5EF4-FFF2-40B4-BE49-F238E27FC236}">
                <a16:creationId xmlns:a16="http://schemas.microsoft.com/office/drawing/2014/main" id="{F5A4120F-5EC2-B52C-6B6D-E6949AC57D37}"/>
              </a:ext>
            </a:extLst>
          </p:cNvPr>
          <p:cNvCxnSpPr>
            <a:cxnSpLocks/>
          </p:cNvCxnSpPr>
          <p:nvPr/>
        </p:nvCxnSpPr>
        <p:spPr>
          <a:xfrm>
            <a:off x="922725" y="1462283"/>
            <a:ext cx="10291195"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11" name="Text Placeholder 3">
            <a:extLst>
              <a:ext uri="{FF2B5EF4-FFF2-40B4-BE49-F238E27FC236}">
                <a16:creationId xmlns:a16="http://schemas.microsoft.com/office/drawing/2014/main" id="{B216EDA0-E4C0-A41F-16E5-5B59949218F1}"/>
              </a:ext>
            </a:extLst>
          </p:cNvPr>
          <p:cNvSpPr txBox="1">
            <a:spLocks/>
          </p:cNvSpPr>
          <p:nvPr/>
        </p:nvSpPr>
        <p:spPr>
          <a:xfrm>
            <a:off x="960825" y="1443897"/>
            <a:ext cx="4146637" cy="2113604"/>
          </a:xfrm>
          <a:prstGeom prst="rect">
            <a:avLst/>
          </a:prstGeom>
        </p:spPr>
        <p:txBody>
          <a:bodyPr vert="horz" anchor="b">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0" indent="0">
              <a:buClr>
                <a:srgbClr val="DA1F28"/>
              </a:buClr>
              <a:buFontTx/>
              <a:buNone/>
            </a:pPr>
            <a:r>
              <a:rPr lang="en-US" sz="2800" b="1" dirty="0">
                <a:solidFill>
                  <a:prstClr val="black"/>
                </a:solidFill>
                <a:latin typeface="Tw Cen MT"/>
              </a:rPr>
              <a:t>Assets</a:t>
            </a:r>
          </a:p>
          <a:p>
            <a:pPr>
              <a:buClr>
                <a:srgbClr val="DA1F28"/>
              </a:buClr>
              <a:buFontTx/>
              <a:buNone/>
            </a:pPr>
            <a:r>
              <a:rPr lang="en-US" sz="2800" dirty="0">
                <a:solidFill>
                  <a:prstClr val="black"/>
                </a:solidFill>
                <a:latin typeface="Tw Cen MT"/>
              </a:rPr>
              <a:t>$100,000 (sale proceeds)</a:t>
            </a:r>
          </a:p>
          <a:p>
            <a:pPr>
              <a:buClr>
                <a:srgbClr val="DA1F28"/>
              </a:buClr>
              <a:buFontTx/>
              <a:buNone/>
            </a:pPr>
            <a:r>
              <a:rPr lang="en-US" sz="2800" dirty="0">
                <a:solidFill>
                  <a:prstClr val="black"/>
                </a:solidFill>
                <a:latin typeface="Tw Cen MT"/>
              </a:rPr>
              <a:t>$50,000 (initial margin)</a:t>
            </a:r>
          </a:p>
          <a:p>
            <a:pPr marL="0" indent="0">
              <a:buClr>
                <a:srgbClr val="DA1F28"/>
              </a:buClr>
              <a:buFontTx/>
              <a:buNone/>
            </a:pPr>
            <a:endParaRPr lang="en-US" sz="2400" b="1" dirty="0">
              <a:solidFill>
                <a:prstClr val="black"/>
              </a:solidFill>
              <a:latin typeface="Tw Cen MT"/>
            </a:endParaRPr>
          </a:p>
        </p:txBody>
      </p:sp>
      <p:sp>
        <p:nvSpPr>
          <p:cNvPr id="2" name="TextBox 1">
            <a:extLst>
              <a:ext uri="{FF2B5EF4-FFF2-40B4-BE49-F238E27FC236}">
                <a16:creationId xmlns:a16="http://schemas.microsoft.com/office/drawing/2014/main" id="{39B81B97-71D4-AB87-B805-4D1B40F8C0DC}"/>
              </a:ext>
            </a:extLst>
          </p:cNvPr>
          <p:cNvSpPr txBox="1"/>
          <p:nvPr/>
        </p:nvSpPr>
        <p:spPr>
          <a:xfrm>
            <a:off x="968725" y="3865207"/>
            <a:ext cx="9922042"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3000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Percentage Margin = $80,000/$70,000 = 114%</a:t>
            </a:r>
          </a:p>
        </p:txBody>
      </p:sp>
      <mc:AlternateContent xmlns:mc="http://schemas.openxmlformats.org/markup-compatibility/2006">
        <mc:Choice xmlns:p14="http://schemas.microsoft.com/office/powerpoint/2010/main" Requires="p14">
          <p:contentPart p14:bwMode="auto" r:id="rId2">
            <p14:nvContentPartPr>
              <p14:cNvPr id="13" name="Ink 12">
                <a:extLst>
                  <a:ext uri="{FF2B5EF4-FFF2-40B4-BE49-F238E27FC236}">
                    <a16:creationId xmlns:a16="http://schemas.microsoft.com/office/drawing/2014/main" id="{EBE611AE-0B2C-7957-CF3D-9517125C0AFA}"/>
                  </a:ext>
                </a:extLst>
              </p14:cNvPr>
              <p14:cNvContentPartPr/>
              <p14:nvPr/>
            </p14:nvContentPartPr>
            <p14:xfrm>
              <a:off x="6817320" y="3154840"/>
              <a:ext cx="124920" cy="158400"/>
            </p14:xfrm>
          </p:contentPart>
        </mc:Choice>
        <mc:Fallback>
          <p:pic>
            <p:nvPicPr>
              <p:cNvPr id="13" name="Ink 12">
                <a:extLst>
                  <a:ext uri="{FF2B5EF4-FFF2-40B4-BE49-F238E27FC236}">
                    <a16:creationId xmlns:a16="http://schemas.microsoft.com/office/drawing/2014/main" id="{EBE611AE-0B2C-7957-CF3D-9517125C0AFA}"/>
                  </a:ext>
                </a:extLst>
              </p:cNvPr>
              <p:cNvPicPr/>
              <p:nvPr/>
            </p:nvPicPr>
            <p:blipFill>
              <a:blip r:embed="rId3"/>
              <a:stretch>
                <a:fillRect/>
              </a:stretch>
            </p:blipFill>
            <p:spPr>
              <a:xfrm>
                <a:off x="6811200" y="3148720"/>
                <a:ext cx="137160" cy="170640"/>
              </a:xfrm>
              <a:prstGeom prst="rect">
                <a:avLst/>
              </a:prstGeom>
            </p:spPr>
          </p:pic>
        </mc:Fallback>
      </mc:AlternateContent>
      <p:grpSp>
        <p:nvGrpSpPr>
          <p:cNvPr id="19" name="Group 18">
            <a:extLst>
              <a:ext uri="{FF2B5EF4-FFF2-40B4-BE49-F238E27FC236}">
                <a16:creationId xmlns:a16="http://schemas.microsoft.com/office/drawing/2014/main" id="{70E89D88-CFC1-1ECE-1C0A-03FBBE51A2F6}"/>
              </a:ext>
            </a:extLst>
          </p:cNvPr>
          <p:cNvGrpSpPr/>
          <p:nvPr/>
        </p:nvGrpSpPr>
        <p:grpSpPr>
          <a:xfrm>
            <a:off x="7089120" y="3169960"/>
            <a:ext cx="380880" cy="241560"/>
            <a:chOff x="7089120" y="3169960"/>
            <a:chExt cx="380880" cy="241560"/>
          </a:xfrm>
        </p:grpSpPr>
        <mc:AlternateContent xmlns:mc="http://schemas.openxmlformats.org/markup-compatibility/2006">
          <mc:Choice xmlns:p14="http://schemas.microsoft.com/office/powerpoint/2010/main" Requires="p14">
            <p:contentPart p14:bwMode="auto" r:id="rId4">
              <p14:nvContentPartPr>
                <p14:cNvPr id="14" name="Ink 13">
                  <a:extLst>
                    <a:ext uri="{FF2B5EF4-FFF2-40B4-BE49-F238E27FC236}">
                      <a16:creationId xmlns:a16="http://schemas.microsoft.com/office/drawing/2014/main" id="{C1A117F7-8246-3251-D876-055692F7BF45}"/>
                    </a:ext>
                  </a:extLst>
                </p14:cNvPr>
                <p14:cNvContentPartPr/>
                <p14:nvPr/>
              </p14:nvContentPartPr>
              <p14:xfrm>
                <a:off x="7089120" y="3169960"/>
                <a:ext cx="115920" cy="182880"/>
              </p14:xfrm>
            </p:contentPart>
          </mc:Choice>
          <mc:Fallback>
            <p:pic>
              <p:nvPicPr>
                <p:cNvPr id="14" name="Ink 13">
                  <a:extLst>
                    <a:ext uri="{FF2B5EF4-FFF2-40B4-BE49-F238E27FC236}">
                      <a16:creationId xmlns:a16="http://schemas.microsoft.com/office/drawing/2014/main" id="{C1A117F7-8246-3251-D876-055692F7BF45}"/>
                    </a:ext>
                  </a:extLst>
                </p:cNvPr>
                <p:cNvPicPr/>
                <p:nvPr/>
              </p:nvPicPr>
              <p:blipFill>
                <a:blip r:embed="rId5"/>
                <a:stretch>
                  <a:fillRect/>
                </a:stretch>
              </p:blipFill>
              <p:spPr>
                <a:xfrm>
                  <a:off x="7083000" y="3163840"/>
                  <a:ext cx="12816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5" name="Ink 14">
                  <a:extLst>
                    <a:ext uri="{FF2B5EF4-FFF2-40B4-BE49-F238E27FC236}">
                      <a16:creationId xmlns:a16="http://schemas.microsoft.com/office/drawing/2014/main" id="{2A9298A4-121B-4B5B-E3A2-2169D470B0D3}"/>
                    </a:ext>
                  </a:extLst>
                </p14:cNvPr>
                <p14:cNvContentPartPr/>
                <p14:nvPr/>
              </p14:nvContentPartPr>
              <p14:xfrm>
                <a:off x="7297560" y="3204160"/>
                <a:ext cx="172440" cy="207360"/>
              </p14:xfrm>
            </p:contentPart>
          </mc:Choice>
          <mc:Fallback>
            <p:pic>
              <p:nvPicPr>
                <p:cNvPr id="15" name="Ink 14">
                  <a:extLst>
                    <a:ext uri="{FF2B5EF4-FFF2-40B4-BE49-F238E27FC236}">
                      <a16:creationId xmlns:a16="http://schemas.microsoft.com/office/drawing/2014/main" id="{2A9298A4-121B-4B5B-E3A2-2169D470B0D3}"/>
                    </a:ext>
                  </a:extLst>
                </p:cNvPr>
                <p:cNvPicPr/>
                <p:nvPr/>
              </p:nvPicPr>
              <p:blipFill>
                <a:blip r:embed="rId7"/>
                <a:stretch>
                  <a:fillRect/>
                </a:stretch>
              </p:blipFill>
              <p:spPr>
                <a:xfrm>
                  <a:off x="7291440" y="3198040"/>
                  <a:ext cx="184680" cy="219600"/>
                </a:xfrm>
                <a:prstGeom prst="rect">
                  <a:avLst/>
                </a:prstGeom>
              </p:spPr>
            </p:pic>
          </mc:Fallback>
        </mc:AlternateContent>
      </p:grpSp>
      <p:grpSp>
        <p:nvGrpSpPr>
          <p:cNvPr id="21" name="Group 20">
            <a:extLst>
              <a:ext uri="{FF2B5EF4-FFF2-40B4-BE49-F238E27FC236}">
                <a16:creationId xmlns:a16="http://schemas.microsoft.com/office/drawing/2014/main" id="{CCE93E07-5666-A708-521A-AB524DD38DBB}"/>
              </a:ext>
            </a:extLst>
          </p:cNvPr>
          <p:cNvGrpSpPr/>
          <p:nvPr/>
        </p:nvGrpSpPr>
        <p:grpSpPr>
          <a:xfrm>
            <a:off x="6057720" y="3068440"/>
            <a:ext cx="561240" cy="432720"/>
            <a:chOff x="6057720" y="3068440"/>
            <a:chExt cx="561240" cy="432720"/>
          </a:xfrm>
        </p:grpSpPr>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D5B909E3-48C4-0642-9E89-383C62221033}"/>
                    </a:ext>
                  </a:extLst>
                </p14:cNvPr>
                <p14:cNvContentPartPr/>
                <p14:nvPr/>
              </p14:nvContentPartPr>
              <p14:xfrm>
                <a:off x="6057720" y="3068440"/>
                <a:ext cx="147600" cy="266400"/>
              </p14:xfrm>
            </p:contentPart>
          </mc:Choice>
          <mc:Fallback>
            <p:pic>
              <p:nvPicPr>
                <p:cNvPr id="6" name="Ink 5">
                  <a:extLst>
                    <a:ext uri="{FF2B5EF4-FFF2-40B4-BE49-F238E27FC236}">
                      <a16:creationId xmlns:a16="http://schemas.microsoft.com/office/drawing/2014/main" id="{D5B909E3-48C4-0642-9E89-383C62221033}"/>
                    </a:ext>
                  </a:extLst>
                </p:cNvPr>
                <p:cNvPicPr/>
                <p:nvPr/>
              </p:nvPicPr>
              <p:blipFill>
                <a:blip r:embed="rId9"/>
                <a:stretch>
                  <a:fillRect/>
                </a:stretch>
              </p:blipFill>
              <p:spPr>
                <a:xfrm>
                  <a:off x="6051600" y="3062320"/>
                  <a:ext cx="15984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2" name="Ink 11">
                  <a:extLst>
                    <a:ext uri="{FF2B5EF4-FFF2-40B4-BE49-F238E27FC236}">
                      <a16:creationId xmlns:a16="http://schemas.microsoft.com/office/drawing/2014/main" id="{146F2EA6-EA06-1DA4-90AC-F2B59FA64A15}"/>
                    </a:ext>
                  </a:extLst>
                </p14:cNvPr>
                <p14:cNvContentPartPr/>
                <p14:nvPr/>
              </p14:nvContentPartPr>
              <p14:xfrm>
                <a:off x="6277680" y="3126760"/>
                <a:ext cx="117360" cy="196200"/>
              </p14:xfrm>
            </p:contentPart>
          </mc:Choice>
          <mc:Fallback>
            <p:pic>
              <p:nvPicPr>
                <p:cNvPr id="12" name="Ink 11">
                  <a:extLst>
                    <a:ext uri="{FF2B5EF4-FFF2-40B4-BE49-F238E27FC236}">
                      <a16:creationId xmlns:a16="http://schemas.microsoft.com/office/drawing/2014/main" id="{146F2EA6-EA06-1DA4-90AC-F2B59FA64A15}"/>
                    </a:ext>
                  </a:extLst>
                </p:cNvPr>
                <p:cNvPicPr/>
                <p:nvPr/>
              </p:nvPicPr>
              <p:blipFill>
                <a:blip r:embed="rId11"/>
                <a:stretch>
                  <a:fillRect/>
                </a:stretch>
              </p:blipFill>
              <p:spPr>
                <a:xfrm>
                  <a:off x="6271560" y="3120640"/>
                  <a:ext cx="129600" cy="2084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6" name="Ink 15">
                  <a:extLst>
                    <a:ext uri="{FF2B5EF4-FFF2-40B4-BE49-F238E27FC236}">
                      <a16:creationId xmlns:a16="http://schemas.microsoft.com/office/drawing/2014/main" id="{4835E0FB-7E0A-BD37-CCAF-4B412D4DDBF6}"/>
                    </a:ext>
                  </a:extLst>
                </p14:cNvPr>
                <p14:cNvContentPartPr/>
                <p14:nvPr/>
              </p14:nvContentPartPr>
              <p14:xfrm>
                <a:off x="6514920" y="3343480"/>
                <a:ext cx="104040" cy="157680"/>
              </p14:xfrm>
            </p:contentPart>
          </mc:Choice>
          <mc:Fallback>
            <p:pic>
              <p:nvPicPr>
                <p:cNvPr id="16" name="Ink 15">
                  <a:extLst>
                    <a:ext uri="{FF2B5EF4-FFF2-40B4-BE49-F238E27FC236}">
                      <a16:creationId xmlns:a16="http://schemas.microsoft.com/office/drawing/2014/main" id="{4835E0FB-7E0A-BD37-CCAF-4B412D4DDBF6}"/>
                    </a:ext>
                  </a:extLst>
                </p:cNvPr>
                <p:cNvPicPr/>
                <p:nvPr/>
              </p:nvPicPr>
              <p:blipFill>
                <a:blip r:embed="rId13"/>
                <a:stretch>
                  <a:fillRect/>
                </a:stretch>
              </p:blipFill>
              <p:spPr>
                <a:xfrm>
                  <a:off x="6508800" y="3337360"/>
                  <a:ext cx="11628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0" name="Ink 19">
                  <a:extLst>
                    <a:ext uri="{FF2B5EF4-FFF2-40B4-BE49-F238E27FC236}">
                      <a16:creationId xmlns:a16="http://schemas.microsoft.com/office/drawing/2014/main" id="{9D697D99-3AEE-8447-59DB-881C26C24CBF}"/>
                    </a:ext>
                  </a:extLst>
                </p14:cNvPr>
                <p14:cNvContentPartPr/>
                <p14:nvPr/>
              </p14:nvContentPartPr>
              <p14:xfrm>
                <a:off x="6282360" y="3203440"/>
                <a:ext cx="17640" cy="9000"/>
              </p14:xfrm>
            </p:contentPart>
          </mc:Choice>
          <mc:Fallback>
            <p:pic>
              <p:nvPicPr>
                <p:cNvPr id="20" name="Ink 19">
                  <a:extLst>
                    <a:ext uri="{FF2B5EF4-FFF2-40B4-BE49-F238E27FC236}">
                      <a16:creationId xmlns:a16="http://schemas.microsoft.com/office/drawing/2014/main" id="{9D697D99-3AEE-8447-59DB-881C26C24CBF}"/>
                    </a:ext>
                  </a:extLst>
                </p:cNvPr>
                <p:cNvPicPr/>
                <p:nvPr/>
              </p:nvPicPr>
              <p:blipFill>
                <a:blip r:embed="rId15"/>
                <a:stretch>
                  <a:fillRect/>
                </a:stretch>
              </p:blipFill>
              <p:spPr>
                <a:xfrm>
                  <a:off x="6276240" y="3197320"/>
                  <a:ext cx="29880" cy="21240"/>
                </a:xfrm>
                <a:prstGeom prst="rect">
                  <a:avLst/>
                </a:prstGeom>
              </p:spPr>
            </p:pic>
          </mc:Fallback>
        </mc:AlternateContent>
      </p:grpSp>
      <p:grpSp>
        <p:nvGrpSpPr>
          <p:cNvPr id="28" name="Group 27">
            <a:extLst>
              <a:ext uri="{FF2B5EF4-FFF2-40B4-BE49-F238E27FC236}">
                <a16:creationId xmlns:a16="http://schemas.microsoft.com/office/drawing/2014/main" id="{A1CC679A-0666-B6EB-CDB6-EF7EB9E42851}"/>
              </a:ext>
            </a:extLst>
          </p:cNvPr>
          <p:cNvGrpSpPr/>
          <p:nvPr/>
        </p:nvGrpSpPr>
        <p:grpSpPr>
          <a:xfrm>
            <a:off x="7680240" y="3009760"/>
            <a:ext cx="646560" cy="443880"/>
            <a:chOff x="7680240" y="3009760"/>
            <a:chExt cx="646560" cy="443880"/>
          </a:xfrm>
        </p:grpSpPr>
        <mc:AlternateContent xmlns:mc="http://schemas.openxmlformats.org/markup-compatibility/2006">
          <mc:Choice xmlns:p14="http://schemas.microsoft.com/office/powerpoint/2010/main" Requires="p14">
            <p:contentPart p14:bwMode="auto" r:id="rId16">
              <p14:nvContentPartPr>
                <p14:cNvPr id="22" name="Ink 21">
                  <a:extLst>
                    <a:ext uri="{FF2B5EF4-FFF2-40B4-BE49-F238E27FC236}">
                      <a16:creationId xmlns:a16="http://schemas.microsoft.com/office/drawing/2014/main" id="{4EDE4D10-47BD-13FE-7626-652AD643288A}"/>
                    </a:ext>
                  </a:extLst>
                </p14:cNvPr>
                <p14:cNvContentPartPr/>
                <p14:nvPr/>
              </p14:nvContentPartPr>
              <p14:xfrm>
                <a:off x="7680240" y="3009760"/>
                <a:ext cx="172080" cy="443880"/>
              </p14:xfrm>
            </p:contentPart>
          </mc:Choice>
          <mc:Fallback>
            <p:pic>
              <p:nvPicPr>
                <p:cNvPr id="22" name="Ink 21">
                  <a:extLst>
                    <a:ext uri="{FF2B5EF4-FFF2-40B4-BE49-F238E27FC236}">
                      <a16:creationId xmlns:a16="http://schemas.microsoft.com/office/drawing/2014/main" id="{4EDE4D10-47BD-13FE-7626-652AD643288A}"/>
                    </a:ext>
                  </a:extLst>
                </p:cNvPr>
                <p:cNvPicPr/>
                <p:nvPr/>
              </p:nvPicPr>
              <p:blipFill>
                <a:blip r:embed="rId17"/>
                <a:stretch>
                  <a:fillRect/>
                </a:stretch>
              </p:blipFill>
              <p:spPr>
                <a:xfrm>
                  <a:off x="7674120" y="3003640"/>
                  <a:ext cx="184320" cy="4561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3" name="Ink 22">
                  <a:extLst>
                    <a:ext uri="{FF2B5EF4-FFF2-40B4-BE49-F238E27FC236}">
                      <a16:creationId xmlns:a16="http://schemas.microsoft.com/office/drawing/2014/main" id="{22551647-22C6-EBB4-692F-07CEFA6ADCC4}"/>
                    </a:ext>
                  </a:extLst>
                </p14:cNvPr>
                <p14:cNvContentPartPr/>
                <p14:nvPr/>
              </p14:nvContentPartPr>
              <p14:xfrm>
                <a:off x="7902000" y="3067360"/>
                <a:ext cx="178920" cy="331200"/>
              </p14:xfrm>
            </p:contentPart>
          </mc:Choice>
          <mc:Fallback>
            <p:pic>
              <p:nvPicPr>
                <p:cNvPr id="23" name="Ink 22">
                  <a:extLst>
                    <a:ext uri="{FF2B5EF4-FFF2-40B4-BE49-F238E27FC236}">
                      <a16:creationId xmlns:a16="http://schemas.microsoft.com/office/drawing/2014/main" id="{22551647-22C6-EBB4-692F-07CEFA6ADCC4}"/>
                    </a:ext>
                  </a:extLst>
                </p:cNvPr>
                <p:cNvPicPr/>
                <p:nvPr/>
              </p:nvPicPr>
              <p:blipFill>
                <a:blip r:embed="rId19"/>
                <a:stretch>
                  <a:fillRect/>
                </a:stretch>
              </p:blipFill>
              <p:spPr>
                <a:xfrm>
                  <a:off x="7895880" y="3061240"/>
                  <a:ext cx="191160" cy="3434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4" name="Ink 23">
                  <a:extLst>
                    <a:ext uri="{FF2B5EF4-FFF2-40B4-BE49-F238E27FC236}">
                      <a16:creationId xmlns:a16="http://schemas.microsoft.com/office/drawing/2014/main" id="{FCA71E54-12B2-C454-D174-13AE2E125531}"/>
                    </a:ext>
                  </a:extLst>
                </p14:cNvPr>
                <p14:cNvContentPartPr/>
                <p14:nvPr/>
              </p14:nvContentPartPr>
              <p14:xfrm>
                <a:off x="8185320" y="3231880"/>
                <a:ext cx="141480" cy="29880"/>
              </p14:xfrm>
            </p:contentPart>
          </mc:Choice>
          <mc:Fallback>
            <p:pic>
              <p:nvPicPr>
                <p:cNvPr id="24" name="Ink 23">
                  <a:extLst>
                    <a:ext uri="{FF2B5EF4-FFF2-40B4-BE49-F238E27FC236}">
                      <a16:creationId xmlns:a16="http://schemas.microsoft.com/office/drawing/2014/main" id="{FCA71E54-12B2-C454-D174-13AE2E125531}"/>
                    </a:ext>
                  </a:extLst>
                </p:cNvPr>
                <p:cNvPicPr/>
                <p:nvPr/>
              </p:nvPicPr>
              <p:blipFill>
                <a:blip r:embed="rId21"/>
                <a:stretch>
                  <a:fillRect/>
                </a:stretch>
              </p:blipFill>
              <p:spPr>
                <a:xfrm>
                  <a:off x="8179200" y="3225760"/>
                  <a:ext cx="153720" cy="42120"/>
                </a:xfrm>
                <a:prstGeom prst="rect">
                  <a:avLst/>
                </a:prstGeom>
              </p:spPr>
            </p:pic>
          </mc:Fallback>
        </mc:AlternateContent>
      </p:grpSp>
      <p:grpSp>
        <p:nvGrpSpPr>
          <p:cNvPr id="27" name="Group 26">
            <a:extLst>
              <a:ext uri="{FF2B5EF4-FFF2-40B4-BE49-F238E27FC236}">
                <a16:creationId xmlns:a16="http://schemas.microsoft.com/office/drawing/2014/main" id="{CC67D031-C064-B5E1-1989-716B6FF2E224}"/>
              </a:ext>
            </a:extLst>
          </p:cNvPr>
          <p:cNvGrpSpPr/>
          <p:nvPr/>
        </p:nvGrpSpPr>
        <p:grpSpPr>
          <a:xfrm>
            <a:off x="8493120" y="3112720"/>
            <a:ext cx="369360" cy="442800"/>
            <a:chOff x="8493120" y="3112720"/>
            <a:chExt cx="369360" cy="442800"/>
          </a:xfrm>
        </p:grpSpPr>
        <mc:AlternateContent xmlns:mc="http://schemas.openxmlformats.org/markup-compatibility/2006">
          <mc:Choice xmlns:p14="http://schemas.microsoft.com/office/powerpoint/2010/main" Requires="p14">
            <p:contentPart p14:bwMode="auto" r:id="rId22">
              <p14:nvContentPartPr>
                <p14:cNvPr id="25" name="Ink 24">
                  <a:extLst>
                    <a:ext uri="{FF2B5EF4-FFF2-40B4-BE49-F238E27FC236}">
                      <a16:creationId xmlns:a16="http://schemas.microsoft.com/office/drawing/2014/main" id="{9D8A57C2-157A-6125-577B-D7A40A7210D1}"/>
                    </a:ext>
                  </a:extLst>
                </p14:cNvPr>
                <p14:cNvContentPartPr/>
                <p14:nvPr/>
              </p14:nvContentPartPr>
              <p14:xfrm>
                <a:off x="8493120" y="3112720"/>
                <a:ext cx="203040" cy="261000"/>
              </p14:xfrm>
            </p:contentPart>
          </mc:Choice>
          <mc:Fallback>
            <p:pic>
              <p:nvPicPr>
                <p:cNvPr id="25" name="Ink 24">
                  <a:extLst>
                    <a:ext uri="{FF2B5EF4-FFF2-40B4-BE49-F238E27FC236}">
                      <a16:creationId xmlns:a16="http://schemas.microsoft.com/office/drawing/2014/main" id="{9D8A57C2-157A-6125-577B-D7A40A7210D1}"/>
                    </a:ext>
                  </a:extLst>
                </p:cNvPr>
                <p:cNvPicPr/>
                <p:nvPr/>
              </p:nvPicPr>
              <p:blipFill>
                <a:blip r:embed="rId23"/>
                <a:stretch>
                  <a:fillRect/>
                </a:stretch>
              </p:blipFill>
              <p:spPr>
                <a:xfrm>
                  <a:off x="8487000" y="3106600"/>
                  <a:ext cx="215280" cy="2732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6" name="Ink 25">
                  <a:extLst>
                    <a:ext uri="{FF2B5EF4-FFF2-40B4-BE49-F238E27FC236}">
                      <a16:creationId xmlns:a16="http://schemas.microsoft.com/office/drawing/2014/main" id="{257C98BD-EC49-BEA7-2C8B-508BDDD4F4CA}"/>
                    </a:ext>
                  </a:extLst>
                </p14:cNvPr>
                <p14:cNvContentPartPr/>
                <p14:nvPr/>
              </p14:nvContentPartPr>
              <p14:xfrm>
                <a:off x="8705520" y="3136120"/>
                <a:ext cx="156960" cy="419400"/>
              </p14:xfrm>
            </p:contentPart>
          </mc:Choice>
          <mc:Fallback>
            <p:pic>
              <p:nvPicPr>
                <p:cNvPr id="26" name="Ink 25">
                  <a:extLst>
                    <a:ext uri="{FF2B5EF4-FFF2-40B4-BE49-F238E27FC236}">
                      <a16:creationId xmlns:a16="http://schemas.microsoft.com/office/drawing/2014/main" id="{257C98BD-EC49-BEA7-2C8B-508BDDD4F4CA}"/>
                    </a:ext>
                  </a:extLst>
                </p:cNvPr>
                <p:cNvPicPr/>
                <p:nvPr/>
              </p:nvPicPr>
              <p:blipFill>
                <a:blip r:embed="rId25"/>
                <a:stretch>
                  <a:fillRect/>
                </a:stretch>
              </p:blipFill>
              <p:spPr>
                <a:xfrm>
                  <a:off x="8699400" y="3130000"/>
                  <a:ext cx="169200" cy="431640"/>
                </a:xfrm>
                <a:prstGeom prst="rect">
                  <a:avLst/>
                </a:prstGeom>
              </p:spPr>
            </p:pic>
          </mc:Fallback>
        </mc:AlternateContent>
      </p:grpSp>
    </p:spTree>
    <p:extLst>
      <p:ext uri="{BB962C8B-B14F-4D97-AF65-F5344CB8AC3E}">
        <p14:creationId xmlns:p14="http://schemas.microsoft.com/office/powerpoint/2010/main" val="37822981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5B271-D7E9-1214-C87F-C3113E191C3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7794F69-6EE4-E436-EC07-06FC154A86D3}"/>
              </a:ext>
            </a:extLst>
          </p:cNvPr>
          <p:cNvSpPr/>
          <p:nvPr/>
        </p:nvSpPr>
        <p:spPr>
          <a:xfrm>
            <a:off x="0" y="0"/>
            <a:ext cx="3208421"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How securities are traded</a:t>
            </a:r>
            <a:endParaRPr kumimoji="0" lang="en-US"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9E2C0BA6-9E93-0A2F-22D4-06118719964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Short Sales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D6B1726-F4F3-4EFD-4021-CC76B6C5F833}"/>
              </a:ext>
            </a:extLst>
          </p:cNvPr>
          <p:cNvSpPr txBox="1">
            <a:spLocks/>
          </p:cNvSpPr>
          <p:nvPr/>
        </p:nvSpPr>
        <p:spPr>
          <a:xfrm>
            <a:off x="341746" y="75968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3" name="TextBox 2">
            <a:extLst>
              <a:ext uri="{FF2B5EF4-FFF2-40B4-BE49-F238E27FC236}">
                <a16:creationId xmlns:a16="http://schemas.microsoft.com/office/drawing/2014/main" id="{24FBA75E-868A-7395-AAD8-CDED947CD310}"/>
              </a:ext>
            </a:extLst>
          </p:cNvPr>
          <p:cNvSpPr txBox="1"/>
          <p:nvPr/>
        </p:nvSpPr>
        <p:spPr>
          <a:xfrm>
            <a:off x="341746" y="665209"/>
            <a:ext cx="11508508" cy="1166986"/>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1" i="0" u="none" strike="noStrike" kern="1200" cap="none" spc="0" normalizeH="0" baseline="0" noProof="0" dirty="0">
                <a:ln>
                  <a:noFill/>
                </a:ln>
                <a:solidFill>
                  <a:prstClr val="black"/>
                </a:solidFill>
                <a:effectLst/>
                <a:uLnTx/>
                <a:uFillTx/>
                <a:latin typeface="Tw Cen MT"/>
                <a:ea typeface="+mn-ea"/>
                <a:cs typeface="+mn-cs"/>
              </a:rPr>
              <a:t> Close the position</a:t>
            </a:r>
            <a:endParaRPr lang="en-US" sz="2800" b="1" dirty="0">
              <a:solidFill>
                <a:prstClr val="black"/>
              </a:solidFill>
              <a:latin typeface="Tw Cen MT"/>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3600" b="0" i="0" u="none" strike="noStrike" kern="1200" cap="none" spc="0" normalizeH="0" baseline="0" noProof="0" dirty="0">
              <a:ln>
                <a:noFill/>
              </a:ln>
              <a:solidFill>
                <a:prstClr val="black"/>
              </a:solidFill>
              <a:effectLst/>
              <a:uLnTx/>
              <a:uFillTx/>
              <a:latin typeface="Tw Cen MT"/>
              <a:ea typeface="+mn-ea"/>
              <a:cs typeface="+mn-cs"/>
            </a:endParaRPr>
          </a:p>
        </p:txBody>
      </p:sp>
      <p:sp>
        <p:nvSpPr>
          <p:cNvPr id="6" name="Content Placeholder 2">
            <a:extLst>
              <a:ext uri="{FF2B5EF4-FFF2-40B4-BE49-F238E27FC236}">
                <a16:creationId xmlns:a16="http://schemas.microsoft.com/office/drawing/2014/main" id="{49FF01EA-4F9C-64EA-2C04-8C4F934FC053}"/>
              </a:ext>
            </a:extLst>
          </p:cNvPr>
          <p:cNvSpPr txBox="1">
            <a:spLocks/>
          </p:cNvSpPr>
          <p:nvPr/>
        </p:nvSpPr>
        <p:spPr>
          <a:xfrm>
            <a:off x="979053" y="914295"/>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12" name="Text Placeholder 3">
            <a:extLst>
              <a:ext uri="{FF2B5EF4-FFF2-40B4-BE49-F238E27FC236}">
                <a16:creationId xmlns:a16="http://schemas.microsoft.com/office/drawing/2014/main" id="{3DF94117-1DB1-9159-933D-C3C19E304BC3}"/>
              </a:ext>
            </a:extLst>
          </p:cNvPr>
          <p:cNvSpPr txBox="1">
            <a:spLocks/>
          </p:cNvSpPr>
          <p:nvPr/>
        </p:nvSpPr>
        <p:spPr>
          <a:xfrm>
            <a:off x="893975" y="1103744"/>
            <a:ext cx="5634788" cy="3036448"/>
          </a:xfrm>
          <a:prstGeom prst="rect">
            <a:avLst/>
          </a:prstGeom>
        </p:spPr>
        <p:txBody>
          <a:bodyPr vert="horz" anchor="b">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0" marR="0" lvl="0" indent="0" algn="l" defTabSz="914400" rtl="0" eaLnBrk="1" fontAlgn="auto" latinLnBrk="0" hangingPunct="1">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w Cen MT"/>
                <a:ea typeface="+mn-ea"/>
                <a:cs typeface="+mn-cs"/>
              </a:rPr>
              <a:t>Assets</a:t>
            </a:r>
          </a:p>
          <a:p>
            <a:pPr marL="0" marR="0" lvl="0" indent="0" algn="l" defTabSz="914400" rtl="0" eaLnBrk="1" fontAlgn="auto" latinLnBrk="0" hangingPunct="1">
              <a:spcBef>
                <a:spcPts val="0"/>
              </a:spcBef>
              <a:spcAft>
                <a:spcPts val="0"/>
              </a:spcAft>
              <a:buClrTx/>
              <a:buSzTx/>
              <a:buFontTx/>
              <a:buNone/>
              <a:tabLst/>
              <a:defRPr/>
            </a:pPr>
            <a:r>
              <a:rPr kumimoji="0" lang="en-US" sz="2800" b="0" i="0" u="none" strike="sngStrike" kern="1200" cap="none" spc="0" normalizeH="0" baseline="0" noProof="0" dirty="0">
                <a:ln>
                  <a:noFill/>
                </a:ln>
                <a:solidFill>
                  <a:prstClr val="black"/>
                </a:solidFill>
                <a:effectLst/>
                <a:uLnTx/>
                <a:uFillTx/>
                <a:latin typeface="Tw Cen MT"/>
                <a:ea typeface="+mn-ea"/>
                <a:cs typeface="+mn-cs"/>
              </a:rPr>
              <a:t>$100,000 (sale proceeds)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$30,000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$50,000 (initial margin)</a:t>
            </a:r>
          </a:p>
          <a:p>
            <a:pPr marL="0" indent="0">
              <a:buClr>
                <a:srgbClr val="DA1F28"/>
              </a:buClr>
              <a:buFontTx/>
              <a:buNone/>
            </a:pPr>
            <a:endParaRPr lang="en-US" sz="2400" b="1" dirty="0">
              <a:solidFill>
                <a:prstClr val="black"/>
              </a:solidFill>
              <a:latin typeface="Tw Cen MT"/>
            </a:endParaRPr>
          </a:p>
        </p:txBody>
      </p:sp>
      <p:cxnSp>
        <p:nvCxnSpPr>
          <p:cNvPr id="13" name="Straight Connector 12">
            <a:extLst>
              <a:ext uri="{FF2B5EF4-FFF2-40B4-BE49-F238E27FC236}">
                <a16:creationId xmlns:a16="http://schemas.microsoft.com/office/drawing/2014/main" id="{5ACB4300-1ACF-B21F-B5C7-73D14D36AF92}"/>
              </a:ext>
            </a:extLst>
          </p:cNvPr>
          <p:cNvCxnSpPr>
            <a:cxnSpLocks/>
          </p:cNvCxnSpPr>
          <p:nvPr/>
        </p:nvCxnSpPr>
        <p:spPr>
          <a:xfrm>
            <a:off x="5592067" y="1406502"/>
            <a:ext cx="0" cy="2227186"/>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15" name="Text Placeholder 4">
            <a:extLst>
              <a:ext uri="{FF2B5EF4-FFF2-40B4-BE49-F238E27FC236}">
                <a16:creationId xmlns:a16="http://schemas.microsoft.com/office/drawing/2014/main" id="{65EC308C-7017-11E5-F96C-F811C5E15F36}"/>
              </a:ext>
            </a:extLst>
          </p:cNvPr>
          <p:cNvSpPr txBox="1">
            <a:spLocks/>
          </p:cNvSpPr>
          <p:nvPr/>
        </p:nvSpPr>
        <p:spPr>
          <a:xfrm>
            <a:off x="5712723" y="976743"/>
            <a:ext cx="6785810" cy="2602973"/>
          </a:xfrm>
          <a:prstGeom prst="rect">
            <a:avLst/>
          </a:prstGeom>
        </p:spPr>
        <p:txBody>
          <a:bodyPr vert="horz" anchor="b">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0" indent="0">
              <a:buClr>
                <a:srgbClr val="DA1F28"/>
              </a:buClr>
              <a:buFontTx/>
              <a:buNone/>
            </a:pPr>
            <a:r>
              <a:rPr lang="en-US" sz="2800" b="1" dirty="0">
                <a:solidFill>
                  <a:prstClr val="black"/>
                </a:solidFill>
                <a:latin typeface="Tw Cen MT" panose="020B0602020104020603" pitchFamily="34" charset="77"/>
              </a:rPr>
              <a:t>Liabilities</a:t>
            </a:r>
          </a:p>
          <a:p>
            <a:pPr marL="0" indent="0">
              <a:buClr>
                <a:srgbClr val="DA1F28"/>
              </a:buClr>
              <a:buFont typeface="Wingdings"/>
              <a:buNone/>
            </a:pPr>
            <a:r>
              <a:rPr lang="en-US" sz="2800" strike="sngStrike" dirty="0">
                <a:solidFill>
                  <a:prstClr val="black"/>
                </a:solidFill>
                <a:latin typeface="Tw Cen MT" panose="020B0602020104020603" pitchFamily="34" charset="77"/>
              </a:rPr>
              <a:t>$</a:t>
            </a:r>
            <a:r>
              <a:rPr kumimoji="0" lang="en-US" sz="2800" b="0" i="0" u="none" strike="sngStrike" kern="1200" cap="none" spc="0" normalizeH="0" baseline="0" noProof="0" dirty="0">
                <a:ln>
                  <a:noFill/>
                </a:ln>
                <a:solidFill>
                  <a:srgbClr val="DA1F28">
                    <a:lumMod val="60000"/>
                    <a:lumOff val="40000"/>
                  </a:srgbClr>
                </a:solidFill>
                <a:effectLst/>
                <a:uLnTx/>
                <a:uFillTx/>
                <a:latin typeface="Tw Cen MT" panose="020B0602020104020603" pitchFamily="34" charset="77"/>
              </a:rPr>
              <a:t>70,000</a:t>
            </a:r>
            <a:r>
              <a:rPr lang="en-US" sz="2800" strike="sngStrike" dirty="0">
                <a:solidFill>
                  <a:prstClr val="black"/>
                </a:solidFill>
                <a:latin typeface="Tw Cen MT" panose="020B0602020104020603" pitchFamily="34" charset="77"/>
              </a:rPr>
              <a:t> (1000 shares owed)</a:t>
            </a:r>
          </a:p>
          <a:p>
            <a:pPr marL="342900" marR="0" lvl="0" indent="-342900" defTabSz="914400" eaLnBrk="0" fontAlgn="auto" latinLnBrk="0" hangingPunct="0">
              <a:lnSpc>
                <a:spcPct val="100000"/>
              </a:lnSpc>
              <a:spcBef>
                <a:spcPct val="20000"/>
              </a:spcBef>
              <a:spcAft>
                <a:spcPts val="0"/>
              </a:spcAft>
              <a:buClrTx/>
              <a:buSzTx/>
              <a:buFontTx/>
              <a:buNone/>
              <a:tabLst/>
              <a:defRPr/>
            </a:pPr>
            <a:r>
              <a:rPr kumimoji="0" lang="en-US" sz="2800" b="1" i="0" u="none" strike="noStrike" kern="0" cap="none" spc="0" normalizeH="0" baseline="0" noProof="0" dirty="0">
                <a:ln>
                  <a:noFill/>
                </a:ln>
                <a:solidFill>
                  <a:prstClr val="black"/>
                </a:solidFill>
                <a:effectLst/>
                <a:uLnTx/>
                <a:uFillTx/>
                <a:latin typeface="Tw Cen MT" panose="020B0602020104020603" pitchFamily="34" charset="77"/>
                <a:ea typeface="ＭＳ Ｐゴシック" charset="0"/>
                <a:cs typeface="Tw Cen MT"/>
              </a:rPr>
              <a:t>Equity </a:t>
            </a:r>
          </a:p>
          <a:p>
            <a:pPr marL="342900" marR="0" lvl="0" indent="-342900" defTabSz="914400" eaLnBrk="0" fontAlgn="auto" latinLnBrk="0" hangingPunct="0">
              <a:lnSpc>
                <a:spcPct val="100000"/>
              </a:lnSpc>
              <a:spcBef>
                <a:spcPct val="20000"/>
              </a:spcBef>
              <a:spcAft>
                <a:spcPts val="0"/>
              </a:spcAft>
              <a:buClrTx/>
              <a:buSzTx/>
              <a:buFontTx/>
              <a:buNone/>
              <a:tabLst/>
              <a:defRPr/>
            </a:pPr>
            <a:r>
              <a:rPr kumimoji="0" lang="en-US" sz="2800" b="0" i="0" u="none" strike="noStrike" kern="0" cap="none" spc="0" normalizeH="0" baseline="0" noProof="0" dirty="0">
                <a:ln>
                  <a:noFill/>
                </a:ln>
                <a:solidFill>
                  <a:prstClr val="black"/>
                </a:solidFill>
                <a:effectLst/>
                <a:uLnTx/>
                <a:uFillTx/>
                <a:latin typeface="Tw Cen MT" panose="020B0602020104020603" pitchFamily="34" charset="77"/>
                <a:ea typeface="ＭＳ Ｐゴシック" charset="0"/>
              </a:rPr>
              <a:t>$80,000</a:t>
            </a:r>
            <a:endParaRPr lang="en-US" sz="2800" dirty="0">
              <a:solidFill>
                <a:prstClr val="black"/>
              </a:solidFill>
              <a:latin typeface="Tw Cen MT" panose="020B0602020104020603" pitchFamily="34" charset="77"/>
            </a:endParaRPr>
          </a:p>
        </p:txBody>
      </p:sp>
      <p:cxnSp>
        <p:nvCxnSpPr>
          <p:cNvPr id="16" name="Straight Connector 15">
            <a:extLst>
              <a:ext uri="{FF2B5EF4-FFF2-40B4-BE49-F238E27FC236}">
                <a16:creationId xmlns:a16="http://schemas.microsoft.com/office/drawing/2014/main" id="{B1E34A6F-B2DE-7A57-2F9D-088E7CC41BE4}"/>
              </a:ext>
            </a:extLst>
          </p:cNvPr>
          <p:cNvCxnSpPr>
            <a:cxnSpLocks/>
          </p:cNvCxnSpPr>
          <p:nvPr/>
        </p:nvCxnSpPr>
        <p:spPr>
          <a:xfrm>
            <a:off x="879457" y="1378413"/>
            <a:ext cx="9935918" cy="11694"/>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17" name="TextBox 16">
            <a:extLst>
              <a:ext uri="{FF2B5EF4-FFF2-40B4-BE49-F238E27FC236}">
                <a16:creationId xmlns:a16="http://schemas.microsoft.com/office/drawing/2014/main" id="{4633DFD3-DC58-DBB1-553B-8A31B45E711C}"/>
              </a:ext>
            </a:extLst>
          </p:cNvPr>
          <p:cNvSpPr txBox="1"/>
          <p:nvPr/>
        </p:nvSpPr>
        <p:spPr>
          <a:xfrm>
            <a:off x="955109" y="3797823"/>
            <a:ext cx="10950316" cy="2234458"/>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w Cen MT"/>
                <a:ea typeface="+mn-ea"/>
                <a:cs typeface="+mn-cs"/>
              </a:rPr>
              <a:t>Profit = ending equity – beginning equity </a:t>
            </a:r>
          </a:p>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w Cen MT"/>
                <a:ea typeface="+mn-ea"/>
                <a:cs typeface="+mn-cs"/>
              </a:rPr>
              <a:t>          = $80,000 - $50,000 = $30,000 </a:t>
            </a:r>
          </a:p>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w Cen MT"/>
                <a:ea typeface="+mn-ea"/>
                <a:cs typeface="+mn-cs"/>
              </a:rPr>
              <a:t>          = decline in share price x number of shares sold short</a:t>
            </a: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Tw Cen MT"/>
              <a:ea typeface="+mn-ea"/>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w Cen MT"/>
                <a:ea typeface="+mn-ea"/>
                <a:cs typeface="+mn-cs"/>
              </a:rPr>
              <a:t>Rate of return </a:t>
            </a:r>
            <a:r>
              <a:rPr kumimoji="0" lang="en-US" sz="2400" b="0" i="0" u="none" strike="noStrike" kern="1200" cap="none" spc="0" normalizeH="0" baseline="0" noProof="0" dirty="0">
                <a:ln>
                  <a:noFill/>
                </a:ln>
                <a:solidFill>
                  <a:prstClr val="black"/>
                </a:solidFill>
                <a:effectLst/>
                <a:uLnTx/>
                <a:uFillTx/>
                <a:latin typeface="Tw Cen MT"/>
                <a:ea typeface="+mn-ea"/>
                <a:cs typeface="+mn-cs"/>
              </a:rPr>
              <a:t>= (80000-50000)/50000=60%</a:t>
            </a:r>
          </a:p>
        </p:txBody>
      </p:sp>
      <p:sp>
        <p:nvSpPr>
          <p:cNvPr id="18" name="TextBox 17">
            <a:extLst>
              <a:ext uri="{FF2B5EF4-FFF2-40B4-BE49-F238E27FC236}">
                <a16:creationId xmlns:a16="http://schemas.microsoft.com/office/drawing/2014/main" id="{D7EB1A75-915C-24D4-EAAB-EB9DA2CFE3AC}"/>
              </a:ext>
            </a:extLst>
          </p:cNvPr>
          <p:cNvSpPr txBox="1"/>
          <p:nvPr/>
        </p:nvSpPr>
        <p:spPr>
          <a:xfrm>
            <a:off x="5255383" y="5970583"/>
            <a:ext cx="4645797" cy="492443"/>
          </a:xfrm>
          <a:prstGeom prst="rect">
            <a:avLst/>
          </a:prstGeom>
          <a:noFill/>
        </p:spPr>
        <p:txBody>
          <a:bodyPr wrap="square" rtlCol="0">
            <a:spAutoFit/>
          </a:bodyPr>
          <a:lstStyle/>
          <a:p>
            <a:r>
              <a:rPr lang="en-US" sz="2600" b="1" dirty="0">
                <a:solidFill>
                  <a:srgbClr val="DA1F28">
                    <a:lumMod val="60000"/>
                    <a:lumOff val="40000"/>
                  </a:srgbClr>
                </a:solidFill>
                <a:latin typeface="Tw Cen MT"/>
              </a:rPr>
              <a:t>The power of financial leverage</a:t>
            </a:r>
          </a:p>
        </p:txBody>
      </p:sp>
    </p:spTree>
    <p:extLst>
      <p:ext uri="{BB962C8B-B14F-4D97-AF65-F5344CB8AC3E}">
        <p14:creationId xmlns:p14="http://schemas.microsoft.com/office/powerpoint/2010/main" val="3758748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idescreen 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2349</TotalTime>
  <Words>1086</Words>
  <Application>Microsoft Office PowerPoint</Application>
  <PresentationFormat>Widescreen</PresentationFormat>
  <Paragraphs>171</Paragraphs>
  <Slides>16</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16</vt:i4>
      </vt:variant>
    </vt:vector>
  </HeadingPairs>
  <TitlesOfParts>
    <vt:vector size="25" baseType="lpstr">
      <vt:lpstr>Arial</vt:lpstr>
      <vt:lpstr>Calibri</vt:lpstr>
      <vt:lpstr>Calibri Light</vt:lpstr>
      <vt:lpstr>Tw Cen MT</vt:lpstr>
      <vt:lpstr>Wingdings</vt:lpstr>
      <vt:lpstr>Wingdings 2</vt:lpstr>
      <vt:lpstr>Office Theme</vt:lpstr>
      <vt:lpstr>Widescreen Presentation</vt:lpstr>
      <vt:lpstr>Equation</vt:lpstr>
      <vt:lpstr>Lecture 3:  How securities are traded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6: time preference</dc:title>
  <dc:creator>#LIM PUI YEE#</dc:creator>
  <cp:lastModifiedBy>#GOH BO JUN, ISSAC (WU BOJUN)#</cp:lastModifiedBy>
  <cp:revision>36</cp:revision>
  <dcterms:created xsi:type="dcterms:W3CDTF">2022-07-09T07:25:24Z</dcterms:created>
  <dcterms:modified xsi:type="dcterms:W3CDTF">2025-02-13T07:55:57Z</dcterms:modified>
</cp:coreProperties>
</file>