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7"/>
  </p:notesMasterIdLst>
  <p:sldIdLst>
    <p:sldId id="256" r:id="rId3"/>
    <p:sldId id="395" r:id="rId4"/>
    <p:sldId id="519" r:id="rId5"/>
    <p:sldId id="520" r:id="rId6"/>
    <p:sldId id="521" r:id="rId7"/>
    <p:sldId id="522" r:id="rId8"/>
    <p:sldId id="523" r:id="rId9"/>
    <p:sldId id="524" r:id="rId10"/>
    <p:sldId id="525" r:id="rId11"/>
    <p:sldId id="526" r:id="rId12"/>
    <p:sldId id="527" r:id="rId13"/>
    <p:sldId id="528" r:id="rId14"/>
    <p:sldId id="529" r:id="rId15"/>
    <p:sldId id="53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C7E4"/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8C2A4F-0BBE-4F6E-A17C-985CAEBDB091}" v="19" dt="2023-02-14T08:47:44.6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69" autoAdjust="0"/>
    <p:restoredTop sz="86350" autoAdjust="0"/>
  </p:normalViewPr>
  <p:slideViewPr>
    <p:cSldViewPr snapToGrid="0" snapToObjects="1">
      <p:cViewPr varScale="1">
        <p:scale>
          <a:sx n="102" d="100"/>
          <a:sy n="102" d="100"/>
        </p:scale>
        <p:origin x="1208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#JOHN TAN ZHU EN#" userId="9c038d62-e560-4ab3-ba62-0b2d27497b2c" providerId="ADAL" clId="{D08C2A4F-0BBE-4F6E-A17C-985CAEBDB091}"/>
    <pc:docChg chg="custSel addSld delSld modSld sldOrd">
      <pc:chgData name="#JOHN TAN ZHU EN#" userId="9c038d62-e560-4ab3-ba62-0b2d27497b2c" providerId="ADAL" clId="{D08C2A4F-0BBE-4F6E-A17C-985CAEBDB091}" dt="2023-02-14T08:48:34.096" v="298" actId="47"/>
      <pc:docMkLst>
        <pc:docMk/>
      </pc:docMkLst>
      <pc:sldChg chg="addSp delSp modSp mod">
        <pc:chgData name="#JOHN TAN ZHU EN#" userId="9c038d62-e560-4ab3-ba62-0b2d27497b2c" providerId="ADAL" clId="{D08C2A4F-0BBE-4F6E-A17C-985CAEBDB091}" dt="2023-02-14T08:34:37.119" v="18" actId="1076"/>
        <pc:sldMkLst>
          <pc:docMk/>
          <pc:sldMk cId="0" sldId="256"/>
        </pc:sldMkLst>
        <pc:spChg chg="mod">
          <ac:chgData name="#JOHN TAN ZHU EN#" userId="9c038d62-e560-4ab3-ba62-0b2d27497b2c" providerId="ADAL" clId="{D08C2A4F-0BBE-4F6E-A17C-985CAEBDB091}" dt="2023-02-14T08:34:25.116" v="13" actId="20577"/>
          <ac:spMkLst>
            <pc:docMk/>
            <pc:sldMk cId="0" sldId="256"/>
            <ac:spMk id="4" creationId="{00000000-0000-0000-0000-000000000000}"/>
          </ac:spMkLst>
        </pc:spChg>
        <pc:picChg chg="del">
          <ac:chgData name="#JOHN TAN ZHU EN#" userId="9c038d62-e560-4ab3-ba62-0b2d27497b2c" providerId="ADAL" clId="{D08C2A4F-0BBE-4F6E-A17C-985CAEBDB091}" dt="2023-02-14T08:34:28.416" v="14" actId="478"/>
          <ac:picMkLst>
            <pc:docMk/>
            <pc:sldMk cId="0" sldId="256"/>
            <ac:picMk id="3" creationId="{679F75D2-9490-7B9F-2A38-FD2C8B2779D4}"/>
          </ac:picMkLst>
        </pc:picChg>
        <pc:picChg chg="add mod">
          <ac:chgData name="#JOHN TAN ZHU EN#" userId="9c038d62-e560-4ab3-ba62-0b2d27497b2c" providerId="ADAL" clId="{D08C2A4F-0BBE-4F6E-A17C-985CAEBDB091}" dt="2023-02-14T08:34:37.119" v="18" actId="1076"/>
          <ac:picMkLst>
            <pc:docMk/>
            <pc:sldMk cId="0" sldId="256"/>
            <ac:picMk id="6" creationId="{17201B38-A5FB-C6E9-306A-07720CFE43BF}"/>
          </ac:picMkLst>
        </pc:picChg>
      </pc:sldChg>
      <pc:sldChg chg="modSp add del mod">
        <pc:chgData name="#JOHN TAN ZHU EN#" userId="9c038d62-e560-4ab3-ba62-0b2d27497b2c" providerId="ADAL" clId="{D08C2A4F-0BBE-4F6E-A17C-985CAEBDB091}" dt="2023-02-14T08:42:41.567" v="133" actId="2696"/>
        <pc:sldMkLst>
          <pc:docMk/>
          <pc:sldMk cId="2679495310" sldId="285"/>
        </pc:sldMkLst>
        <pc:picChg chg="mod">
          <ac:chgData name="#JOHN TAN ZHU EN#" userId="9c038d62-e560-4ab3-ba62-0b2d27497b2c" providerId="ADAL" clId="{D08C2A4F-0BBE-4F6E-A17C-985CAEBDB091}" dt="2023-02-14T08:42:36.434" v="132" actId="1076"/>
          <ac:picMkLst>
            <pc:docMk/>
            <pc:sldMk cId="2679495310" sldId="285"/>
            <ac:picMk id="4" creationId="{00000000-0000-0000-0000-000000000000}"/>
          </ac:picMkLst>
        </pc:picChg>
      </pc:sldChg>
      <pc:sldChg chg="modSp mod">
        <pc:chgData name="#JOHN TAN ZHU EN#" userId="9c038d62-e560-4ab3-ba62-0b2d27497b2c" providerId="ADAL" clId="{D08C2A4F-0BBE-4F6E-A17C-985CAEBDB091}" dt="2023-02-14T08:35:01.643" v="34" actId="255"/>
        <pc:sldMkLst>
          <pc:docMk/>
          <pc:sldMk cId="723655709" sldId="395"/>
        </pc:sldMkLst>
        <pc:spChg chg="mod">
          <ac:chgData name="#JOHN TAN ZHU EN#" userId="9c038d62-e560-4ab3-ba62-0b2d27497b2c" providerId="ADAL" clId="{D08C2A4F-0BBE-4F6E-A17C-985CAEBDB091}" dt="2023-02-14T08:35:01.643" v="34" actId="255"/>
          <ac:spMkLst>
            <pc:docMk/>
            <pc:sldMk cId="723655709" sldId="395"/>
            <ac:spMk id="5" creationId="{E81C5CDA-6A71-36AE-6A2B-089850349171}"/>
          </ac:spMkLst>
        </pc:spChg>
        <pc:spChg chg="mod">
          <ac:chgData name="#JOHN TAN ZHU EN#" userId="9c038d62-e560-4ab3-ba62-0b2d27497b2c" providerId="ADAL" clId="{D08C2A4F-0BBE-4F6E-A17C-985CAEBDB091}" dt="2023-02-14T08:34:46.152" v="32" actId="20577"/>
          <ac:spMkLst>
            <pc:docMk/>
            <pc:sldMk cId="723655709" sldId="395"/>
            <ac:spMk id="7" creationId="{75FEC82B-A3AB-51ED-9546-137D0417925C}"/>
          </ac:spMkLst>
        </pc:spChg>
      </pc:sldChg>
      <pc:sldChg chg="del">
        <pc:chgData name="#JOHN TAN ZHU EN#" userId="9c038d62-e560-4ab3-ba62-0b2d27497b2c" providerId="ADAL" clId="{D08C2A4F-0BBE-4F6E-A17C-985CAEBDB091}" dt="2023-02-14T08:48:17.700" v="275" actId="47"/>
        <pc:sldMkLst>
          <pc:docMk/>
          <pc:sldMk cId="2086938558" sldId="495"/>
        </pc:sldMkLst>
      </pc:sldChg>
      <pc:sldChg chg="del">
        <pc:chgData name="#JOHN TAN ZHU EN#" userId="9c038d62-e560-4ab3-ba62-0b2d27497b2c" providerId="ADAL" clId="{D08C2A4F-0BBE-4F6E-A17C-985CAEBDB091}" dt="2023-02-14T08:48:18.577" v="276" actId="47"/>
        <pc:sldMkLst>
          <pc:docMk/>
          <pc:sldMk cId="541819469" sldId="496"/>
        </pc:sldMkLst>
      </pc:sldChg>
      <pc:sldChg chg="del">
        <pc:chgData name="#JOHN TAN ZHU EN#" userId="9c038d62-e560-4ab3-ba62-0b2d27497b2c" providerId="ADAL" clId="{D08C2A4F-0BBE-4F6E-A17C-985CAEBDB091}" dt="2023-02-14T08:48:19.147" v="277" actId="47"/>
        <pc:sldMkLst>
          <pc:docMk/>
          <pc:sldMk cId="1071661097" sldId="497"/>
        </pc:sldMkLst>
      </pc:sldChg>
      <pc:sldChg chg="del">
        <pc:chgData name="#JOHN TAN ZHU EN#" userId="9c038d62-e560-4ab3-ba62-0b2d27497b2c" providerId="ADAL" clId="{D08C2A4F-0BBE-4F6E-A17C-985CAEBDB091}" dt="2023-02-14T08:48:19.727" v="278" actId="47"/>
        <pc:sldMkLst>
          <pc:docMk/>
          <pc:sldMk cId="3708773052" sldId="498"/>
        </pc:sldMkLst>
      </pc:sldChg>
      <pc:sldChg chg="del">
        <pc:chgData name="#JOHN TAN ZHU EN#" userId="9c038d62-e560-4ab3-ba62-0b2d27497b2c" providerId="ADAL" clId="{D08C2A4F-0BBE-4F6E-A17C-985CAEBDB091}" dt="2023-02-14T08:48:20.297" v="279" actId="47"/>
        <pc:sldMkLst>
          <pc:docMk/>
          <pc:sldMk cId="3805382116" sldId="499"/>
        </pc:sldMkLst>
      </pc:sldChg>
      <pc:sldChg chg="del">
        <pc:chgData name="#JOHN TAN ZHU EN#" userId="9c038d62-e560-4ab3-ba62-0b2d27497b2c" providerId="ADAL" clId="{D08C2A4F-0BBE-4F6E-A17C-985CAEBDB091}" dt="2023-02-14T08:48:21.399" v="280" actId="47"/>
        <pc:sldMkLst>
          <pc:docMk/>
          <pc:sldMk cId="133976788" sldId="500"/>
        </pc:sldMkLst>
      </pc:sldChg>
      <pc:sldChg chg="del">
        <pc:chgData name="#JOHN TAN ZHU EN#" userId="9c038d62-e560-4ab3-ba62-0b2d27497b2c" providerId="ADAL" clId="{D08C2A4F-0BBE-4F6E-A17C-985CAEBDB091}" dt="2023-02-14T08:48:21.867" v="281" actId="47"/>
        <pc:sldMkLst>
          <pc:docMk/>
          <pc:sldMk cId="4002408499" sldId="501"/>
        </pc:sldMkLst>
      </pc:sldChg>
      <pc:sldChg chg="del">
        <pc:chgData name="#JOHN TAN ZHU EN#" userId="9c038d62-e560-4ab3-ba62-0b2d27497b2c" providerId="ADAL" clId="{D08C2A4F-0BBE-4F6E-A17C-985CAEBDB091}" dt="2023-02-14T08:48:22.327" v="282" actId="47"/>
        <pc:sldMkLst>
          <pc:docMk/>
          <pc:sldMk cId="2340229307" sldId="502"/>
        </pc:sldMkLst>
      </pc:sldChg>
      <pc:sldChg chg="del">
        <pc:chgData name="#JOHN TAN ZHU EN#" userId="9c038d62-e560-4ab3-ba62-0b2d27497b2c" providerId="ADAL" clId="{D08C2A4F-0BBE-4F6E-A17C-985CAEBDB091}" dt="2023-02-14T08:48:22.681" v="283" actId="47"/>
        <pc:sldMkLst>
          <pc:docMk/>
          <pc:sldMk cId="3671034245" sldId="503"/>
        </pc:sldMkLst>
      </pc:sldChg>
      <pc:sldChg chg="del">
        <pc:chgData name="#JOHN TAN ZHU EN#" userId="9c038d62-e560-4ab3-ba62-0b2d27497b2c" providerId="ADAL" clId="{D08C2A4F-0BBE-4F6E-A17C-985CAEBDB091}" dt="2023-02-14T08:48:23.476" v="284" actId="47"/>
        <pc:sldMkLst>
          <pc:docMk/>
          <pc:sldMk cId="2359014790" sldId="504"/>
        </pc:sldMkLst>
      </pc:sldChg>
      <pc:sldChg chg="del">
        <pc:chgData name="#JOHN TAN ZHU EN#" userId="9c038d62-e560-4ab3-ba62-0b2d27497b2c" providerId="ADAL" clId="{D08C2A4F-0BBE-4F6E-A17C-985CAEBDB091}" dt="2023-02-14T08:48:24.896" v="285" actId="47"/>
        <pc:sldMkLst>
          <pc:docMk/>
          <pc:sldMk cId="1051903100" sldId="505"/>
        </pc:sldMkLst>
      </pc:sldChg>
      <pc:sldChg chg="del">
        <pc:chgData name="#JOHN TAN ZHU EN#" userId="9c038d62-e560-4ab3-ba62-0b2d27497b2c" providerId="ADAL" clId="{D08C2A4F-0BBE-4F6E-A17C-985CAEBDB091}" dt="2023-02-14T08:48:25.247" v="286" actId="47"/>
        <pc:sldMkLst>
          <pc:docMk/>
          <pc:sldMk cId="3675908889" sldId="506"/>
        </pc:sldMkLst>
      </pc:sldChg>
      <pc:sldChg chg="del">
        <pc:chgData name="#JOHN TAN ZHU EN#" userId="9c038d62-e560-4ab3-ba62-0b2d27497b2c" providerId="ADAL" clId="{D08C2A4F-0BBE-4F6E-A17C-985CAEBDB091}" dt="2023-02-14T08:48:25.696" v="287" actId="47"/>
        <pc:sldMkLst>
          <pc:docMk/>
          <pc:sldMk cId="3748188441" sldId="507"/>
        </pc:sldMkLst>
      </pc:sldChg>
      <pc:sldChg chg="del">
        <pc:chgData name="#JOHN TAN ZHU EN#" userId="9c038d62-e560-4ab3-ba62-0b2d27497b2c" providerId="ADAL" clId="{D08C2A4F-0BBE-4F6E-A17C-985CAEBDB091}" dt="2023-02-14T08:48:28.116" v="288" actId="47"/>
        <pc:sldMkLst>
          <pc:docMk/>
          <pc:sldMk cId="340942396" sldId="508"/>
        </pc:sldMkLst>
      </pc:sldChg>
      <pc:sldChg chg="del">
        <pc:chgData name="#JOHN TAN ZHU EN#" userId="9c038d62-e560-4ab3-ba62-0b2d27497b2c" providerId="ADAL" clId="{D08C2A4F-0BBE-4F6E-A17C-985CAEBDB091}" dt="2023-02-14T08:48:28.426" v="289" actId="47"/>
        <pc:sldMkLst>
          <pc:docMk/>
          <pc:sldMk cId="3739344397" sldId="509"/>
        </pc:sldMkLst>
      </pc:sldChg>
      <pc:sldChg chg="del">
        <pc:chgData name="#JOHN TAN ZHU EN#" userId="9c038d62-e560-4ab3-ba62-0b2d27497b2c" providerId="ADAL" clId="{D08C2A4F-0BBE-4F6E-A17C-985CAEBDB091}" dt="2023-02-14T08:48:28.927" v="290" actId="47"/>
        <pc:sldMkLst>
          <pc:docMk/>
          <pc:sldMk cId="2453002248" sldId="510"/>
        </pc:sldMkLst>
      </pc:sldChg>
      <pc:sldChg chg="del">
        <pc:chgData name="#JOHN TAN ZHU EN#" userId="9c038d62-e560-4ab3-ba62-0b2d27497b2c" providerId="ADAL" clId="{D08C2A4F-0BBE-4F6E-A17C-985CAEBDB091}" dt="2023-02-14T08:48:29.890" v="291" actId="47"/>
        <pc:sldMkLst>
          <pc:docMk/>
          <pc:sldMk cId="3444791097" sldId="511"/>
        </pc:sldMkLst>
      </pc:sldChg>
      <pc:sldChg chg="del">
        <pc:chgData name="#JOHN TAN ZHU EN#" userId="9c038d62-e560-4ab3-ba62-0b2d27497b2c" providerId="ADAL" clId="{D08C2A4F-0BBE-4F6E-A17C-985CAEBDB091}" dt="2023-02-14T08:48:30.506" v="292" actId="47"/>
        <pc:sldMkLst>
          <pc:docMk/>
          <pc:sldMk cId="3595143875" sldId="512"/>
        </pc:sldMkLst>
      </pc:sldChg>
      <pc:sldChg chg="del">
        <pc:chgData name="#JOHN TAN ZHU EN#" userId="9c038d62-e560-4ab3-ba62-0b2d27497b2c" providerId="ADAL" clId="{D08C2A4F-0BBE-4F6E-A17C-985CAEBDB091}" dt="2023-02-14T08:48:31.086" v="293" actId="47"/>
        <pc:sldMkLst>
          <pc:docMk/>
          <pc:sldMk cId="3851721791" sldId="513"/>
        </pc:sldMkLst>
      </pc:sldChg>
      <pc:sldChg chg="del">
        <pc:chgData name="#JOHN TAN ZHU EN#" userId="9c038d62-e560-4ab3-ba62-0b2d27497b2c" providerId="ADAL" clId="{D08C2A4F-0BBE-4F6E-A17C-985CAEBDB091}" dt="2023-02-14T08:48:31.698" v="294" actId="47"/>
        <pc:sldMkLst>
          <pc:docMk/>
          <pc:sldMk cId="4079273400" sldId="514"/>
        </pc:sldMkLst>
      </pc:sldChg>
      <pc:sldChg chg="del">
        <pc:chgData name="#JOHN TAN ZHU EN#" userId="9c038d62-e560-4ab3-ba62-0b2d27497b2c" providerId="ADAL" clId="{D08C2A4F-0BBE-4F6E-A17C-985CAEBDB091}" dt="2023-02-14T08:48:32.259" v="295" actId="47"/>
        <pc:sldMkLst>
          <pc:docMk/>
          <pc:sldMk cId="3724782679" sldId="515"/>
        </pc:sldMkLst>
      </pc:sldChg>
      <pc:sldChg chg="del">
        <pc:chgData name="#JOHN TAN ZHU EN#" userId="9c038d62-e560-4ab3-ba62-0b2d27497b2c" providerId="ADAL" clId="{D08C2A4F-0BBE-4F6E-A17C-985CAEBDB091}" dt="2023-02-14T08:48:32.826" v="296" actId="47"/>
        <pc:sldMkLst>
          <pc:docMk/>
          <pc:sldMk cId="579015257" sldId="516"/>
        </pc:sldMkLst>
      </pc:sldChg>
      <pc:sldChg chg="del">
        <pc:chgData name="#JOHN TAN ZHU EN#" userId="9c038d62-e560-4ab3-ba62-0b2d27497b2c" providerId="ADAL" clId="{D08C2A4F-0BBE-4F6E-A17C-985CAEBDB091}" dt="2023-02-14T08:48:33.291" v="297" actId="47"/>
        <pc:sldMkLst>
          <pc:docMk/>
          <pc:sldMk cId="3284580111" sldId="517"/>
        </pc:sldMkLst>
      </pc:sldChg>
      <pc:sldChg chg="del">
        <pc:chgData name="#JOHN TAN ZHU EN#" userId="9c038d62-e560-4ab3-ba62-0b2d27497b2c" providerId="ADAL" clId="{D08C2A4F-0BBE-4F6E-A17C-985CAEBDB091}" dt="2023-02-14T08:48:34.096" v="298" actId="47"/>
        <pc:sldMkLst>
          <pc:docMk/>
          <pc:sldMk cId="2641323262" sldId="518"/>
        </pc:sldMkLst>
      </pc:sldChg>
      <pc:sldChg chg="addSp modSp add mod modNotesTx">
        <pc:chgData name="#JOHN TAN ZHU EN#" userId="9c038d62-e560-4ab3-ba62-0b2d27497b2c" providerId="ADAL" clId="{D08C2A4F-0BBE-4F6E-A17C-985CAEBDB091}" dt="2023-02-14T08:36:09.159" v="66" actId="1076"/>
        <pc:sldMkLst>
          <pc:docMk/>
          <pc:sldMk cId="3535368112" sldId="519"/>
        </pc:sldMkLst>
        <pc:spChg chg="add mod">
          <ac:chgData name="#JOHN TAN ZHU EN#" userId="9c038d62-e560-4ab3-ba62-0b2d27497b2c" providerId="ADAL" clId="{D08C2A4F-0BBE-4F6E-A17C-985CAEBDB091}" dt="2023-02-14T08:36:09.159" v="66" actId="1076"/>
          <ac:spMkLst>
            <pc:docMk/>
            <pc:sldMk cId="3535368112" sldId="519"/>
            <ac:spMk id="2" creationId="{846D6CFE-E7D4-F113-E062-0F38786DE8D7}"/>
          </ac:spMkLst>
        </pc:spChg>
        <pc:spChg chg="mod">
          <ac:chgData name="#JOHN TAN ZHU EN#" userId="9c038d62-e560-4ab3-ba62-0b2d27497b2c" providerId="ADAL" clId="{D08C2A4F-0BBE-4F6E-A17C-985CAEBDB091}" dt="2023-02-14T08:35:52.918" v="59" actId="255"/>
          <ac:spMkLst>
            <pc:docMk/>
            <pc:sldMk cId="3535368112" sldId="519"/>
            <ac:spMk id="5" creationId="{E81C5CDA-6A71-36AE-6A2B-089850349171}"/>
          </ac:spMkLst>
        </pc:spChg>
        <pc:spChg chg="mod">
          <ac:chgData name="#JOHN TAN ZHU EN#" userId="9c038d62-e560-4ab3-ba62-0b2d27497b2c" providerId="ADAL" clId="{D08C2A4F-0BBE-4F6E-A17C-985CAEBDB091}" dt="2023-02-14T08:35:20.502" v="55" actId="20577"/>
          <ac:spMkLst>
            <pc:docMk/>
            <pc:sldMk cId="3535368112" sldId="519"/>
            <ac:spMk id="8" creationId="{CEE303D4-35FA-C10D-C859-0417DFD03E20}"/>
          </ac:spMkLst>
        </pc:spChg>
      </pc:sldChg>
      <pc:sldChg chg="addSp delSp modSp add mod">
        <pc:chgData name="#JOHN TAN ZHU EN#" userId="9c038d62-e560-4ab3-ba62-0b2d27497b2c" providerId="ADAL" clId="{D08C2A4F-0BBE-4F6E-A17C-985CAEBDB091}" dt="2023-02-14T08:37:17.885" v="82" actId="1076"/>
        <pc:sldMkLst>
          <pc:docMk/>
          <pc:sldMk cId="2693423266" sldId="520"/>
        </pc:sldMkLst>
        <pc:spChg chg="del">
          <ac:chgData name="#JOHN TAN ZHU EN#" userId="9c038d62-e560-4ab3-ba62-0b2d27497b2c" providerId="ADAL" clId="{D08C2A4F-0BBE-4F6E-A17C-985CAEBDB091}" dt="2023-02-14T08:36:43.364" v="71" actId="478"/>
          <ac:spMkLst>
            <pc:docMk/>
            <pc:sldMk cId="2693423266" sldId="520"/>
            <ac:spMk id="2" creationId="{846D6CFE-E7D4-F113-E062-0F38786DE8D7}"/>
          </ac:spMkLst>
        </pc:spChg>
        <pc:spChg chg="add mod">
          <ac:chgData name="#JOHN TAN ZHU EN#" userId="9c038d62-e560-4ab3-ba62-0b2d27497b2c" providerId="ADAL" clId="{D08C2A4F-0BBE-4F6E-A17C-985CAEBDB091}" dt="2023-02-14T08:37:17.885" v="82" actId="1076"/>
          <ac:spMkLst>
            <pc:docMk/>
            <pc:sldMk cId="2693423266" sldId="520"/>
            <ac:spMk id="3" creationId="{9B70D342-22C3-1D13-3965-6EA00EA16970}"/>
          </ac:spMkLst>
        </pc:spChg>
        <pc:spChg chg="mod">
          <ac:chgData name="#JOHN TAN ZHU EN#" userId="9c038d62-e560-4ab3-ba62-0b2d27497b2c" providerId="ADAL" clId="{D08C2A4F-0BBE-4F6E-A17C-985CAEBDB091}" dt="2023-02-14T08:36:39.854" v="70" actId="255"/>
          <ac:spMkLst>
            <pc:docMk/>
            <pc:sldMk cId="2693423266" sldId="520"/>
            <ac:spMk id="5" creationId="{E81C5CDA-6A71-36AE-6A2B-089850349171}"/>
          </ac:spMkLst>
        </pc:spChg>
      </pc:sldChg>
      <pc:sldChg chg="addSp delSp modSp add mod modNotesTx">
        <pc:chgData name="#JOHN TAN ZHU EN#" userId="9c038d62-e560-4ab3-ba62-0b2d27497b2c" providerId="ADAL" clId="{D08C2A4F-0BBE-4F6E-A17C-985CAEBDB091}" dt="2023-02-14T08:38:50.016" v="105" actId="1076"/>
        <pc:sldMkLst>
          <pc:docMk/>
          <pc:sldMk cId="3547743070" sldId="521"/>
        </pc:sldMkLst>
        <pc:spChg chg="del">
          <ac:chgData name="#JOHN TAN ZHU EN#" userId="9c038d62-e560-4ab3-ba62-0b2d27497b2c" providerId="ADAL" clId="{D08C2A4F-0BBE-4F6E-A17C-985CAEBDB091}" dt="2023-02-14T08:38:10.277" v="94" actId="478"/>
          <ac:spMkLst>
            <pc:docMk/>
            <pc:sldMk cId="3547743070" sldId="521"/>
            <ac:spMk id="3" creationId="{9B70D342-22C3-1D13-3965-6EA00EA16970}"/>
          </ac:spMkLst>
        </pc:spChg>
        <pc:spChg chg="mod">
          <ac:chgData name="#JOHN TAN ZHU EN#" userId="9c038d62-e560-4ab3-ba62-0b2d27497b2c" providerId="ADAL" clId="{D08C2A4F-0BBE-4F6E-A17C-985CAEBDB091}" dt="2023-02-14T08:38:07.206" v="93" actId="255"/>
          <ac:spMkLst>
            <pc:docMk/>
            <pc:sldMk cId="3547743070" sldId="521"/>
            <ac:spMk id="5" creationId="{E81C5CDA-6A71-36AE-6A2B-089850349171}"/>
          </ac:spMkLst>
        </pc:spChg>
        <pc:spChg chg="mod">
          <ac:chgData name="#JOHN TAN ZHU EN#" userId="9c038d62-e560-4ab3-ba62-0b2d27497b2c" providerId="ADAL" clId="{D08C2A4F-0BBE-4F6E-A17C-985CAEBDB091}" dt="2023-02-14T08:37:27.680" v="90" actId="20577"/>
          <ac:spMkLst>
            <pc:docMk/>
            <pc:sldMk cId="3547743070" sldId="521"/>
            <ac:spMk id="8" creationId="{CEE303D4-35FA-C10D-C859-0417DFD03E20}"/>
          </ac:spMkLst>
        </pc:spChg>
        <pc:graphicFrameChg chg="add mod">
          <ac:chgData name="#JOHN TAN ZHU EN#" userId="9c038d62-e560-4ab3-ba62-0b2d27497b2c" providerId="ADAL" clId="{D08C2A4F-0BBE-4F6E-A17C-985CAEBDB091}" dt="2023-02-14T08:38:21.308" v="97" actId="1076"/>
          <ac:graphicFrameMkLst>
            <pc:docMk/>
            <pc:sldMk cId="3547743070" sldId="521"/>
            <ac:graphicFrameMk id="2" creationId="{BDC547C7-E707-66B9-50D2-404052636BFA}"/>
          </ac:graphicFrameMkLst>
        </pc:graphicFrameChg>
        <pc:graphicFrameChg chg="add mod">
          <ac:chgData name="#JOHN TAN ZHU EN#" userId="9c038d62-e560-4ab3-ba62-0b2d27497b2c" providerId="ADAL" clId="{D08C2A4F-0BBE-4F6E-A17C-985CAEBDB091}" dt="2023-02-14T08:38:50.016" v="105" actId="1076"/>
          <ac:graphicFrameMkLst>
            <pc:docMk/>
            <pc:sldMk cId="3547743070" sldId="521"/>
            <ac:graphicFrameMk id="9" creationId="{CA5E2E51-B152-744D-3A6D-889A71CE295C}"/>
          </ac:graphicFrameMkLst>
        </pc:graphicFrameChg>
        <pc:cxnChg chg="add mod">
          <ac:chgData name="#JOHN TAN ZHU EN#" userId="9c038d62-e560-4ab3-ba62-0b2d27497b2c" providerId="ADAL" clId="{D08C2A4F-0BBE-4F6E-A17C-985CAEBDB091}" dt="2023-02-14T08:38:36.983" v="100" actId="14100"/>
          <ac:cxnSpMkLst>
            <pc:docMk/>
            <pc:sldMk cId="3547743070" sldId="521"/>
            <ac:cxnSpMk id="4" creationId="{2BBDE7B7-C521-EFBF-4616-FEBDBF63752F}"/>
          </ac:cxnSpMkLst>
        </pc:cxnChg>
      </pc:sldChg>
      <pc:sldChg chg="addSp delSp modSp add mod modAnim modNotesTx">
        <pc:chgData name="#JOHN TAN ZHU EN#" userId="9c038d62-e560-4ab3-ba62-0b2d27497b2c" providerId="ADAL" clId="{D08C2A4F-0BBE-4F6E-A17C-985CAEBDB091}" dt="2023-02-14T08:40:06.610" v="122" actId="14100"/>
        <pc:sldMkLst>
          <pc:docMk/>
          <pc:sldMk cId="1353223075" sldId="522"/>
        </pc:sldMkLst>
        <pc:spChg chg="mod">
          <ac:chgData name="#JOHN TAN ZHU EN#" userId="9c038d62-e560-4ab3-ba62-0b2d27497b2c" providerId="ADAL" clId="{D08C2A4F-0BBE-4F6E-A17C-985CAEBDB091}" dt="2023-02-14T08:39:36.880" v="111" actId="255"/>
          <ac:spMkLst>
            <pc:docMk/>
            <pc:sldMk cId="1353223075" sldId="522"/>
            <ac:spMk id="5" creationId="{E81C5CDA-6A71-36AE-6A2B-089850349171}"/>
          </ac:spMkLst>
        </pc:spChg>
        <pc:spChg chg="add mod">
          <ac:chgData name="#JOHN TAN ZHU EN#" userId="9c038d62-e560-4ab3-ba62-0b2d27497b2c" providerId="ADAL" clId="{D08C2A4F-0BBE-4F6E-A17C-985CAEBDB091}" dt="2023-02-14T08:39:56.649" v="119" actId="1076"/>
          <ac:spMkLst>
            <pc:docMk/>
            <pc:sldMk cId="1353223075" sldId="522"/>
            <ac:spMk id="6" creationId="{75F00887-39F2-FBBC-C1D6-69224BCDD312}"/>
          </ac:spMkLst>
        </pc:spChg>
        <pc:graphicFrameChg chg="del">
          <ac:chgData name="#JOHN TAN ZHU EN#" userId="9c038d62-e560-4ab3-ba62-0b2d27497b2c" providerId="ADAL" clId="{D08C2A4F-0BBE-4F6E-A17C-985CAEBDB091}" dt="2023-02-14T08:39:27.889" v="107" actId="478"/>
          <ac:graphicFrameMkLst>
            <pc:docMk/>
            <pc:sldMk cId="1353223075" sldId="522"/>
            <ac:graphicFrameMk id="2" creationId="{BDC547C7-E707-66B9-50D2-404052636BFA}"/>
          </ac:graphicFrameMkLst>
        </pc:graphicFrameChg>
        <pc:graphicFrameChg chg="add mod">
          <ac:chgData name="#JOHN TAN ZHU EN#" userId="9c038d62-e560-4ab3-ba62-0b2d27497b2c" providerId="ADAL" clId="{D08C2A4F-0BBE-4F6E-A17C-985CAEBDB091}" dt="2023-02-14T08:39:46.957" v="115" actId="1076"/>
          <ac:graphicFrameMkLst>
            <pc:docMk/>
            <pc:sldMk cId="1353223075" sldId="522"/>
            <ac:graphicFrameMk id="3" creationId="{FFA1DE74-B80D-8EA5-EDE3-8AD2D326452F}"/>
          </ac:graphicFrameMkLst>
        </pc:graphicFrameChg>
        <pc:graphicFrameChg chg="del">
          <ac:chgData name="#JOHN TAN ZHU EN#" userId="9c038d62-e560-4ab3-ba62-0b2d27497b2c" providerId="ADAL" clId="{D08C2A4F-0BBE-4F6E-A17C-985CAEBDB091}" dt="2023-02-14T08:39:28.349" v="108" actId="478"/>
          <ac:graphicFrameMkLst>
            <pc:docMk/>
            <pc:sldMk cId="1353223075" sldId="522"/>
            <ac:graphicFrameMk id="9" creationId="{CA5E2E51-B152-744D-3A6D-889A71CE295C}"/>
          </ac:graphicFrameMkLst>
        </pc:graphicFrameChg>
        <pc:graphicFrameChg chg="add mod">
          <ac:chgData name="#JOHN TAN ZHU EN#" userId="9c038d62-e560-4ab3-ba62-0b2d27497b2c" providerId="ADAL" clId="{D08C2A4F-0BBE-4F6E-A17C-985CAEBDB091}" dt="2023-02-14T08:40:06.610" v="122" actId="14100"/>
          <ac:graphicFrameMkLst>
            <pc:docMk/>
            <pc:sldMk cId="1353223075" sldId="522"/>
            <ac:graphicFrameMk id="10" creationId="{7AAEE8D7-AAA9-0F19-99A0-EEC21AAED4C7}"/>
          </ac:graphicFrameMkLst>
        </pc:graphicFrameChg>
        <pc:cxnChg chg="del">
          <ac:chgData name="#JOHN TAN ZHU EN#" userId="9c038d62-e560-4ab3-ba62-0b2d27497b2c" providerId="ADAL" clId="{D08C2A4F-0BBE-4F6E-A17C-985CAEBDB091}" dt="2023-02-14T08:39:29.250" v="109" actId="478"/>
          <ac:cxnSpMkLst>
            <pc:docMk/>
            <pc:sldMk cId="1353223075" sldId="522"/>
            <ac:cxnSpMk id="4" creationId="{2BBDE7B7-C521-EFBF-4616-FEBDBF63752F}"/>
          </ac:cxnSpMkLst>
        </pc:cxnChg>
      </pc:sldChg>
      <pc:sldChg chg="addSp delSp modSp add mod delAnim">
        <pc:chgData name="#JOHN TAN ZHU EN#" userId="9c038d62-e560-4ab3-ba62-0b2d27497b2c" providerId="ADAL" clId="{D08C2A4F-0BBE-4F6E-A17C-985CAEBDB091}" dt="2023-02-14T08:42:48.288" v="135" actId="1076"/>
        <pc:sldMkLst>
          <pc:docMk/>
          <pc:sldMk cId="748538805" sldId="523"/>
        </pc:sldMkLst>
        <pc:spChg chg="mod">
          <ac:chgData name="#JOHN TAN ZHU EN#" userId="9c038d62-e560-4ab3-ba62-0b2d27497b2c" providerId="ADAL" clId="{D08C2A4F-0BBE-4F6E-A17C-985CAEBDB091}" dt="2023-02-14T08:40:59.126" v="126" actId="404"/>
          <ac:spMkLst>
            <pc:docMk/>
            <pc:sldMk cId="748538805" sldId="523"/>
            <ac:spMk id="5" creationId="{E81C5CDA-6A71-36AE-6A2B-089850349171}"/>
          </ac:spMkLst>
        </pc:spChg>
        <pc:spChg chg="del">
          <ac:chgData name="#JOHN TAN ZHU EN#" userId="9c038d62-e560-4ab3-ba62-0b2d27497b2c" providerId="ADAL" clId="{D08C2A4F-0BBE-4F6E-A17C-985CAEBDB091}" dt="2023-02-14T08:41:02.890" v="129" actId="478"/>
          <ac:spMkLst>
            <pc:docMk/>
            <pc:sldMk cId="748538805" sldId="523"/>
            <ac:spMk id="6" creationId="{75F00887-39F2-FBBC-C1D6-69224BCDD312}"/>
          </ac:spMkLst>
        </pc:spChg>
        <pc:graphicFrameChg chg="del">
          <ac:chgData name="#JOHN TAN ZHU EN#" userId="9c038d62-e560-4ab3-ba62-0b2d27497b2c" providerId="ADAL" clId="{D08C2A4F-0BBE-4F6E-A17C-985CAEBDB091}" dt="2023-02-14T08:41:02.161" v="128" actId="478"/>
          <ac:graphicFrameMkLst>
            <pc:docMk/>
            <pc:sldMk cId="748538805" sldId="523"/>
            <ac:graphicFrameMk id="3" creationId="{FFA1DE74-B80D-8EA5-EDE3-8AD2D326452F}"/>
          </ac:graphicFrameMkLst>
        </pc:graphicFrameChg>
        <pc:graphicFrameChg chg="del">
          <ac:chgData name="#JOHN TAN ZHU EN#" userId="9c038d62-e560-4ab3-ba62-0b2d27497b2c" providerId="ADAL" clId="{D08C2A4F-0BBE-4F6E-A17C-985CAEBDB091}" dt="2023-02-14T08:41:01.611" v="127" actId="478"/>
          <ac:graphicFrameMkLst>
            <pc:docMk/>
            <pc:sldMk cId="748538805" sldId="523"/>
            <ac:graphicFrameMk id="10" creationId="{7AAEE8D7-AAA9-0F19-99A0-EEC21AAED4C7}"/>
          </ac:graphicFrameMkLst>
        </pc:graphicFrameChg>
        <pc:picChg chg="add mod">
          <ac:chgData name="#JOHN TAN ZHU EN#" userId="9c038d62-e560-4ab3-ba62-0b2d27497b2c" providerId="ADAL" clId="{D08C2A4F-0BBE-4F6E-A17C-985CAEBDB091}" dt="2023-02-14T08:42:48.288" v="135" actId="1076"/>
          <ac:picMkLst>
            <pc:docMk/>
            <pc:sldMk cId="748538805" sldId="523"/>
            <ac:picMk id="2" creationId="{CE837275-D7AE-7E79-86D2-40B42BBDA670}"/>
          </ac:picMkLst>
        </pc:picChg>
      </pc:sldChg>
      <pc:sldChg chg="delSp modSp add mod">
        <pc:chgData name="#JOHN TAN ZHU EN#" userId="9c038d62-e560-4ab3-ba62-0b2d27497b2c" providerId="ADAL" clId="{D08C2A4F-0BBE-4F6E-A17C-985CAEBDB091}" dt="2023-02-14T08:43:33.138" v="140" actId="14100"/>
        <pc:sldMkLst>
          <pc:docMk/>
          <pc:sldMk cId="3605972837" sldId="524"/>
        </pc:sldMkLst>
        <pc:spChg chg="mod">
          <ac:chgData name="#JOHN TAN ZHU EN#" userId="9c038d62-e560-4ab3-ba62-0b2d27497b2c" providerId="ADAL" clId="{D08C2A4F-0BBE-4F6E-A17C-985CAEBDB091}" dt="2023-02-14T08:43:33.138" v="140" actId="14100"/>
          <ac:spMkLst>
            <pc:docMk/>
            <pc:sldMk cId="3605972837" sldId="524"/>
            <ac:spMk id="5" creationId="{E81C5CDA-6A71-36AE-6A2B-089850349171}"/>
          </ac:spMkLst>
        </pc:spChg>
        <pc:picChg chg="del">
          <ac:chgData name="#JOHN TAN ZHU EN#" userId="9c038d62-e560-4ab3-ba62-0b2d27497b2c" providerId="ADAL" clId="{D08C2A4F-0BBE-4F6E-A17C-985CAEBDB091}" dt="2023-02-14T08:43:04.980" v="137" actId="478"/>
          <ac:picMkLst>
            <pc:docMk/>
            <pc:sldMk cId="3605972837" sldId="524"/>
            <ac:picMk id="2" creationId="{CE837275-D7AE-7E79-86D2-40B42BBDA670}"/>
          </ac:picMkLst>
        </pc:picChg>
      </pc:sldChg>
      <pc:sldChg chg="modSp add mod">
        <pc:chgData name="#JOHN TAN ZHU EN#" userId="9c038d62-e560-4ab3-ba62-0b2d27497b2c" providerId="ADAL" clId="{D08C2A4F-0BBE-4F6E-A17C-985CAEBDB091}" dt="2023-02-14T08:44:02.154" v="151" actId="255"/>
        <pc:sldMkLst>
          <pc:docMk/>
          <pc:sldMk cId="3579202582" sldId="525"/>
        </pc:sldMkLst>
        <pc:spChg chg="mod">
          <ac:chgData name="#JOHN TAN ZHU EN#" userId="9c038d62-e560-4ab3-ba62-0b2d27497b2c" providerId="ADAL" clId="{D08C2A4F-0BBE-4F6E-A17C-985CAEBDB091}" dt="2023-02-14T08:44:02.154" v="151" actId="255"/>
          <ac:spMkLst>
            <pc:docMk/>
            <pc:sldMk cId="3579202582" sldId="525"/>
            <ac:spMk id="5" creationId="{E81C5CDA-6A71-36AE-6A2B-089850349171}"/>
          </ac:spMkLst>
        </pc:spChg>
        <pc:spChg chg="mod">
          <ac:chgData name="#JOHN TAN ZHU EN#" userId="9c038d62-e560-4ab3-ba62-0b2d27497b2c" providerId="ADAL" clId="{D08C2A4F-0BBE-4F6E-A17C-985CAEBDB091}" dt="2023-02-14T08:43:45.306" v="146" actId="20577"/>
          <ac:spMkLst>
            <pc:docMk/>
            <pc:sldMk cId="3579202582" sldId="525"/>
            <ac:spMk id="8" creationId="{CEE303D4-35FA-C10D-C859-0417DFD03E20}"/>
          </ac:spMkLst>
        </pc:spChg>
      </pc:sldChg>
      <pc:sldChg chg="addSp modSp add mod">
        <pc:chgData name="#JOHN TAN ZHU EN#" userId="9c038d62-e560-4ab3-ba62-0b2d27497b2c" providerId="ADAL" clId="{D08C2A4F-0BBE-4F6E-A17C-985CAEBDB091}" dt="2023-02-14T08:45:10.415" v="248" actId="1076"/>
        <pc:sldMkLst>
          <pc:docMk/>
          <pc:sldMk cId="3431978577" sldId="526"/>
        </pc:sldMkLst>
        <pc:spChg chg="mod">
          <ac:chgData name="#JOHN TAN ZHU EN#" userId="9c038d62-e560-4ab3-ba62-0b2d27497b2c" providerId="ADAL" clId="{D08C2A4F-0BBE-4F6E-A17C-985CAEBDB091}" dt="2023-02-14T08:45:10.415" v="248" actId="1076"/>
          <ac:spMkLst>
            <pc:docMk/>
            <pc:sldMk cId="3431978577" sldId="526"/>
            <ac:spMk id="5" creationId="{E81C5CDA-6A71-36AE-6A2B-089850349171}"/>
          </ac:spMkLst>
        </pc:spChg>
        <pc:graphicFrameChg chg="add mod">
          <ac:chgData name="#JOHN TAN ZHU EN#" userId="9c038d62-e560-4ab3-ba62-0b2d27497b2c" providerId="ADAL" clId="{D08C2A4F-0BBE-4F6E-A17C-985CAEBDB091}" dt="2023-02-14T08:45:03.720" v="231" actId="1076"/>
          <ac:graphicFrameMkLst>
            <pc:docMk/>
            <pc:sldMk cId="3431978577" sldId="526"/>
            <ac:graphicFrameMk id="2" creationId="{1C2817A9-19AC-566F-BC1F-1578AC5B11AE}"/>
          </ac:graphicFrameMkLst>
        </pc:graphicFrameChg>
      </pc:sldChg>
      <pc:sldChg chg="modSp add mod ord modNotesTx">
        <pc:chgData name="#JOHN TAN ZHU EN#" userId="9c038d62-e560-4ab3-ba62-0b2d27497b2c" providerId="ADAL" clId="{D08C2A4F-0BBE-4F6E-A17C-985CAEBDB091}" dt="2023-02-14T08:46:08.859" v="254"/>
        <pc:sldMkLst>
          <pc:docMk/>
          <pc:sldMk cId="3046625952" sldId="527"/>
        </pc:sldMkLst>
        <pc:spChg chg="mod">
          <ac:chgData name="#JOHN TAN ZHU EN#" userId="9c038d62-e560-4ab3-ba62-0b2d27497b2c" providerId="ADAL" clId="{D08C2A4F-0BBE-4F6E-A17C-985CAEBDB091}" dt="2023-02-14T08:46:03.009" v="253" actId="255"/>
          <ac:spMkLst>
            <pc:docMk/>
            <pc:sldMk cId="3046625952" sldId="527"/>
            <ac:spMk id="5" creationId="{E81C5CDA-6A71-36AE-6A2B-089850349171}"/>
          </ac:spMkLst>
        </pc:spChg>
      </pc:sldChg>
      <pc:sldChg chg="modSp add mod modNotesTx">
        <pc:chgData name="#JOHN TAN ZHU EN#" userId="9c038d62-e560-4ab3-ba62-0b2d27497b2c" providerId="ADAL" clId="{D08C2A4F-0BBE-4F6E-A17C-985CAEBDB091}" dt="2023-02-14T08:46:44.813" v="266"/>
        <pc:sldMkLst>
          <pc:docMk/>
          <pc:sldMk cId="4023784581" sldId="528"/>
        </pc:sldMkLst>
        <pc:spChg chg="mod">
          <ac:chgData name="#JOHN TAN ZHU EN#" userId="9c038d62-e560-4ab3-ba62-0b2d27497b2c" providerId="ADAL" clId="{D08C2A4F-0BBE-4F6E-A17C-985CAEBDB091}" dt="2023-02-14T08:46:38.847" v="265" actId="255"/>
          <ac:spMkLst>
            <pc:docMk/>
            <pc:sldMk cId="4023784581" sldId="528"/>
            <ac:spMk id="5" creationId="{E81C5CDA-6A71-36AE-6A2B-089850349171}"/>
          </ac:spMkLst>
        </pc:spChg>
        <pc:spChg chg="mod">
          <ac:chgData name="#JOHN TAN ZHU EN#" userId="9c038d62-e560-4ab3-ba62-0b2d27497b2c" providerId="ADAL" clId="{D08C2A4F-0BBE-4F6E-A17C-985CAEBDB091}" dt="2023-02-14T08:46:22.634" v="262" actId="20577"/>
          <ac:spMkLst>
            <pc:docMk/>
            <pc:sldMk cId="4023784581" sldId="528"/>
            <ac:spMk id="8" creationId="{CEE303D4-35FA-C10D-C859-0417DFD03E20}"/>
          </ac:spMkLst>
        </pc:spChg>
      </pc:sldChg>
      <pc:sldChg chg="modSp add mod modNotesTx">
        <pc:chgData name="#JOHN TAN ZHU EN#" userId="9c038d62-e560-4ab3-ba62-0b2d27497b2c" providerId="ADAL" clId="{D08C2A4F-0BBE-4F6E-A17C-985CAEBDB091}" dt="2023-02-14T08:47:46.227" v="270"/>
        <pc:sldMkLst>
          <pc:docMk/>
          <pc:sldMk cId="2502531407" sldId="529"/>
        </pc:sldMkLst>
        <pc:spChg chg="mod">
          <ac:chgData name="#JOHN TAN ZHU EN#" userId="9c038d62-e560-4ab3-ba62-0b2d27497b2c" providerId="ADAL" clId="{D08C2A4F-0BBE-4F6E-A17C-985CAEBDB091}" dt="2023-02-14T08:47:00.672" v="269" actId="255"/>
          <ac:spMkLst>
            <pc:docMk/>
            <pc:sldMk cId="2502531407" sldId="529"/>
            <ac:spMk id="5" creationId="{E81C5CDA-6A71-36AE-6A2B-089850349171}"/>
          </ac:spMkLst>
        </pc:spChg>
      </pc:sldChg>
      <pc:sldChg chg="modSp add mod modNotesTx">
        <pc:chgData name="#JOHN TAN ZHU EN#" userId="9c038d62-e560-4ab3-ba62-0b2d27497b2c" providerId="ADAL" clId="{D08C2A4F-0BBE-4F6E-A17C-985CAEBDB091}" dt="2023-02-14T08:48:13.087" v="274" actId="255"/>
        <pc:sldMkLst>
          <pc:docMk/>
          <pc:sldMk cId="3723509733" sldId="530"/>
        </pc:sldMkLst>
        <pc:spChg chg="mod">
          <ac:chgData name="#JOHN TAN ZHU EN#" userId="9c038d62-e560-4ab3-ba62-0b2d27497b2c" providerId="ADAL" clId="{D08C2A4F-0BBE-4F6E-A17C-985CAEBDB091}" dt="2023-02-14T08:48:13.087" v="274" actId="255"/>
          <ac:spMkLst>
            <pc:docMk/>
            <pc:sldMk cId="3723509733" sldId="530"/>
            <ac:spMk id="5" creationId="{E81C5CDA-6A71-36AE-6A2B-08985034917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370C6-0EB6-AB4C-B6F2-DFBA4991C1ED}" type="datetimeFigureOut">
              <a:rPr lang="en-US" smtClean="0"/>
              <a:t>3/23/25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E6A36-EFE3-384E-8CE4-826E101309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623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5D3BF3-D352-46FC-8343-31F56E6730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95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https://secure.fundsupermart.com/main/sgsInfo/sgsFactSheet.tpl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9159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https://secure.fundsupermart.com/main/sgsInfo/sgsFactSheet.tpl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8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P=C/(1+r)+C/(1+r)</a:t>
            </a:r>
            <a:r>
              <a:rPr lang="en-US" baseline="30000" dirty="0"/>
              <a:t>2</a:t>
            </a:r>
            <a:r>
              <a:rPr lang="en-US" baseline="0" dirty="0"/>
              <a:t>+……+C/(1+r)</a:t>
            </a:r>
            <a:r>
              <a:rPr lang="en-US" baseline="30000" dirty="0"/>
              <a:t>T</a:t>
            </a:r>
            <a:r>
              <a:rPr lang="en-US" baseline="0" dirty="0"/>
              <a:t>+ Par/(1+r)</a:t>
            </a:r>
            <a:r>
              <a:rPr lang="en-US" baseline="30000" dirty="0"/>
              <a:t>T</a:t>
            </a:r>
            <a:endParaRPr lang="en-US" baseline="0" dirty="0"/>
          </a:p>
          <a:p>
            <a:endParaRPr lang="en-US" baseline="0" dirty="0"/>
          </a:p>
          <a:p>
            <a:r>
              <a:rPr lang="en-US" baseline="0" dirty="0"/>
              <a:t>Using the formula for finite geometric series S</a:t>
            </a:r>
            <a:r>
              <a:rPr lang="en-US" baseline="-25000" dirty="0"/>
              <a:t>n</a:t>
            </a:r>
            <a:r>
              <a:rPr lang="en-US" baseline="0" dirty="0"/>
              <a:t>= [a * (1-b</a:t>
            </a:r>
            <a:r>
              <a:rPr lang="en-US" baseline="30000" dirty="0"/>
              <a:t>n</a:t>
            </a:r>
            <a:r>
              <a:rPr lang="en-US" baseline="0" dirty="0"/>
              <a:t>)] / (1-b)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324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416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3422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9567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5412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0372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https://secure.fundsupermart.com/main/sgsInfo/sgsFactSheet.tpl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7199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Answer: 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1000/ (1.04^30) =308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6457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Since YTM=coupon rate, the bond is sold at par initially. (1000-1000+80)/1000=8%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[80+(1050-1000)]/1000=13%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401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marR="0" lvl="0" indent="-2286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eriod"/>
                  <a:tabLst/>
                  <a:defRPr/>
                </a:pP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70/960=7.29%</a:t>
                </a:r>
                <a:r>
                  <a:rPr lang="en-SG" dirty="0">
                    <a:effectLst/>
                  </a:rPr>
                  <a:t> </a:t>
                </a:r>
              </a:p>
              <a:p>
                <a:pPr marL="228600" marR="0" lvl="0" indent="-2286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eriod"/>
                  <a:tabLst/>
                  <a:defRPr/>
                </a:pPr>
                <a14:m>
                  <m:oMath xmlns:m="http://schemas.openxmlformats.org/officeDocument/2006/math">
                    <m:r>
                      <a:rPr lang="en-US" sz="1200" b="1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𝑷</m:t>
                    </m:r>
                    <m:r>
                      <a:rPr lang="en-US" sz="1200" b="1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lang="en-SG" sz="1200" b="1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en-US" sz="1200" b="1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𝟑𝟓</m:t>
                        </m:r>
                      </m:num>
                      <m:den>
                        <m:r>
                          <a:rPr lang="en-US" sz="1200" b="1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𝟏</m:t>
                        </m:r>
                        <m:r>
                          <a:rPr lang="en-US" sz="1200" b="1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lang="en-US" sz="1200" b="1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𝒓</m:t>
                        </m:r>
                        <m:r>
                          <a:rPr lang="en-US" sz="1200" b="1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%</m:t>
                        </m:r>
                      </m:den>
                    </m:f>
                    <m:r>
                      <a:rPr lang="en-US" sz="1200" b="1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f>
                      <m:fPr>
                        <m:ctrlPr>
                          <a:rPr lang="en-SG" sz="1200" b="1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en-US" sz="1200" b="1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𝟑𝟓</m:t>
                        </m:r>
                      </m:num>
                      <m:den>
                        <m:sSup>
                          <m:sSupPr>
                            <m:ctrlPr>
                              <a:rPr lang="en-SG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</m:t>
                            </m:r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𝟏</m:t>
                            </m:r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+</m:t>
                            </m:r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𝒓</m:t>
                            </m:r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%)</m:t>
                            </m:r>
                          </m:e>
                          <m:sup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sz="1200" b="1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f>
                      <m:fPr>
                        <m:ctrlPr>
                          <a:rPr lang="en-SG" sz="1200" b="1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en-US" sz="1200" b="1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𝟑𝟓</m:t>
                        </m:r>
                      </m:num>
                      <m:den>
                        <m:sSup>
                          <m:sSupPr>
                            <m:ctrlPr>
                              <a:rPr lang="en-SG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</m:t>
                            </m:r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𝟏</m:t>
                            </m:r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+</m:t>
                            </m:r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𝒓</m:t>
                            </m:r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%)</m:t>
                            </m:r>
                          </m:e>
                          <m:sup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𝟑</m:t>
                            </m:r>
                          </m:sup>
                        </m:sSup>
                      </m:den>
                    </m:f>
                    <m:r>
                      <a:rPr lang="en-US" sz="1200" b="1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+…</m:t>
                    </m:r>
                    <m:f>
                      <m:fPr>
                        <m:ctrlPr>
                          <a:rPr lang="en-SG" sz="1200" b="1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en-US" sz="1200" b="1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𝟑𝟓</m:t>
                        </m:r>
                      </m:num>
                      <m:den>
                        <m:sSup>
                          <m:sSupPr>
                            <m:ctrlPr>
                              <a:rPr lang="en-SG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</m:t>
                            </m:r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𝟏</m:t>
                            </m:r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+</m:t>
                            </m:r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𝒓</m:t>
                            </m:r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%)</m:t>
                            </m:r>
                          </m:e>
                          <m:sup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𝟏𝟎</m:t>
                            </m:r>
                          </m:sup>
                        </m:sSup>
                      </m:den>
                    </m:f>
                    <m:r>
                      <a:rPr lang="en-US" sz="1200" b="1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f>
                      <m:fPr>
                        <m:ctrlPr>
                          <a:rPr lang="en-SG" sz="1200" b="1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en-US" sz="1200" b="1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𝟏𝟎𝟎𝟎</m:t>
                        </m:r>
                      </m:num>
                      <m:den>
                        <m:sSup>
                          <m:sSupPr>
                            <m:ctrlPr>
                              <a:rPr lang="en-SG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</m:t>
                            </m:r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𝟏</m:t>
                            </m:r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+</m:t>
                            </m:r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𝒓</m:t>
                            </m:r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%)</m:t>
                            </m:r>
                          </m:e>
                          <m:sup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𝟏𝟎</m:t>
                            </m:r>
                          </m:sup>
                        </m:sSup>
                      </m:den>
                    </m:f>
                    <m:r>
                      <a:rPr lang="en-US" sz="1200" b="1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US" sz="1200" b="1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𝟗𝟔𝟎</m:t>
                    </m:r>
                  </m:oMath>
                </a14:m>
                <a:r>
                  <a:rPr lang="en-SG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; 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r=4% =&gt; YTM=4%*2=8%   </a:t>
                </a:r>
              </a:p>
              <a:p>
                <a:pPr marL="228600" marR="0" lvl="0" indent="-2286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eriod"/>
                  <a:tabLst/>
                  <a:defRPr/>
                </a:pPr>
                <a14:m>
                  <m:oMath xmlns:m="http://schemas.openxmlformats.org/officeDocument/2006/math">
                    <m:r>
                      <a:rPr lang="en-US" sz="1200" b="1" i="1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𝑷</m:t>
                    </m:r>
                    <m:r>
                      <a:rPr lang="en-US" sz="1200" b="1" i="1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lang="en-SG" sz="1200" b="1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en-US" sz="1200" b="1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𝟑𝟓</m:t>
                        </m:r>
                      </m:num>
                      <m:den>
                        <m:r>
                          <a:rPr lang="en-US" sz="1200" b="1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𝟏</m:t>
                        </m:r>
                        <m:r>
                          <a:rPr lang="en-US" sz="1200" b="1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lang="en-US" sz="1200" b="1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𝟐</m:t>
                        </m:r>
                        <m:r>
                          <a:rPr lang="en-US" sz="1200" b="1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.</m:t>
                        </m:r>
                        <m:r>
                          <a:rPr lang="en-US" sz="1200" b="1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𝟓</m:t>
                        </m:r>
                        <m:r>
                          <a:rPr lang="en-US" sz="1200" b="1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%</m:t>
                        </m:r>
                      </m:den>
                    </m:f>
                    <m:r>
                      <a:rPr lang="en-US" sz="1200" b="1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f>
                      <m:fPr>
                        <m:ctrlPr>
                          <a:rPr lang="en-SG" sz="1200" b="1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en-US" sz="1200" b="1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𝟑𝟓</m:t>
                        </m:r>
                      </m:num>
                      <m:den>
                        <m:sSup>
                          <m:sSupPr>
                            <m:ctrlPr>
                              <a:rPr lang="en-SG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</m:t>
                            </m:r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𝟏</m:t>
                            </m:r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+</m:t>
                            </m:r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𝟐</m:t>
                            </m:r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.</m:t>
                            </m:r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𝟓</m:t>
                            </m:r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%)</m:t>
                            </m:r>
                          </m:e>
                          <m:sup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sz="1200" b="1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f>
                      <m:fPr>
                        <m:ctrlPr>
                          <a:rPr lang="en-SG" sz="1200" b="1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en-US" sz="1200" b="1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𝟑𝟓</m:t>
                        </m:r>
                      </m:num>
                      <m:den>
                        <m:sSup>
                          <m:sSupPr>
                            <m:ctrlPr>
                              <a:rPr lang="en-SG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</m:t>
                            </m:r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𝟏</m:t>
                            </m:r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+</m:t>
                            </m:r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𝟐</m:t>
                            </m:r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.</m:t>
                            </m:r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𝟓</m:t>
                            </m:r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%)</m:t>
                            </m:r>
                          </m:e>
                          <m:sup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𝟑</m:t>
                            </m:r>
                          </m:sup>
                        </m:sSup>
                      </m:den>
                    </m:f>
                    <m:r>
                      <a:rPr lang="en-US" sz="1200" b="1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f>
                      <m:fPr>
                        <m:ctrlPr>
                          <a:rPr lang="en-SG" sz="1200" b="1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en-US" sz="1200" b="1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𝟏𝟎𝟑𝟓</m:t>
                        </m:r>
                      </m:num>
                      <m:den>
                        <m:sSup>
                          <m:sSupPr>
                            <m:ctrlPr>
                              <a:rPr lang="en-SG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</m:t>
                            </m:r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𝟏</m:t>
                            </m:r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+</m:t>
                            </m:r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𝟐</m:t>
                            </m:r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.</m:t>
                            </m:r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𝟓</m:t>
                            </m:r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%)</m:t>
                            </m:r>
                          </m:e>
                          <m:sup>
                            <m:r>
                              <a:rPr lang="en-US" sz="1200" b="1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𝟒</m:t>
                            </m:r>
                          </m:sup>
                        </m:sSup>
                      </m:den>
                    </m:f>
                    <m:r>
                      <a:rPr lang="en-US" sz="1200" b="1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US" sz="1200" b="1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𝟏𝟎𝟑𝟕</m:t>
                    </m:r>
                    <m:r>
                      <a:rPr lang="en-US" sz="1200" b="1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en-US" sz="1200" b="1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𝟔</m:t>
                    </m:r>
                  </m:oMath>
                </a14:m>
                <a:endParaRPr lang="en-SG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marR="0" lvl="0" indent="-2286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eriod"/>
                  <a:tabLst/>
                  <a:defRPr/>
                </a:pP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70/960=7.29%</a:t>
                </a:r>
                <a:r>
                  <a:rPr lang="en-SG" dirty="0">
                    <a:effectLst/>
                  </a:rPr>
                  <a:t> </a:t>
                </a:r>
              </a:p>
              <a:p>
                <a:pPr marL="228600" marR="0" lvl="0" indent="-2286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eriod"/>
                  <a:tabLst/>
                  <a:defRPr/>
                </a:pPr>
                <a:r>
                  <a:rPr lang="en-US" sz="1200" b="1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𝑷=𝟑𝟓</a:t>
                </a:r>
                <a:r>
                  <a:rPr lang="en-SG" sz="1200" b="1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/(</a:t>
                </a:r>
                <a:r>
                  <a:rPr lang="en-US" sz="1200" b="1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𝟏+𝒓%</a:t>
                </a:r>
                <a:r>
                  <a:rPr lang="en-SG" sz="1200" b="1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)</a:t>
                </a:r>
                <a:r>
                  <a:rPr lang="en-US" sz="1200" b="1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+𝟑𝟓</a:t>
                </a:r>
                <a:r>
                  <a:rPr lang="en-SG" sz="1200" b="1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/〖</a:t>
                </a:r>
                <a:r>
                  <a:rPr lang="en-US" sz="1200" b="1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(𝟏+𝒓%)</a:t>
                </a:r>
                <a:r>
                  <a:rPr lang="en-SG" sz="1200" b="1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〗^</a:t>
                </a:r>
                <a:r>
                  <a:rPr lang="en-US" sz="1200" b="1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𝟐 +𝟑𝟓</a:t>
                </a:r>
                <a:r>
                  <a:rPr lang="en-SG" sz="1200" b="1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/〖</a:t>
                </a:r>
                <a:r>
                  <a:rPr lang="en-US" sz="1200" b="1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(𝟏+𝒓%)</a:t>
                </a:r>
                <a:r>
                  <a:rPr lang="en-SG" sz="1200" b="1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〗^</a:t>
                </a:r>
                <a:r>
                  <a:rPr lang="en-US" sz="1200" b="1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𝟑 +…𝟑𝟓</a:t>
                </a:r>
                <a:r>
                  <a:rPr lang="en-SG" sz="1200" b="1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/〖</a:t>
                </a:r>
                <a:r>
                  <a:rPr lang="en-US" sz="1200" b="1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(𝟏+𝒓%)</a:t>
                </a:r>
                <a:r>
                  <a:rPr lang="en-SG" sz="1200" b="1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〗^</a:t>
                </a:r>
                <a:r>
                  <a:rPr lang="en-US" sz="1200" b="1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𝟏𝟎 +𝟏𝟎𝟎𝟎</a:t>
                </a:r>
                <a:r>
                  <a:rPr lang="en-SG" sz="1200" b="1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/〖</a:t>
                </a:r>
                <a:r>
                  <a:rPr lang="en-US" sz="1200" b="1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(𝟏+𝒓%)</a:t>
                </a:r>
                <a:r>
                  <a:rPr lang="en-SG" sz="1200" b="1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〗^</a:t>
                </a:r>
                <a:r>
                  <a:rPr lang="en-US" sz="1200" b="1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𝟏𝟎 =𝟗𝟔𝟎</a:t>
                </a:r>
                <a:r>
                  <a:rPr lang="en-SG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; 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r=4% =&gt; YTM=4%*2=8%   </a:t>
                </a:r>
              </a:p>
              <a:p>
                <a:pPr marL="228600" marR="0" lvl="0" indent="-2286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eriod"/>
                  <a:tabLst/>
                  <a:defRPr/>
                </a:pPr>
                <a:r>
                  <a:rPr lang="en-US" sz="1200" b="1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𝑷=𝟑𝟓</a:t>
                </a:r>
                <a:r>
                  <a:rPr lang="en-SG" sz="1200" b="1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/(</a:t>
                </a:r>
                <a:r>
                  <a:rPr lang="en-US" sz="1200" b="1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𝟏+𝟐.𝟓%</a:t>
                </a:r>
                <a:r>
                  <a:rPr lang="en-SG" sz="1200" b="1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)</a:t>
                </a:r>
                <a:r>
                  <a:rPr lang="en-US" sz="1200" b="1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+𝟑𝟓</a:t>
                </a:r>
                <a:r>
                  <a:rPr lang="en-SG" sz="1200" b="1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/〖</a:t>
                </a:r>
                <a:r>
                  <a:rPr lang="en-US" sz="1200" b="1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(𝟏+𝟐.𝟓%)</a:t>
                </a:r>
                <a:r>
                  <a:rPr lang="en-SG" sz="1200" b="1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〗^</a:t>
                </a:r>
                <a:r>
                  <a:rPr lang="en-US" sz="1200" b="1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𝟐 +𝟑𝟓</a:t>
                </a:r>
                <a:r>
                  <a:rPr lang="en-SG" sz="1200" b="1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/〖</a:t>
                </a:r>
                <a:r>
                  <a:rPr lang="en-US" sz="1200" b="1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(𝟏+𝟐.𝟓%)</a:t>
                </a:r>
                <a:r>
                  <a:rPr lang="en-SG" sz="1200" b="1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〗^</a:t>
                </a:r>
                <a:r>
                  <a:rPr lang="en-US" sz="1200" b="1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𝟑 +𝟏𝟎𝟑𝟓</a:t>
                </a:r>
                <a:r>
                  <a:rPr lang="en-SG" sz="1200" b="1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/〖</a:t>
                </a:r>
                <a:r>
                  <a:rPr lang="en-US" sz="1200" b="1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(𝟏+𝟐.𝟓%)</a:t>
                </a:r>
                <a:r>
                  <a:rPr lang="en-SG" sz="1200" b="1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〗^</a:t>
                </a:r>
                <a:r>
                  <a:rPr lang="en-US" sz="1200" b="1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𝟒 =𝟏𝟎𝟑𝟕.𝟔</a:t>
                </a:r>
                <a:endParaRPr lang="en-SG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SG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286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7DDC1-F938-39E6-B3F4-EE600A5A00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10E25C-DA30-F293-094D-6C39E109A1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FDE2F-3C96-91B6-5144-86EF252C9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3/23/25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0E73F-BD8A-1A31-E1EA-8D0C5BAD9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404F0-4178-CE82-D356-35F161479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111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13162-2B14-4CA9-34B5-4C54D72AC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E6F61-CB65-7BDF-539B-E50D55B14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A6BF6-4C90-201F-92CF-20B243068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3/23/25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38521-5721-D7E9-C5BD-1A005E7DB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A9494-39DF-3752-31D7-E1A2FF29F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077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0C542-42B3-DEF2-8D99-F6F5CFA91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43B492-7744-AEE7-3E0D-9B0B34D5B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9855A-1C3C-BCAF-BA93-EFB9556B3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3/23/25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5939B-A777-DBE7-E457-B3D5F6941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F3945-DAEF-EC24-6450-36E53556C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312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52EDA-922E-3FB8-D74A-041F33CF5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6B4D5-9E31-2CBB-683F-631D34E8B2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D82937-D4A7-B2A4-73BE-97B71BF772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7BE170-5ED5-DBDC-9598-3BC575CCC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3/23/25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24D56-BF9A-22ED-C2A7-99F5991BA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E357D-6133-6A46-144D-403593448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46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F133A-AC9A-D625-3179-1A32B6987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DEC2B-4EC1-0AC9-08A1-712C1D601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CEA498-10A5-5B38-CA4A-8DBAEECD12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40DD02-8608-91C6-80F3-31687FF44D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733F49-49EF-E36F-8072-31F0522E87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5AD18D-8600-3D9E-F7DF-BB27CC9E6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3/23/25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831029-141B-BFFF-73FF-A66219D4D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06EEDD-A397-2580-48D3-A253530AE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218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4DE71-0437-F5AA-9446-18C06C7C4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D63A9C-6008-2E20-B9B1-4A0FAA4C0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3/23/25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86955-7AF9-A7DD-C41A-4F16D1B5A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E9460A-1480-FE9F-9A17-937A23D56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201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7E15C2-1EC8-B992-ECD0-C58895213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3/23/25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315E9E-720E-BC87-9443-2F895F70B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D9D3E-C868-F812-8E13-F0D1739F6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757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5DD15-EEED-CEA6-C707-385C1B295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93A3A-B88B-08AF-C900-1A5642671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0EA202-647A-AEC1-3A69-F88FA6146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699A85-DB44-0343-144A-E9A91DDC4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3/23/25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4C8560-3CD4-5BD1-7073-6C81305E8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426E01-2CBA-5305-A8C9-6AD316FC0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375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76486-D790-8717-6108-668B5D01E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C77FDC-5172-3106-DC82-8A74194AD2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BA6034-A474-10C9-4218-96F78062FB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C41F6A-2BBC-CE28-A15A-988E24A72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3/23/25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6B4D11-D1AA-1913-F28A-FD5D0270F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7E6097-F062-EBFB-5A2D-5A8B95B22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847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FCE19-3113-5CA8-4A83-BAE90D3AF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E0656D-219D-B693-BDCA-F6240A895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9D2FF-C4E7-28CC-49DB-885EA0704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3/23/25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0D90F-5BDA-FDD3-D096-145F86BFC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56B89-CA2C-7B4B-1E75-F21BA63FC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07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154FBD-B0CE-D003-3384-B360414AE4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3F0770-FE73-D5A6-3F31-3F45F9FDCE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806A0-DB60-4C90-0E5C-A4438A160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3/23/25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60272-25A5-F266-476F-DCEC76907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7DF08-E356-0558-FF8F-2DC1400DD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4590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71032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10" name="Rectangle 9"/>
          <p:cNvSpPr/>
          <p:nvPr/>
        </p:nvSpPr>
        <p:spPr>
          <a:xfrm>
            <a:off x="-12192" y="6053328"/>
            <a:ext cx="2999232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11" name="Rectangle 10"/>
          <p:cNvSpPr/>
          <p:nvPr/>
        </p:nvSpPr>
        <p:spPr>
          <a:xfrm>
            <a:off x="3145536" y="6044184"/>
            <a:ext cx="90464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686800" cy="685800"/>
          </a:xfrm>
        </p:spPr>
        <p:txBody>
          <a:bodyPr anchor="ctr"/>
          <a:lstStyle>
            <a:lvl1pPr marL="0" indent="0" algn="l">
              <a:buNone/>
              <a:defRPr sz="3733">
                <a:solidFill>
                  <a:srgbClr val="FFFFFF"/>
                </a:solidFill>
              </a:defRPr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01600" y="6068699"/>
            <a:ext cx="2743200" cy="685800"/>
          </a:xfrm>
        </p:spPr>
        <p:txBody>
          <a:bodyPr>
            <a:noAutofit/>
          </a:bodyPr>
          <a:lstStyle>
            <a:lvl1pPr algn="ctr">
              <a:defRPr sz="2667">
                <a:solidFill>
                  <a:srgbClr val="FFFFFF"/>
                </a:solidFill>
              </a:defRPr>
            </a:lvl1pPr>
            <a:extLst/>
          </a:lstStyle>
          <a:p>
            <a:pPr algn="ctr"/>
            <a:fld id="{047E157E-8DCB-4F70-A0AF-5EB586A91DD4}" type="datetime1">
              <a:rPr lang="en-US" smtClean="0">
                <a:solidFill>
                  <a:srgbClr val="FFFFFF"/>
                </a:solidFill>
              </a:rPr>
              <a:pPr algn="ctr"/>
              <a:t>3/23/25</a:t>
            </a:fld>
            <a:endParaRPr lang="en-US" sz="2667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80524" y="236539"/>
            <a:ext cx="78232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  <a:extLst/>
          </a:lstStyle>
          <a:p>
            <a:pPr algn="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3149600" y="3124200"/>
            <a:ext cx="8636000" cy="2717800"/>
          </a:xfrm>
        </p:spPr>
        <p:txBody>
          <a:bodyPr rtlCol="0" anchor="b"/>
          <a:lstStyle>
            <a:lvl1pPr>
              <a:defRPr cap="all" baseline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2001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EA6-EFEA-4C30-9264-4F9291A5780D}" type="datetime1">
              <a:rPr lang="en-US" smtClean="0"/>
              <a:pPr/>
              <a:t>3/23/25</a:t>
            </a:fld>
            <a:endParaRPr lang="en-US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867" b="1" smtClean="0">
                <a:solidFill>
                  <a:srgbClr val="FFFFFF"/>
                </a:solidFill>
              </a:rPr>
              <a:pPr algn="ctr"/>
              <a:t>‹#›</a:t>
            </a:fld>
            <a:endParaRPr lang="en-US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812800" y="1803400"/>
            <a:ext cx="10871200" cy="436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51084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1" y="2743201"/>
            <a:ext cx="9497484" cy="1673225"/>
          </a:xfrm>
        </p:spPr>
        <p:txBody>
          <a:bodyPr anchor="t"/>
          <a:lstStyle>
            <a:lvl1pPr>
              <a:buNone/>
              <a:defRPr sz="3733">
                <a:solidFill>
                  <a:schemeClr val="tx2"/>
                </a:solidFill>
              </a:defRPr>
            </a:lvl1pPr>
            <a:lvl2pPr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5867" b="0" cap="none">
                <a:solidFill>
                  <a:srgbClr val="FFFFFF"/>
                </a:solidFill>
              </a:defRPr>
            </a:lvl1pPr>
            <a:extLst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9F07-3BC7-4570-B054-79111B0A380C}" type="datetime1">
              <a:rPr lang="en-US" smtClean="0"/>
              <a:pPr/>
              <a:t>3/23/25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1"/>
            <a:ext cx="1727200" cy="701676"/>
          </a:xfrm>
        </p:spPr>
        <p:txBody>
          <a:bodyPr>
            <a:noAutofit/>
          </a:bodyPr>
          <a:lstStyle>
            <a:lvl1pPr>
              <a:defRPr sz="32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32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5580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812800" y="1803402"/>
            <a:ext cx="5181600" cy="43581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459868" y="1803399"/>
            <a:ext cx="5181600" cy="4358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rPr lang="en-US" smtClean="0"/>
              <a:pPr/>
              <a:t>3/23/25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en-US" sz="1867" b="1" smtClean="0">
                <a:solidFill>
                  <a:srgbClr val="FFFFFF"/>
                </a:solidFill>
              </a:rPr>
              <a:pPr algn="ctr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5134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864" y="157480"/>
            <a:ext cx="10871200" cy="134112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812800" y="2559757"/>
            <a:ext cx="5181600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6400800" y="2559757"/>
            <a:ext cx="5181600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rPr lang="en-US" smtClean="0"/>
              <a:pPr/>
              <a:t>3/23/25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en-US" sz="1867" b="1" smtClean="0">
                <a:solidFill>
                  <a:srgbClr val="FFFFFF"/>
                </a:solidFill>
              </a:rPr>
              <a:pPr algn="ctr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812800" y="1816383"/>
            <a:ext cx="5181600" cy="707136"/>
          </a:xfrm>
          <a:solidFill>
            <a:schemeClr val="accent2"/>
          </a:solidFill>
        </p:spPr>
        <p:txBody>
          <a:bodyPr rtlCol="0" anchor="ctr"/>
          <a:lstStyle>
            <a:lvl1pPr>
              <a:buFontTx/>
              <a:buNone/>
              <a:defRPr sz="2667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6400800" y="1816383"/>
            <a:ext cx="5181600" cy="707136"/>
          </a:xfrm>
          <a:solidFill>
            <a:schemeClr val="accent4"/>
          </a:solidFill>
        </p:spPr>
        <p:txBody>
          <a:bodyPr rtlCol="0" anchor="ctr"/>
          <a:lstStyle>
            <a:lvl1pPr>
              <a:buFontTx/>
              <a:buNone/>
              <a:defRPr sz="2667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10586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DB5D-B7A0-47E3-AD2D-B1A6F8614213}" type="datetime1">
              <a:rPr lang="en-US" smtClean="0"/>
              <a:pPr/>
              <a:t>3/23/25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9293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68126-03FC-49C0-B9B8-2B561CCC3D90}" type="datetime1">
              <a:rPr lang="en-US" smtClean="0"/>
              <a:pPr/>
              <a:t>3/23/25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0227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57480"/>
            <a:ext cx="10871200" cy="1341120"/>
          </a:xfrm>
        </p:spPr>
        <p:txBody>
          <a:bodyPr anchor="b"/>
          <a:lstStyle>
            <a:lvl1pPr algn="l">
              <a:buNone/>
              <a:defRPr sz="5600" b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8198-4617-485E-9585-4840B69DBBA6}" type="datetime1">
              <a:rPr lang="en-US" smtClean="0"/>
              <a:pPr/>
              <a:t>3/23/25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905000"/>
            <a:ext cx="2133600" cy="41656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333"/>
              </a:spcAft>
              <a:buNone/>
              <a:defRPr sz="2400"/>
            </a:lvl1pPr>
            <a:lvl2pPr>
              <a:buNone/>
              <a:defRPr sz="1600"/>
            </a:lvl2pPr>
            <a:lvl3pPr>
              <a:buNone/>
              <a:defRPr sz="1333"/>
            </a:lvl3pPr>
            <a:lvl4pPr>
              <a:buNone/>
              <a:defRPr sz="1200"/>
            </a:lvl4pPr>
            <a:lvl5pPr>
              <a:buNone/>
              <a:defRPr sz="12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149600" y="1905000"/>
            <a:ext cx="85344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1890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76891" y="0"/>
            <a:ext cx="10115109" cy="4559808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>
              <a:buNone/>
              <a:defRPr sz="4267"/>
            </a:lvl1pPr>
            <a:extLst/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2267"/>
            </a:lvl1pPr>
            <a:lvl2pPr>
              <a:buFontTx/>
              <a:buNone/>
              <a:defRPr sz="1600"/>
            </a:lvl2pPr>
            <a:lvl3pPr>
              <a:buFontTx/>
              <a:buNone/>
              <a:defRPr sz="1333"/>
            </a:lvl3pPr>
            <a:lvl4pPr>
              <a:buFontTx/>
              <a:buNone/>
              <a:defRPr sz="1200"/>
            </a:lvl4pPr>
            <a:lvl5pPr>
              <a:buFontTx/>
              <a:buNone/>
              <a:defRPr sz="12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-12192" y="4572000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-12192" y="4663440"/>
            <a:ext cx="195072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10" name="Rectangle 9"/>
          <p:cNvSpPr/>
          <p:nvPr/>
        </p:nvSpPr>
        <p:spPr>
          <a:xfrm>
            <a:off x="2060448" y="4654296"/>
            <a:ext cx="10119360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724400"/>
            <a:ext cx="9753600" cy="609600"/>
          </a:xfrm>
        </p:spPr>
        <p:txBody>
          <a:bodyPr anchor="ctr"/>
          <a:lstStyle>
            <a:lvl1pPr algn="l">
              <a:buNone/>
              <a:defRPr sz="3733" b="0">
                <a:solidFill>
                  <a:srgbClr val="FFFFFF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930400" y="0"/>
            <a:ext cx="134112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31200" y="6248400"/>
            <a:ext cx="3556000" cy="365125"/>
          </a:xfrm>
        </p:spPr>
        <p:txBody>
          <a:bodyPr rtlCol="0"/>
          <a:lstStyle/>
          <a:p>
            <a:fld id="{E4606EA6-EFEA-4C30-9264-4F9291A5780D}" type="datetime1">
              <a:rPr lang="en-US" smtClean="0"/>
              <a:pPr/>
              <a:t>3/23/25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930400" cy="663579"/>
          </a:xfrm>
        </p:spPr>
        <p:txBody>
          <a:bodyPr rtlCol="0"/>
          <a:lstStyle>
            <a:lvl1pPr>
              <a:defRPr sz="3733"/>
            </a:lvl1pPr>
            <a:extLst/>
          </a:lstStyle>
          <a:p>
            <a:pPr algn="ctr"/>
            <a:fld id="{8F82E0A0-C266-4798-8C8F-B9F91E9DA37E}" type="slidenum">
              <a:rPr lang="en-US" sz="3733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3733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2133600" y="6248207"/>
            <a:ext cx="6096000" cy="365125"/>
          </a:xfrm>
        </p:spPr>
        <p:txBody>
          <a:bodyPr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7424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000B9F-3D16-F369-AF91-1E7E3797B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678A3-0C92-DA57-BF84-76D00ED97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35C56-5483-A3CC-1AD0-7E2B0047C5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9FE89A-86BA-FD42-9062-6FDC96000E94}" type="datetimeFigureOut">
              <a:rPr lang="en-US" smtClean="0"/>
              <a:t>3/23/25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EBC52-95E6-A71C-B80B-178C8A1F9C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58E87-786F-0E40-8A5E-1DB601037E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259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816864" y="1803400"/>
            <a:ext cx="10871200" cy="43230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128000" y="6248400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>
              <a:defRPr sz="1867">
                <a:solidFill>
                  <a:schemeClr val="tx2"/>
                </a:solidFill>
              </a:defRPr>
            </a:lvl1pPr>
            <a:extLst/>
          </a:lstStyle>
          <a:p>
            <a:fld id="{E4606EA6-EFEA-4C30-9264-4F9291A5780D}" type="datetime1">
              <a:rPr lang="en-US" smtClean="0"/>
              <a:pPr/>
              <a:t>3/23/25</a:t>
            </a:fld>
            <a:endParaRPr lang="en-US" sz="1867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812802" y="6248207"/>
            <a:ext cx="7228111" cy="365125"/>
          </a:xfrm>
          <a:prstGeom prst="rect">
            <a:avLst/>
          </a:prstGeom>
        </p:spPr>
        <p:txBody>
          <a:bodyPr vert="horz" anchor="ctr"/>
          <a:lstStyle>
            <a:lvl1pPr algn="r">
              <a:defRPr sz="1867">
                <a:solidFill>
                  <a:schemeClr val="tx2"/>
                </a:solidFill>
              </a:defRPr>
            </a:lvl1pPr>
            <a:extLst/>
          </a:lstStyle>
          <a:p>
            <a:pPr algn="r"/>
            <a:endParaRPr lang="en-US" sz="1867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460227"/>
            <a:ext cx="12192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/>
        </p:nvSpPr>
        <p:spPr>
          <a:xfrm>
            <a:off x="0" y="1505947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787400" y="1505947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498010"/>
            <a:ext cx="7112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>
              <a:defRPr sz="1867" b="1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1867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867" b="1" dirty="0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812800" y="157480"/>
            <a:ext cx="10871200" cy="134112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683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l" rtl="0" eaLnBrk="1" latinLnBrk="0" hangingPunct="1">
        <a:spcBef>
          <a:spcPct val="0"/>
        </a:spcBef>
        <a:buNone/>
        <a:defRPr sz="5600" kern="120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426709" indent="-426709" algn="l" rtl="0" eaLnBrk="1" latinLnBrk="0" hangingPunct="1">
        <a:spcBef>
          <a:spcPts val="933"/>
        </a:spcBef>
        <a:buClr>
          <a:schemeClr val="accent2"/>
        </a:buClr>
        <a:buSzPct val="60000"/>
        <a:buFont typeface="Wingdings"/>
        <a:buChar char=""/>
        <a:defRPr sz="3867" kern="1200">
          <a:solidFill>
            <a:schemeClr val="tx1"/>
          </a:solidFill>
          <a:latin typeface="+mn-lt"/>
          <a:ea typeface="+mn-ea"/>
          <a:cs typeface="+mn-cs"/>
        </a:defRPr>
      </a:lvl1pPr>
      <a:lvl2pPr marL="853419" indent="-365751" algn="l" rtl="0" eaLnBrk="1" latinLnBrk="0" hangingPunct="1">
        <a:spcBef>
          <a:spcPts val="733"/>
        </a:spcBef>
        <a:buClr>
          <a:schemeClr val="accent1"/>
        </a:buClr>
        <a:buSzPct val="70000"/>
        <a:buFont typeface="Wingdings 2"/>
        <a:buChar char=""/>
        <a:defRPr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indent="-304792" algn="l" rtl="0" eaLnBrk="1" latinLnBrk="0" hangingPunct="1">
        <a:spcBef>
          <a:spcPts val="667"/>
        </a:spcBef>
        <a:buClr>
          <a:schemeClr val="accent2"/>
        </a:buClr>
        <a:buSzPct val="75000"/>
        <a:buFont typeface="Wingdings"/>
        <a:buChar char=""/>
        <a:defRPr sz="3067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indent="-304792" algn="l" rtl="0" eaLnBrk="1" latinLnBrk="0" hangingPunct="1">
        <a:spcBef>
          <a:spcPts val="533"/>
        </a:spcBef>
        <a:buClr>
          <a:schemeClr val="accent3"/>
        </a:buClr>
        <a:buSzPct val="75000"/>
        <a:buFont typeface="Wingdings"/>
        <a:buChar char="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indent="-304792" algn="l" rtl="0" eaLnBrk="1" latinLnBrk="0" hangingPunct="1">
        <a:spcBef>
          <a:spcPts val="533"/>
        </a:spcBef>
        <a:buClr>
          <a:schemeClr val="accent4"/>
        </a:buClr>
        <a:buSzPct val="65000"/>
        <a:buFont typeface="Wingdings"/>
        <a:buChar char="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2804090" indent="-304792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169841" indent="-304792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535592" indent="-304792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01342" indent="-304792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/>
          </p:cNvSpPr>
          <p:nvPr>
            <p:ph type="title"/>
          </p:nvPr>
        </p:nvSpPr>
        <p:spPr>
          <a:xfrm>
            <a:off x="1485384" y="1335434"/>
            <a:ext cx="7595116" cy="1695937"/>
          </a:xfrm>
        </p:spPr>
        <p:txBody>
          <a:bodyPr>
            <a:noAutofit/>
          </a:bodyPr>
          <a:lstStyle/>
          <a:p>
            <a:r>
              <a:rPr kumimoji="0" lang="en-US" sz="4200" b="1" i="0" u="none" strike="noStrike" kern="1200" cap="all" spc="0" normalizeH="0" baseline="0" noProof="0" dirty="0">
                <a:ln>
                  <a:noFill/>
                </a:ln>
                <a:solidFill>
                  <a:srgbClr val="DA1F28">
                    <a:lumMod val="75000"/>
                  </a:srgbClr>
                </a:solidFill>
                <a:effectLst/>
                <a:uLnTx/>
                <a:uFillTx/>
                <a:latin typeface="Tw Cen MT"/>
                <a:ea typeface="+mj-ea"/>
                <a:cs typeface="+mj-cs"/>
              </a:rPr>
              <a:t>Lecture 11: Bond Valuation</a:t>
            </a:r>
            <a:br>
              <a:rPr kumimoji="0" lang="en-US" sz="4200" b="1" i="0" u="none" strike="noStrike" kern="1200" cap="all" spc="0" normalizeH="0" baseline="0" noProof="0" dirty="0">
                <a:ln>
                  <a:noFill/>
                </a:ln>
                <a:solidFill>
                  <a:srgbClr val="DA1F28">
                    <a:lumMod val="75000"/>
                  </a:srgbClr>
                </a:solidFill>
                <a:effectLst/>
                <a:uLnTx/>
                <a:uFillTx/>
                <a:latin typeface="Tw Cen MT"/>
                <a:ea typeface="+mj-ea"/>
                <a:cs typeface="+mj-cs"/>
              </a:rPr>
            </a:br>
            <a:endParaRPr lang="en-US" sz="4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966184" y="1136501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/>
            <a:endParaRPr lang="en-US" sz="2400" dirty="0">
              <a:solidFill>
                <a:prstClr val="white"/>
              </a:solidFill>
              <a:latin typeface="Tw Cen MT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365393" y="6070600"/>
            <a:ext cx="2590800" cy="6858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indent="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None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defTabSz="1219170">
              <a:spcBef>
                <a:spcPts val="933"/>
              </a:spcBef>
              <a:buClr>
                <a:srgbClr val="DA1F28"/>
              </a:buClr>
            </a:pPr>
            <a:r>
              <a:rPr lang="en-US" sz="3733" dirty="0">
                <a:latin typeface="Tw Cen MT"/>
              </a:rPr>
              <a:t>HE Tai-</a:t>
            </a:r>
            <a:r>
              <a:rPr lang="en-US" sz="3733" dirty="0" err="1">
                <a:latin typeface="Tw Cen MT"/>
              </a:rPr>
              <a:t>Sen</a:t>
            </a:r>
            <a:endParaRPr lang="en-US" sz="3733" dirty="0">
              <a:latin typeface="Tw Cen MT"/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5177794" y="5973618"/>
            <a:ext cx="4963734" cy="8128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indent="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None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defTabSz="1219170">
              <a:spcBef>
                <a:spcPts val="933"/>
              </a:spcBef>
              <a:buClr>
                <a:srgbClr val="DA1F28"/>
              </a:buClr>
            </a:pPr>
            <a:r>
              <a:rPr lang="en-US" sz="3067" b="1" dirty="0">
                <a:latin typeface="Tw Cen MT"/>
                <a:cs typeface="Tw Cen MT"/>
              </a:rPr>
              <a:t>FINANCIAL ECONOMICS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201B38-A5FB-C6E9-306A-07720CFE4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666" y="2590800"/>
            <a:ext cx="4589743" cy="33517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Bond Valuation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Outline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81C5CDA-6A71-36AE-6A2B-089850349171}"/>
              </a:ext>
            </a:extLst>
          </p:cNvPr>
          <p:cNvSpPr txBox="1">
            <a:spLocks/>
          </p:cNvSpPr>
          <p:nvPr/>
        </p:nvSpPr>
        <p:spPr>
          <a:xfrm>
            <a:off x="341745" y="759689"/>
            <a:ext cx="11466323" cy="5941361"/>
          </a:xfrm>
          <a:prstGeom prst="rect">
            <a:avLst/>
          </a:prstGeom>
        </p:spPr>
        <p:txBody>
          <a:bodyPr vert="horz">
            <a:noAutofit/>
          </a:bodyPr>
          <a:lstStyle>
            <a:lvl1pPr marL="426709" indent="-426709" algn="l" rtl="0" eaLnBrk="1" latinLnBrk="0" hangingPunct="1">
              <a:spcBef>
                <a:spcPts val="933"/>
              </a:spcBef>
              <a:buClr>
                <a:schemeClr val="accent2"/>
              </a:buClr>
              <a:buSzPct val="60000"/>
              <a:buFont typeface="Wingdings"/>
              <a:buChar char=""/>
              <a:defRPr sz="3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53419" indent="-365751" algn="l" rtl="0" eaLnBrk="1" latinLnBrk="0" hangingPunct="1">
              <a:spcBef>
                <a:spcPts val="733"/>
              </a:spcBef>
              <a:buClr>
                <a:schemeClr val="accent1"/>
              </a:buClr>
              <a:buSzPct val="70000"/>
              <a:buFont typeface="Wingdings 2"/>
              <a:buChar char=""/>
              <a:defRPr sz="3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-304792" algn="l" rtl="0" eaLnBrk="1" latinLnBrk="0" hangingPunct="1">
              <a:spcBef>
                <a:spcPts val="667"/>
              </a:spcBef>
              <a:buClr>
                <a:schemeClr val="accent2"/>
              </a:buClr>
              <a:buSzPct val="75000"/>
              <a:buFont typeface="Wingdings"/>
              <a:buChar char=""/>
              <a:defRPr sz="30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-304792" algn="l" rtl="0" eaLnBrk="1" latinLnBrk="0" hangingPunct="1">
              <a:spcBef>
                <a:spcPts val="533"/>
              </a:spcBef>
              <a:buClr>
                <a:schemeClr val="accent3"/>
              </a:buClr>
              <a:buSzPct val="7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-304792" algn="l" rtl="0" eaLnBrk="1" latinLnBrk="0" hangingPunct="1">
              <a:spcBef>
                <a:spcPts val="533"/>
              </a:spcBef>
              <a:buClr>
                <a:schemeClr val="accent4"/>
              </a:buClr>
              <a:buSzPct val="6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4090" indent="-304792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9841" indent="-304792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35592" indent="-30479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1342" indent="-304792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Bond Characteristics (14.1)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Bond Pricing (14.2)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Bond Yields (14.3)</a:t>
            </a:r>
          </a:p>
          <a:p>
            <a:pPr marL="426710" lvl="1" indent="0">
              <a:buClr>
                <a:srgbClr val="DA1F28"/>
              </a:buClr>
              <a:buNone/>
              <a:defRPr/>
            </a:pPr>
            <a:endParaRPr lang="en-US" sz="2800" dirty="0">
              <a:solidFill>
                <a:sysClr val="windowText" lastClr="000000"/>
              </a:solidFill>
              <a:latin typeface="Tw Cen MT"/>
            </a:endParaRPr>
          </a:p>
        </p:txBody>
      </p:sp>
    </p:spTree>
    <p:extLst>
      <p:ext uri="{BB962C8B-B14F-4D97-AF65-F5344CB8AC3E}">
        <p14:creationId xmlns:p14="http://schemas.microsoft.com/office/powerpoint/2010/main" val="723655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Bond Valuation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Bond Characteristics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81C5CDA-6A71-36AE-6A2B-089850349171}"/>
              </a:ext>
            </a:extLst>
          </p:cNvPr>
          <p:cNvSpPr txBox="1">
            <a:spLocks/>
          </p:cNvSpPr>
          <p:nvPr/>
        </p:nvSpPr>
        <p:spPr>
          <a:xfrm>
            <a:off x="341745" y="759689"/>
            <a:ext cx="11466323" cy="5941361"/>
          </a:xfrm>
          <a:prstGeom prst="rect">
            <a:avLst/>
          </a:prstGeom>
        </p:spPr>
        <p:txBody>
          <a:bodyPr vert="horz">
            <a:noAutofit/>
          </a:bodyPr>
          <a:lstStyle>
            <a:lvl1pPr marL="426709" indent="-426709" algn="l" rtl="0" eaLnBrk="1" latinLnBrk="0" hangingPunct="1">
              <a:spcBef>
                <a:spcPts val="933"/>
              </a:spcBef>
              <a:buClr>
                <a:schemeClr val="accent2"/>
              </a:buClr>
              <a:buSzPct val="60000"/>
              <a:buFont typeface="Wingdings"/>
              <a:buChar char=""/>
              <a:defRPr sz="3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53419" indent="-365751" algn="l" rtl="0" eaLnBrk="1" latinLnBrk="0" hangingPunct="1">
              <a:spcBef>
                <a:spcPts val="733"/>
              </a:spcBef>
              <a:buClr>
                <a:schemeClr val="accent1"/>
              </a:buClr>
              <a:buSzPct val="70000"/>
              <a:buFont typeface="Wingdings 2"/>
              <a:buChar char=""/>
              <a:defRPr sz="3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-304792" algn="l" rtl="0" eaLnBrk="1" latinLnBrk="0" hangingPunct="1">
              <a:spcBef>
                <a:spcPts val="667"/>
              </a:spcBef>
              <a:buClr>
                <a:schemeClr val="accent2"/>
              </a:buClr>
              <a:buSzPct val="75000"/>
              <a:buFont typeface="Wingdings"/>
              <a:buChar char=""/>
              <a:defRPr sz="30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-304792" algn="l" rtl="0" eaLnBrk="1" latinLnBrk="0" hangingPunct="1">
              <a:spcBef>
                <a:spcPts val="533"/>
              </a:spcBef>
              <a:buClr>
                <a:schemeClr val="accent3"/>
              </a:buClr>
              <a:buSzPct val="7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-304792" algn="l" rtl="0" eaLnBrk="1" latinLnBrk="0" hangingPunct="1">
              <a:spcBef>
                <a:spcPts val="533"/>
              </a:spcBef>
              <a:buClr>
                <a:schemeClr val="accent4"/>
              </a:buClr>
              <a:buSzPct val="6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4090" indent="-304792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9841" indent="-304792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35592" indent="-30479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1342" indent="-304792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bond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is a security that is issued in connection with a borrowing arrangement. (The bond is the “IOU” of the borrower) </a:t>
            </a:r>
          </a:p>
          <a:p>
            <a:pPr marL="83439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2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Par value (face value)</a:t>
            </a:r>
          </a:p>
          <a:p>
            <a:pPr marL="83439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2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Coupon rate and coupon payments</a:t>
            </a:r>
          </a:p>
          <a:p>
            <a:pPr marL="83439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2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Maturity date</a:t>
            </a:r>
          </a:p>
          <a:p>
            <a:pPr marL="426710" lvl="1" indent="0">
              <a:buClr>
                <a:srgbClr val="DA1F28"/>
              </a:buClr>
              <a:buNone/>
              <a:defRPr/>
            </a:pPr>
            <a:endParaRPr lang="en-US" sz="2800" dirty="0">
              <a:solidFill>
                <a:sysClr val="windowText" lastClr="000000"/>
              </a:solidFill>
              <a:latin typeface="Tw Cen MT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46D6CFE-E7D4-F113-E062-0F38786DE8D7}"/>
              </a:ext>
            </a:extLst>
          </p:cNvPr>
          <p:cNvSpPr txBox="1">
            <a:spLocks/>
          </p:cNvSpPr>
          <p:nvPr/>
        </p:nvSpPr>
        <p:spPr>
          <a:xfrm>
            <a:off x="6900016" y="3069583"/>
            <a:ext cx="3936051" cy="1321571"/>
          </a:xfrm>
          <a:prstGeom prst="rect">
            <a:avLst/>
          </a:prstGeom>
          <a:solidFill>
            <a:srgbClr val="2DA2BF">
              <a:lumMod val="60000"/>
              <a:lumOff val="40000"/>
            </a:srgbClr>
          </a:solidFill>
          <a:ln w="19050" cap="flat" cmpd="sng" algn="ctr">
            <a:solidFill>
              <a:srgbClr val="2DA2BF"/>
            </a:solidFill>
            <a:prstDash val="solid"/>
          </a:ln>
          <a:effectLst/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Example: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 5-year maturity bond with par value of $1,000 makes semiannual coupon payments at a coupon rate of 10%.</a:t>
            </a:r>
          </a:p>
        </p:txBody>
      </p:sp>
    </p:spTree>
    <p:extLst>
      <p:ext uri="{BB962C8B-B14F-4D97-AF65-F5344CB8AC3E}">
        <p14:creationId xmlns:p14="http://schemas.microsoft.com/office/powerpoint/2010/main" val="3535368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Bond Valuation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Bond Characteristics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81C5CDA-6A71-36AE-6A2B-089850349171}"/>
              </a:ext>
            </a:extLst>
          </p:cNvPr>
          <p:cNvSpPr txBox="1">
            <a:spLocks/>
          </p:cNvSpPr>
          <p:nvPr/>
        </p:nvSpPr>
        <p:spPr>
          <a:xfrm>
            <a:off x="341745" y="759689"/>
            <a:ext cx="11466323" cy="5941361"/>
          </a:xfrm>
          <a:prstGeom prst="rect">
            <a:avLst/>
          </a:prstGeom>
        </p:spPr>
        <p:txBody>
          <a:bodyPr vert="horz">
            <a:noAutofit/>
          </a:bodyPr>
          <a:lstStyle>
            <a:lvl1pPr marL="426709" indent="-426709" algn="l" rtl="0" eaLnBrk="1" latinLnBrk="0" hangingPunct="1">
              <a:spcBef>
                <a:spcPts val="933"/>
              </a:spcBef>
              <a:buClr>
                <a:schemeClr val="accent2"/>
              </a:buClr>
              <a:buSzPct val="60000"/>
              <a:buFont typeface="Wingdings"/>
              <a:buChar char=""/>
              <a:defRPr sz="3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53419" indent="-365751" algn="l" rtl="0" eaLnBrk="1" latinLnBrk="0" hangingPunct="1">
              <a:spcBef>
                <a:spcPts val="733"/>
              </a:spcBef>
              <a:buClr>
                <a:schemeClr val="accent1"/>
              </a:buClr>
              <a:buSzPct val="70000"/>
              <a:buFont typeface="Wingdings 2"/>
              <a:buChar char=""/>
              <a:defRPr sz="3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-304792" algn="l" rtl="0" eaLnBrk="1" latinLnBrk="0" hangingPunct="1">
              <a:spcBef>
                <a:spcPts val="667"/>
              </a:spcBef>
              <a:buClr>
                <a:schemeClr val="accent2"/>
              </a:buClr>
              <a:buSzPct val="75000"/>
              <a:buFont typeface="Wingdings"/>
              <a:buChar char=""/>
              <a:defRPr sz="30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-304792" algn="l" rtl="0" eaLnBrk="1" latinLnBrk="0" hangingPunct="1">
              <a:spcBef>
                <a:spcPts val="533"/>
              </a:spcBef>
              <a:buClr>
                <a:schemeClr val="accent3"/>
              </a:buClr>
              <a:buSzPct val="7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-304792" algn="l" rtl="0" eaLnBrk="1" latinLnBrk="0" hangingPunct="1">
              <a:spcBef>
                <a:spcPts val="533"/>
              </a:spcBef>
              <a:buClr>
                <a:schemeClr val="accent4"/>
              </a:buClr>
              <a:buSzPct val="6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4090" indent="-304792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9841" indent="-304792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35592" indent="-30479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1342" indent="-304792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Types of bonds</a:t>
            </a:r>
          </a:p>
          <a:p>
            <a:pPr marL="83439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Treasury Bills (Zero-coupon bond)</a:t>
            </a:r>
          </a:p>
          <a:p>
            <a:pPr marL="83439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Treasury Bonds and Notes</a:t>
            </a:r>
          </a:p>
          <a:p>
            <a:pPr marL="83439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Corporate Bonds</a:t>
            </a:r>
          </a:p>
          <a:p>
            <a:pPr marL="426710" lvl="1" indent="0">
              <a:buClr>
                <a:srgbClr val="DA1F28"/>
              </a:buClr>
              <a:buNone/>
              <a:defRPr/>
            </a:pPr>
            <a:endParaRPr lang="en-US" sz="2800" dirty="0">
              <a:solidFill>
                <a:sysClr val="windowText" lastClr="000000"/>
              </a:solidFill>
              <a:latin typeface="Tw Cen M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0D342-22C3-1D13-3965-6EA00EA16970}"/>
              </a:ext>
            </a:extLst>
          </p:cNvPr>
          <p:cNvSpPr txBox="1">
            <a:spLocks/>
          </p:cNvSpPr>
          <p:nvPr/>
        </p:nvSpPr>
        <p:spPr>
          <a:xfrm>
            <a:off x="6985474" y="2897154"/>
            <a:ext cx="4636807" cy="1666430"/>
          </a:xfrm>
          <a:prstGeom prst="rect">
            <a:avLst/>
          </a:prstGeom>
          <a:solidFill>
            <a:srgbClr val="2DA2BF">
              <a:lumMod val="60000"/>
              <a:lumOff val="40000"/>
            </a:srgbClr>
          </a:solidFill>
          <a:ln w="19050" cap="flat" cmpd="sng" algn="ctr">
            <a:solidFill>
              <a:srgbClr val="2DA2BF"/>
            </a:solidFill>
            <a:prstDash val="solid"/>
          </a:ln>
          <a:effectLst/>
        </p:spPr>
        <p:txBody>
          <a:bodyPr vert="horz">
            <a:no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Zero-coupon bond: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Investors receive par value at maturity date but receive no interests until then. These bonds are issued at prices considerably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A1F28">
                    <a:lumMod val="60000"/>
                    <a:lumOff val="4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lower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than par value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3423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Bond Valuation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Bond Pricing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81C5CDA-6A71-36AE-6A2B-089850349171}"/>
              </a:ext>
            </a:extLst>
          </p:cNvPr>
          <p:cNvSpPr txBox="1">
            <a:spLocks/>
          </p:cNvSpPr>
          <p:nvPr/>
        </p:nvSpPr>
        <p:spPr>
          <a:xfrm>
            <a:off x="341745" y="759689"/>
            <a:ext cx="11466323" cy="5941361"/>
          </a:xfrm>
          <a:prstGeom prst="rect">
            <a:avLst/>
          </a:prstGeom>
        </p:spPr>
        <p:txBody>
          <a:bodyPr vert="horz">
            <a:noAutofit/>
          </a:bodyPr>
          <a:lstStyle>
            <a:lvl1pPr marL="426709" indent="-426709" algn="l" rtl="0" eaLnBrk="1" latinLnBrk="0" hangingPunct="1">
              <a:spcBef>
                <a:spcPts val="933"/>
              </a:spcBef>
              <a:buClr>
                <a:schemeClr val="accent2"/>
              </a:buClr>
              <a:buSzPct val="60000"/>
              <a:buFont typeface="Wingdings"/>
              <a:buChar char=""/>
              <a:defRPr sz="3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53419" indent="-365751" algn="l" rtl="0" eaLnBrk="1" latinLnBrk="0" hangingPunct="1">
              <a:spcBef>
                <a:spcPts val="733"/>
              </a:spcBef>
              <a:buClr>
                <a:schemeClr val="accent1"/>
              </a:buClr>
              <a:buSzPct val="70000"/>
              <a:buFont typeface="Wingdings 2"/>
              <a:buChar char=""/>
              <a:defRPr sz="3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-304792" algn="l" rtl="0" eaLnBrk="1" latinLnBrk="0" hangingPunct="1">
              <a:spcBef>
                <a:spcPts val="667"/>
              </a:spcBef>
              <a:buClr>
                <a:schemeClr val="accent2"/>
              </a:buClr>
              <a:buSzPct val="75000"/>
              <a:buFont typeface="Wingdings"/>
              <a:buChar char=""/>
              <a:defRPr sz="30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-304792" algn="l" rtl="0" eaLnBrk="1" latinLnBrk="0" hangingPunct="1">
              <a:spcBef>
                <a:spcPts val="533"/>
              </a:spcBef>
              <a:buClr>
                <a:schemeClr val="accent3"/>
              </a:buClr>
              <a:buSzPct val="7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-304792" algn="l" rtl="0" eaLnBrk="1" latinLnBrk="0" hangingPunct="1">
              <a:spcBef>
                <a:spcPts val="533"/>
              </a:spcBef>
              <a:buClr>
                <a:schemeClr val="accent4"/>
              </a:buClr>
              <a:buSzPct val="6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4090" indent="-304792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9841" indent="-304792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35592" indent="-30479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1342" indent="-304792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Bond value</a:t>
            </a:r>
          </a:p>
          <a:p>
            <a:pPr marL="426710" lvl="1" indent="0">
              <a:buClr>
                <a:srgbClr val="DA1F28"/>
              </a:buClr>
              <a:buNone/>
              <a:defRPr/>
            </a:pPr>
            <a:endParaRPr lang="en-US" sz="2800" dirty="0">
              <a:solidFill>
                <a:sysClr val="windowText" lastClr="000000"/>
              </a:solidFill>
              <a:latin typeface="Tw Cen MT"/>
            </a:endParaRP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DC547C7-E707-66B9-50D2-404052636B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4308300"/>
              </p:ext>
            </p:extLst>
          </p:nvPr>
        </p:nvGraphicFramePr>
        <p:xfrm>
          <a:off x="767697" y="1692957"/>
          <a:ext cx="8215871" cy="11442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09900" imgH="419100" progId="Equation.3">
                  <p:embed/>
                </p:oleObj>
              </mc:Choice>
              <mc:Fallback>
                <p:oleObj name="Equation" r:id="rId3" imgW="3009900" imgH="419100" progId="Equation.3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BDC547C7-E707-66B9-50D2-404052636B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7697" y="1692957"/>
                        <a:ext cx="8215871" cy="11442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BBDE7B7-C521-EFBF-4616-FEBDBF63752F}"/>
              </a:ext>
            </a:extLst>
          </p:cNvPr>
          <p:cNvCxnSpPr>
            <a:cxnSpLocks/>
          </p:cNvCxnSpPr>
          <p:nvPr/>
        </p:nvCxnSpPr>
        <p:spPr>
          <a:xfrm flipV="1">
            <a:off x="3727391" y="2727711"/>
            <a:ext cx="0" cy="701289"/>
          </a:xfrm>
          <a:prstGeom prst="straightConnector1">
            <a:avLst/>
          </a:prstGeom>
          <a:noFill/>
          <a:ln w="19050" cap="flat" cmpd="sng" algn="ctr">
            <a:solidFill>
              <a:srgbClr val="2DA2BF"/>
            </a:solidFill>
            <a:prstDash val="solid"/>
            <a:tailEnd type="arrow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</p:cxn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CA5E2E51-B152-744D-3A6D-889A71CE29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7578702"/>
              </p:ext>
            </p:extLst>
          </p:nvPr>
        </p:nvGraphicFramePr>
        <p:xfrm>
          <a:off x="967529" y="3465408"/>
          <a:ext cx="5519724" cy="1421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352800" imgH="863600" progId="Unknown">
                  <p:embed/>
                </p:oleObj>
              </mc:Choice>
              <mc:Fallback>
                <p:oleObj r:id="rId5" imgW="3352800" imgH="863600" progId="Unknown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CA5E2E51-B152-744D-3A6D-889A71CE29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7529" y="3465408"/>
                        <a:ext cx="5519724" cy="142174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7743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Bond Valuation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Bond Pricing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81C5CDA-6A71-36AE-6A2B-089850349171}"/>
              </a:ext>
            </a:extLst>
          </p:cNvPr>
          <p:cNvSpPr txBox="1">
            <a:spLocks/>
          </p:cNvSpPr>
          <p:nvPr/>
        </p:nvSpPr>
        <p:spPr>
          <a:xfrm>
            <a:off x="341745" y="759689"/>
            <a:ext cx="11466323" cy="5941361"/>
          </a:xfrm>
          <a:prstGeom prst="rect">
            <a:avLst/>
          </a:prstGeom>
        </p:spPr>
        <p:txBody>
          <a:bodyPr vert="horz">
            <a:noAutofit/>
          </a:bodyPr>
          <a:lstStyle>
            <a:lvl1pPr marL="426709" indent="-426709" algn="l" rtl="0" eaLnBrk="1" latinLnBrk="0" hangingPunct="1">
              <a:spcBef>
                <a:spcPts val="933"/>
              </a:spcBef>
              <a:buClr>
                <a:schemeClr val="accent2"/>
              </a:buClr>
              <a:buSzPct val="60000"/>
              <a:buFont typeface="Wingdings"/>
              <a:buChar char=""/>
              <a:defRPr sz="3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53419" indent="-365751" algn="l" rtl="0" eaLnBrk="1" latinLnBrk="0" hangingPunct="1">
              <a:spcBef>
                <a:spcPts val="733"/>
              </a:spcBef>
              <a:buClr>
                <a:schemeClr val="accent1"/>
              </a:buClr>
              <a:buSzPct val="70000"/>
              <a:buFont typeface="Wingdings 2"/>
              <a:buChar char=""/>
              <a:defRPr sz="3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-304792" algn="l" rtl="0" eaLnBrk="1" latinLnBrk="0" hangingPunct="1">
              <a:spcBef>
                <a:spcPts val="667"/>
              </a:spcBef>
              <a:buClr>
                <a:schemeClr val="accent2"/>
              </a:buClr>
              <a:buSzPct val="75000"/>
              <a:buFont typeface="Wingdings"/>
              <a:buChar char=""/>
              <a:defRPr sz="30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-304792" algn="l" rtl="0" eaLnBrk="1" latinLnBrk="0" hangingPunct="1">
              <a:spcBef>
                <a:spcPts val="533"/>
              </a:spcBef>
              <a:buClr>
                <a:schemeClr val="accent3"/>
              </a:buClr>
              <a:buSzPct val="7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-304792" algn="l" rtl="0" eaLnBrk="1" latinLnBrk="0" hangingPunct="1">
              <a:spcBef>
                <a:spcPts val="533"/>
              </a:spcBef>
              <a:buClr>
                <a:schemeClr val="accent4"/>
              </a:buClr>
              <a:buSzPct val="6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4090" indent="-304792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9841" indent="-304792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35592" indent="-30479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1342" indent="-304792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Example 14.2: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Please calculate the price of the 30-yr maturity bond with par value of $1,000, paying 8% coupon rate, and making semiannual coupon payments. Assume current interest rate is 4% per 6-month period (bond equivalent yield=4%*2=8%).</a:t>
            </a:r>
          </a:p>
          <a:p>
            <a:pPr marL="426710" lvl="1" indent="0">
              <a:buClr>
                <a:srgbClr val="DA1F28"/>
              </a:buClr>
              <a:buNone/>
              <a:defRPr/>
            </a:pPr>
            <a:endParaRPr lang="en-US" sz="2800" dirty="0">
              <a:solidFill>
                <a:sysClr val="windowText" lastClr="000000"/>
              </a:solidFill>
              <a:latin typeface="Tw Cen MT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FA1DE74-B80D-8EA5-EDE3-8AD2D32645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5572926"/>
              </p:ext>
            </p:extLst>
          </p:nvPr>
        </p:nvGraphicFramePr>
        <p:xfrm>
          <a:off x="1233679" y="3383421"/>
          <a:ext cx="4128541" cy="1259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98600" imgH="457200" progId="Equation.3">
                  <p:embed/>
                </p:oleObj>
              </mc:Choice>
              <mc:Fallback>
                <p:oleObj name="Equation" r:id="rId3" imgW="1498600" imgH="457200" progId="Equation.3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FFA1DE74-B80D-8EA5-EDE3-8AD2D32645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33679" y="3383421"/>
                        <a:ext cx="4128541" cy="12595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ight Arrow 5">
            <a:extLst>
              <a:ext uri="{FF2B5EF4-FFF2-40B4-BE49-F238E27FC236}">
                <a16:creationId xmlns:a16="http://schemas.microsoft.com/office/drawing/2014/main" id="{75F00887-39F2-FBBC-C1D6-69224BCDD312}"/>
              </a:ext>
            </a:extLst>
          </p:cNvPr>
          <p:cNvSpPr/>
          <p:nvPr/>
        </p:nvSpPr>
        <p:spPr>
          <a:xfrm>
            <a:off x="5613875" y="3769047"/>
            <a:ext cx="482125" cy="335899"/>
          </a:xfrm>
          <a:prstGeom prst="rightArrow">
            <a:avLst/>
          </a:prstGeom>
          <a:solidFill>
            <a:srgbClr val="2DA2BF"/>
          </a:solidFill>
          <a:ln w="10000" cap="flat" cmpd="sng" algn="ctr">
            <a:solidFill>
              <a:srgbClr val="2DA2BF"/>
            </a:solidFill>
            <a:prstDash val="solid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7AAEE8D7-AAA9-0F19-99A0-EEC21AAED4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4142375"/>
              </p:ext>
            </p:extLst>
          </p:nvPr>
        </p:nvGraphicFramePr>
        <p:xfrm>
          <a:off x="6584431" y="3769047"/>
          <a:ext cx="4762278" cy="520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25600" imgH="177800" progId="Equation.3">
                  <p:embed/>
                </p:oleObj>
              </mc:Choice>
              <mc:Fallback>
                <p:oleObj name="Equation" r:id="rId5" imgW="1625600" imgH="177800" progId="Equation.3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7AAEE8D7-AAA9-0F19-99A0-EEC21AAED4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84431" y="3769047"/>
                        <a:ext cx="4762278" cy="5209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53223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Bond Valuation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Bond Pricing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81C5CDA-6A71-36AE-6A2B-089850349171}"/>
              </a:ext>
            </a:extLst>
          </p:cNvPr>
          <p:cNvSpPr txBox="1">
            <a:spLocks/>
          </p:cNvSpPr>
          <p:nvPr/>
        </p:nvSpPr>
        <p:spPr>
          <a:xfrm>
            <a:off x="341745" y="759689"/>
            <a:ext cx="11466323" cy="5941361"/>
          </a:xfrm>
          <a:prstGeom prst="rect">
            <a:avLst/>
          </a:prstGeom>
        </p:spPr>
        <p:txBody>
          <a:bodyPr vert="horz">
            <a:noAutofit/>
          </a:bodyPr>
          <a:lstStyle>
            <a:lvl1pPr marL="426709" indent="-426709" algn="l" rtl="0" eaLnBrk="1" latinLnBrk="0" hangingPunct="1">
              <a:spcBef>
                <a:spcPts val="933"/>
              </a:spcBef>
              <a:buClr>
                <a:schemeClr val="accent2"/>
              </a:buClr>
              <a:buSzPct val="60000"/>
              <a:buFont typeface="Wingdings"/>
              <a:buChar char=""/>
              <a:defRPr sz="3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53419" indent="-365751" algn="l" rtl="0" eaLnBrk="1" latinLnBrk="0" hangingPunct="1">
              <a:spcBef>
                <a:spcPts val="733"/>
              </a:spcBef>
              <a:buClr>
                <a:schemeClr val="accent1"/>
              </a:buClr>
              <a:buSzPct val="70000"/>
              <a:buFont typeface="Wingdings 2"/>
              <a:buChar char=""/>
              <a:defRPr sz="3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-304792" algn="l" rtl="0" eaLnBrk="1" latinLnBrk="0" hangingPunct="1">
              <a:spcBef>
                <a:spcPts val="667"/>
              </a:spcBef>
              <a:buClr>
                <a:schemeClr val="accent2"/>
              </a:buClr>
              <a:buSzPct val="75000"/>
              <a:buFont typeface="Wingdings"/>
              <a:buChar char=""/>
              <a:defRPr sz="30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-304792" algn="l" rtl="0" eaLnBrk="1" latinLnBrk="0" hangingPunct="1">
              <a:spcBef>
                <a:spcPts val="533"/>
              </a:spcBef>
              <a:buClr>
                <a:schemeClr val="accent3"/>
              </a:buClr>
              <a:buSzPct val="7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-304792" algn="l" rtl="0" eaLnBrk="1" latinLnBrk="0" hangingPunct="1">
              <a:spcBef>
                <a:spcPts val="533"/>
              </a:spcBef>
              <a:buClr>
                <a:schemeClr val="accent4"/>
              </a:buClr>
              <a:buSzPct val="6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4090" indent="-304792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9841" indent="-304792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35592" indent="-30479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1342" indent="-304792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indent="0">
              <a:buNone/>
            </a:pPr>
            <a:r>
              <a:rPr lang="en-US" sz="3600" b="1" dirty="0"/>
              <a:t>Example (continued): </a:t>
            </a:r>
            <a:r>
              <a:rPr lang="en-US" sz="3600" dirty="0"/>
              <a:t>Please see Table 14.2. Bond prices at different interest rates (8% coupon bond, coupons paid semiannually)</a:t>
            </a:r>
          </a:p>
          <a:p>
            <a:pPr marL="426710" lvl="1" indent="0">
              <a:buClr>
                <a:srgbClr val="DA1F28"/>
              </a:buClr>
              <a:buNone/>
              <a:defRPr/>
            </a:pPr>
            <a:endParaRPr lang="en-US" sz="2800" dirty="0">
              <a:solidFill>
                <a:sysClr val="windowText" lastClr="000000"/>
              </a:solidFill>
              <a:latin typeface="Tw Cen M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837275-D7AE-7E79-86D2-40B42BBDA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594" y="2731568"/>
            <a:ext cx="10976811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538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Bond Valuation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Bond Pricing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81C5CDA-6A71-36AE-6A2B-089850349171}"/>
              </a:ext>
            </a:extLst>
          </p:cNvPr>
          <p:cNvSpPr txBox="1">
            <a:spLocks/>
          </p:cNvSpPr>
          <p:nvPr/>
        </p:nvSpPr>
        <p:spPr>
          <a:xfrm>
            <a:off x="341745" y="759689"/>
            <a:ext cx="11850254" cy="5941361"/>
          </a:xfrm>
          <a:prstGeom prst="rect">
            <a:avLst/>
          </a:prstGeom>
        </p:spPr>
        <p:txBody>
          <a:bodyPr vert="horz">
            <a:noAutofit/>
          </a:bodyPr>
          <a:lstStyle>
            <a:lvl1pPr marL="426709" indent="-426709" algn="l" rtl="0" eaLnBrk="1" latinLnBrk="0" hangingPunct="1">
              <a:spcBef>
                <a:spcPts val="933"/>
              </a:spcBef>
              <a:buClr>
                <a:schemeClr val="accent2"/>
              </a:buClr>
              <a:buSzPct val="60000"/>
              <a:buFont typeface="Wingdings"/>
              <a:buChar char=""/>
              <a:defRPr sz="3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53419" indent="-365751" algn="l" rtl="0" eaLnBrk="1" latinLnBrk="0" hangingPunct="1">
              <a:spcBef>
                <a:spcPts val="733"/>
              </a:spcBef>
              <a:buClr>
                <a:schemeClr val="accent1"/>
              </a:buClr>
              <a:buSzPct val="70000"/>
              <a:buFont typeface="Wingdings 2"/>
              <a:buChar char=""/>
              <a:defRPr sz="3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-304792" algn="l" rtl="0" eaLnBrk="1" latinLnBrk="0" hangingPunct="1">
              <a:spcBef>
                <a:spcPts val="667"/>
              </a:spcBef>
              <a:buClr>
                <a:schemeClr val="accent2"/>
              </a:buClr>
              <a:buSzPct val="75000"/>
              <a:buFont typeface="Wingdings"/>
              <a:buChar char=""/>
              <a:defRPr sz="30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-304792" algn="l" rtl="0" eaLnBrk="1" latinLnBrk="0" hangingPunct="1">
              <a:spcBef>
                <a:spcPts val="533"/>
              </a:spcBef>
              <a:buClr>
                <a:schemeClr val="accent3"/>
              </a:buClr>
              <a:buSzPct val="7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-304792" algn="l" rtl="0" eaLnBrk="1" latinLnBrk="0" hangingPunct="1">
              <a:spcBef>
                <a:spcPts val="533"/>
              </a:spcBef>
              <a:buClr>
                <a:schemeClr val="accent4"/>
              </a:buClr>
              <a:buSzPct val="6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4090" indent="-304792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9841" indent="-304792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35592" indent="-30479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1342" indent="-304792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+mj-lt"/>
              <a:buAutoNum type="arabicPeriod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Inverse relationship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between price and interest rate.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+mj-lt"/>
              <a:buAutoNum type="arabicPeriod" startAt="2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Coupon rate, interest rate (r) and bond price (p)</a:t>
            </a:r>
          </a:p>
          <a:p>
            <a:pPr marL="777240" marR="0" lvl="1" indent="-45720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arenR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If r = coupon rate, p = par value (selling at par value)</a:t>
            </a:r>
          </a:p>
          <a:p>
            <a:pPr marL="777240" marR="0" lvl="1" indent="-45720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arenR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If r &gt; coupon rate, p &lt; par value (discount bonds)</a:t>
            </a:r>
          </a:p>
          <a:p>
            <a:pPr marL="777240" marR="0" lvl="1" indent="-45720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arenR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If r &lt; coupon rate, p &gt; par value (premium bonds)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+mj-lt"/>
              <a:buAutoNum type="arabicPeriod" startAt="2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Keeping all other factors the same,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the longer the maturity of the bond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, the greater the sensitivity of price to fluctuations in the interest rate.</a:t>
            </a:r>
          </a:p>
          <a:p>
            <a:pPr marL="426710" lvl="1" indent="0">
              <a:buClr>
                <a:srgbClr val="DA1F28"/>
              </a:buClr>
              <a:buNone/>
              <a:defRPr/>
            </a:pPr>
            <a:endParaRPr lang="en-US" sz="2800" dirty="0">
              <a:solidFill>
                <a:sysClr val="windowText" lastClr="000000"/>
              </a:solidFill>
              <a:latin typeface="Tw Cen MT"/>
            </a:endParaRPr>
          </a:p>
        </p:txBody>
      </p:sp>
    </p:spTree>
    <p:extLst>
      <p:ext uri="{BB962C8B-B14F-4D97-AF65-F5344CB8AC3E}">
        <p14:creationId xmlns:p14="http://schemas.microsoft.com/office/powerpoint/2010/main" val="3605972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Bond Valuation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Bond Yield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81C5CDA-6A71-36AE-6A2B-089850349171}"/>
              </a:ext>
            </a:extLst>
          </p:cNvPr>
          <p:cNvSpPr txBox="1">
            <a:spLocks/>
          </p:cNvSpPr>
          <p:nvPr/>
        </p:nvSpPr>
        <p:spPr>
          <a:xfrm>
            <a:off x="341745" y="759689"/>
            <a:ext cx="11850254" cy="5941361"/>
          </a:xfrm>
          <a:prstGeom prst="rect">
            <a:avLst/>
          </a:prstGeom>
        </p:spPr>
        <p:txBody>
          <a:bodyPr vert="horz">
            <a:noAutofit/>
          </a:bodyPr>
          <a:lstStyle>
            <a:lvl1pPr marL="426709" indent="-426709" algn="l" rtl="0" eaLnBrk="1" latinLnBrk="0" hangingPunct="1">
              <a:spcBef>
                <a:spcPts val="933"/>
              </a:spcBef>
              <a:buClr>
                <a:schemeClr val="accent2"/>
              </a:buClr>
              <a:buSzPct val="60000"/>
              <a:buFont typeface="Wingdings"/>
              <a:buChar char=""/>
              <a:defRPr sz="3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53419" indent="-365751" algn="l" rtl="0" eaLnBrk="1" latinLnBrk="0" hangingPunct="1">
              <a:spcBef>
                <a:spcPts val="733"/>
              </a:spcBef>
              <a:buClr>
                <a:schemeClr val="accent1"/>
              </a:buClr>
              <a:buSzPct val="70000"/>
              <a:buFont typeface="Wingdings 2"/>
              <a:buChar char=""/>
              <a:defRPr sz="3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-304792" algn="l" rtl="0" eaLnBrk="1" latinLnBrk="0" hangingPunct="1">
              <a:spcBef>
                <a:spcPts val="667"/>
              </a:spcBef>
              <a:buClr>
                <a:schemeClr val="accent2"/>
              </a:buClr>
              <a:buSzPct val="75000"/>
              <a:buFont typeface="Wingdings"/>
              <a:buChar char=""/>
              <a:defRPr sz="30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-304792" algn="l" rtl="0" eaLnBrk="1" latinLnBrk="0" hangingPunct="1">
              <a:spcBef>
                <a:spcPts val="533"/>
              </a:spcBef>
              <a:buClr>
                <a:schemeClr val="accent3"/>
              </a:buClr>
              <a:buSzPct val="7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-304792" algn="l" rtl="0" eaLnBrk="1" latinLnBrk="0" hangingPunct="1">
              <a:spcBef>
                <a:spcPts val="533"/>
              </a:spcBef>
              <a:buClr>
                <a:schemeClr val="accent4"/>
              </a:buClr>
              <a:buSzPct val="6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4090" indent="-304792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9841" indent="-304792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35592" indent="-30479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1342" indent="-304792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Yield to Maturity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(YTM)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: the interest rate that makes the present value of a bond’s payments equal to its price.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Example 14.3: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Suppose an 8% coupon, 30-year bond is selling at 1276.76. What is the yield to maturity?</a:t>
            </a:r>
          </a:p>
          <a:p>
            <a:pPr marL="426710" lvl="1" indent="0">
              <a:buClr>
                <a:srgbClr val="DA1F28"/>
              </a:buClr>
              <a:buNone/>
              <a:defRPr/>
            </a:pPr>
            <a:endParaRPr lang="en-US" sz="2800" dirty="0">
              <a:solidFill>
                <a:sysClr val="windowText" lastClr="000000"/>
              </a:solidFill>
              <a:latin typeface="Tw Cen MT"/>
            </a:endParaRPr>
          </a:p>
        </p:txBody>
      </p:sp>
    </p:spTree>
    <p:extLst>
      <p:ext uri="{BB962C8B-B14F-4D97-AF65-F5344CB8AC3E}">
        <p14:creationId xmlns:p14="http://schemas.microsoft.com/office/powerpoint/2010/main" val="3579202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Bond Valuation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Bond Yield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81C5CDA-6A71-36AE-6A2B-089850349171}"/>
              </a:ext>
            </a:extLst>
          </p:cNvPr>
          <p:cNvSpPr txBox="1">
            <a:spLocks/>
          </p:cNvSpPr>
          <p:nvPr/>
        </p:nvSpPr>
        <p:spPr>
          <a:xfrm>
            <a:off x="170873" y="916639"/>
            <a:ext cx="11850254" cy="5941361"/>
          </a:xfrm>
          <a:prstGeom prst="rect">
            <a:avLst/>
          </a:prstGeom>
        </p:spPr>
        <p:txBody>
          <a:bodyPr vert="horz">
            <a:noAutofit/>
          </a:bodyPr>
          <a:lstStyle>
            <a:lvl1pPr marL="426709" indent="-426709" algn="l" rtl="0" eaLnBrk="1" latinLnBrk="0" hangingPunct="1">
              <a:spcBef>
                <a:spcPts val="933"/>
              </a:spcBef>
              <a:buClr>
                <a:schemeClr val="accent2"/>
              </a:buClr>
              <a:buSzPct val="60000"/>
              <a:buFont typeface="Wingdings"/>
              <a:buChar char=""/>
              <a:defRPr sz="3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53419" indent="-365751" algn="l" rtl="0" eaLnBrk="1" latinLnBrk="0" hangingPunct="1">
              <a:spcBef>
                <a:spcPts val="733"/>
              </a:spcBef>
              <a:buClr>
                <a:schemeClr val="accent1"/>
              </a:buClr>
              <a:buSzPct val="70000"/>
              <a:buFont typeface="Wingdings 2"/>
              <a:buChar char=""/>
              <a:defRPr sz="3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-304792" algn="l" rtl="0" eaLnBrk="1" latinLnBrk="0" hangingPunct="1">
              <a:spcBef>
                <a:spcPts val="667"/>
              </a:spcBef>
              <a:buClr>
                <a:schemeClr val="accent2"/>
              </a:buClr>
              <a:buSzPct val="75000"/>
              <a:buFont typeface="Wingdings"/>
              <a:buChar char=""/>
              <a:defRPr sz="30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-304792" algn="l" rtl="0" eaLnBrk="1" latinLnBrk="0" hangingPunct="1">
              <a:spcBef>
                <a:spcPts val="533"/>
              </a:spcBef>
              <a:buClr>
                <a:schemeClr val="accent3"/>
              </a:buClr>
              <a:buSzPct val="7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-304792" algn="l" rtl="0" eaLnBrk="1" latinLnBrk="0" hangingPunct="1">
              <a:spcBef>
                <a:spcPts val="533"/>
              </a:spcBef>
              <a:buClr>
                <a:schemeClr val="accent4"/>
              </a:buClr>
              <a:buSzPct val="6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4090" indent="-304792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9841" indent="-304792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35592" indent="-30479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1342" indent="-304792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DA1F28">
                    <a:lumMod val="60000"/>
                    <a:lumOff val="4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                                                 =&gt; r=3%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, per half year.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How to annualize the semiannual yield?</a:t>
            </a:r>
          </a:p>
          <a:p>
            <a:pPr marL="83439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2900" b="0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Bond equivalent yield (BEY) is 3%*2=6% (the yield quoted in the newspapers)</a:t>
            </a:r>
          </a:p>
          <a:p>
            <a:pPr marL="83439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2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The effective annual yield is (1+3%)</a:t>
            </a:r>
            <a:r>
              <a:rPr kumimoji="0" lang="en-US" sz="29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2</a:t>
            </a:r>
            <a:r>
              <a:rPr kumimoji="0" lang="en-US" sz="2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-1=6.09%</a:t>
            </a:r>
          </a:p>
          <a:p>
            <a:pPr marL="426710" lvl="1" indent="0">
              <a:buClr>
                <a:srgbClr val="DA1F28"/>
              </a:buClr>
              <a:buNone/>
              <a:defRPr/>
            </a:pPr>
            <a:endParaRPr lang="en-US" sz="2800" dirty="0">
              <a:solidFill>
                <a:sysClr val="windowText" lastClr="000000"/>
              </a:solidFill>
              <a:latin typeface="Tw Cen MT"/>
            </a:endParaRP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1C2817A9-19AC-566F-BC1F-1578AC5B11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7031747"/>
              </p:ext>
            </p:extLst>
          </p:nvPr>
        </p:nvGraphicFramePr>
        <p:xfrm>
          <a:off x="767193" y="646319"/>
          <a:ext cx="45339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43100" imgH="457200" progId="Equation.3">
                  <p:embed/>
                </p:oleObj>
              </mc:Choice>
              <mc:Fallback>
                <p:oleObj name="Equation" r:id="rId3" imgW="1943100" imgH="457200" progId="Equation.3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1C2817A9-19AC-566F-BC1F-1578AC5B11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7193" y="646319"/>
                        <a:ext cx="4533900" cy="1066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1978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Bond Valuation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Bond Yield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81C5CDA-6A71-36AE-6A2B-089850349171}"/>
              </a:ext>
            </a:extLst>
          </p:cNvPr>
          <p:cNvSpPr txBox="1">
            <a:spLocks/>
          </p:cNvSpPr>
          <p:nvPr/>
        </p:nvSpPr>
        <p:spPr>
          <a:xfrm>
            <a:off x="341745" y="759689"/>
            <a:ext cx="11850254" cy="5941361"/>
          </a:xfrm>
          <a:prstGeom prst="rect">
            <a:avLst/>
          </a:prstGeom>
        </p:spPr>
        <p:txBody>
          <a:bodyPr vert="horz">
            <a:noAutofit/>
          </a:bodyPr>
          <a:lstStyle>
            <a:lvl1pPr marL="426709" indent="-426709" algn="l" rtl="0" eaLnBrk="1" latinLnBrk="0" hangingPunct="1">
              <a:spcBef>
                <a:spcPts val="933"/>
              </a:spcBef>
              <a:buClr>
                <a:schemeClr val="accent2"/>
              </a:buClr>
              <a:buSzPct val="60000"/>
              <a:buFont typeface="Wingdings"/>
              <a:buChar char=""/>
              <a:defRPr sz="3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53419" indent="-365751" algn="l" rtl="0" eaLnBrk="1" latinLnBrk="0" hangingPunct="1">
              <a:spcBef>
                <a:spcPts val="733"/>
              </a:spcBef>
              <a:buClr>
                <a:schemeClr val="accent1"/>
              </a:buClr>
              <a:buSzPct val="70000"/>
              <a:buFont typeface="Wingdings 2"/>
              <a:buChar char=""/>
              <a:defRPr sz="3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-304792" algn="l" rtl="0" eaLnBrk="1" latinLnBrk="0" hangingPunct="1">
              <a:spcBef>
                <a:spcPts val="667"/>
              </a:spcBef>
              <a:buClr>
                <a:schemeClr val="accent2"/>
              </a:buClr>
              <a:buSzPct val="75000"/>
              <a:buFont typeface="Wingdings"/>
              <a:buChar char=""/>
              <a:defRPr sz="30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-304792" algn="l" rtl="0" eaLnBrk="1" latinLnBrk="0" hangingPunct="1">
              <a:spcBef>
                <a:spcPts val="533"/>
              </a:spcBef>
              <a:buClr>
                <a:schemeClr val="accent3"/>
              </a:buClr>
              <a:buSzPct val="7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-304792" algn="l" rtl="0" eaLnBrk="1" latinLnBrk="0" hangingPunct="1">
              <a:spcBef>
                <a:spcPts val="533"/>
              </a:spcBef>
              <a:buClr>
                <a:schemeClr val="accent4"/>
              </a:buClr>
              <a:buSzPct val="6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4090" indent="-304792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9841" indent="-304792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35592" indent="-30479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1342" indent="-304792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Yield to Maturity (YTM) is often interpreted as a measure of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the average rate of return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that will be earned on a bond if it is bought now and held until maturity,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DA1F28">
                    <a:lumMod val="60000"/>
                    <a:lumOff val="4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assuming that all bond coupons can be reinvested at that yield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.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The interest rate on a T-bond does change as market rates change. But once you purchase the instrument, the rate you get is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locked in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.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Current yield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=Annual coupon payment/ Current bond price</a:t>
            </a:r>
          </a:p>
          <a:p>
            <a:pPr marL="426710" lvl="1" indent="0">
              <a:buClr>
                <a:srgbClr val="DA1F28"/>
              </a:buClr>
              <a:buNone/>
              <a:defRPr/>
            </a:pPr>
            <a:endParaRPr lang="en-US" sz="2800" dirty="0">
              <a:solidFill>
                <a:sysClr val="windowText" lastClr="000000"/>
              </a:solidFill>
              <a:latin typeface="Tw Cen MT"/>
            </a:endParaRPr>
          </a:p>
        </p:txBody>
      </p:sp>
    </p:spTree>
    <p:extLst>
      <p:ext uri="{BB962C8B-B14F-4D97-AF65-F5344CB8AC3E}">
        <p14:creationId xmlns:p14="http://schemas.microsoft.com/office/powerpoint/2010/main" val="3046625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Bond Valuation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HW10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81C5CDA-6A71-36AE-6A2B-089850349171}"/>
              </a:ext>
            </a:extLst>
          </p:cNvPr>
          <p:cNvSpPr txBox="1">
            <a:spLocks/>
          </p:cNvSpPr>
          <p:nvPr/>
        </p:nvSpPr>
        <p:spPr>
          <a:xfrm>
            <a:off x="341745" y="759689"/>
            <a:ext cx="11850254" cy="5941361"/>
          </a:xfrm>
          <a:prstGeom prst="rect">
            <a:avLst/>
          </a:prstGeom>
        </p:spPr>
        <p:txBody>
          <a:bodyPr vert="horz">
            <a:noAutofit/>
          </a:bodyPr>
          <a:lstStyle>
            <a:lvl1pPr marL="426709" indent="-426709" algn="l" rtl="0" eaLnBrk="1" latinLnBrk="0" hangingPunct="1">
              <a:spcBef>
                <a:spcPts val="933"/>
              </a:spcBef>
              <a:buClr>
                <a:schemeClr val="accent2"/>
              </a:buClr>
              <a:buSzPct val="60000"/>
              <a:buFont typeface="Wingdings"/>
              <a:buChar char=""/>
              <a:defRPr sz="3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53419" indent="-365751" algn="l" rtl="0" eaLnBrk="1" latinLnBrk="0" hangingPunct="1">
              <a:spcBef>
                <a:spcPts val="733"/>
              </a:spcBef>
              <a:buClr>
                <a:schemeClr val="accent1"/>
              </a:buClr>
              <a:buSzPct val="70000"/>
              <a:buFont typeface="Wingdings 2"/>
              <a:buChar char=""/>
              <a:defRPr sz="3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-304792" algn="l" rtl="0" eaLnBrk="1" latinLnBrk="0" hangingPunct="1">
              <a:spcBef>
                <a:spcPts val="667"/>
              </a:spcBef>
              <a:buClr>
                <a:schemeClr val="accent2"/>
              </a:buClr>
              <a:buSzPct val="75000"/>
              <a:buFont typeface="Wingdings"/>
              <a:buChar char=""/>
              <a:defRPr sz="30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-304792" algn="l" rtl="0" eaLnBrk="1" latinLnBrk="0" hangingPunct="1">
              <a:spcBef>
                <a:spcPts val="533"/>
              </a:spcBef>
              <a:buClr>
                <a:schemeClr val="accent3"/>
              </a:buClr>
              <a:buSzPct val="7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-304792" algn="l" rtl="0" eaLnBrk="1" latinLnBrk="0" hangingPunct="1">
              <a:spcBef>
                <a:spcPts val="533"/>
              </a:spcBef>
              <a:buClr>
                <a:schemeClr val="accent4"/>
              </a:buClr>
              <a:buSzPct val="6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4090" indent="-304792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9841" indent="-304792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35592" indent="-30479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1342" indent="-304792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1. Using semiannual compounding, a 15-year zero coupon bond that has a par value of $1,000 and a required return of 8% would be priced at approximately ______. 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</a:b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A. $308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</a:b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B. $315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</a:b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C. $464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</a:b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D. $555</a:t>
            </a:r>
            <a:endParaRPr kumimoji="0" lang="en-SG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426710" lvl="1" indent="0">
              <a:buClr>
                <a:srgbClr val="DA1F28"/>
              </a:buClr>
              <a:buNone/>
              <a:defRPr/>
            </a:pPr>
            <a:endParaRPr lang="en-US" sz="2800" dirty="0">
              <a:solidFill>
                <a:sysClr val="windowText" lastClr="000000"/>
              </a:solidFill>
              <a:latin typeface="Tw Cen MT"/>
            </a:endParaRPr>
          </a:p>
        </p:txBody>
      </p:sp>
    </p:spTree>
    <p:extLst>
      <p:ext uri="{BB962C8B-B14F-4D97-AF65-F5344CB8AC3E}">
        <p14:creationId xmlns:p14="http://schemas.microsoft.com/office/powerpoint/2010/main" val="4023784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Bond Valuation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HW10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81C5CDA-6A71-36AE-6A2B-089850349171}"/>
              </a:ext>
            </a:extLst>
          </p:cNvPr>
          <p:cNvSpPr txBox="1">
            <a:spLocks/>
          </p:cNvSpPr>
          <p:nvPr/>
        </p:nvSpPr>
        <p:spPr>
          <a:xfrm>
            <a:off x="341745" y="759689"/>
            <a:ext cx="11850254" cy="5941361"/>
          </a:xfrm>
          <a:prstGeom prst="rect">
            <a:avLst/>
          </a:prstGeom>
        </p:spPr>
        <p:txBody>
          <a:bodyPr vert="horz">
            <a:noAutofit/>
          </a:bodyPr>
          <a:lstStyle>
            <a:lvl1pPr marL="426709" indent="-426709" algn="l" rtl="0" eaLnBrk="1" latinLnBrk="0" hangingPunct="1">
              <a:spcBef>
                <a:spcPts val="933"/>
              </a:spcBef>
              <a:buClr>
                <a:schemeClr val="accent2"/>
              </a:buClr>
              <a:buSzPct val="60000"/>
              <a:buFont typeface="Wingdings"/>
              <a:buChar char=""/>
              <a:defRPr sz="3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53419" indent="-365751" algn="l" rtl="0" eaLnBrk="1" latinLnBrk="0" hangingPunct="1">
              <a:spcBef>
                <a:spcPts val="733"/>
              </a:spcBef>
              <a:buClr>
                <a:schemeClr val="accent1"/>
              </a:buClr>
              <a:buSzPct val="70000"/>
              <a:buFont typeface="Wingdings 2"/>
              <a:buChar char=""/>
              <a:defRPr sz="3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-304792" algn="l" rtl="0" eaLnBrk="1" latinLnBrk="0" hangingPunct="1">
              <a:spcBef>
                <a:spcPts val="667"/>
              </a:spcBef>
              <a:buClr>
                <a:schemeClr val="accent2"/>
              </a:buClr>
              <a:buSzPct val="75000"/>
              <a:buFont typeface="Wingdings"/>
              <a:buChar char=""/>
              <a:defRPr sz="30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-304792" algn="l" rtl="0" eaLnBrk="1" latinLnBrk="0" hangingPunct="1">
              <a:spcBef>
                <a:spcPts val="533"/>
              </a:spcBef>
              <a:buClr>
                <a:schemeClr val="accent3"/>
              </a:buClr>
              <a:buSzPct val="7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-304792" algn="l" rtl="0" eaLnBrk="1" latinLnBrk="0" hangingPunct="1">
              <a:spcBef>
                <a:spcPts val="533"/>
              </a:spcBef>
              <a:buClr>
                <a:schemeClr val="accent4"/>
              </a:buClr>
              <a:buSzPct val="6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4090" indent="-304792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9841" indent="-304792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35592" indent="-30479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1342" indent="-304792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2. Consider a 30-year bond paying an annual coupon of $80 and selling at par value of $1,000. The bond’s initial YTM is 8%.</a:t>
            </a:r>
          </a:p>
          <a:p>
            <a:pPr marL="320040" marR="0" lvl="1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(1) If the YTM remains at 8%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over the year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, what is the holding-period return?  ______ % </a:t>
            </a:r>
          </a:p>
          <a:p>
            <a:pPr marL="320040" marR="0" lvl="1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(2) If the YTM falls below 8% and bond price increases to $1,050, what is the holding-period return? ______ %</a:t>
            </a:r>
          </a:p>
          <a:p>
            <a:pPr marL="426710" lvl="1" indent="0">
              <a:buClr>
                <a:srgbClr val="DA1F28"/>
              </a:buClr>
              <a:buNone/>
              <a:defRPr/>
            </a:pPr>
            <a:endParaRPr lang="en-US" sz="2800" dirty="0">
              <a:solidFill>
                <a:sysClr val="windowText" lastClr="000000"/>
              </a:solidFill>
              <a:latin typeface="Tw Cen MT"/>
            </a:endParaRPr>
          </a:p>
        </p:txBody>
      </p:sp>
    </p:spTree>
    <p:extLst>
      <p:ext uri="{BB962C8B-B14F-4D97-AF65-F5344CB8AC3E}">
        <p14:creationId xmlns:p14="http://schemas.microsoft.com/office/powerpoint/2010/main" val="2502531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Bond Valuation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HW10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81C5CDA-6A71-36AE-6A2B-089850349171}"/>
              </a:ext>
            </a:extLst>
          </p:cNvPr>
          <p:cNvSpPr txBox="1">
            <a:spLocks/>
          </p:cNvSpPr>
          <p:nvPr/>
        </p:nvSpPr>
        <p:spPr>
          <a:xfrm>
            <a:off x="341745" y="759689"/>
            <a:ext cx="11850254" cy="5941361"/>
          </a:xfrm>
          <a:prstGeom prst="rect">
            <a:avLst/>
          </a:prstGeom>
        </p:spPr>
        <p:txBody>
          <a:bodyPr vert="horz">
            <a:noAutofit/>
          </a:bodyPr>
          <a:lstStyle>
            <a:lvl1pPr marL="426709" indent="-426709" algn="l" rtl="0" eaLnBrk="1" latinLnBrk="0" hangingPunct="1">
              <a:spcBef>
                <a:spcPts val="933"/>
              </a:spcBef>
              <a:buClr>
                <a:schemeClr val="accent2"/>
              </a:buClr>
              <a:buSzPct val="60000"/>
              <a:buFont typeface="Wingdings"/>
              <a:buChar char=""/>
              <a:defRPr sz="3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53419" indent="-365751" algn="l" rtl="0" eaLnBrk="1" latinLnBrk="0" hangingPunct="1">
              <a:spcBef>
                <a:spcPts val="733"/>
              </a:spcBef>
              <a:buClr>
                <a:schemeClr val="accent1"/>
              </a:buClr>
              <a:buSzPct val="70000"/>
              <a:buFont typeface="Wingdings 2"/>
              <a:buChar char=""/>
              <a:defRPr sz="3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-304792" algn="l" rtl="0" eaLnBrk="1" latinLnBrk="0" hangingPunct="1">
              <a:spcBef>
                <a:spcPts val="667"/>
              </a:spcBef>
              <a:buClr>
                <a:schemeClr val="accent2"/>
              </a:buClr>
              <a:buSzPct val="75000"/>
              <a:buFont typeface="Wingdings"/>
              <a:buChar char=""/>
              <a:defRPr sz="30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-304792" algn="l" rtl="0" eaLnBrk="1" latinLnBrk="0" hangingPunct="1">
              <a:spcBef>
                <a:spcPts val="533"/>
              </a:spcBef>
              <a:buClr>
                <a:schemeClr val="accent3"/>
              </a:buClr>
              <a:buSzPct val="7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-304792" algn="l" rtl="0" eaLnBrk="1" latinLnBrk="0" hangingPunct="1">
              <a:spcBef>
                <a:spcPts val="533"/>
              </a:spcBef>
              <a:buClr>
                <a:schemeClr val="accent4"/>
              </a:buClr>
              <a:buSzPct val="6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4090" indent="-304792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9841" indent="-304792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35592" indent="-30479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1342" indent="-304792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3. Bonds of ABC Corporation with a par value of $1,000 sell for $960, mature in 5 years, and have a 7% annual coupon rate paid semiannually. Please calculate:</a:t>
            </a:r>
            <a:r>
              <a:rPr kumimoji="0" lang="en-SG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a. Current yield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b. Yield to maturity  </a:t>
            </a:r>
            <a:endParaRPr kumimoji="0" lang="en-SG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c. Bond price in 3 years right after it makes the 6th coupon payment. (Assume the yield to maturity falls to 5%.)</a:t>
            </a:r>
            <a:endParaRPr kumimoji="0" lang="en-SG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426710" lvl="1" indent="0">
              <a:buClr>
                <a:srgbClr val="DA1F28"/>
              </a:buClr>
              <a:buNone/>
              <a:defRPr/>
            </a:pPr>
            <a:endParaRPr lang="en-US" sz="2800" dirty="0">
              <a:solidFill>
                <a:sysClr val="windowText" lastClr="000000"/>
              </a:solidFill>
              <a:latin typeface="Tw Cen MT"/>
            </a:endParaRPr>
          </a:p>
        </p:txBody>
      </p:sp>
    </p:spTree>
    <p:extLst>
      <p:ext uri="{BB962C8B-B14F-4D97-AF65-F5344CB8AC3E}">
        <p14:creationId xmlns:p14="http://schemas.microsoft.com/office/powerpoint/2010/main" val="3723509733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idescreen Presentation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</TotalTime>
  <Words>914</Words>
  <Application>Microsoft Macintosh PowerPoint</Application>
  <PresentationFormat>Widescreen</PresentationFormat>
  <Paragraphs>96</Paragraphs>
  <Slides>14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Tw Cen MT</vt:lpstr>
      <vt:lpstr>Wingdings</vt:lpstr>
      <vt:lpstr>Wingdings 2</vt:lpstr>
      <vt:lpstr>Office Theme</vt:lpstr>
      <vt:lpstr>Widescreen Presentation</vt:lpstr>
      <vt:lpstr>Equation</vt:lpstr>
      <vt:lpstr>Unknown</vt:lpstr>
      <vt:lpstr>Lecture 11: Bond Valuation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6: time preference</dc:title>
  <dc:creator>#LIM PUI YEE#</dc:creator>
  <cp:lastModifiedBy>He Tai-Sen (Asst Prof)</cp:lastModifiedBy>
  <cp:revision>33</cp:revision>
  <dcterms:created xsi:type="dcterms:W3CDTF">2022-07-09T07:25:24Z</dcterms:created>
  <dcterms:modified xsi:type="dcterms:W3CDTF">2025-03-23T06:23:45Z</dcterms:modified>
</cp:coreProperties>
</file>