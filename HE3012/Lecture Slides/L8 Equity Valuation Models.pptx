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4.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notesSlides/notesSlide11.xml" ContentType="application/vnd.openxmlformats-officedocument.presentationml.notesSlide+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sldIdLst>
    <p:sldId id="256" r:id="rId3"/>
    <p:sldId id="395" r:id="rId4"/>
    <p:sldId id="453" r:id="rId5"/>
    <p:sldId id="454" r:id="rId6"/>
    <p:sldId id="455" r:id="rId7"/>
    <p:sldId id="456" r:id="rId8"/>
    <p:sldId id="472" r:id="rId9"/>
    <p:sldId id="458" r:id="rId10"/>
    <p:sldId id="473" r:id="rId11"/>
    <p:sldId id="474" r:id="rId12"/>
    <p:sldId id="475" r:id="rId13"/>
    <p:sldId id="476" r:id="rId14"/>
    <p:sldId id="477" r:id="rId15"/>
    <p:sldId id="483" r:id="rId16"/>
    <p:sldId id="484" r:id="rId17"/>
    <p:sldId id="480" r:id="rId18"/>
    <p:sldId id="481" r:id="rId19"/>
    <p:sldId id="48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C7E4"/>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EAA370-9BEA-4693-BF69-6415682B746D}" v="32" dt="2025-04-11T16:37:57.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91069"/>
  </p:normalViewPr>
  <p:slideViewPr>
    <p:cSldViewPr snapToGrid="0" snapToObjects="1">
      <p:cViewPr>
        <p:scale>
          <a:sx n="66" d="100"/>
          <a:sy n="66" d="100"/>
        </p:scale>
        <p:origin x="1301"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AN ZHU EN#" userId="9c038d62-e560-4ab3-ba62-0b2d27497b2c" providerId="ADAL" clId="{37ACDA43-38C2-4E24-A8DC-813FB6C3CC56}"/>
    <pc:docChg chg="undo custSel addSld delSld modSld delMainMaster">
      <pc:chgData name="#JOHN TAN ZHU EN#" userId="9c038d62-e560-4ab3-ba62-0b2d27497b2c" providerId="ADAL" clId="{37ACDA43-38C2-4E24-A8DC-813FB6C3CC56}" dt="2023-02-13T08:40:28.034" v="613" actId="47"/>
      <pc:docMkLst>
        <pc:docMk/>
      </pc:docMkLst>
      <pc:sldChg chg="del">
        <pc:chgData name="#JOHN TAN ZHU EN#" userId="9c038d62-e560-4ab3-ba62-0b2d27497b2c" providerId="ADAL" clId="{37ACDA43-38C2-4E24-A8DC-813FB6C3CC56}" dt="2023-02-13T08:40:17.291" v="602" actId="47"/>
        <pc:sldMkLst>
          <pc:docMk/>
          <pc:sldMk cId="3339359794" sldId="308"/>
        </pc:sldMkLst>
      </pc:sldChg>
      <pc:sldChg chg="del">
        <pc:chgData name="#JOHN TAN ZHU EN#" userId="9c038d62-e560-4ab3-ba62-0b2d27497b2c" providerId="ADAL" clId="{37ACDA43-38C2-4E24-A8DC-813FB6C3CC56}" dt="2023-02-13T08:40:19.378" v="604" actId="47"/>
        <pc:sldMkLst>
          <pc:docMk/>
          <pc:sldMk cId="1073004319" sldId="311"/>
        </pc:sldMkLst>
      </pc:sldChg>
      <pc:sldChg chg="add del">
        <pc:chgData name="#JOHN TAN ZHU EN#" userId="9c038d62-e560-4ab3-ba62-0b2d27497b2c" providerId="ADAL" clId="{37ACDA43-38C2-4E24-A8DC-813FB6C3CC56}" dt="2023-02-13T02:15:54.272" v="147" actId="47"/>
        <pc:sldMkLst>
          <pc:docMk/>
          <pc:sldMk cId="4245937752" sldId="321"/>
        </pc:sldMkLst>
      </pc:sldChg>
      <pc:sldChg chg="delSp modSp mod">
        <pc:chgData name="#JOHN TAN ZHU EN#" userId="9c038d62-e560-4ab3-ba62-0b2d27497b2c" providerId="ADAL" clId="{37ACDA43-38C2-4E24-A8DC-813FB6C3CC56}" dt="2023-02-13T02:03:07.195" v="33" actId="403"/>
        <pc:sldMkLst>
          <pc:docMk/>
          <pc:sldMk cId="723655709" sldId="395"/>
        </pc:sldMkLst>
      </pc:sldChg>
      <pc:sldChg chg="del">
        <pc:chgData name="#JOHN TAN ZHU EN#" userId="9c038d62-e560-4ab3-ba62-0b2d27497b2c" providerId="ADAL" clId="{37ACDA43-38C2-4E24-A8DC-813FB6C3CC56}" dt="2023-02-13T08:37:16.859" v="525" actId="47"/>
        <pc:sldMkLst>
          <pc:docMk/>
          <pc:sldMk cId="3428569299" sldId="437"/>
        </pc:sldMkLst>
      </pc:sldChg>
      <pc:sldChg chg="del">
        <pc:chgData name="#JOHN TAN ZHU EN#" userId="9c038d62-e560-4ab3-ba62-0b2d27497b2c" providerId="ADAL" clId="{37ACDA43-38C2-4E24-A8DC-813FB6C3CC56}" dt="2023-02-13T08:37:17.455" v="526" actId="47"/>
        <pc:sldMkLst>
          <pc:docMk/>
          <pc:sldMk cId="1690263351" sldId="438"/>
        </pc:sldMkLst>
      </pc:sldChg>
      <pc:sldChg chg="del">
        <pc:chgData name="#JOHN TAN ZHU EN#" userId="9c038d62-e560-4ab3-ba62-0b2d27497b2c" providerId="ADAL" clId="{37ACDA43-38C2-4E24-A8DC-813FB6C3CC56}" dt="2023-02-13T08:40:14.082" v="598" actId="47"/>
        <pc:sldMkLst>
          <pc:docMk/>
          <pc:sldMk cId="3273060105" sldId="439"/>
        </pc:sldMkLst>
      </pc:sldChg>
      <pc:sldChg chg="del">
        <pc:chgData name="#JOHN TAN ZHU EN#" userId="9c038d62-e560-4ab3-ba62-0b2d27497b2c" providerId="ADAL" clId="{37ACDA43-38C2-4E24-A8DC-813FB6C3CC56}" dt="2023-02-13T08:40:15.242" v="599" actId="47"/>
        <pc:sldMkLst>
          <pc:docMk/>
          <pc:sldMk cId="3029799438" sldId="440"/>
        </pc:sldMkLst>
      </pc:sldChg>
      <pc:sldChg chg="del">
        <pc:chgData name="#JOHN TAN ZHU EN#" userId="9c038d62-e560-4ab3-ba62-0b2d27497b2c" providerId="ADAL" clId="{37ACDA43-38C2-4E24-A8DC-813FB6C3CC56}" dt="2023-02-13T08:40:16.179" v="600" actId="47"/>
        <pc:sldMkLst>
          <pc:docMk/>
          <pc:sldMk cId="1775414384" sldId="441"/>
        </pc:sldMkLst>
      </pc:sldChg>
      <pc:sldChg chg="del">
        <pc:chgData name="#JOHN TAN ZHU EN#" userId="9c038d62-e560-4ab3-ba62-0b2d27497b2c" providerId="ADAL" clId="{37ACDA43-38C2-4E24-A8DC-813FB6C3CC56}" dt="2023-02-13T08:40:16.749" v="601" actId="47"/>
        <pc:sldMkLst>
          <pc:docMk/>
          <pc:sldMk cId="4241017720" sldId="442"/>
        </pc:sldMkLst>
      </pc:sldChg>
      <pc:sldChg chg="del">
        <pc:chgData name="#JOHN TAN ZHU EN#" userId="9c038d62-e560-4ab3-ba62-0b2d27497b2c" providerId="ADAL" clId="{37ACDA43-38C2-4E24-A8DC-813FB6C3CC56}" dt="2023-02-13T08:40:18.455" v="603" actId="47"/>
        <pc:sldMkLst>
          <pc:docMk/>
          <pc:sldMk cId="2649321676" sldId="443"/>
        </pc:sldMkLst>
      </pc:sldChg>
      <pc:sldChg chg="del">
        <pc:chgData name="#JOHN TAN ZHU EN#" userId="9c038d62-e560-4ab3-ba62-0b2d27497b2c" providerId="ADAL" clId="{37ACDA43-38C2-4E24-A8DC-813FB6C3CC56}" dt="2023-02-13T08:40:20.127" v="605" actId="47"/>
        <pc:sldMkLst>
          <pc:docMk/>
          <pc:sldMk cId="3249163007" sldId="444"/>
        </pc:sldMkLst>
      </pc:sldChg>
      <pc:sldChg chg="del">
        <pc:chgData name="#JOHN TAN ZHU EN#" userId="9c038d62-e560-4ab3-ba62-0b2d27497b2c" providerId="ADAL" clId="{37ACDA43-38C2-4E24-A8DC-813FB6C3CC56}" dt="2023-02-13T08:40:21.028" v="606" actId="47"/>
        <pc:sldMkLst>
          <pc:docMk/>
          <pc:sldMk cId="2708918099" sldId="445"/>
        </pc:sldMkLst>
      </pc:sldChg>
      <pc:sldChg chg="del">
        <pc:chgData name="#JOHN TAN ZHU EN#" userId="9c038d62-e560-4ab3-ba62-0b2d27497b2c" providerId="ADAL" clId="{37ACDA43-38C2-4E24-A8DC-813FB6C3CC56}" dt="2023-02-13T08:40:21.511" v="607" actId="47"/>
        <pc:sldMkLst>
          <pc:docMk/>
          <pc:sldMk cId="2926213834" sldId="446"/>
        </pc:sldMkLst>
      </pc:sldChg>
      <pc:sldChg chg="del">
        <pc:chgData name="#JOHN TAN ZHU EN#" userId="9c038d62-e560-4ab3-ba62-0b2d27497b2c" providerId="ADAL" clId="{37ACDA43-38C2-4E24-A8DC-813FB6C3CC56}" dt="2023-02-13T08:40:21.956" v="608" actId="47"/>
        <pc:sldMkLst>
          <pc:docMk/>
          <pc:sldMk cId="2647158242" sldId="447"/>
        </pc:sldMkLst>
      </pc:sldChg>
      <pc:sldChg chg="del">
        <pc:chgData name="#JOHN TAN ZHU EN#" userId="9c038d62-e560-4ab3-ba62-0b2d27497b2c" providerId="ADAL" clId="{37ACDA43-38C2-4E24-A8DC-813FB6C3CC56}" dt="2023-02-13T08:40:24.863" v="609" actId="47"/>
        <pc:sldMkLst>
          <pc:docMk/>
          <pc:sldMk cId="992887580" sldId="448"/>
        </pc:sldMkLst>
      </pc:sldChg>
      <pc:sldChg chg="del">
        <pc:chgData name="#JOHN TAN ZHU EN#" userId="9c038d62-e560-4ab3-ba62-0b2d27497b2c" providerId="ADAL" clId="{37ACDA43-38C2-4E24-A8DC-813FB6C3CC56}" dt="2023-02-13T08:40:25.995" v="610" actId="47"/>
        <pc:sldMkLst>
          <pc:docMk/>
          <pc:sldMk cId="1078989890" sldId="449"/>
        </pc:sldMkLst>
      </pc:sldChg>
      <pc:sldChg chg="del">
        <pc:chgData name="#JOHN TAN ZHU EN#" userId="9c038d62-e560-4ab3-ba62-0b2d27497b2c" providerId="ADAL" clId="{37ACDA43-38C2-4E24-A8DC-813FB6C3CC56}" dt="2023-02-13T08:40:26.605" v="611" actId="47"/>
        <pc:sldMkLst>
          <pc:docMk/>
          <pc:sldMk cId="486326805" sldId="450"/>
        </pc:sldMkLst>
      </pc:sldChg>
      <pc:sldChg chg="del">
        <pc:chgData name="#JOHN TAN ZHU EN#" userId="9c038d62-e560-4ab3-ba62-0b2d27497b2c" providerId="ADAL" clId="{37ACDA43-38C2-4E24-A8DC-813FB6C3CC56}" dt="2023-02-13T08:40:27.088" v="612" actId="47"/>
        <pc:sldMkLst>
          <pc:docMk/>
          <pc:sldMk cId="1714079036" sldId="451"/>
        </pc:sldMkLst>
      </pc:sldChg>
      <pc:sldChg chg="del">
        <pc:chgData name="#JOHN TAN ZHU EN#" userId="9c038d62-e560-4ab3-ba62-0b2d27497b2c" providerId="ADAL" clId="{37ACDA43-38C2-4E24-A8DC-813FB6C3CC56}" dt="2023-02-13T08:40:28.034" v="613" actId="47"/>
        <pc:sldMkLst>
          <pc:docMk/>
          <pc:sldMk cId="15958242" sldId="452"/>
        </pc:sldMkLst>
      </pc:sldChg>
      <pc:sldChg chg="modSp add mod">
        <pc:chgData name="#JOHN TAN ZHU EN#" userId="9c038d62-e560-4ab3-ba62-0b2d27497b2c" providerId="ADAL" clId="{37ACDA43-38C2-4E24-A8DC-813FB6C3CC56}" dt="2023-02-13T02:09:07.050" v="69" actId="14100"/>
        <pc:sldMkLst>
          <pc:docMk/>
          <pc:sldMk cId="552892650" sldId="453"/>
        </pc:sldMkLst>
      </pc:sldChg>
      <pc:sldChg chg="addSp delSp modSp add mod">
        <pc:chgData name="#JOHN TAN ZHU EN#" userId="9c038d62-e560-4ab3-ba62-0b2d27497b2c" providerId="ADAL" clId="{37ACDA43-38C2-4E24-A8DC-813FB6C3CC56}" dt="2023-02-13T02:15:51.539" v="146" actId="1076"/>
        <pc:sldMkLst>
          <pc:docMk/>
          <pc:sldMk cId="3302520935" sldId="454"/>
        </pc:sldMkLst>
      </pc:sldChg>
      <pc:sldChg chg="addSp delSp modSp add mod modNotesTx">
        <pc:chgData name="#JOHN TAN ZHU EN#" userId="9c038d62-e560-4ab3-ba62-0b2d27497b2c" providerId="ADAL" clId="{37ACDA43-38C2-4E24-A8DC-813FB6C3CC56}" dt="2023-02-13T02:18:23.783" v="186" actId="14100"/>
        <pc:sldMkLst>
          <pc:docMk/>
          <pc:sldMk cId="781056089" sldId="455"/>
        </pc:sldMkLst>
      </pc:sldChg>
      <pc:sldChg chg="addSp delSp modSp add mod modNotesTx">
        <pc:chgData name="#JOHN TAN ZHU EN#" userId="9c038d62-e560-4ab3-ba62-0b2d27497b2c" providerId="ADAL" clId="{37ACDA43-38C2-4E24-A8DC-813FB6C3CC56}" dt="2023-02-13T08:12:34.884" v="205" actId="255"/>
        <pc:sldMkLst>
          <pc:docMk/>
          <pc:sldMk cId="3557165483" sldId="456"/>
        </pc:sldMkLst>
      </pc:sldChg>
      <pc:sldChg chg="modSp add mod modNotesTx">
        <pc:chgData name="#JOHN TAN ZHU EN#" userId="9c038d62-e560-4ab3-ba62-0b2d27497b2c" providerId="ADAL" clId="{37ACDA43-38C2-4E24-A8DC-813FB6C3CC56}" dt="2023-02-13T08:16:29.972" v="233" actId="255"/>
        <pc:sldMkLst>
          <pc:docMk/>
          <pc:sldMk cId="4123616609" sldId="457"/>
        </pc:sldMkLst>
      </pc:sldChg>
      <pc:sldChg chg="modSp add mod">
        <pc:chgData name="#JOHN TAN ZHU EN#" userId="9c038d62-e560-4ab3-ba62-0b2d27497b2c" providerId="ADAL" clId="{37ACDA43-38C2-4E24-A8DC-813FB6C3CC56}" dt="2023-02-13T08:17:10.610" v="237" actId="14100"/>
        <pc:sldMkLst>
          <pc:docMk/>
          <pc:sldMk cId="3098655987" sldId="458"/>
        </pc:sldMkLst>
      </pc:sldChg>
      <pc:sldChg chg="addSp modSp add mod">
        <pc:chgData name="#JOHN TAN ZHU EN#" userId="9c038d62-e560-4ab3-ba62-0b2d27497b2c" providerId="ADAL" clId="{37ACDA43-38C2-4E24-A8DC-813FB6C3CC56}" dt="2023-02-13T08:19:42.521" v="265" actId="1076"/>
        <pc:sldMkLst>
          <pc:docMk/>
          <pc:sldMk cId="104140572" sldId="459"/>
        </pc:sldMkLst>
      </pc:sldChg>
      <pc:sldChg chg="addSp delSp modSp add mod modAnim modNotesTx">
        <pc:chgData name="#JOHN TAN ZHU EN#" userId="9c038d62-e560-4ab3-ba62-0b2d27497b2c" providerId="ADAL" clId="{37ACDA43-38C2-4E24-A8DC-813FB6C3CC56}" dt="2023-02-13T08:24:23.008" v="344" actId="1076"/>
        <pc:sldMkLst>
          <pc:docMk/>
          <pc:sldMk cId="555795392" sldId="460"/>
        </pc:sldMkLst>
      </pc:sldChg>
      <pc:sldChg chg="addSp delSp modSp add mod delAnim">
        <pc:chgData name="#JOHN TAN ZHU EN#" userId="9c038d62-e560-4ab3-ba62-0b2d27497b2c" providerId="ADAL" clId="{37ACDA43-38C2-4E24-A8DC-813FB6C3CC56}" dt="2023-02-13T08:24:29.406" v="345" actId="1076"/>
        <pc:sldMkLst>
          <pc:docMk/>
          <pc:sldMk cId="2979224059" sldId="461"/>
        </pc:sldMkLst>
      </pc:sldChg>
      <pc:sldChg chg="addSp modSp add mod">
        <pc:chgData name="#JOHN TAN ZHU EN#" userId="9c038d62-e560-4ab3-ba62-0b2d27497b2c" providerId="ADAL" clId="{37ACDA43-38C2-4E24-A8DC-813FB6C3CC56}" dt="2023-02-13T08:25:28.154" v="358" actId="1076"/>
        <pc:sldMkLst>
          <pc:docMk/>
          <pc:sldMk cId="1268468305" sldId="462"/>
        </pc:sldMkLst>
      </pc:sldChg>
      <pc:sldChg chg="addSp delSp modSp add mod">
        <pc:chgData name="#JOHN TAN ZHU EN#" userId="9c038d62-e560-4ab3-ba62-0b2d27497b2c" providerId="ADAL" clId="{37ACDA43-38C2-4E24-A8DC-813FB6C3CC56}" dt="2023-02-13T08:28:16.821" v="391" actId="1076"/>
        <pc:sldMkLst>
          <pc:docMk/>
          <pc:sldMk cId="2242291580" sldId="463"/>
        </pc:sldMkLst>
      </pc:sldChg>
      <pc:sldChg chg="addSp delSp modSp add mod">
        <pc:chgData name="#JOHN TAN ZHU EN#" userId="9c038d62-e560-4ab3-ba62-0b2d27497b2c" providerId="ADAL" clId="{37ACDA43-38C2-4E24-A8DC-813FB6C3CC56}" dt="2023-02-13T08:30:37.125" v="421" actId="1076"/>
        <pc:sldMkLst>
          <pc:docMk/>
          <pc:sldMk cId="1229668671" sldId="464"/>
        </pc:sldMkLst>
      </pc:sldChg>
      <pc:sldChg chg="delSp modSp add mod">
        <pc:chgData name="#JOHN TAN ZHU EN#" userId="9c038d62-e560-4ab3-ba62-0b2d27497b2c" providerId="ADAL" clId="{37ACDA43-38C2-4E24-A8DC-813FB6C3CC56}" dt="2023-02-13T08:31:40.777" v="453" actId="20577"/>
        <pc:sldMkLst>
          <pc:docMk/>
          <pc:sldMk cId="3011431448" sldId="465"/>
        </pc:sldMkLst>
      </pc:sldChg>
      <pc:sldChg chg="modSp add mod modNotesTx">
        <pc:chgData name="#JOHN TAN ZHU EN#" userId="9c038d62-e560-4ab3-ba62-0b2d27497b2c" providerId="ADAL" clId="{37ACDA43-38C2-4E24-A8DC-813FB6C3CC56}" dt="2023-02-13T08:33:48.498" v="457" actId="255"/>
        <pc:sldMkLst>
          <pc:docMk/>
          <pc:sldMk cId="1501022498" sldId="466"/>
        </pc:sldMkLst>
      </pc:sldChg>
      <pc:sldChg chg="addSp delSp modSp add mod">
        <pc:chgData name="#JOHN TAN ZHU EN#" userId="9c038d62-e560-4ab3-ba62-0b2d27497b2c" providerId="ADAL" clId="{37ACDA43-38C2-4E24-A8DC-813FB6C3CC56}" dt="2023-02-13T08:35:49.842" v="510" actId="1076"/>
        <pc:sldMkLst>
          <pc:docMk/>
          <pc:sldMk cId="4185459407" sldId="467"/>
        </pc:sldMkLst>
      </pc:sldChg>
      <pc:sldChg chg="addSp delSp modSp add mod">
        <pc:chgData name="#JOHN TAN ZHU EN#" userId="9c038d62-e560-4ab3-ba62-0b2d27497b2c" providerId="ADAL" clId="{37ACDA43-38C2-4E24-A8DC-813FB6C3CC56}" dt="2023-02-13T08:36:21.499" v="524" actId="1076"/>
        <pc:sldMkLst>
          <pc:docMk/>
          <pc:sldMk cId="726686047" sldId="468"/>
        </pc:sldMkLst>
      </pc:sldChg>
      <pc:sldChg chg="addSp delSp modSp add mod">
        <pc:chgData name="#JOHN TAN ZHU EN#" userId="9c038d62-e560-4ab3-ba62-0b2d27497b2c" providerId="ADAL" clId="{37ACDA43-38C2-4E24-A8DC-813FB6C3CC56}" dt="2023-02-13T08:38:34.534" v="582" actId="14100"/>
        <pc:sldMkLst>
          <pc:docMk/>
          <pc:sldMk cId="1180512315" sldId="469"/>
        </pc:sldMkLst>
      </pc:sldChg>
      <pc:sldChg chg="delSp modSp add mod">
        <pc:chgData name="#JOHN TAN ZHU EN#" userId="9c038d62-e560-4ab3-ba62-0b2d27497b2c" providerId="ADAL" clId="{37ACDA43-38C2-4E24-A8DC-813FB6C3CC56}" dt="2023-02-13T08:39:12.203" v="587" actId="478"/>
        <pc:sldMkLst>
          <pc:docMk/>
          <pc:sldMk cId="2159856919" sldId="470"/>
        </pc:sldMkLst>
      </pc:sldChg>
      <pc:sldChg chg="addSp modSp add mod">
        <pc:chgData name="#JOHN TAN ZHU EN#" userId="9c038d62-e560-4ab3-ba62-0b2d27497b2c" providerId="ADAL" clId="{37ACDA43-38C2-4E24-A8DC-813FB6C3CC56}" dt="2023-02-13T08:40:07.375" v="597" actId="207"/>
        <pc:sldMkLst>
          <pc:docMk/>
          <pc:sldMk cId="2679638667" sldId="471"/>
        </pc:sldMkLst>
      </pc:sldChg>
      <pc:sldMasterChg chg="del delSldLayout">
        <pc:chgData name="#JOHN TAN ZHU EN#" userId="9c038d62-e560-4ab3-ba62-0b2d27497b2c" providerId="ADAL" clId="{37ACDA43-38C2-4E24-A8DC-813FB6C3CC56}" dt="2023-02-13T08:40:17.291" v="602" actId="47"/>
        <pc:sldMasterMkLst>
          <pc:docMk/>
          <pc:sldMasterMk cId="3085853189" sldId="2147483670"/>
        </pc:sldMasterMkLst>
        <pc:sldLayoutChg chg="del">
          <pc:chgData name="#JOHN TAN ZHU EN#" userId="9c038d62-e560-4ab3-ba62-0b2d27497b2c" providerId="ADAL" clId="{37ACDA43-38C2-4E24-A8DC-813FB6C3CC56}" dt="2023-02-13T08:40:17.291" v="602" actId="47"/>
          <pc:sldLayoutMkLst>
            <pc:docMk/>
            <pc:sldMasterMk cId="3085853189" sldId="2147483670"/>
            <pc:sldLayoutMk cId="2911493172" sldId="2147483671"/>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331272588" sldId="2147483672"/>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2517730578" sldId="2147483673"/>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2553689645" sldId="2147483674"/>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1778458204" sldId="2147483675"/>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780914209" sldId="2147483676"/>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1201723273" sldId="2147483677"/>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2724851003" sldId="2147483678"/>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1490921119" sldId="2147483679"/>
          </pc:sldLayoutMkLst>
        </pc:sldLayoutChg>
        <pc:sldLayoutChg chg="del">
          <pc:chgData name="#JOHN TAN ZHU EN#" userId="9c038d62-e560-4ab3-ba62-0b2d27497b2c" providerId="ADAL" clId="{37ACDA43-38C2-4E24-A8DC-813FB6C3CC56}" dt="2023-02-13T08:40:17.291" v="602" actId="47"/>
          <pc:sldLayoutMkLst>
            <pc:docMk/>
            <pc:sldMasterMk cId="3085853189" sldId="2147483670"/>
            <pc:sldLayoutMk cId="1308471204" sldId="2147483680"/>
          </pc:sldLayoutMkLst>
        </pc:sldLayoutChg>
      </pc:sldMasterChg>
    </pc:docChg>
  </pc:docChgLst>
  <pc:docChgLst>
    <pc:chgData name="#GOH BO JUN, ISSAC (WU BOJUN)#" userId="ce8c5c95-f0eb-4abf-bc55-35adb6fccc0a" providerId="ADAL" clId="{AFEAA370-9BEA-4693-BF69-6415682B746D}"/>
    <pc:docChg chg="undo custSel modSld">
      <pc:chgData name="#GOH BO JUN, ISSAC (WU BOJUN)#" userId="ce8c5c95-f0eb-4abf-bc55-35adb6fccc0a" providerId="ADAL" clId="{AFEAA370-9BEA-4693-BF69-6415682B746D}" dt="2025-04-11T16:37:57.493" v="249"/>
      <pc:docMkLst>
        <pc:docMk/>
      </pc:docMkLst>
      <pc:sldChg chg="addSp delSp modSp mod">
        <pc:chgData name="#GOH BO JUN, ISSAC (WU BOJUN)#" userId="ce8c5c95-f0eb-4abf-bc55-35adb6fccc0a" providerId="ADAL" clId="{AFEAA370-9BEA-4693-BF69-6415682B746D}" dt="2025-04-11T16:10:26.558" v="30"/>
        <pc:sldMkLst>
          <pc:docMk/>
          <pc:sldMk cId="3557165483" sldId="456"/>
        </pc:sldMkLst>
        <pc:grpChg chg="mod">
          <ac:chgData name="#GOH BO JUN, ISSAC (WU BOJUN)#" userId="ce8c5c95-f0eb-4abf-bc55-35adb6fccc0a" providerId="ADAL" clId="{AFEAA370-9BEA-4693-BF69-6415682B746D}" dt="2025-04-11T16:10:12.183" v="5"/>
          <ac:grpSpMkLst>
            <pc:docMk/>
            <pc:sldMk cId="3557165483" sldId="456"/>
            <ac:grpSpMk id="11" creationId="{C4EC5887-6F62-B8E7-6EBC-A4DC620F905D}"/>
          </ac:grpSpMkLst>
        </pc:grpChg>
        <pc:grpChg chg="mod">
          <ac:chgData name="#GOH BO JUN, ISSAC (WU BOJUN)#" userId="ce8c5c95-f0eb-4abf-bc55-35adb6fccc0a" providerId="ADAL" clId="{AFEAA370-9BEA-4693-BF69-6415682B746D}" dt="2025-04-11T16:10:15.722" v="9"/>
          <ac:grpSpMkLst>
            <pc:docMk/>
            <pc:sldMk cId="3557165483" sldId="456"/>
            <ac:grpSpMk id="15" creationId="{35C874C0-F4D3-F592-9F1E-501086C780EA}"/>
          </ac:grpSpMkLst>
        </pc:grpChg>
        <pc:grpChg chg="mod">
          <ac:chgData name="#GOH BO JUN, ISSAC (WU BOJUN)#" userId="ce8c5c95-f0eb-4abf-bc55-35adb6fccc0a" providerId="ADAL" clId="{AFEAA370-9BEA-4693-BF69-6415682B746D}" dt="2025-04-11T16:10:19.649" v="16"/>
          <ac:grpSpMkLst>
            <pc:docMk/>
            <pc:sldMk cId="3557165483" sldId="456"/>
            <ac:grpSpMk id="22" creationId="{44B40703-7E6D-423F-6771-870A4826DC02}"/>
          </ac:grpSpMkLst>
        </pc:grpChg>
        <pc:grpChg chg="mod">
          <ac:chgData name="#GOH BO JUN, ISSAC (WU BOJUN)#" userId="ce8c5c95-f0eb-4abf-bc55-35adb6fccc0a" providerId="ADAL" clId="{AFEAA370-9BEA-4693-BF69-6415682B746D}" dt="2025-04-11T16:10:23.015" v="22"/>
          <ac:grpSpMkLst>
            <pc:docMk/>
            <pc:sldMk cId="3557165483" sldId="456"/>
            <ac:grpSpMk id="26" creationId="{A2865D82-36B1-E226-83FC-13FC6CAA891E}"/>
          </ac:grpSpMkLst>
        </pc:grpChg>
        <pc:grpChg chg="mod">
          <ac:chgData name="#GOH BO JUN, ISSAC (WU BOJUN)#" userId="ce8c5c95-f0eb-4abf-bc55-35adb6fccc0a" providerId="ADAL" clId="{AFEAA370-9BEA-4693-BF69-6415682B746D}" dt="2025-04-11T16:10:26.558" v="30"/>
          <ac:grpSpMkLst>
            <pc:docMk/>
            <pc:sldMk cId="3557165483" sldId="456"/>
            <ac:grpSpMk id="33" creationId="{77A5B238-F33B-3912-2464-14BECB0A5FA4}"/>
          </ac:grpSpMkLst>
        </pc:grpChg>
        <pc:inkChg chg="add mod">
          <ac:chgData name="#GOH BO JUN, ISSAC (WU BOJUN)#" userId="ce8c5c95-f0eb-4abf-bc55-35adb6fccc0a" providerId="ADAL" clId="{AFEAA370-9BEA-4693-BF69-6415682B746D}" dt="2025-04-11T16:10:12.183" v="5"/>
          <ac:inkMkLst>
            <pc:docMk/>
            <pc:sldMk cId="3557165483" sldId="456"/>
            <ac:inkMk id="2" creationId="{B417D655-C1F2-F040-FE3C-3AF58C617A79}"/>
          </ac:inkMkLst>
        </pc:inkChg>
        <pc:inkChg chg="add mod">
          <ac:chgData name="#GOH BO JUN, ISSAC (WU BOJUN)#" userId="ce8c5c95-f0eb-4abf-bc55-35adb6fccc0a" providerId="ADAL" clId="{AFEAA370-9BEA-4693-BF69-6415682B746D}" dt="2025-04-11T16:10:12.183" v="5"/>
          <ac:inkMkLst>
            <pc:docMk/>
            <pc:sldMk cId="3557165483" sldId="456"/>
            <ac:inkMk id="4" creationId="{D7E156A0-D6D5-90A0-4149-3F6D9D9BE748}"/>
          </ac:inkMkLst>
        </pc:inkChg>
        <pc:inkChg chg="add mod">
          <ac:chgData name="#GOH BO JUN, ISSAC (WU BOJUN)#" userId="ce8c5c95-f0eb-4abf-bc55-35adb6fccc0a" providerId="ADAL" clId="{AFEAA370-9BEA-4693-BF69-6415682B746D}" dt="2025-04-11T16:10:12.183" v="5"/>
          <ac:inkMkLst>
            <pc:docMk/>
            <pc:sldMk cId="3557165483" sldId="456"/>
            <ac:inkMk id="6" creationId="{8746D393-9A72-CEED-EF62-2692E9EC3DB3}"/>
          </ac:inkMkLst>
        </pc:inkChg>
        <pc:inkChg chg="add mod">
          <ac:chgData name="#GOH BO JUN, ISSAC (WU BOJUN)#" userId="ce8c5c95-f0eb-4abf-bc55-35adb6fccc0a" providerId="ADAL" clId="{AFEAA370-9BEA-4693-BF69-6415682B746D}" dt="2025-04-11T16:10:12.183" v="5"/>
          <ac:inkMkLst>
            <pc:docMk/>
            <pc:sldMk cId="3557165483" sldId="456"/>
            <ac:inkMk id="9" creationId="{EF133CEA-A61B-5619-53BF-91104D63998A}"/>
          </ac:inkMkLst>
        </pc:inkChg>
        <pc:inkChg chg="add mod">
          <ac:chgData name="#GOH BO JUN, ISSAC (WU BOJUN)#" userId="ce8c5c95-f0eb-4abf-bc55-35adb6fccc0a" providerId="ADAL" clId="{AFEAA370-9BEA-4693-BF69-6415682B746D}" dt="2025-04-11T16:10:12.183" v="5"/>
          <ac:inkMkLst>
            <pc:docMk/>
            <pc:sldMk cId="3557165483" sldId="456"/>
            <ac:inkMk id="10" creationId="{F68C9188-E271-9726-72C3-093CD916C21E}"/>
          </ac:inkMkLst>
        </pc:inkChg>
        <pc:inkChg chg="add mod">
          <ac:chgData name="#GOH BO JUN, ISSAC (WU BOJUN)#" userId="ce8c5c95-f0eb-4abf-bc55-35adb6fccc0a" providerId="ADAL" clId="{AFEAA370-9BEA-4693-BF69-6415682B746D}" dt="2025-04-11T16:10:15.722" v="9"/>
          <ac:inkMkLst>
            <pc:docMk/>
            <pc:sldMk cId="3557165483" sldId="456"/>
            <ac:inkMk id="12" creationId="{1EF66529-9724-8479-D1F5-BA15CEF36ACC}"/>
          </ac:inkMkLst>
        </pc:inkChg>
        <pc:inkChg chg="add mod">
          <ac:chgData name="#GOH BO JUN, ISSAC (WU BOJUN)#" userId="ce8c5c95-f0eb-4abf-bc55-35adb6fccc0a" providerId="ADAL" clId="{AFEAA370-9BEA-4693-BF69-6415682B746D}" dt="2025-04-11T16:10:15.722" v="9"/>
          <ac:inkMkLst>
            <pc:docMk/>
            <pc:sldMk cId="3557165483" sldId="456"/>
            <ac:inkMk id="13" creationId="{93CF2D12-79D9-EE92-3DF9-9D1E5D5F06A5}"/>
          </ac:inkMkLst>
        </pc:inkChg>
        <pc:inkChg chg="add mod">
          <ac:chgData name="#GOH BO JUN, ISSAC (WU BOJUN)#" userId="ce8c5c95-f0eb-4abf-bc55-35adb6fccc0a" providerId="ADAL" clId="{AFEAA370-9BEA-4693-BF69-6415682B746D}" dt="2025-04-11T16:10:15.722" v="9"/>
          <ac:inkMkLst>
            <pc:docMk/>
            <pc:sldMk cId="3557165483" sldId="456"/>
            <ac:inkMk id="14" creationId="{DCA62A66-B596-FBF7-90F9-8DC5608C3955}"/>
          </ac:inkMkLst>
        </pc:inkChg>
        <pc:inkChg chg="add mod">
          <ac:chgData name="#GOH BO JUN, ISSAC (WU BOJUN)#" userId="ce8c5c95-f0eb-4abf-bc55-35adb6fccc0a" providerId="ADAL" clId="{AFEAA370-9BEA-4693-BF69-6415682B746D}" dt="2025-04-11T16:10:19.649" v="16"/>
          <ac:inkMkLst>
            <pc:docMk/>
            <pc:sldMk cId="3557165483" sldId="456"/>
            <ac:inkMk id="16" creationId="{6BFCFE29-2D2A-0A30-C5E4-7348FAD2F75F}"/>
          </ac:inkMkLst>
        </pc:inkChg>
        <pc:inkChg chg="add mod">
          <ac:chgData name="#GOH BO JUN, ISSAC (WU BOJUN)#" userId="ce8c5c95-f0eb-4abf-bc55-35adb6fccc0a" providerId="ADAL" clId="{AFEAA370-9BEA-4693-BF69-6415682B746D}" dt="2025-04-11T16:10:19.649" v="16"/>
          <ac:inkMkLst>
            <pc:docMk/>
            <pc:sldMk cId="3557165483" sldId="456"/>
            <ac:inkMk id="17" creationId="{276DB1A7-966B-17D9-EE0D-C82F6E10472C}"/>
          </ac:inkMkLst>
        </pc:inkChg>
        <pc:inkChg chg="add mod">
          <ac:chgData name="#GOH BO JUN, ISSAC (WU BOJUN)#" userId="ce8c5c95-f0eb-4abf-bc55-35adb6fccc0a" providerId="ADAL" clId="{AFEAA370-9BEA-4693-BF69-6415682B746D}" dt="2025-04-11T16:10:19.649" v="16"/>
          <ac:inkMkLst>
            <pc:docMk/>
            <pc:sldMk cId="3557165483" sldId="456"/>
            <ac:inkMk id="18" creationId="{3E88E800-8367-2B34-A9A3-C2645A52CF99}"/>
          </ac:inkMkLst>
        </pc:inkChg>
        <pc:inkChg chg="add mod">
          <ac:chgData name="#GOH BO JUN, ISSAC (WU BOJUN)#" userId="ce8c5c95-f0eb-4abf-bc55-35adb6fccc0a" providerId="ADAL" clId="{AFEAA370-9BEA-4693-BF69-6415682B746D}" dt="2025-04-11T16:10:19.649" v="16"/>
          <ac:inkMkLst>
            <pc:docMk/>
            <pc:sldMk cId="3557165483" sldId="456"/>
            <ac:inkMk id="19" creationId="{8B5926AD-8FF9-98BD-D357-51FE56683DBF}"/>
          </ac:inkMkLst>
        </pc:inkChg>
        <pc:inkChg chg="add mod">
          <ac:chgData name="#GOH BO JUN, ISSAC (WU BOJUN)#" userId="ce8c5c95-f0eb-4abf-bc55-35adb6fccc0a" providerId="ADAL" clId="{AFEAA370-9BEA-4693-BF69-6415682B746D}" dt="2025-04-11T16:10:19.649" v="16"/>
          <ac:inkMkLst>
            <pc:docMk/>
            <pc:sldMk cId="3557165483" sldId="456"/>
            <ac:inkMk id="20" creationId="{53704C1E-0EA6-ED2D-AD2C-2DF540DC18BC}"/>
          </ac:inkMkLst>
        </pc:inkChg>
        <pc:inkChg chg="add mod">
          <ac:chgData name="#GOH BO JUN, ISSAC (WU BOJUN)#" userId="ce8c5c95-f0eb-4abf-bc55-35adb6fccc0a" providerId="ADAL" clId="{AFEAA370-9BEA-4693-BF69-6415682B746D}" dt="2025-04-11T16:10:19.649" v="16"/>
          <ac:inkMkLst>
            <pc:docMk/>
            <pc:sldMk cId="3557165483" sldId="456"/>
            <ac:inkMk id="21" creationId="{931082C5-F953-F6D6-B1B6-44F4572DC8FD}"/>
          </ac:inkMkLst>
        </pc:inkChg>
        <pc:inkChg chg="add mod">
          <ac:chgData name="#GOH BO JUN, ISSAC (WU BOJUN)#" userId="ce8c5c95-f0eb-4abf-bc55-35adb6fccc0a" providerId="ADAL" clId="{AFEAA370-9BEA-4693-BF69-6415682B746D}" dt="2025-04-11T16:10:26.558" v="30"/>
          <ac:inkMkLst>
            <pc:docMk/>
            <pc:sldMk cId="3557165483" sldId="456"/>
            <ac:inkMk id="23" creationId="{8EF55909-93F7-D68C-138A-DA5755443240}"/>
          </ac:inkMkLst>
        </pc:inkChg>
        <pc:inkChg chg="add del mod">
          <ac:chgData name="#GOH BO JUN, ISSAC (WU BOJUN)#" userId="ce8c5c95-f0eb-4abf-bc55-35adb6fccc0a" providerId="ADAL" clId="{AFEAA370-9BEA-4693-BF69-6415682B746D}" dt="2025-04-11T16:10:23.196" v="23" actId="9405"/>
          <ac:inkMkLst>
            <pc:docMk/>
            <pc:sldMk cId="3557165483" sldId="456"/>
            <ac:inkMk id="24" creationId="{9E53A272-531F-F61A-1809-5F992B071E6A}"/>
          </ac:inkMkLst>
        </pc:inkChg>
        <pc:inkChg chg="add del mod">
          <ac:chgData name="#GOH BO JUN, ISSAC (WU BOJUN)#" userId="ce8c5c95-f0eb-4abf-bc55-35adb6fccc0a" providerId="ADAL" clId="{AFEAA370-9BEA-4693-BF69-6415682B746D}" dt="2025-04-11T16:10:23.015" v="22"/>
          <ac:inkMkLst>
            <pc:docMk/>
            <pc:sldMk cId="3557165483" sldId="456"/>
            <ac:inkMk id="25" creationId="{BCC33357-6833-EE31-1A12-DCD5A6F23A26}"/>
          </ac:inkMkLst>
        </pc:inkChg>
        <pc:inkChg chg="add mod">
          <ac:chgData name="#GOH BO JUN, ISSAC (WU BOJUN)#" userId="ce8c5c95-f0eb-4abf-bc55-35adb6fccc0a" providerId="ADAL" clId="{AFEAA370-9BEA-4693-BF69-6415682B746D}" dt="2025-04-11T16:10:26.558" v="30"/>
          <ac:inkMkLst>
            <pc:docMk/>
            <pc:sldMk cId="3557165483" sldId="456"/>
            <ac:inkMk id="27" creationId="{E8EC2D56-0390-11B9-240F-0EDB46DE31D3}"/>
          </ac:inkMkLst>
        </pc:inkChg>
        <pc:inkChg chg="add mod">
          <ac:chgData name="#GOH BO JUN, ISSAC (WU BOJUN)#" userId="ce8c5c95-f0eb-4abf-bc55-35adb6fccc0a" providerId="ADAL" clId="{AFEAA370-9BEA-4693-BF69-6415682B746D}" dt="2025-04-11T16:10:26.558" v="30"/>
          <ac:inkMkLst>
            <pc:docMk/>
            <pc:sldMk cId="3557165483" sldId="456"/>
            <ac:inkMk id="28" creationId="{381C10D6-DC96-5E24-C5E4-5D9FDC84838C}"/>
          </ac:inkMkLst>
        </pc:inkChg>
        <pc:inkChg chg="add mod">
          <ac:chgData name="#GOH BO JUN, ISSAC (WU BOJUN)#" userId="ce8c5c95-f0eb-4abf-bc55-35adb6fccc0a" providerId="ADAL" clId="{AFEAA370-9BEA-4693-BF69-6415682B746D}" dt="2025-04-11T16:10:26.558" v="30"/>
          <ac:inkMkLst>
            <pc:docMk/>
            <pc:sldMk cId="3557165483" sldId="456"/>
            <ac:inkMk id="29" creationId="{4FF45F40-1D40-B0E1-1465-BCFCFB0B7C2C}"/>
          </ac:inkMkLst>
        </pc:inkChg>
        <pc:inkChg chg="add mod">
          <ac:chgData name="#GOH BO JUN, ISSAC (WU BOJUN)#" userId="ce8c5c95-f0eb-4abf-bc55-35adb6fccc0a" providerId="ADAL" clId="{AFEAA370-9BEA-4693-BF69-6415682B746D}" dt="2025-04-11T16:10:26.558" v="30"/>
          <ac:inkMkLst>
            <pc:docMk/>
            <pc:sldMk cId="3557165483" sldId="456"/>
            <ac:inkMk id="30" creationId="{D4427DCB-8E4F-9A35-9A64-87B95AABA1B2}"/>
          </ac:inkMkLst>
        </pc:inkChg>
        <pc:inkChg chg="add mod">
          <ac:chgData name="#GOH BO JUN, ISSAC (WU BOJUN)#" userId="ce8c5c95-f0eb-4abf-bc55-35adb6fccc0a" providerId="ADAL" clId="{AFEAA370-9BEA-4693-BF69-6415682B746D}" dt="2025-04-11T16:10:26.558" v="30"/>
          <ac:inkMkLst>
            <pc:docMk/>
            <pc:sldMk cId="3557165483" sldId="456"/>
            <ac:inkMk id="31" creationId="{B54591D8-5AA6-0F76-40AC-82FB96500B09}"/>
          </ac:inkMkLst>
        </pc:inkChg>
        <pc:inkChg chg="add mod">
          <ac:chgData name="#GOH BO JUN, ISSAC (WU BOJUN)#" userId="ce8c5c95-f0eb-4abf-bc55-35adb6fccc0a" providerId="ADAL" clId="{AFEAA370-9BEA-4693-BF69-6415682B746D}" dt="2025-04-11T16:10:26.558" v="30"/>
          <ac:inkMkLst>
            <pc:docMk/>
            <pc:sldMk cId="3557165483" sldId="456"/>
            <ac:inkMk id="32" creationId="{88C5017D-13CD-56C5-0C5F-DB0ED7D852DA}"/>
          </ac:inkMkLst>
        </pc:inkChg>
      </pc:sldChg>
      <pc:sldChg chg="addSp delSp modSp mod">
        <pc:chgData name="#GOH BO JUN, ISSAC (WU BOJUN)#" userId="ce8c5c95-f0eb-4abf-bc55-35adb6fccc0a" providerId="ADAL" clId="{AFEAA370-9BEA-4693-BF69-6415682B746D}" dt="2025-04-11T16:10:54.962" v="42" actId="9405"/>
        <pc:sldMkLst>
          <pc:docMk/>
          <pc:sldMk cId="2553210901" sldId="472"/>
        </pc:sldMkLst>
        <pc:grpChg chg="mod">
          <ac:chgData name="#GOH BO JUN, ISSAC (WU BOJUN)#" userId="ce8c5c95-f0eb-4abf-bc55-35adb6fccc0a" providerId="ADAL" clId="{AFEAA370-9BEA-4693-BF69-6415682B746D}" dt="2025-04-11T16:10:51.908" v="38"/>
          <ac:grpSpMkLst>
            <pc:docMk/>
            <pc:sldMk cId="2553210901" sldId="472"/>
            <ac:grpSpMk id="14" creationId="{320A4A01-947F-E6E2-794C-F6C48CD12789}"/>
          </ac:grpSpMkLst>
        </pc:grpChg>
        <pc:inkChg chg="add mod">
          <ac:chgData name="#GOH BO JUN, ISSAC (WU BOJUN)#" userId="ce8c5c95-f0eb-4abf-bc55-35adb6fccc0a" providerId="ADAL" clId="{AFEAA370-9BEA-4693-BF69-6415682B746D}" dt="2025-04-11T16:10:51.908" v="38"/>
          <ac:inkMkLst>
            <pc:docMk/>
            <pc:sldMk cId="2553210901" sldId="472"/>
            <ac:inkMk id="2" creationId="{E4EBEF20-F41A-850C-1214-9E06B99A924E}"/>
          </ac:inkMkLst>
        </pc:inkChg>
        <pc:inkChg chg="add mod">
          <ac:chgData name="#GOH BO JUN, ISSAC (WU BOJUN)#" userId="ce8c5c95-f0eb-4abf-bc55-35adb6fccc0a" providerId="ADAL" clId="{AFEAA370-9BEA-4693-BF69-6415682B746D}" dt="2025-04-11T16:10:51.908" v="38"/>
          <ac:inkMkLst>
            <pc:docMk/>
            <pc:sldMk cId="2553210901" sldId="472"/>
            <ac:inkMk id="6" creationId="{AB5E435B-05A5-5B78-A8FB-D4085BD4E6AF}"/>
          </ac:inkMkLst>
        </pc:inkChg>
        <pc:inkChg chg="add mod">
          <ac:chgData name="#GOH BO JUN, ISSAC (WU BOJUN)#" userId="ce8c5c95-f0eb-4abf-bc55-35adb6fccc0a" providerId="ADAL" clId="{AFEAA370-9BEA-4693-BF69-6415682B746D}" dt="2025-04-11T16:10:51.908" v="38"/>
          <ac:inkMkLst>
            <pc:docMk/>
            <pc:sldMk cId="2553210901" sldId="472"/>
            <ac:inkMk id="9" creationId="{E65E5361-83A2-2870-7BF3-BD678BA05056}"/>
          </ac:inkMkLst>
        </pc:inkChg>
        <pc:inkChg chg="add mod">
          <ac:chgData name="#GOH BO JUN, ISSAC (WU BOJUN)#" userId="ce8c5c95-f0eb-4abf-bc55-35adb6fccc0a" providerId="ADAL" clId="{AFEAA370-9BEA-4693-BF69-6415682B746D}" dt="2025-04-11T16:10:51.908" v="38"/>
          <ac:inkMkLst>
            <pc:docMk/>
            <pc:sldMk cId="2553210901" sldId="472"/>
            <ac:inkMk id="10" creationId="{B6F6C8C2-95ED-5A85-2F30-F2EB32934E6C}"/>
          </ac:inkMkLst>
        </pc:inkChg>
        <pc:inkChg chg="add mod">
          <ac:chgData name="#GOH BO JUN, ISSAC (WU BOJUN)#" userId="ce8c5c95-f0eb-4abf-bc55-35adb6fccc0a" providerId="ADAL" clId="{AFEAA370-9BEA-4693-BF69-6415682B746D}" dt="2025-04-11T16:10:51.908" v="38"/>
          <ac:inkMkLst>
            <pc:docMk/>
            <pc:sldMk cId="2553210901" sldId="472"/>
            <ac:inkMk id="11" creationId="{1C8F0659-E292-FF1E-40E8-8C660FC7978C}"/>
          </ac:inkMkLst>
        </pc:inkChg>
        <pc:inkChg chg="add mod">
          <ac:chgData name="#GOH BO JUN, ISSAC (WU BOJUN)#" userId="ce8c5c95-f0eb-4abf-bc55-35adb6fccc0a" providerId="ADAL" clId="{AFEAA370-9BEA-4693-BF69-6415682B746D}" dt="2025-04-11T16:10:51.908" v="38"/>
          <ac:inkMkLst>
            <pc:docMk/>
            <pc:sldMk cId="2553210901" sldId="472"/>
            <ac:inkMk id="12" creationId="{C620218A-63C3-436A-E6F1-BCF1038DB976}"/>
          </ac:inkMkLst>
        </pc:inkChg>
        <pc:inkChg chg="add mod">
          <ac:chgData name="#GOH BO JUN, ISSAC (WU BOJUN)#" userId="ce8c5c95-f0eb-4abf-bc55-35adb6fccc0a" providerId="ADAL" clId="{AFEAA370-9BEA-4693-BF69-6415682B746D}" dt="2025-04-11T16:10:51.908" v="38"/>
          <ac:inkMkLst>
            <pc:docMk/>
            <pc:sldMk cId="2553210901" sldId="472"/>
            <ac:inkMk id="13" creationId="{1598BE79-C7F5-9FEA-F40C-C0FC5CE86841}"/>
          </ac:inkMkLst>
        </pc:inkChg>
        <pc:inkChg chg="add del">
          <ac:chgData name="#GOH BO JUN, ISSAC (WU BOJUN)#" userId="ce8c5c95-f0eb-4abf-bc55-35adb6fccc0a" providerId="ADAL" clId="{AFEAA370-9BEA-4693-BF69-6415682B746D}" dt="2025-04-11T16:10:53.277" v="40" actId="9405"/>
          <ac:inkMkLst>
            <pc:docMk/>
            <pc:sldMk cId="2553210901" sldId="472"/>
            <ac:inkMk id="15" creationId="{5997B9C5-A730-E8E3-F1A1-EDD16B7A3408}"/>
          </ac:inkMkLst>
        </pc:inkChg>
        <pc:inkChg chg="add del">
          <ac:chgData name="#GOH BO JUN, ISSAC (WU BOJUN)#" userId="ce8c5c95-f0eb-4abf-bc55-35adb6fccc0a" providerId="ADAL" clId="{AFEAA370-9BEA-4693-BF69-6415682B746D}" dt="2025-04-11T16:10:54.962" v="42" actId="9405"/>
          <ac:inkMkLst>
            <pc:docMk/>
            <pc:sldMk cId="2553210901" sldId="472"/>
            <ac:inkMk id="16" creationId="{D6955F23-F29A-BBEF-04C4-A0EA6C69E647}"/>
          </ac:inkMkLst>
        </pc:inkChg>
      </pc:sldChg>
      <pc:sldChg chg="addSp delSp modSp mod">
        <pc:chgData name="#GOH BO JUN, ISSAC (WU BOJUN)#" userId="ce8c5c95-f0eb-4abf-bc55-35adb6fccc0a" providerId="ADAL" clId="{AFEAA370-9BEA-4693-BF69-6415682B746D}" dt="2025-04-11T16:35:35.524" v="180"/>
        <pc:sldMkLst>
          <pc:docMk/>
          <pc:sldMk cId="4098066861" sldId="475"/>
        </pc:sldMkLst>
        <pc:grpChg chg="del mod">
          <ac:chgData name="#GOH BO JUN, ISSAC (WU BOJUN)#" userId="ce8c5c95-f0eb-4abf-bc55-35adb6fccc0a" providerId="ADAL" clId="{AFEAA370-9BEA-4693-BF69-6415682B746D}" dt="2025-04-11T16:34:31.058" v="67"/>
          <ac:grpSpMkLst>
            <pc:docMk/>
            <pc:sldMk cId="4098066861" sldId="475"/>
            <ac:grpSpMk id="14" creationId="{0F55ECCA-991D-AE62-5720-79956C17FB1F}"/>
          </ac:grpSpMkLst>
        </pc:grpChg>
        <pc:grpChg chg="del mod">
          <ac:chgData name="#GOH BO JUN, ISSAC (WU BOJUN)#" userId="ce8c5c95-f0eb-4abf-bc55-35adb6fccc0a" providerId="ADAL" clId="{AFEAA370-9BEA-4693-BF69-6415682B746D}" dt="2025-04-11T16:34:28.313" v="60"/>
          <ac:grpSpMkLst>
            <pc:docMk/>
            <pc:sldMk cId="4098066861" sldId="475"/>
            <ac:grpSpMk id="18" creationId="{DCB79505-06A3-E2A0-5E06-81B88104C555}"/>
          </ac:grpSpMkLst>
        </pc:grpChg>
        <pc:grpChg chg="del mod">
          <ac:chgData name="#GOH BO JUN, ISSAC (WU BOJUN)#" userId="ce8c5c95-f0eb-4abf-bc55-35adb6fccc0a" providerId="ADAL" clId="{AFEAA370-9BEA-4693-BF69-6415682B746D}" dt="2025-04-11T16:34:31.058" v="67"/>
          <ac:grpSpMkLst>
            <pc:docMk/>
            <pc:sldMk cId="4098066861" sldId="475"/>
            <ac:grpSpMk id="27" creationId="{51CCD796-2DBF-806A-904F-C0E16257A3A8}"/>
          </ac:grpSpMkLst>
        </pc:grpChg>
        <pc:grpChg chg="del mod">
          <ac:chgData name="#GOH BO JUN, ISSAC (WU BOJUN)#" userId="ce8c5c95-f0eb-4abf-bc55-35adb6fccc0a" providerId="ADAL" clId="{AFEAA370-9BEA-4693-BF69-6415682B746D}" dt="2025-04-11T16:34:42.455" v="83"/>
          <ac:grpSpMkLst>
            <pc:docMk/>
            <pc:sldMk cId="4098066861" sldId="475"/>
            <ac:grpSpMk id="34" creationId="{B645F2D7-1E5E-6D6A-C990-6F50C600CD99}"/>
          </ac:grpSpMkLst>
        </pc:grpChg>
        <pc:grpChg chg="del mod">
          <ac:chgData name="#GOH BO JUN, ISSAC (WU BOJUN)#" userId="ce8c5c95-f0eb-4abf-bc55-35adb6fccc0a" providerId="ADAL" clId="{AFEAA370-9BEA-4693-BF69-6415682B746D}" dt="2025-04-11T16:34:35.811" v="79"/>
          <ac:grpSpMkLst>
            <pc:docMk/>
            <pc:sldMk cId="4098066861" sldId="475"/>
            <ac:grpSpMk id="38" creationId="{D281BDBE-179D-B8B4-E36A-4AA3A0290138}"/>
          </ac:grpSpMkLst>
        </pc:grpChg>
        <pc:grpChg chg="del mod">
          <ac:chgData name="#GOH BO JUN, ISSAC (WU BOJUN)#" userId="ce8c5c95-f0eb-4abf-bc55-35adb6fccc0a" providerId="ADAL" clId="{AFEAA370-9BEA-4693-BF69-6415682B746D}" dt="2025-04-11T16:34:42.455" v="83"/>
          <ac:grpSpMkLst>
            <pc:docMk/>
            <pc:sldMk cId="4098066861" sldId="475"/>
            <ac:grpSpMk id="46" creationId="{21638662-C6B5-DEB4-4DC0-8D6EFEFA9614}"/>
          </ac:grpSpMkLst>
        </pc:grpChg>
        <pc:grpChg chg="del mod">
          <ac:chgData name="#GOH BO JUN, ISSAC (WU BOJUN)#" userId="ce8c5c95-f0eb-4abf-bc55-35adb6fccc0a" providerId="ADAL" clId="{AFEAA370-9BEA-4693-BF69-6415682B746D}" dt="2025-04-11T16:35:26.459" v="162"/>
          <ac:grpSpMkLst>
            <pc:docMk/>
            <pc:sldMk cId="4098066861" sldId="475"/>
            <ac:grpSpMk id="50" creationId="{B80A88AA-9D22-73E3-CE72-99322659082A}"/>
          </ac:grpSpMkLst>
        </pc:grpChg>
        <pc:grpChg chg="del mod">
          <ac:chgData name="#GOH BO JUN, ISSAC (WU BOJUN)#" userId="ce8c5c95-f0eb-4abf-bc55-35adb6fccc0a" providerId="ADAL" clId="{AFEAA370-9BEA-4693-BF69-6415682B746D}" dt="2025-04-11T16:35:06.306" v="111"/>
          <ac:grpSpMkLst>
            <pc:docMk/>
            <pc:sldMk cId="4098066861" sldId="475"/>
            <ac:grpSpMk id="73" creationId="{53A54585-2221-6437-60AD-E37B3394F4F5}"/>
          </ac:grpSpMkLst>
        </pc:grpChg>
        <pc:grpChg chg="del mod">
          <ac:chgData name="#GOH BO JUN, ISSAC (WU BOJUN)#" userId="ce8c5c95-f0eb-4abf-bc55-35adb6fccc0a" providerId="ADAL" clId="{AFEAA370-9BEA-4693-BF69-6415682B746D}" dt="2025-04-11T16:35:09.492" v="119"/>
          <ac:grpSpMkLst>
            <pc:docMk/>
            <pc:sldMk cId="4098066861" sldId="475"/>
            <ac:grpSpMk id="78" creationId="{AF61011E-73B0-2E65-1EAC-29882497CBFF}"/>
          </ac:grpSpMkLst>
        </pc:grpChg>
        <pc:grpChg chg="del mod">
          <ac:chgData name="#GOH BO JUN, ISSAC (WU BOJUN)#" userId="ce8c5c95-f0eb-4abf-bc55-35adb6fccc0a" providerId="ADAL" clId="{AFEAA370-9BEA-4693-BF69-6415682B746D}" dt="2025-04-11T16:35:12.942" v="129"/>
          <ac:grpSpMkLst>
            <pc:docMk/>
            <pc:sldMk cId="4098066861" sldId="475"/>
            <ac:grpSpMk id="86" creationId="{421C4AD9-A9B7-FA9A-B092-281D639D7A4A}"/>
          </ac:grpSpMkLst>
        </pc:grpChg>
        <pc:grpChg chg="del mod">
          <ac:chgData name="#GOH BO JUN, ISSAC (WU BOJUN)#" userId="ce8c5c95-f0eb-4abf-bc55-35adb6fccc0a" providerId="ADAL" clId="{AFEAA370-9BEA-4693-BF69-6415682B746D}" dt="2025-04-11T16:35:14.983" v="132"/>
          <ac:grpSpMkLst>
            <pc:docMk/>
            <pc:sldMk cId="4098066861" sldId="475"/>
            <ac:grpSpMk id="96" creationId="{3D01B952-C8DE-5AB2-31CF-9A5EBFB39A1D}"/>
          </ac:grpSpMkLst>
        </pc:grpChg>
        <pc:grpChg chg="del mod">
          <ac:chgData name="#GOH BO JUN, ISSAC (WU BOJUN)#" userId="ce8c5c95-f0eb-4abf-bc55-35adb6fccc0a" providerId="ADAL" clId="{AFEAA370-9BEA-4693-BF69-6415682B746D}" dt="2025-04-11T16:35:26.459" v="162"/>
          <ac:grpSpMkLst>
            <pc:docMk/>
            <pc:sldMk cId="4098066861" sldId="475"/>
            <ac:grpSpMk id="99" creationId="{48C7C203-65A2-E3DC-79A2-E2DE4FDF7107}"/>
          </ac:grpSpMkLst>
        </pc:grpChg>
        <pc:grpChg chg="del mod">
          <ac:chgData name="#GOH BO JUN, ISSAC (WU BOJUN)#" userId="ce8c5c95-f0eb-4abf-bc55-35adb6fccc0a" providerId="ADAL" clId="{AFEAA370-9BEA-4693-BF69-6415682B746D}" dt="2025-04-11T16:35:26.459" v="162"/>
          <ac:grpSpMkLst>
            <pc:docMk/>
            <pc:sldMk cId="4098066861" sldId="475"/>
            <ac:grpSpMk id="113" creationId="{9434322C-55BF-6AFD-A79F-984B29B9771B}"/>
          </ac:grpSpMkLst>
        </pc:grpChg>
        <pc:grpChg chg="mod">
          <ac:chgData name="#GOH BO JUN, ISSAC (WU BOJUN)#" userId="ce8c5c95-f0eb-4abf-bc55-35adb6fccc0a" providerId="ADAL" clId="{AFEAA370-9BEA-4693-BF69-6415682B746D}" dt="2025-04-11T16:35:26.459" v="162"/>
          <ac:grpSpMkLst>
            <pc:docMk/>
            <pc:sldMk cId="4098066861" sldId="475"/>
            <ac:grpSpMk id="129" creationId="{0F0F41F0-12EF-D731-E456-15E5FE14A208}"/>
          </ac:grpSpMkLst>
        </pc:grpChg>
        <pc:grpChg chg="del mod">
          <ac:chgData name="#GOH BO JUN, ISSAC (WU BOJUN)#" userId="ce8c5c95-f0eb-4abf-bc55-35adb6fccc0a" providerId="ADAL" clId="{AFEAA370-9BEA-4693-BF69-6415682B746D}" dt="2025-04-11T16:35:35.524" v="180"/>
          <ac:grpSpMkLst>
            <pc:docMk/>
            <pc:sldMk cId="4098066861" sldId="475"/>
            <ac:grpSpMk id="145" creationId="{ECCFE7E6-EA3E-D07B-BF8A-00BCAE3F861E}"/>
          </ac:grpSpMkLst>
        </pc:grpChg>
        <pc:grpChg chg="mod">
          <ac:chgData name="#GOH BO JUN, ISSAC (WU BOJUN)#" userId="ce8c5c95-f0eb-4abf-bc55-35adb6fccc0a" providerId="ADAL" clId="{AFEAA370-9BEA-4693-BF69-6415682B746D}" dt="2025-04-11T16:35:35.524" v="180"/>
          <ac:grpSpMkLst>
            <pc:docMk/>
            <pc:sldMk cId="4098066861" sldId="475"/>
            <ac:grpSpMk id="147" creationId="{0BAD147D-2CE7-95C0-3598-74B48BE6486D}"/>
          </ac:grpSpMkLst>
        </pc:grpChg>
        <pc:inkChg chg="add mod">
          <ac:chgData name="#GOH BO JUN, ISSAC (WU BOJUN)#" userId="ce8c5c95-f0eb-4abf-bc55-35adb6fccc0a" providerId="ADAL" clId="{AFEAA370-9BEA-4693-BF69-6415682B746D}" dt="2025-04-11T16:34:42.455" v="83"/>
          <ac:inkMkLst>
            <pc:docMk/>
            <pc:sldMk cId="4098066861" sldId="475"/>
            <ac:inkMk id="2" creationId="{02967C72-2F62-3906-54A2-D14A77489B52}"/>
          </ac:inkMkLst>
        </pc:inkChg>
        <pc:inkChg chg="add mod">
          <ac:chgData name="#GOH BO JUN, ISSAC (WU BOJUN)#" userId="ce8c5c95-f0eb-4abf-bc55-35adb6fccc0a" providerId="ADAL" clId="{AFEAA370-9BEA-4693-BF69-6415682B746D}" dt="2025-04-11T16:34:23.155" v="47"/>
          <ac:inkMkLst>
            <pc:docMk/>
            <pc:sldMk cId="4098066861" sldId="475"/>
            <ac:inkMk id="3" creationId="{81582343-32A8-A200-22D2-2678CC5B7584}"/>
          </ac:inkMkLst>
        </pc:inkChg>
        <pc:inkChg chg="add mod">
          <ac:chgData name="#GOH BO JUN, ISSAC (WU BOJUN)#" userId="ce8c5c95-f0eb-4abf-bc55-35adb6fccc0a" providerId="ADAL" clId="{AFEAA370-9BEA-4693-BF69-6415682B746D}" dt="2025-04-11T16:34:42.455" v="83"/>
          <ac:inkMkLst>
            <pc:docMk/>
            <pc:sldMk cId="4098066861" sldId="475"/>
            <ac:inkMk id="10" creationId="{F3E64670-EA64-2CFF-D0E7-E57BCCCF1964}"/>
          </ac:inkMkLst>
        </pc:inkChg>
        <pc:inkChg chg="add mod">
          <ac:chgData name="#GOH BO JUN, ISSAC (WU BOJUN)#" userId="ce8c5c95-f0eb-4abf-bc55-35adb6fccc0a" providerId="ADAL" clId="{AFEAA370-9BEA-4693-BF69-6415682B746D}" dt="2025-04-11T16:34:23.155" v="47"/>
          <ac:inkMkLst>
            <pc:docMk/>
            <pc:sldMk cId="4098066861" sldId="475"/>
            <ac:inkMk id="12" creationId="{44722722-10C1-A74B-35D9-372E0ADCB288}"/>
          </ac:inkMkLst>
        </pc:inkChg>
        <pc:inkChg chg="add mod">
          <ac:chgData name="#GOH BO JUN, ISSAC (WU BOJUN)#" userId="ce8c5c95-f0eb-4abf-bc55-35adb6fccc0a" providerId="ADAL" clId="{AFEAA370-9BEA-4693-BF69-6415682B746D}" dt="2025-04-11T16:34:28.313" v="60"/>
          <ac:inkMkLst>
            <pc:docMk/>
            <pc:sldMk cId="4098066861" sldId="475"/>
            <ac:inkMk id="15" creationId="{4CC6620C-C6F4-2303-7783-B7FBE46A3BDB}"/>
          </ac:inkMkLst>
        </pc:inkChg>
        <pc:inkChg chg="add mod">
          <ac:chgData name="#GOH BO JUN, ISSAC (WU BOJUN)#" userId="ce8c5c95-f0eb-4abf-bc55-35adb6fccc0a" providerId="ADAL" clId="{AFEAA370-9BEA-4693-BF69-6415682B746D}" dt="2025-04-11T16:34:25.582" v="51"/>
          <ac:inkMkLst>
            <pc:docMk/>
            <pc:sldMk cId="4098066861" sldId="475"/>
            <ac:inkMk id="16" creationId="{CC8B3F07-1E7C-250D-740C-2AECFC94FD9B}"/>
          </ac:inkMkLst>
        </pc:inkChg>
        <pc:inkChg chg="add mod">
          <ac:chgData name="#GOH BO JUN, ISSAC (WU BOJUN)#" userId="ce8c5c95-f0eb-4abf-bc55-35adb6fccc0a" providerId="ADAL" clId="{AFEAA370-9BEA-4693-BF69-6415682B746D}" dt="2025-04-11T16:35:26.459" v="162"/>
          <ac:inkMkLst>
            <pc:docMk/>
            <pc:sldMk cId="4098066861" sldId="475"/>
            <ac:inkMk id="17" creationId="{2093D76C-5909-38F8-CADA-998AC0637390}"/>
          </ac:inkMkLst>
        </pc:inkChg>
        <pc:inkChg chg="add">
          <ac:chgData name="#GOH BO JUN, ISSAC (WU BOJUN)#" userId="ce8c5c95-f0eb-4abf-bc55-35adb6fccc0a" providerId="ADAL" clId="{AFEAA370-9BEA-4693-BF69-6415682B746D}" dt="2025-04-11T16:34:25.876" v="52" actId="9405"/>
          <ac:inkMkLst>
            <pc:docMk/>
            <pc:sldMk cId="4098066861" sldId="475"/>
            <ac:inkMk id="19" creationId="{282E828A-2D47-B8F9-6236-C38457ECD550}"/>
          </ac:inkMkLst>
        </pc:inkChg>
        <pc:inkChg chg="add mod">
          <ac:chgData name="#GOH BO JUN, ISSAC (WU BOJUN)#" userId="ce8c5c95-f0eb-4abf-bc55-35adb6fccc0a" providerId="ADAL" clId="{AFEAA370-9BEA-4693-BF69-6415682B746D}" dt="2025-04-11T16:34:28.313" v="60"/>
          <ac:inkMkLst>
            <pc:docMk/>
            <pc:sldMk cId="4098066861" sldId="475"/>
            <ac:inkMk id="20" creationId="{859BAAB5-462B-E0FB-3B87-ED6F68C1A9B5}"/>
          </ac:inkMkLst>
        </pc:inkChg>
        <pc:inkChg chg="add mod">
          <ac:chgData name="#GOH BO JUN, ISSAC (WU BOJUN)#" userId="ce8c5c95-f0eb-4abf-bc55-35adb6fccc0a" providerId="ADAL" clId="{AFEAA370-9BEA-4693-BF69-6415682B746D}" dt="2025-04-11T16:34:31.058" v="67"/>
          <ac:inkMkLst>
            <pc:docMk/>
            <pc:sldMk cId="4098066861" sldId="475"/>
            <ac:inkMk id="21" creationId="{DF68B736-54CE-542E-9813-3595C8905C48}"/>
          </ac:inkMkLst>
        </pc:inkChg>
        <pc:inkChg chg="add mod">
          <ac:chgData name="#GOH BO JUN, ISSAC (WU BOJUN)#" userId="ce8c5c95-f0eb-4abf-bc55-35adb6fccc0a" providerId="ADAL" clId="{AFEAA370-9BEA-4693-BF69-6415682B746D}" dt="2025-04-11T16:34:28.313" v="60"/>
          <ac:inkMkLst>
            <pc:docMk/>
            <pc:sldMk cId="4098066861" sldId="475"/>
            <ac:inkMk id="22" creationId="{6E086E7C-D110-6DAF-E623-BCA524614B7F}"/>
          </ac:inkMkLst>
        </pc:inkChg>
        <pc:inkChg chg="add mod">
          <ac:chgData name="#GOH BO JUN, ISSAC (WU BOJUN)#" userId="ce8c5c95-f0eb-4abf-bc55-35adb6fccc0a" providerId="ADAL" clId="{AFEAA370-9BEA-4693-BF69-6415682B746D}" dt="2025-04-11T16:34:31.058" v="67"/>
          <ac:inkMkLst>
            <pc:docMk/>
            <pc:sldMk cId="4098066861" sldId="475"/>
            <ac:inkMk id="23" creationId="{6ECF6804-0B1C-EBA7-C2EE-E7D9D2801BBE}"/>
          </ac:inkMkLst>
        </pc:inkChg>
        <pc:inkChg chg="add mod">
          <ac:chgData name="#GOH BO JUN, ISSAC (WU BOJUN)#" userId="ce8c5c95-f0eb-4abf-bc55-35adb6fccc0a" providerId="ADAL" clId="{AFEAA370-9BEA-4693-BF69-6415682B746D}" dt="2025-04-11T16:34:31.058" v="67"/>
          <ac:inkMkLst>
            <pc:docMk/>
            <pc:sldMk cId="4098066861" sldId="475"/>
            <ac:inkMk id="24" creationId="{D0DD4B57-B94E-5AEC-72C2-631F8EDBABF1}"/>
          </ac:inkMkLst>
        </pc:inkChg>
        <pc:inkChg chg="add mod">
          <ac:chgData name="#GOH BO JUN, ISSAC (WU BOJUN)#" userId="ce8c5c95-f0eb-4abf-bc55-35adb6fccc0a" providerId="ADAL" clId="{AFEAA370-9BEA-4693-BF69-6415682B746D}" dt="2025-04-11T16:34:28.313" v="60"/>
          <ac:inkMkLst>
            <pc:docMk/>
            <pc:sldMk cId="4098066861" sldId="475"/>
            <ac:inkMk id="25" creationId="{9F74F25F-4A68-2803-CEC8-CA32AFCBECFC}"/>
          </ac:inkMkLst>
        </pc:inkChg>
        <pc:inkChg chg="add mod">
          <ac:chgData name="#GOH BO JUN, ISSAC (WU BOJUN)#" userId="ce8c5c95-f0eb-4abf-bc55-35adb6fccc0a" providerId="ADAL" clId="{AFEAA370-9BEA-4693-BF69-6415682B746D}" dt="2025-04-11T16:34:28.313" v="60"/>
          <ac:inkMkLst>
            <pc:docMk/>
            <pc:sldMk cId="4098066861" sldId="475"/>
            <ac:inkMk id="26" creationId="{D851393A-5B4B-8BEE-08A5-F2D8D7A41FA6}"/>
          </ac:inkMkLst>
        </pc:inkChg>
        <pc:inkChg chg="add mod">
          <ac:chgData name="#GOH BO JUN, ISSAC (WU BOJUN)#" userId="ce8c5c95-f0eb-4abf-bc55-35adb6fccc0a" providerId="ADAL" clId="{AFEAA370-9BEA-4693-BF69-6415682B746D}" dt="2025-04-11T16:34:31.058" v="67"/>
          <ac:inkMkLst>
            <pc:docMk/>
            <pc:sldMk cId="4098066861" sldId="475"/>
            <ac:inkMk id="28" creationId="{CC6467E1-C80C-952D-04B0-706CD5E7F56A}"/>
          </ac:inkMkLst>
        </pc:inkChg>
        <pc:inkChg chg="add mod">
          <ac:chgData name="#GOH BO JUN, ISSAC (WU BOJUN)#" userId="ce8c5c95-f0eb-4abf-bc55-35adb6fccc0a" providerId="ADAL" clId="{AFEAA370-9BEA-4693-BF69-6415682B746D}" dt="2025-04-11T16:34:31.058" v="67"/>
          <ac:inkMkLst>
            <pc:docMk/>
            <pc:sldMk cId="4098066861" sldId="475"/>
            <ac:inkMk id="29" creationId="{83FEC350-A928-956F-BCE6-31550C3660F4}"/>
          </ac:inkMkLst>
        </pc:inkChg>
        <pc:inkChg chg="add">
          <ac:chgData name="#GOH BO JUN, ISSAC (WU BOJUN)#" userId="ce8c5c95-f0eb-4abf-bc55-35adb6fccc0a" providerId="ADAL" clId="{AFEAA370-9BEA-4693-BF69-6415682B746D}" dt="2025-04-11T16:34:29.505" v="63" actId="9405"/>
          <ac:inkMkLst>
            <pc:docMk/>
            <pc:sldMk cId="4098066861" sldId="475"/>
            <ac:inkMk id="30" creationId="{434A36E3-E053-FC4D-E238-1B681CBB5156}"/>
          </ac:inkMkLst>
        </pc:inkChg>
        <pc:inkChg chg="add">
          <ac:chgData name="#GOH BO JUN, ISSAC (WU BOJUN)#" userId="ce8c5c95-f0eb-4abf-bc55-35adb6fccc0a" providerId="ADAL" clId="{AFEAA370-9BEA-4693-BF69-6415682B746D}" dt="2025-04-11T16:34:29.804" v="64" actId="9405"/>
          <ac:inkMkLst>
            <pc:docMk/>
            <pc:sldMk cId="4098066861" sldId="475"/>
            <ac:inkMk id="31" creationId="{D12BE69F-6250-952E-78CA-96A6EE5716A0}"/>
          </ac:inkMkLst>
        </pc:inkChg>
        <pc:inkChg chg="add mod">
          <ac:chgData name="#GOH BO JUN, ISSAC (WU BOJUN)#" userId="ce8c5c95-f0eb-4abf-bc55-35adb6fccc0a" providerId="ADAL" clId="{AFEAA370-9BEA-4693-BF69-6415682B746D}" dt="2025-04-11T16:35:26.459" v="162"/>
          <ac:inkMkLst>
            <pc:docMk/>
            <pc:sldMk cId="4098066861" sldId="475"/>
            <ac:inkMk id="32" creationId="{FAAEC5F3-6A18-51AB-EB09-39D80026EBA9}"/>
          </ac:inkMkLst>
        </pc:inkChg>
        <pc:inkChg chg="add">
          <ac:chgData name="#GOH BO JUN, ISSAC (WU BOJUN)#" userId="ce8c5c95-f0eb-4abf-bc55-35adb6fccc0a" providerId="ADAL" clId="{AFEAA370-9BEA-4693-BF69-6415682B746D}" dt="2025-04-11T16:34:30.465" v="66" actId="9405"/>
          <ac:inkMkLst>
            <pc:docMk/>
            <pc:sldMk cId="4098066861" sldId="475"/>
            <ac:inkMk id="33" creationId="{CE7AD1A3-6BA6-FC3E-C94F-6CCAC2F31E44}"/>
          </ac:inkMkLst>
        </pc:inkChg>
        <pc:inkChg chg="add mod">
          <ac:chgData name="#GOH BO JUN, ISSAC (WU BOJUN)#" userId="ce8c5c95-f0eb-4abf-bc55-35adb6fccc0a" providerId="ADAL" clId="{AFEAA370-9BEA-4693-BF69-6415682B746D}" dt="2025-04-11T16:35:26.459" v="162"/>
          <ac:inkMkLst>
            <pc:docMk/>
            <pc:sldMk cId="4098066861" sldId="475"/>
            <ac:inkMk id="35" creationId="{24A5389D-29B2-510A-232A-7C5149E875E7}"/>
          </ac:inkMkLst>
        </pc:inkChg>
        <pc:inkChg chg="add mod">
          <ac:chgData name="#GOH BO JUN, ISSAC (WU BOJUN)#" userId="ce8c5c95-f0eb-4abf-bc55-35adb6fccc0a" providerId="ADAL" clId="{AFEAA370-9BEA-4693-BF69-6415682B746D}" dt="2025-04-11T16:34:35.811" v="79"/>
          <ac:inkMkLst>
            <pc:docMk/>
            <pc:sldMk cId="4098066861" sldId="475"/>
            <ac:inkMk id="36" creationId="{92B23BB1-3875-8D79-26B6-DEAB9D48C08D}"/>
          </ac:inkMkLst>
        </pc:inkChg>
        <pc:inkChg chg="add mod">
          <ac:chgData name="#GOH BO JUN, ISSAC (WU BOJUN)#" userId="ce8c5c95-f0eb-4abf-bc55-35adb6fccc0a" providerId="ADAL" clId="{AFEAA370-9BEA-4693-BF69-6415682B746D}" dt="2025-04-11T16:34:35.811" v="79"/>
          <ac:inkMkLst>
            <pc:docMk/>
            <pc:sldMk cId="4098066861" sldId="475"/>
            <ac:inkMk id="37" creationId="{3EA6FE71-6D4C-6B44-528B-40170A8D8EFA}"/>
          </ac:inkMkLst>
        </pc:inkChg>
        <pc:inkChg chg="add mod">
          <ac:chgData name="#GOH BO JUN, ISSAC (WU BOJUN)#" userId="ce8c5c95-f0eb-4abf-bc55-35adb6fccc0a" providerId="ADAL" clId="{AFEAA370-9BEA-4693-BF69-6415682B746D}" dt="2025-04-11T16:34:42.455" v="83"/>
          <ac:inkMkLst>
            <pc:docMk/>
            <pc:sldMk cId="4098066861" sldId="475"/>
            <ac:inkMk id="39" creationId="{76DE6994-A2F0-E275-FF8C-1130CB3FD362}"/>
          </ac:inkMkLst>
        </pc:inkChg>
        <pc:inkChg chg="add mod">
          <ac:chgData name="#GOH BO JUN, ISSAC (WU BOJUN)#" userId="ce8c5c95-f0eb-4abf-bc55-35adb6fccc0a" providerId="ADAL" clId="{AFEAA370-9BEA-4693-BF69-6415682B746D}" dt="2025-04-11T16:34:35.811" v="79"/>
          <ac:inkMkLst>
            <pc:docMk/>
            <pc:sldMk cId="4098066861" sldId="475"/>
            <ac:inkMk id="40" creationId="{AB38429D-7F35-5EDA-5D79-AF60D597CE8C}"/>
          </ac:inkMkLst>
        </pc:inkChg>
        <pc:inkChg chg="add mod">
          <ac:chgData name="#GOH BO JUN, ISSAC (WU BOJUN)#" userId="ce8c5c95-f0eb-4abf-bc55-35adb6fccc0a" providerId="ADAL" clId="{AFEAA370-9BEA-4693-BF69-6415682B746D}" dt="2025-04-11T16:34:35.811" v="79"/>
          <ac:inkMkLst>
            <pc:docMk/>
            <pc:sldMk cId="4098066861" sldId="475"/>
            <ac:inkMk id="41" creationId="{765B4DFD-E63F-32A3-88F7-3239CE795542}"/>
          </ac:inkMkLst>
        </pc:inkChg>
        <pc:inkChg chg="add">
          <ac:chgData name="#GOH BO JUN, ISSAC (WU BOJUN)#" userId="ce8c5c95-f0eb-4abf-bc55-35adb6fccc0a" providerId="ADAL" clId="{AFEAA370-9BEA-4693-BF69-6415682B746D}" dt="2025-04-11T16:34:33.985" v="75" actId="9405"/>
          <ac:inkMkLst>
            <pc:docMk/>
            <pc:sldMk cId="4098066861" sldId="475"/>
            <ac:inkMk id="42" creationId="{FC0C5B24-158C-6218-A976-45BB47132442}"/>
          </ac:inkMkLst>
        </pc:inkChg>
        <pc:inkChg chg="add mod">
          <ac:chgData name="#GOH BO JUN, ISSAC (WU BOJUN)#" userId="ce8c5c95-f0eb-4abf-bc55-35adb6fccc0a" providerId="ADAL" clId="{AFEAA370-9BEA-4693-BF69-6415682B746D}" dt="2025-04-11T16:34:42.455" v="83"/>
          <ac:inkMkLst>
            <pc:docMk/>
            <pc:sldMk cId="4098066861" sldId="475"/>
            <ac:inkMk id="43" creationId="{C5BBAFD8-251F-A534-D3B6-F2FB8F7C880C}"/>
          </ac:inkMkLst>
        </pc:inkChg>
        <pc:inkChg chg="add mod">
          <ac:chgData name="#GOH BO JUN, ISSAC (WU BOJUN)#" userId="ce8c5c95-f0eb-4abf-bc55-35adb6fccc0a" providerId="ADAL" clId="{AFEAA370-9BEA-4693-BF69-6415682B746D}" dt="2025-04-11T16:35:26.459" v="162"/>
          <ac:inkMkLst>
            <pc:docMk/>
            <pc:sldMk cId="4098066861" sldId="475"/>
            <ac:inkMk id="44" creationId="{B5783854-4FEB-D6C7-F3DE-1C1AD4AEEAD5}"/>
          </ac:inkMkLst>
        </pc:inkChg>
        <pc:inkChg chg="add mod">
          <ac:chgData name="#GOH BO JUN, ISSAC (WU BOJUN)#" userId="ce8c5c95-f0eb-4abf-bc55-35adb6fccc0a" providerId="ADAL" clId="{AFEAA370-9BEA-4693-BF69-6415682B746D}" dt="2025-04-11T16:34:42.455" v="83"/>
          <ac:inkMkLst>
            <pc:docMk/>
            <pc:sldMk cId="4098066861" sldId="475"/>
            <ac:inkMk id="45" creationId="{7252B90B-B134-12A2-335B-9F4AEABC7529}"/>
          </ac:inkMkLst>
        </pc:inkChg>
        <pc:inkChg chg="add">
          <ac:chgData name="#GOH BO JUN, ISSAC (WU BOJUN)#" userId="ce8c5c95-f0eb-4abf-bc55-35adb6fccc0a" providerId="ADAL" clId="{AFEAA370-9BEA-4693-BF69-6415682B746D}" dt="2025-04-11T16:34:40.518" v="80" actId="9405"/>
          <ac:inkMkLst>
            <pc:docMk/>
            <pc:sldMk cId="4098066861" sldId="475"/>
            <ac:inkMk id="47" creationId="{9865B741-6183-2DA3-911C-6768DB2A6502}"/>
          </ac:inkMkLst>
        </pc:inkChg>
        <pc:inkChg chg="add">
          <ac:chgData name="#GOH BO JUN, ISSAC (WU BOJUN)#" userId="ce8c5c95-f0eb-4abf-bc55-35adb6fccc0a" providerId="ADAL" clId="{AFEAA370-9BEA-4693-BF69-6415682B746D}" dt="2025-04-11T16:34:41.203" v="81" actId="9405"/>
          <ac:inkMkLst>
            <pc:docMk/>
            <pc:sldMk cId="4098066861" sldId="475"/>
            <ac:inkMk id="48" creationId="{E1CF771C-BE3F-E39D-F615-F3824A1AA158}"/>
          </ac:inkMkLst>
        </pc:inkChg>
        <pc:inkChg chg="add mod">
          <ac:chgData name="#GOH BO JUN, ISSAC (WU BOJUN)#" userId="ce8c5c95-f0eb-4abf-bc55-35adb6fccc0a" providerId="ADAL" clId="{AFEAA370-9BEA-4693-BF69-6415682B746D}" dt="2025-04-11T16:34:42.455" v="83"/>
          <ac:inkMkLst>
            <pc:docMk/>
            <pc:sldMk cId="4098066861" sldId="475"/>
            <ac:inkMk id="49" creationId="{69FAA57D-282A-A22D-F374-277DE3EAD9BA}"/>
          </ac:inkMkLst>
        </pc:inkChg>
        <pc:inkChg chg="add mod">
          <ac:chgData name="#GOH BO JUN, ISSAC (WU BOJUN)#" userId="ce8c5c95-f0eb-4abf-bc55-35adb6fccc0a" providerId="ADAL" clId="{AFEAA370-9BEA-4693-BF69-6415682B746D}" dt="2025-04-11T16:35:06.306" v="111"/>
          <ac:inkMkLst>
            <pc:docMk/>
            <pc:sldMk cId="4098066861" sldId="475"/>
            <ac:inkMk id="51" creationId="{0351516A-54D3-8118-CF52-372452F35351}"/>
          </ac:inkMkLst>
        </pc:inkChg>
        <pc:inkChg chg="add mod">
          <ac:chgData name="#GOH BO JUN, ISSAC (WU BOJUN)#" userId="ce8c5c95-f0eb-4abf-bc55-35adb6fccc0a" providerId="ADAL" clId="{AFEAA370-9BEA-4693-BF69-6415682B746D}" dt="2025-04-11T16:35:03.120" v="106"/>
          <ac:inkMkLst>
            <pc:docMk/>
            <pc:sldMk cId="4098066861" sldId="475"/>
            <ac:inkMk id="52" creationId="{662646C8-B8A9-BEE8-1F7D-494FB5C1638A}"/>
          </ac:inkMkLst>
        </pc:inkChg>
        <pc:inkChg chg="add">
          <ac:chgData name="#GOH BO JUN, ISSAC (WU BOJUN)#" userId="ce8c5c95-f0eb-4abf-bc55-35adb6fccc0a" providerId="ADAL" clId="{AFEAA370-9BEA-4693-BF69-6415682B746D}" dt="2025-04-11T16:34:57.413" v="86" actId="9405"/>
          <ac:inkMkLst>
            <pc:docMk/>
            <pc:sldMk cId="4098066861" sldId="475"/>
            <ac:inkMk id="53" creationId="{57CC2C4E-E008-07CD-66A3-BD2981C51173}"/>
          </ac:inkMkLst>
        </pc:inkChg>
        <pc:inkChg chg="add mod">
          <ac:chgData name="#GOH BO JUN, ISSAC (WU BOJUN)#" userId="ce8c5c95-f0eb-4abf-bc55-35adb6fccc0a" providerId="ADAL" clId="{AFEAA370-9BEA-4693-BF69-6415682B746D}" dt="2025-04-11T16:35:26.459" v="162"/>
          <ac:inkMkLst>
            <pc:docMk/>
            <pc:sldMk cId="4098066861" sldId="475"/>
            <ac:inkMk id="54" creationId="{91422CCF-A981-EB74-F84C-AAF1725AA30F}"/>
          </ac:inkMkLst>
        </pc:inkChg>
        <pc:inkChg chg="add">
          <ac:chgData name="#GOH BO JUN, ISSAC (WU BOJUN)#" userId="ce8c5c95-f0eb-4abf-bc55-35adb6fccc0a" providerId="ADAL" clId="{AFEAA370-9BEA-4693-BF69-6415682B746D}" dt="2025-04-11T16:34:57.834" v="88" actId="9405"/>
          <ac:inkMkLst>
            <pc:docMk/>
            <pc:sldMk cId="4098066861" sldId="475"/>
            <ac:inkMk id="55" creationId="{EBB9A133-792C-85C0-3E89-A4E3F0446552}"/>
          </ac:inkMkLst>
        </pc:inkChg>
        <pc:inkChg chg="add">
          <ac:chgData name="#GOH BO JUN, ISSAC (WU BOJUN)#" userId="ce8c5c95-f0eb-4abf-bc55-35adb6fccc0a" providerId="ADAL" clId="{AFEAA370-9BEA-4693-BF69-6415682B746D}" dt="2025-04-11T16:34:58.050" v="89" actId="9405"/>
          <ac:inkMkLst>
            <pc:docMk/>
            <pc:sldMk cId="4098066861" sldId="475"/>
            <ac:inkMk id="56" creationId="{6F1608DD-4DC3-4D9A-68A8-026693BC5762}"/>
          </ac:inkMkLst>
        </pc:inkChg>
        <pc:inkChg chg="add mod">
          <ac:chgData name="#GOH BO JUN, ISSAC (WU BOJUN)#" userId="ce8c5c95-f0eb-4abf-bc55-35adb6fccc0a" providerId="ADAL" clId="{AFEAA370-9BEA-4693-BF69-6415682B746D}" dt="2025-04-11T16:35:06.306" v="111"/>
          <ac:inkMkLst>
            <pc:docMk/>
            <pc:sldMk cId="4098066861" sldId="475"/>
            <ac:inkMk id="57" creationId="{D19D48ED-4702-42B7-493A-BB7F25393D5A}"/>
          </ac:inkMkLst>
        </pc:inkChg>
        <pc:inkChg chg="add mod">
          <ac:chgData name="#GOH BO JUN, ISSAC (WU BOJUN)#" userId="ce8c5c95-f0eb-4abf-bc55-35adb6fccc0a" providerId="ADAL" clId="{AFEAA370-9BEA-4693-BF69-6415682B746D}" dt="2025-04-11T16:35:03.120" v="106"/>
          <ac:inkMkLst>
            <pc:docMk/>
            <pc:sldMk cId="4098066861" sldId="475"/>
            <ac:inkMk id="58" creationId="{F76EBF24-497A-D22A-815D-CE7DE9BB618D}"/>
          </ac:inkMkLst>
        </pc:inkChg>
        <pc:inkChg chg="add mod">
          <ac:chgData name="#GOH BO JUN, ISSAC (WU BOJUN)#" userId="ce8c5c95-f0eb-4abf-bc55-35adb6fccc0a" providerId="ADAL" clId="{AFEAA370-9BEA-4693-BF69-6415682B746D}" dt="2025-04-11T16:35:09.492" v="119"/>
          <ac:inkMkLst>
            <pc:docMk/>
            <pc:sldMk cId="4098066861" sldId="475"/>
            <ac:inkMk id="59" creationId="{5A2496FC-EA7C-4CE8-B1B7-103884675882}"/>
          </ac:inkMkLst>
        </pc:inkChg>
        <pc:inkChg chg="add">
          <ac:chgData name="#GOH BO JUN, ISSAC (WU BOJUN)#" userId="ce8c5c95-f0eb-4abf-bc55-35adb6fccc0a" providerId="ADAL" clId="{AFEAA370-9BEA-4693-BF69-6415682B746D}" dt="2025-04-11T16:34:59.387" v="93" actId="9405"/>
          <ac:inkMkLst>
            <pc:docMk/>
            <pc:sldMk cId="4098066861" sldId="475"/>
            <ac:inkMk id="60" creationId="{56666D8D-8048-BC5B-161F-235511B70107}"/>
          </ac:inkMkLst>
        </pc:inkChg>
        <pc:inkChg chg="add">
          <ac:chgData name="#GOH BO JUN, ISSAC (WU BOJUN)#" userId="ce8c5c95-f0eb-4abf-bc55-35adb6fccc0a" providerId="ADAL" clId="{AFEAA370-9BEA-4693-BF69-6415682B746D}" dt="2025-04-11T16:34:59.606" v="94" actId="9405"/>
          <ac:inkMkLst>
            <pc:docMk/>
            <pc:sldMk cId="4098066861" sldId="475"/>
            <ac:inkMk id="61" creationId="{0D4EBB2B-7E01-5596-258A-98E6088014A5}"/>
          </ac:inkMkLst>
        </pc:inkChg>
        <pc:inkChg chg="add mod">
          <ac:chgData name="#GOH BO JUN, ISSAC (WU BOJUN)#" userId="ce8c5c95-f0eb-4abf-bc55-35adb6fccc0a" providerId="ADAL" clId="{AFEAA370-9BEA-4693-BF69-6415682B746D}" dt="2025-04-11T16:35:09.492" v="119"/>
          <ac:inkMkLst>
            <pc:docMk/>
            <pc:sldMk cId="4098066861" sldId="475"/>
            <ac:inkMk id="62" creationId="{B16A33E4-4266-39F2-7805-3C9780EB1F37}"/>
          </ac:inkMkLst>
        </pc:inkChg>
        <pc:inkChg chg="add">
          <ac:chgData name="#GOH BO JUN, ISSAC (WU BOJUN)#" userId="ce8c5c95-f0eb-4abf-bc55-35adb6fccc0a" providerId="ADAL" clId="{AFEAA370-9BEA-4693-BF69-6415682B746D}" dt="2025-04-11T16:34:59.948" v="96" actId="9405"/>
          <ac:inkMkLst>
            <pc:docMk/>
            <pc:sldMk cId="4098066861" sldId="475"/>
            <ac:inkMk id="63" creationId="{E4CB9640-74C4-4348-CF55-6DA9276346BC}"/>
          </ac:inkMkLst>
        </pc:inkChg>
        <pc:inkChg chg="add mod">
          <ac:chgData name="#GOH BO JUN, ISSAC (WU BOJUN)#" userId="ce8c5c95-f0eb-4abf-bc55-35adb6fccc0a" providerId="ADAL" clId="{AFEAA370-9BEA-4693-BF69-6415682B746D}" dt="2025-04-11T16:35:14.983" v="132"/>
          <ac:inkMkLst>
            <pc:docMk/>
            <pc:sldMk cId="4098066861" sldId="475"/>
            <ac:inkMk id="64" creationId="{1DC003C6-05C8-7371-5919-EC77B12AAE0E}"/>
          </ac:inkMkLst>
        </pc:inkChg>
        <pc:inkChg chg="add">
          <ac:chgData name="#GOH BO JUN, ISSAC (WU BOJUN)#" userId="ce8c5c95-f0eb-4abf-bc55-35adb6fccc0a" providerId="ADAL" clId="{AFEAA370-9BEA-4693-BF69-6415682B746D}" dt="2025-04-11T16:35:00.335" v="98" actId="9405"/>
          <ac:inkMkLst>
            <pc:docMk/>
            <pc:sldMk cId="4098066861" sldId="475"/>
            <ac:inkMk id="65" creationId="{834FA56D-1AA6-71B2-CF0C-C115A52C8D34}"/>
          </ac:inkMkLst>
        </pc:inkChg>
        <pc:inkChg chg="add mod">
          <ac:chgData name="#GOH BO JUN, ISSAC (WU BOJUN)#" userId="ce8c5c95-f0eb-4abf-bc55-35adb6fccc0a" providerId="ADAL" clId="{AFEAA370-9BEA-4693-BF69-6415682B746D}" dt="2025-04-11T16:35:26.459" v="162"/>
          <ac:inkMkLst>
            <pc:docMk/>
            <pc:sldMk cId="4098066861" sldId="475"/>
            <ac:inkMk id="66" creationId="{EA091EB8-A63A-4F03-A41D-E74712F3830B}"/>
          </ac:inkMkLst>
        </pc:inkChg>
        <pc:inkChg chg="add">
          <ac:chgData name="#GOH BO JUN, ISSAC (WU BOJUN)#" userId="ce8c5c95-f0eb-4abf-bc55-35adb6fccc0a" providerId="ADAL" clId="{AFEAA370-9BEA-4693-BF69-6415682B746D}" dt="2025-04-11T16:35:00.831" v="100" actId="9405"/>
          <ac:inkMkLst>
            <pc:docMk/>
            <pc:sldMk cId="4098066861" sldId="475"/>
            <ac:inkMk id="67" creationId="{CAD4AF5B-16BB-D20F-8B58-DDEADA3B4753}"/>
          </ac:inkMkLst>
        </pc:inkChg>
        <pc:inkChg chg="add">
          <ac:chgData name="#GOH BO JUN, ISSAC (WU BOJUN)#" userId="ce8c5c95-f0eb-4abf-bc55-35adb6fccc0a" providerId="ADAL" clId="{AFEAA370-9BEA-4693-BF69-6415682B746D}" dt="2025-04-11T16:35:01.096" v="101" actId="9405"/>
          <ac:inkMkLst>
            <pc:docMk/>
            <pc:sldMk cId="4098066861" sldId="475"/>
            <ac:inkMk id="68" creationId="{CB3409D8-565F-F27E-F66B-AB09F0C0B592}"/>
          </ac:inkMkLst>
        </pc:inkChg>
        <pc:inkChg chg="add">
          <ac:chgData name="#GOH BO JUN, ISSAC (WU BOJUN)#" userId="ce8c5c95-f0eb-4abf-bc55-35adb6fccc0a" providerId="ADAL" clId="{AFEAA370-9BEA-4693-BF69-6415682B746D}" dt="2025-04-11T16:35:01.376" v="102" actId="9405"/>
          <ac:inkMkLst>
            <pc:docMk/>
            <pc:sldMk cId="4098066861" sldId="475"/>
            <ac:inkMk id="69" creationId="{9FCCE4B2-EF2C-2D59-7C92-D675A52C9A65}"/>
          </ac:inkMkLst>
        </pc:inkChg>
        <pc:inkChg chg="add mod">
          <ac:chgData name="#GOH BO JUN, ISSAC (WU BOJUN)#" userId="ce8c5c95-f0eb-4abf-bc55-35adb6fccc0a" providerId="ADAL" clId="{AFEAA370-9BEA-4693-BF69-6415682B746D}" dt="2025-04-11T16:35:14.983" v="132"/>
          <ac:inkMkLst>
            <pc:docMk/>
            <pc:sldMk cId="4098066861" sldId="475"/>
            <ac:inkMk id="70" creationId="{CCD7BC90-6759-2C79-EB43-4A4E1E16F70F}"/>
          </ac:inkMkLst>
        </pc:inkChg>
        <pc:inkChg chg="add">
          <ac:chgData name="#GOH BO JUN, ISSAC (WU BOJUN)#" userId="ce8c5c95-f0eb-4abf-bc55-35adb6fccc0a" providerId="ADAL" clId="{AFEAA370-9BEA-4693-BF69-6415682B746D}" dt="2025-04-11T16:35:02.043" v="104" actId="9405"/>
          <ac:inkMkLst>
            <pc:docMk/>
            <pc:sldMk cId="4098066861" sldId="475"/>
            <ac:inkMk id="71" creationId="{90AF92EC-252B-625A-D92C-2C0A31A6F41F}"/>
          </ac:inkMkLst>
        </pc:inkChg>
        <pc:inkChg chg="add mod">
          <ac:chgData name="#GOH BO JUN, ISSAC (WU BOJUN)#" userId="ce8c5c95-f0eb-4abf-bc55-35adb6fccc0a" providerId="ADAL" clId="{AFEAA370-9BEA-4693-BF69-6415682B746D}" dt="2025-04-11T16:35:09.492" v="119"/>
          <ac:inkMkLst>
            <pc:docMk/>
            <pc:sldMk cId="4098066861" sldId="475"/>
            <ac:inkMk id="72" creationId="{CE956840-4158-58E2-65DD-48E3E7D24370}"/>
          </ac:inkMkLst>
        </pc:inkChg>
        <pc:inkChg chg="add mod">
          <ac:chgData name="#GOH BO JUN, ISSAC (WU BOJUN)#" userId="ce8c5c95-f0eb-4abf-bc55-35adb6fccc0a" providerId="ADAL" clId="{AFEAA370-9BEA-4693-BF69-6415682B746D}" dt="2025-04-11T16:35:14.983" v="132"/>
          <ac:inkMkLst>
            <pc:docMk/>
            <pc:sldMk cId="4098066861" sldId="475"/>
            <ac:inkMk id="74" creationId="{7A1F6EDE-9EC4-EE41-3F58-5F9420AFCAC8}"/>
          </ac:inkMkLst>
        </pc:inkChg>
        <pc:inkChg chg="add mod">
          <ac:chgData name="#GOH BO JUN, ISSAC (WU BOJUN)#" userId="ce8c5c95-f0eb-4abf-bc55-35adb6fccc0a" providerId="ADAL" clId="{AFEAA370-9BEA-4693-BF69-6415682B746D}" dt="2025-04-11T16:35:09.492" v="119"/>
          <ac:inkMkLst>
            <pc:docMk/>
            <pc:sldMk cId="4098066861" sldId="475"/>
            <ac:inkMk id="75" creationId="{05B5A710-CDC4-DB12-7EEB-0939472845B8}"/>
          </ac:inkMkLst>
        </pc:inkChg>
        <pc:inkChg chg="add mod">
          <ac:chgData name="#GOH BO JUN, ISSAC (WU BOJUN)#" userId="ce8c5c95-f0eb-4abf-bc55-35adb6fccc0a" providerId="ADAL" clId="{AFEAA370-9BEA-4693-BF69-6415682B746D}" dt="2025-04-11T16:35:06.306" v="111"/>
          <ac:inkMkLst>
            <pc:docMk/>
            <pc:sldMk cId="4098066861" sldId="475"/>
            <ac:inkMk id="76" creationId="{F40445FE-BF52-028A-2782-32A33B953FDC}"/>
          </ac:inkMkLst>
        </pc:inkChg>
        <pc:inkChg chg="add">
          <ac:chgData name="#GOH BO JUN, ISSAC (WU BOJUN)#" userId="ce8c5c95-f0eb-4abf-bc55-35adb6fccc0a" providerId="ADAL" clId="{AFEAA370-9BEA-4693-BF69-6415682B746D}" dt="2025-04-11T16:35:05.697" v="110" actId="9405"/>
          <ac:inkMkLst>
            <pc:docMk/>
            <pc:sldMk cId="4098066861" sldId="475"/>
            <ac:inkMk id="77" creationId="{E98733EC-FD79-963F-5AFB-FC77D274DF27}"/>
          </ac:inkMkLst>
        </pc:inkChg>
        <pc:inkChg chg="add">
          <ac:chgData name="#GOH BO JUN, ISSAC (WU BOJUN)#" userId="ce8c5c95-f0eb-4abf-bc55-35adb6fccc0a" providerId="ADAL" clId="{AFEAA370-9BEA-4693-BF69-6415682B746D}" dt="2025-04-11T16:35:07.540" v="112" actId="9405"/>
          <ac:inkMkLst>
            <pc:docMk/>
            <pc:sldMk cId="4098066861" sldId="475"/>
            <ac:inkMk id="79" creationId="{CF397E38-6F15-000B-8493-41C39339EE8F}"/>
          </ac:inkMkLst>
        </pc:inkChg>
        <pc:inkChg chg="add">
          <ac:chgData name="#GOH BO JUN, ISSAC (WU BOJUN)#" userId="ce8c5c95-f0eb-4abf-bc55-35adb6fccc0a" providerId="ADAL" clId="{AFEAA370-9BEA-4693-BF69-6415682B746D}" dt="2025-04-11T16:35:07.757" v="113" actId="9405"/>
          <ac:inkMkLst>
            <pc:docMk/>
            <pc:sldMk cId="4098066861" sldId="475"/>
            <ac:inkMk id="80" creationId="{65BD0EBF-0F42-BFEE-E1CB-57E761E31F5C}"/>
          </ac:inkMkLst>
        </pc:inkChg>
        <pc:inkChg chg="add mod">
          <ac:chgData name="#GOH BO JUN, ISSAC (WU BOJUN)#" userId="ce8c5c95-f0eb-4abf-bc55-35adb6fccc0a" providerId="ADAL" clId="{AFEAA370-9BEA-4693-BF69-6415682B746D}" dt="2025-04-11T16:35:14.983" v="132"/>
          <ac:inkMkLst>
            <pc:docMk/>
            <pc:sldMk cId="4098066861" sldId="475"/>
            <ac:inkMk id="81" creationId="{9C9BC1A9-957F-64E4-4A6A-73AA819691CC}"/>
          </ac:inkMkLst>
        </pc:inkChg>
        <pc:inkChg chg="add mod">
          <ac:chgData name="#GOH BO JUN, ISSAC (WU BOJUN)#" userId="ce8c5c95-f0eb-4abf-bc55-35adb6fccc0a" providerId="ADAL" clId="{AFEAA370-9BEA-4693-BF69-6415682B746D}" dt="2025-04-11T16:35:14.983" v="132"/>
          <ac:inkMkLst>
            <pc:docMk/>
            <pc:sldMk cId="4098066861" sldId="475"/>
            <ac:inkMk id="82" creationId="{77A9FAE3-8F17-4305-345F-00E0FEC35E36}"/>
          </ac:inkMkLst>
        </pc:inkChg>
        <pc:inkChg chg="add mod">
          <ac:chgData name="#GOH BO JUN, ISSAC (WU BOJUN)#" userId="ce8c5c95-f0eb-4abf-bc55-35adb6fccc0a" providerId="ADAL" clId="{AFEAA370-9BEA-4693-BF69-6415682B746D}" dt="2025-04-11T16:35:12.942" v="129"/>
          <ac:inkMkLst>
            <pc:docMk/>
            <pc:sldMk cId="4098066861" sldId="475"/>
            <ac:inkMk id="83" creationId="{FA0D8791-8150-016E-6AA4-5FC8AAAF483E}"/>
          </ac:inkMkLst>
        </pc:inkChg>
        <pc:inkChg chg="add mod">
          <ac:chgData name="#GOH BO JUN, ISSAC (WU BOJUN)#" userId="ce8c5c95-f0eb-4abf-bc55-35adb6fccc0a" providerId="ADAL" clId="{AFEAA370-9BEA-4693-BF69-6415682B746D}" dt="2025-04-11T16:35:14.983" v="132"/>
          <ac:inkMkLst>
            <pc:docMk/>
            <pc:sldMk cId="4098066861" sldId="475"/>
            <ac:inkMk id="84" creationId="{7DB9B465-B73F-AE14-3309-AC2E971477D2}"/>
          </ac:inkMkLst>
        </pc:inkChg>
        <pc:inkChg chg="add mod">
          <ac:chgData name="#GOH BO JUN, ISSAC (WU BOJUN)#" userId="ce8c5c95-f0eb-4abf-bc55-35adb6fccc0a" providerId="ADAL" clId="{AFEAA370-9BEA-4693-BF69-6415682B746D}" dt="2025-04-11T16:35:14.983" v="132"/>
          <ac:inkMkLst>
            <pc:docMk/>
            <pc:sldMk cId="4098066861" sldId="475"/>
            <ac:inkMk id="85" creationId="{7AA68FD3-4432-1480-3045-C96CFA6B0501}"/>
          </ac:inkMkLst>
        </pc:inkChg>
        <pc:inkChg chg="add mod">
          <ac:chgData name="#GOH BO JUN, ISSAC (WU BOJUN)#" userId="ce8c5c95-f0eb-4abf-bc55-35adb6fccc0a" providerId="ADAL" clId="{AFEAA370-9BEA-4693-BF69-6415682B746D}" dt="2025-04-11T16:35:12.942" v="129"/>
          <ac:inkMkLst>
            <pc:docMk/>
            <pc:sldMk cId="4098066861" sldId="475"/>
            <ac:inkMk id="87" creationId="{5CAE093E-BC58-14F9-667A-13F9FF71FA89}"/>
          </ac:inkMkLst>
        </pc:inkChg>
        <pc:inkChg chg="add">
          <ac:chgData name="#GOH BO JUN, ISSAC (WU BOJUN)#" userId="ce8c5c95-f0eb-4abf-bc55-35adb6fccc0a" providerId="ADAL" clId="{AFEAA370-9BEA-4693-BF69-6415682B746D}" dt="2025-04-11T16:35:09.756" v="121" actId="9405"/>
          <ac:inkMkLst>
            <pc:docMk/>
            <pc:sldMk cId="4098066861" sldId="475"/>
            <ac:inkMk id="88" creationId="{25A6E1E1-7B47-A435-7E19-0FBF4A72A68A}"/>
          </ac:inkMkLst>
        </pc:inkChg>
        <pc:inkChg chg="add mod">
          <ac:chgData name="#GOH BO JUN, ISSAC (WU BOJUN)#" userId="ce8c5c95-f0eb-4abf-bc55-35adb6fccc0a" providerId="ADAL" clId="{AFEAA370-9BEA-4693-BF69-6415682B746D}" dt="2025-04-11T16:35:14.983" v="132"/>
          <ac:inkMkLst>
            <pc:docMk/>
            <pc:sldMk cId="4098066861" sldId="475"/>
            <ac:inkMk id="89" creationId="{F49EDA63-BC30-7292-F945-6E3C3A6F9056}"/>
          </ac:inkMkLst>
        </pc:inkChg>
        <pc:inkChg chg="add">
          <ac:chgData name="#GOH BO JUN, ISSAC (WU BOJUN)#" userId="ce8c5c95-f0eb-4abf-bc55-35adb6fccc0a" providerId="ADAL" clId="{AFEAA370-9BEA-4693-BF69-6415682B746D}" dt="2025-04-11T16:35:10.909" v="123" actId="9405"/>
          <ac:inkMkLst>
            <pc:docMk/>
            <pc:sldMk cId="4098066861" sldId="475"/>
            <ac:inkMk id="90" creationId="{5031D2F9-3D1E-362C-C2B5-CF4703CB91A9}"/>
          </ac:inkMkLst>
        </pc:inkChg>
        <pc:inkChg chg="add mod">
          <ac:chgData name="#GOH BO JUN, ISSAC (WU BOJUN)#" userId="ce8c5c95-f0eb-4abf-bc55-35adb6fccc0a" providerId="ADAL" clId="{AFEAA370-9BEA-4693-BF69-6415682B746D}" dt="2025-04-11T16:35:12.942" v="129"/>
          <ac:inkMkLst>
            <pc:docMk/>
            <pc:sldMk cId="4098066861" sldId="475"/>
            <ac:inkMk id="91" creationId="{69DCF0B8-6BE9-01F9-0223-96539F6D67E5}"/>
          </ac:inkMkLst>
        </pc:inkChg>
        <pc:inkChg chg="add">
          <ac:chgData name="#GOH BO JUN, ISSAC (WU BOJUN)#" userId="ce8c5c95-f0eb-4abf-bc55-35adb6fccc0a" providerId="ADAL" clId="{AFEAA370-9BEA-4693-BF69-6415682B746D}" dt="2025-04-11T16:35:11.344" v="125" actId="9405"/>
          <ac:inkMkLst>
            <pc:docMk/>
            <pc:sldMk cId="4098066861" sldId="475"/>
            <ac:inkMk id="92" creationId="{6DC3C3D6-6E55-E01F-C5C6-17C0F62993C6}"/>
          </ac:inkMkLst>
        </pc:inkChg>
        <pc:inkChg chg="add mod">
          <ac:chgData name="#GOH BO JUN, ISSAC (WU BOJUN)#" userId="ce8c5c95-f0eb-4abf-bc55-35adb6fccc0a" providerId="ADAL" clId="{AFEAA370-9BEA-4693-BF69-6415682B746D}" dt="2025-04-11T16:35:12.942" v="129"/>
          <ac:inkMkLst>
            <pc:docMk/>
            <pc:sldMk cId="4098066861" sldId="475"/>
            <ac:inkMk id="93" creationId="{7556297E-725D-87E1-E69C-59F83DB95E46}"/>
          </ac:inkMkLst>
        </pc:inkChg>
        <pc:inkChg chg="add">
          <ac:chgData name="#GOH BO JUN, ISSAC (WU BOJUN)#" userId="ce8c5c95-f0eb-4abf-bc55-35adb6fccc0a" providerId="ADAL" clId="{AFEAA370-9BEA-4693-BF69-6415682B746D}" dt="2025-04-11T16:35:11.975" v="127" actId="9405"/>
          <ac:inkMkLst>
            <pc:docMk/>
            <pc:sldMk cId="4098066861" sldId="475"/>
            <ac:inkMk id="94" creationId="{B5A115CA-0249-3872-591A-671141A8A5A4}"/>
          </ac:inkMkLst>
        </pc:inkChg>
        <pc:inkChg chg="add">
          <ac:chgData name="#GOH BO JUN, ISSAC (WU BOJUN)#" userId="ce8c5c95-f0eb-4abf-bc55-35adb6fccc0a" providerId="ADAL" clId="{AFEAA370-9BEA-4693-BF69-6415682B746D}" dt="2025-04-11T16:35:12.146" v="128" actId="9405"/>
          <ac:inkMkLst>
            <pc:docMk/>
            <pc:sldMk cId="4098066861" sldId="475"/>
            <ac:inkMk id="95" creationId="{14DD4A1A-DD69-A263-C011-68E63F295B91}"/>
          </ac:inkMkLst>
        </pc:inkChg>
        <pc:inkChg chg="add">
          <ac:chgData name="#GOH BO JUN, ISSAC (WU BOJUN)#" userId="ce8c5c95-f0eb-4abf-bc55-35adb6fccc0a" providerId="ADAL" clId="{AFEAA370-9BEA-4693-BF69-6415682B746D}" dt="2025-04-11T16:35:14.042" v="130" actId="9405"/>
          <ac:inkMkLst>
            <pc:docMk/>
            <pc:sldMk cId="4098066861" sldId="475"/>
            <ac:inkMk id="97" creationId="{91DD47FE-27F0-90D6-4A2B-EA48BADAE4AF}"/>
          </ac:inkMkLst>
        </pc:inkChg>
        <pc:inkChg chg="add">
          <ac:chgData name="#GOH BO JUN, ISSAC (WU BOJUN)#" userId="ce8c5c95-f0eb-4abf-bc55-35adb6fccc0a" providerId="ADAL" clId="{AFEAA370-9BEA-4693-BF69-6415682B746D}" dt="2025-04-11T16:35:14.243" v="131" actId="9405"/>
          <ac:inkMkLst>
            <pc:docMk/>
            <pc:sldMk cId="4098066861" sldId="475"/>
            <ac:inkMk id="98" creationId="{9DBB6335-16F1-4C7B-7169-CDFD2FA6286E}"/>
          </ac:inkMkLst>
        </pc:inkChg>
        <pc:inkChg chg="add mod">
          <ac:chgData name="#GOH BO JUN, ISSAC (WU BOJUN)#" userId="ce8c5c95-f0eb-4abf-bc55-35adb6fccc0a" providerId="ADAL" clId="{AFEAA370-9BEA-4693-BF69-6415682B746D}" dt="2025-04-11T16:35:20.648" v="146"/>
          <ac:inkMkLst>
            <pc:docMk/>
            <pc:sldMk cId="4098066861" sldId="475"/>
            <ac:inkMk id="100" creationId="{7C2A39EA-AEEC-90F2-4935-6D00DEA26B8B}"/>
          </ac:inkMkLst>
        </pc:inkChg>
        <pc:inkChg chg="add mod">
          <ac:chgData name="#GOH BO JUN, ISSAC (WU BOJUN)#" userId="ce8c5c95-f0eb-4abf-bc55-35adb6fccc0a" providerId="ADAL" clId="{AFEAA370-9BEA-4693-BF69-6415682B746D}" dt="2025-04-11T16:35:20.648" v="146"/>
          <ac:inkMkLst>
            <pc:docMk/>
            <pc:sldMk cId="4098066861" sldId="475"/>
            <ac:inkMk id="101" creationId="{5EC5C3B9-093C-E821-7807-8979E956AB89}"/>
          </ac:inkMkLst>
        </pc:inkChg>
        <pc:inkChg chg="add mod">
          <ac:chgData name="#GOH BO JUN, ISSAC (WU BOJUN)#" userId="ce8c5c95-f0eb-4abf-bc55-35adb6fccc0a" providerId="ADAL" clId="{AFEAA370-9BEA-4693-BF69-6415682B746D}" dt="2025-04-11T16:35:20.648" v="146"/>
          <ac:inkMkLst>
            <pc:docMk/>
            <pc:sldMk cId="4098066861" sldId="475"/>
            <ac:inkMk id="102" creationId="{8C84C087-0869-47BC-0ADF-584E5476885F}"/>
          </ac:inkMkLst>
        </pc:inkChg>
        <pc:inkChg chg="add mod">
          <ac:chgData name="#GOH BO JUN, ISSAC (WU BOJUN)#" userId="ce8c5c95-f0eb-4abf-bc55-35adb6fccc0a" providerId="ADAL" clId="{AFEAA370-9BEA-4693-BF69-6415682B746D}" dt="2025-04-11T16:35:20.648" v="146"/>
          <ac:inkMkLst>
            <pc:docMk/>
            <pc:sldMk cId="4098066861" sldId="475"/>
            <ac:inkMk id="103" creationId="{B7BAF724-B3F2-A200-E0DC-E61387B46F82}"/>
          </ac:inkMkLst>
        </pc:inkChg>
        <pc:inkChg chg="add mod">
          <ac:chgData name="#GOH BO JUN, ISSAC (WU BOJUN)#" userId="ce8c5c95-f0eb-4abf-bc55-35adb6fccc0a" providerId="ADAL" clId="{AFEAA370-9BEA-4693-BF69-6415682B746D}" dt="2025-04-11T16:35:20.648" v="146"/>
          <ac:inkMkLst>
            <pc:docMk/>
            <pc:sldMk cId="4098066861" sldId="475"/>
            <ac:inkMk id="104" creationId="{E0D39702-593B-16C2-BC33-6885C61C76A8}"/>
          </ac:inkMkLst>
        </pc:inkChg>
        <pc:inkChg chg="add mod">
          <ac:chgData name="#GOH BO JUN, ISSAC (WU BOJUN)#" userId="ce8c5c95-f0eb-4abf-bc55-35adb6fccc0a" providerId="ADAL" clId="{AFEAA370-9BEA-4693-BF69-6415682B746D}" dt="2025-04-11T16:35:20.648" v="146"/>
          <ac:inkMkLst>
            <pc:docMk/>
            <pc:sldMk cId="4098066861" sldId="475"/>
            <ac:inkMk id="105" creationId="{317923A6-FEFB-473E-789E-998CC91A3D4B}"/>
          </ac:inkMkLst>
        </pc:inkChg>
        <pc:inkChg chg="add mod">
          <ac:chgData name="#GOH BO JUN, ISSAC (WU BOJUN)#" userId="ce8c5c95-f0eb-4abf-bc55-35adb6fccc0a" providerId="ADAL" clId="{AFEAA370-9BEA-4693-BF69-6415682B746D}" dt="2025-04-11T16:35:20.648" v="146"/>
          <ac:inkMkLst>
            <pc:docMk/>
            <pc:sldMk cId="4098066861" sldId="475"/>
            <ac:inkMk id="106" creationId="{DF5F71F6-5601-1428-9DCB-3822E3CD6B53}"/>
          </ac:inkMkLst>
        </pc:inkChg>
        <pc:inkChg chg="add">
          <ac:chgData name="#GOH BO JUN, ISSAC (WU BOJUN)#" userId="ce8c5c95-f0eb-4abf-bc55-35adb6fccc0a" providerId="ADAL" clId="{AFEAA370-9BEA-4693-BF69-6415682B746D}" dt="2025-04-11T16:35:18.500" v="140" actId="9405"/>
          <ac:inkMkLst>
            <pc:docMk/>
            <pc:sldMk cId="4098066861" sldId="475"/>
            <ac:inkMk id="107" creationId="{BC7EC517-B11B-E5BE-2104-70A751BEF355}"/>
          </ac:inkMkLst>
        </pc:inkChg>
        <pc:inkChg chg="add mod">
          <ac:chgData name="#GOH BO JUN, ISSAC (WU BOJUN)#" userId="ce8c5c95-f0eb-4abf-bc55-35adb6fccc0a" providerId="ADAL" clId="{AFEAA370-9BEA-4693-BF69-6415682B746D}" dt="2025-04-11T16:35:20.648" v="146"/>
          <ac:inkMkLst>
            <pc:docMk/>
            <pc:sldMk cId="4098066861" sldId="475"/>
            <ac:inkMk id="108" creationId="{99E88161-3B5A-D694-F7ED-9244ED754445}"/>
          </ac:inkMkLst>
        </pc:inkChg>
        <pc:inkChg chg="add mod">
          <ac:chgData name="#GOH BO JUN, ISSAC (WU BOJUN)#" userId="ce8c5c95-f0eb-4abf-bc55-35adb6fccc0a" providerId="ADAL" clId="{AFEAA370-9BEA-4693-BF69-6415682B746D}" dt="2025-04-11T16:35:20.648" v="146"/>
          <ac:inkMkLst>
            <pc:docMk/>
            <pc:sldMk cId="4098066861" sldId="475"/>
            <ac:inkMk id="109" creationId="{38DD3F37-53C9-DE97-F80B-1202CD516D3F}"/>
          </ac:inkMkLst>
        </pc:inkChg>
        <pc:inkChg chg="add">
          <ac:chgData name="#GOH BO JUN, ISSAC (WU BOJUN)#" userId="ce8c5c95-f0eb-4abf-bc55-35adb6fccc0a" providerId="ADAL" clId="{AFEAA370-9BEA-4693-BF69-6415682B746D}" dt="2025-04-11T16:35:19.312" v="143" actId="9405"/>
          <ac:inkMkLst>
            <pc:docMk/>
            <pc:sldMk cId="4098066861" sldId="475"/>
            <ac:inkMk id="110" creationId="{625D024D-B919-FBB2-66BF-44A18D034177}"/>
          </ac:inkMkLst>
        </pc:inkChg>
        <pc:inkChg chg="add">
          <ac:chgData name="#GOH BO JUN, ISSAC (WU BOJUN)#" userId="ce8c5c95-f0eb-4abf-bc55-35adb6fccc0a" providerId="ADAL" clId="{AFEAA370-9BEA-4693-BF69-6415682B746D}" dt="2025-04-11T16:35:19.567" v="144" actId="9405"/>
          <ac:inkMkLst>
            <pc:docMk/>
            <pc:sldMk cId="4098066861" sldId="475"/>
            <ac:inkMk id="111" creationId="{99A81C39-5AEE-80DB-D349-F88A8407E5CF}"/>
          </ac:inkMkLst>
        </pc:inkChg>
        <pc:inkChg chg="add">
          <ac:chgData name="#GOH BO JUN, ISSAC (WU BOJUN)#" userId="ce8c5c95-f0eb-4abf-bc55-35adb6fccc0a" providerId="ADAL" clId="{AFEAA370-9BEA-4693-BF69-6415682B746D}" dt="2025-04-11T16:35:19.934" v="145" actId="9405"/>
          <ac:inkMkLst>
            <pc:docMk/>
            <pc:sldMk cId="4098066861" sldId="475"/>
            <ac:inkMk id="112" creationId="{0540DA39-03E1-CB71-7167-46DD11E6576A}"/>
          </ac:inkMkLst>
        </pc:inkChg>
        <pc:inkChg chg="add">
          <ac:chgData name="#GOH BO JUN, ISSAC (WU BOJUN)#" userId="ce8c5c95-f0eb-4abf-bc55-35adb6fccc0a" providerId="ADAL" clId="{AFEAA370-9BEA-4693-BF69-6415682B746D}" dt="2025-04-11T16:35:21.490" v="147" actId="9405"/>
          <ac:inkMkLst>
            <pc:docMk/>
            <pc:sldMk cId="4098066861" sldId="475"/>
            <ac:inkMk id="114" creationId="{EBA4B831-A385-951E-F097-F2AA7CF8BD5E}"/>
          </ac:inkMkLst>
        </pc:inkChg>
        <pc:inkChg chg="add">
          <ac:chgData name="#GOH BO JUN, ISSAC (WU BOJUN)#" userId="ce8c5c95-f0eb-4abf-bc55-35adb6fccc0a" providerId="ADAL" clId="{AFEAA370-9BEA-4693-BF69-6415682B746D}" dt="2025-04-11T16:35:21.676" v="148" actId="9405"/>
          <ac:inkMkLst>
            <pc:docMk/>
            <pc:sldMk cId="4098066861" sldId="475"/>
            <ac:inkMk id="115" creationId="{F6EDD0EA-26A2-9573-5CC9-DDE79EA31764}"/>
          </ac:inkMkLst>
        </pc:inkChg>
        <pc:inkChg chg="add">
          <ac:chgData name="#GOH BO JUN, ISSAC (WU BOJUN)#" userId="ce8c5c95-f0eb-4abf-bc55-35adb6fccc0a" providerId="ADAL" clId="{AFEAA370-9BEA-4693-BF69-6415682B746D}" dt="2025-04-11T16:35:21.845" v="149" actId="9405"/>
          <ac:inkMkLst>
            <pc:docMk/>
            <pc:sldMk cId="4098066861" sldId="475"/>
            <ac:inkMk id="116" creationId="{CF954DB3-A3B8-EE0B-9228-FD060A26DD23}"/>
          </ac:inkMkLst>
        </pc:inkChg>
        <pc:inkChg chg="add">
          <ac:chgData name="#GOH BO JUN, ISSAC (WU BOJUN)#" userId="ce8c5c95-f0eb-4abf-bc55-35adb6fccc0a" providerId="ADAL" clId="{AFEAA370-9BEA-4693-BF69-6415682B746D}" dt="2025-04-11T16:35:22.063" v="150" actId="9405"/>
          <ac:inkMkLst>
            <pc:docMk/>
            <pc:sldMk cId="4098066861" sldId="475"/>
            <ac:inkMk id="117" creationId="{095A69AD-46A8-DBFA-01E6-598734E94E61}"/>
          </ac:inkMkLst>
        </pc:inkChg>
        <pc:inkChg chg="add">
          <ac:chgData name="#GOH BO JUN, ISSAC (WU BOJUN)#" userId="ce8c5c95-f0eb-4abf-bc55-35adb6fccc0a" providerId="ADAL" clId="{AFEAA370-9BEA-4693-BF69-6415682B746D}" dt="2025-04-11T16:35:22.392" v="151" actId="9405"/>
          <ac:inkMkLst>
            <pc:docMk/>
            <pc:sldMk cId="4098066861" sldId="475"/>
            <ac:inkMk id="118" creationId="{F349A382-B169-CB15-206D-CDADE42A17AF}"/>
          </ac:inkMkLst>
        </pc:inkChg>
        <pc:inkChg chg="add">
          <ac:chgData name="#GOH BO JUN, ISSAC (WU BOJUN)#" userId="ce8c5c95-f0eb-4abf-bc55-35adb6fccc0a" providerId="ADAL" clId="{AFEAA370-9BEA-4693-BF69-6415682B746D}" dt="2025-04-11T16:35:22.560" v="152" actId="9405"/>
          <ac:inkMkLst>
            <pc:docMk/>
            <pc:sldMk cId="4098066861" sldId="475"/>
            <ac:inkMk id="119" creationId="{07B5132E-3A79-39AB-C446-CC57D6CAC974}"/>
          </ac:inkMkLst>
        </pc:inkChg>
        <pc:inkChg chg="add">
          <ac:chgData name="#GOH BO JUN, ISSAC (WU BOJUN)#" userId="ce8c5c95-f0eb-4abf-bc55-35adb6fccc0a" providerId="ADAL" clId="{AFEAA370-9BEA-4693-BF69-6415682B746D}" dt="2025-04-11T16:35:22.828" v="153" actId="9405"/>
          <ac:inkMkLst>
            <pc:docMk/>
            <pc:sldMk cId="4098066861" sldId="475"/>
            <ac:inkMk id="120" creationId="{BFC639B7-91F2-524D-3756-C6B31FF0B440}"/>
          </ac:inkMkLst>
        </pc:inkChg>
        <pc:inkChg chg="add">
          <ac:chgData name="#GOH BO JUN, ISSAC (WU BOJUN)#" userId="ce8c5c95-f0eb-4abf-bc55-35adb6fccc0a" providerId="ADAL" clId="{AFEAA370-9BEA-4693-BF69-6415682B746D}" dt="2025-04-11T16:35:23.014" v="154" actId="9405"/>
          <ac:inkMkLst>
            <pc:docMk/>
            <pc:sldMk cId="4098066861" sldId="475"/>
            <ac:inkMk id="121" creationId="{0F3FA5B1-AEC3-21ED-179A-DD8355CA5162}"/>
          </ac:inkMkLst>
        </pc:inkChg>
        <pc:inkChg chg="add">
          <ac:chgData name="#GOH BO JUN, ISSAC (WU BOJUN)#" userId="ce8c5c95-f0eb-4abf-bc55-35adb6fccc0a" providerId="ADAL" clId="{AFEAA370-9BEA-4693-BF69-6415682B746D}" dt="2025-04-11T16:35:23.352" v="155" actId="9405"/>
          <ac:inkMkLst>
            <pc:docMk/>
            <pc:sldMk cId="4098066861" sldId="475"/>
            <ac:inkMk id="122" creationId="{004E0F33-07EB-1161-F95D-B91D2D608199}"/>
          </ac:inkMkLst>
        </pc:inkChg>
        <pc:inkChg chg="add">
          <ac:chgData name="#GOH BO JUN, ISSAC (WU BOJUN)#" userId="ce8c5c95-f0eb-4abf-bc55-35adb6fccc0a" providerId="ADAL" clId="{AFEAA370-9BEA-4693-BF69-6415682B746D}" dt="2025-04-11T16:35:23.661" v="156" actId="9405"/>
          <ac:inkMkLst>
            <pc:docMk/>
            <pc:sldMk cId="4098066861" sldId="475"/>
            <ac:inkMk id="123" creationId="{153E15AC-1E3D-6C7F-4365-A964D8C8F4FC}"/>
          </ac:inkMkLst>
        </pc:inkChg>
        <pc:inkChg chg="add">
          <ac:chgData name="#GOH BO JUN, ISSAC (WU BOJUN)#" userId="ce8c5c95-f0eb-4abf-bc55-35adb6fccc0a" providerId="ADAL" clId="{AFEAA370-9BEA-4693-BF69-6415682B746D}" dt="2025-04-11T16:35:23.868" v="157" actId="9405"/>
          <ac:inkMkLst>
            <pc:docMk/>
            <pc:sldMk cId="4098066861" sldId="475"/>
            <ac:inkMk id="124" creationId="{3F06482C-9B1A-002E-89FD-1731FBCD9D43}"/>
          </ac:inkMkLst>
        </pc:inkChg>
        <pc:inkChg chg="add">
          <ac:chgData name="#GOH BO JUN, ISSAC (WU BOJUN)#" userId="ce8c5c95-f0eb-4abf-bc55-35adb6fccc0a" providerId="ADAL" clId="{AFEAA370-9BEA-4693-BF69-6415682B746D}" dt="2025-04-11T16:35:24.163" v="158" actId="9405"/>
          <ac:inkMkLst>
            <pc:docMk/>
            <pc:sldMk cId="4098066861" sldId="475"/>
            <ac:inkMk id="125" creationId="{26DF383E-D373-FF8D-5B44-5ACD7BFDC212}"/>
          </ac:inkMkLst>
        </pc:inkChg>
        <pc:inkChg chg="add">
          <ac:chgData name="#GOH BO JUN, ISSAC (WU BOJUN)#" userId="ce8c5c95-f0eb-4abf-bc55-35adb6fccc0a" providerId="ADAL" clId="{AFEAA370-9BEA-4693-BF69-6415682B746D}" dt="2025-04-11T16:35:24.580" v="159" actId="9405"/>
          <ac:inkMkLst>
            <pc:docMk/>
            <pc:sldMk cId="4098066861" sldId="475"/>
            <ac:inkMk id="126" creationId="{56A99C18-5378-1EE0-7978-AA55A752CFEF}"/>
          </ac:inkMkLst>
        </pc:inkChg>
        <pc:inkChg chg="add">
          <ac:chgData name="#GOH BO JUN, ISSAC (WU BOJUN)#" userId="ce8c5c95-f0eb-4abf-bc55-35adb6fccc0a" providerId="ADAL" clId="{AFEAA370-9BEA-4693-BF69-6415682B746D}" dt="2025-04-11T16:35:25.066" v="160" actId="9405"/>
          <ac:inkMkLst>
            <pc:docMk/>
            <pc:sldMk cId="4098066861" sldId="475"/>
            <ac:inkMk id="127" creationId="{5C98C6E3-8C3F-0139-7F1E-0D8B91A40F51}"/>
          </ac:inkMkLst>
        </pc:inkChg>
        <pc:inkChg chg="add">
          <ac:chgData name="#GOH BO JUN, ISSAC (WU BOJUN)#" userId="ce8c5c95-f0eb-4abf-bc55-35adb6fccc0a" providerId="ADAL" clId="{AFEAA370-9BEA-4693-BF69-6415682B746D}" dt="2025-04-11T16:35:25.624" v="161" actId="9405"/>
          <ac:inkMkLst>
            <pc:docMk/>
            <pc:sldMk cId="4098066861" sldId="475"/>
            <ac:inkMk id="128" creationId="{00E6F1FE-D973-A75E-1638-A5E884A65099}"/>
          </ac:inkMkLst>
        </pc:inkChg>
        <pc:inkChg chg="add mod">
          <ac:chgData name="#GOH BO JUN, ISSAC (WU BOJUN)#" userId="ce8c5c95-f0eb-4abf-bc55-35adb6fccc0a" providerId="ADAL" clId="{AFEAA370-9BEA-4693-BF69-6415682B746D}" dt="2025-04-11T16:35:35.524" v="180"/>
          <ac:inkMkLst>
            <pc:docMk/>
            <pc:sldMk cId="4098066861" sldId="475"/>
            <ac:inkMk id="130" creationId="{0113650E-3BEA-C28C-17F0-CE15EC52B90A}"/>
          </ac:inkMkLst>
        </pc:inkChg>
        <pc:inkChg chg="add mod">
          <ac:chgData name="#GOH BO JUN, ISSAC (WU BOJUN)#" userId="ce8c5c95-f0eb-4abf-bc55-35adb6fccc0a" providerId="ADAL" clId="{AFEAA370-9BEA-4693-BF69-6415682B746D}" dt="2025-04-11T16:35:35.524" v="180"/>
          <ac:inkMkLst>
            <pc:docMk/>
            <pc:sldMk cId="4098066861" sldId="475"/>
            <ac:inkMk id="131" creationId="{783B3B2B-2E08-66AD-600E-398B4EA85730}"/>
          </ac:inkMkLst>
        </pc:inkChg>
        <pc:inkChg chg="add mod">
          <ac:chgData name="#GOH BO JUN, ISSAC (WU BOJUN)#" userId="ce8c5c95-f0eb-4abf-bc55-35adb6fccc0a" providerId="ADAL" clId="{AFEAA370-9BEA-4693-BF69-6415682B746D}" dt="2025-04-11T16:35:35.524" v="180"/>
          <ac:inkMkLst>
            <pc:docMk/>
            <pc:sldMk cId="4098066861" sldId="475"/>
            <ac:inkMk id="132" creationId="{3F0335E7-E975-3C68-BC9D-CD55A57B9A09}"/>
          </ac:inkMkLst>
        </pc:inkChg>
        <pc:inkChg chg="add mod">
          <ac:chgData name="#GOH BO JUN, ISSAC (WU BOJUN)#" userId="ce8c5c95-f0eb-4abf-bc55-35adb6fccc0a" providerId="ADAL" clId="{AFEAA370-9BEA-4693-BF69-6415682B746D}" dt="2025-04-11T16:35:33.997" v="178"/>
          <ac:inkMkLst>
            <pc:docMk/>
            <pc:sldMk cId="4098066861" sldId="475"/>
            <ac:inkMk id="133" creationId="{888518AD-841C-41FD-FA8A-4F02CFE85B76}"/>
          </ac:inkMkLst>
        </pc:inkChg>
        <pc:inkChg chg="add">
          <ac:chgData name="#GOH BO JUN, ISSAC (WU BOJUN)#" userId="ce8c5c95-f0eb-4abf-bc55-35adb6fccc0a" providerId="ADAL" clId="{AFEAA370-9BEA-4693-BF69-6415682B746D}" dt="2025-04-11T16:35:30.379" v="167" actId="9405"/>
          <ac:inkMkLst>
            <pc:docMk/>
            <pc:sldMk cId="4098066861" sldId="475"/>
            <ac:inkMk id="134" creationId="{4B2CD2B3-7B93-6C56-1CEA-6744EF76ECA0}"/>
          </ac:inkMkLst>
        </pc:inkChg>
        <pc:inkChg chg="add">
          <ac:chgData name="#GOH BO JUN, ISSAC (WU BOJUN)#" userId="ce8c5c95-f0eb-4abf-bc55-35adb6fccc0a" providerId="ADAL" clId="{AFEAA370-9BEA-4693-BF69-6415682B746D}" dt="2025-04-11T16:35:30.530" v="168" actId="9405"/>
          <ac:inkMkLst>
            <pc:docMk/>
            <pc:sldMk cId="4098066861" sldId="475"/>
            <ac:inkMk id="135" creationId="{922D8DBE-463E-3006-A35A-E6B2B1040AB9}"/>
          </ac:inkMkLst>
        </pc:inkChg>
        <pc:inkChg chg="add">
          <ac:chgData name="#GOH BO JUN, ISSAC (WU BOJUN)#" userId="ce8c5c95-f0eb-4abf-bc55-35adb6fccc0a" providerId="ADAL" clId="{AFEAA370-9BEA-4693-BF69-6415682B746D}" dt="2025-04-11T16:35:30.971" v="169" actId="9405"/>
          <ac:inkMkLst>
            <pc:docMk/>
            <pc:sldMk cId="4098066861" sldId="475"/>
            <ac:inkMk id="136" creationId="{DD44ADA6-540F-ED46-A774-078ABC690194}"/>
          </ac:inkMkLst>
        </pc:inkChg>
        <pc:inkChg chg="add">
          <ac:chgData name="#GOH BO JUN, ISSAC (WU BOJUN)#" userId="ce8c5c95-f0eb-4abf-bc55-35adb6fccc0a" providerId="ADAL" clId="{AFEAA370-9BEA-4693-BF69-6415682B746D}" dt="2025-04-11T16:35:31.328" v="170" actId="9405"/>
          <ac:inkMkLst>
            <pc:docMk/>
            <pc:sldMk cId="4098066861" sldId="475"/>
            <ac:inkMk id="137" creationId="{BC44B835-5E19-1ABA-7C66-3C1476BFAE12}"/>
          </ac:inkMkLst>
        </pc:inkChg>
        <pc:inkChg chg="add mod">
          <ac:chgData name="#GOH BO JUN, ISSAC (WU BOJUN)#" userId="ce8c5c95-f0eb-4abf-bc55-35adb6fccc0a" providerId="ADAL" clId="{AFEAA370-9BEA-4693-BF69-6415682B746D}" dt="2025-04-11T16:35:35.524" v="180"/>
          <ac:inkMkLst>
            <pc:docMk/>
            <pc:sldMk cId="4098066861" sldId="475"/>
            <ac:inkMk id="138" creationId="{64A5D7D9-0DF4-34B8-0AB5-3738E4F47009}"/>
          </ac:inkMkLst>
        </pc:inkChg>
        <pc:inkChg chg="add mod">
          <ac:chgData name="#GOH BO JUN, ISSAC (WU BOJUN)#" userId="ce8c5c95-f0eb-4abf-bc55-35adb6fccc0a" providerId="ADAL" clId="{AFEAA370-9BEA-4693-BF69-6415682B746D}" dt="2025-04-11T16:35:35.524" v="180"/>
          <ac:inkMkLst>
            <pc:docMk/>
            <pc:sldMk cId="4098066861" sldId="475"/>
            <ac:inkMk id="139" creationId="{F1F00450-DA84-D5E9-6E8C-C7F7027799D5}"/>
          </ac:inkMkLst>
        </pc:inkChg>
        <pc:inkChg chg="add">
          <ac:chgData name="#GOH BO JUN, ISSAC (WU BOJUN)#" userId="ce8c5c95-f0eb-4abf-bc55-35adb6fccc0a" providerId="ADAL" clId="{AFEAA370-9BEA-4693-BF69-6415682B746D}" dt="2025-04-11T16:35:32.229" v="173" actId="9405"/>
          <ac:inkMkLst>
            <pc:docMk/>
            <pc:sldMk cId="4098066861" sldId="475"/>
            <ac:inkMk id="140" creationId="{8332696D-3BE5-B8D5-BB36-886E477101E1}"/>
          </ac:inkMkLst>
        </pc:inkChg>
        <pc:inkChg chg="add mod">
          <ac:chgData name="#GOH BO JUN, ISSAC (WU BOJUN)#" userId="ce8c5c95-f0eb-4abf-bc55-35adb6fccc0a" providerId="ADAL" clId="{AFEAA370-9BEA-4693-BF69-6415682B746D}" dt="2025-04-11T16:35:35.524" v="180"/>
          <ac:inkMkLst>
            <pc:docMk/>
            <pc:sldMk cId="4098066861" sldId="475"/>
            <ac:inkMk id="141" creationId="{D2F3FA21-7D6C-20E6-2A71-CB416CD65A8B}"/>
          </ac:inkMkLst>
        </pc:inkChg>
        <pc:inkChg chg="add mod">
          <ac:chgData name="#GOH BO JUN, ISSAC (WU BOJUN)#" userId="ce8c5c95-f0eb-4abf-bc55-35adb6fccc0a" providerId="ADAL" clId="{AFEAA370-9BEA-4693-BF69-6415682B746D}" dt="2025-04-11T16:35:35.524" v="180"/>
          <ac:inkMkLst>
            <pc:docMk/>
            <pc:sldMk cId="4098066861" sldId="475"/>
            <ac:inkMk id="142" creationId="{FE06497C-87CE-B76B-2F07-22C16637936B}"/>
          </ac:inkMkLst>
        </pc:inkChg>
        <pc:inkChg chg="add">
          <ac:chgData name="#GOH BO JUN, ISSAC (WU BOJUN)#" userId="ce8c5c95-f0eb-4abf-bc55-35adb6fccc0a" providerId="ADAL" clId="{AFEAA370-9BEA-4693-BF69-6415682B746D}" dt="2025-04-11T16:35:33.232" v="176" actId="9405"/>
          <ac:inkMkLst>
            <pc:docMk/>
            <pc:sldMk cId="4098066861" sldId="475"/>
            <ac:inkMk id="143" creationId="{8EBF46D7-E419-F2C8-7EC3-24F26820E623}"/>
          </ac:inkMkLst>
        </pc:inkChg>
        <pc:inkChg chg="add mod">
          <ac:chgData name="#GOH BO JUN, ISSAC (WU BOJUN)#" userId="ce8c5c95-f0eb-4abf-bc55-35adb6fccc0a" providerId="ADAL" clId="{AFEAA370-9BEA-4693-BF69-6415682B746D}" dt="2025-04-11T16:35:33.997" v="178"/>
          <ac:inkMkLst>
            <pc:docMk/>
            <pc:sldMk cId="4098066861" sldId="475"/>
            <ac:inkMk id="144" creationId="{3B7CDF55-1F08-67FA-DF23-B6BBED12E228}"/>
          </ac:inkMkLst>
        </pc:inkChg>
        <pc:inkChg chg="add mod">
          <ac:chgData name="#GOH BO JUN, ISSAC (WU BOJUN)#" userId="ce8c5c95-f0eb-4abf-bc55-35adb6fccc0a" providerId="ADAL" clId="{AFEAA370-9BEA-4693-BF69-6415682B746D}" dt="2025-04-11T16:35:35.524" v="180"/>
          <ac:inkMkLst>
            <pc:docMk/>
            <pc:sldMk cId="4098066861" sldId="475"/>
            <ac:inkMk id="146" creationId="{EBAB9A26-DBDA-1A24-BBEC-4C0C19DA4285}"/>
          </ac:inkMkLst>
        </pc:inkChg>
      </pc:sldChg>
      <pc:sldChg chg="addSp delSp modSp mod">
        <pc:chgData name="#GOH BO JUN, ISSAC (WU BOJUN)#" userId="ce8c5c95-f0eb-4abf-bc55-35adb6fccc0a" providerId="ADAL" clId="{AFEAA370-9BEA-4693-BF69-6415682B746D}" dt="2025-04-11T16:37:24.401" v="212"/>
        <pc:sldMkLst>
          <pc:docMk/>
          <pc:sldMk cId="333418273" sldId="477"/>
        </pc:sldMkLst>
        <pc:grpChg chg="del mod">
          <ac:chgData name="#GOH BO JUN, ISSAC (WU BOJUN)#" userId="ce8c5c95-f0eb-4abf-bc55-35adb6fccc0a" providerId="ADAL" clId="{AFEAA370-9BEA-4693-BF69-6415682B746D}" dt="2025-04-11T16:37:06.563" v="191"/>
          <ac:grpSpMkLst>
            <pc:docMk/>
            <pc:sldMk cId="333418273" sldId="477"/>
            <ac:grpSpMk id="12" creationId="{F248022F-9BB2-8E07-C6C5-C0382EB9662D}"/>
          </ac:grpSpMkLst>
        </pc:grpChg>
        <pc:grpChg chg="mod">
          <ac:chgData name="#GOH BO JUN, ISSAC (WU BOJUN)#" userId="ce8c5c95-f0eb-4abf-bc55-35adb6fccc0a" providerId="ADAL" clId="{AFEAA370-9BEA-4693-BF69-6415682B746D}" dt="2025-04-11T16:37:06.563" v="191"/>
          <ac:grpSpMkLst>
            <pc:docMk/>
            <pc:sldMk cId="333418273" sldId="477"/>
            <ac:grpSpMk id="17" creationId="{D4000771-94FC-0BCF-8FEB-7D842DBFF0CB}"/>
          </ac:grpSpMkLst>
        </pc:grpChg>
        <pc:grpChg chg="mod">
          <ac:chgData name="#GOH BO JUN, ISSAC (WU BOJUN)#" userId="ce8c5c95-f0eb-4abf-bc55-35adb6fccc0a" providerId="ADAL" clId="{AFEAA370-9BEA-4693-BF69-6415682B746D}" dt="2025-04-11T16:37:06.563" v="191"/>
          <ac:grpSpMkLst>
            <pc:docMk/>
            <pc:sldMk cId="333418273" sldId="477"/>
            <ac:grpSpMk id="18" creationId="{66A1A6C1-0CDE-03F1-77AF-7165CDA6AC0D}"/>
          </ac:grpSpMkLst>
        </pc:grpChg>
        <pc:grpChg chg="mod">
          <ac:chgData name="#GOH BO JUN, ISSAC (WU BOJUN)#" userId="ce8c5c95-f0eb-4abf-bc55-35adb6fccc0a" providerId="ADAL" clId="{AFEAA370-9BEA-4693-BF69-6415682B746D}" dt="2025-04-11T16:37:09.553" v="198"/>
          <ac:grpSpMkLst>
            <pc:docMk/>
            <pc:sldMk cId="333418273" sldId="477"/>
            <ac:grpSpMk id="25" creationId="{E30AC103-8889-FB8E-4104-C196001B12AE}"/>
          </ac:grpSpMkLst>
        </pc:grpChg>
        <pc:grpChg chg="mod">
          <ac:chgData name="#GOH BO JUN, ISSAC (WU BOJUN)#" userId="ce8c5c95-f0eb-4abf-bc55-35adb6fccc0a" providerId="ADAL" clId="{AFEAA370-9BEA-4693-BF69-6415682B746D}" dt="2025-04-11T16:37:09.553" v="198"/>
          <ac:grpSpMkLst>
            <pc:docMk/>
            <pc:sldMk cId="333418273" sldId="477"/>
            <ac:grpSpMk id="26" creationId="{A9ED1276-05D8-C20A-D770-B56191A3C565}"/>
          </ac:grpSpMkLst>
        </pc:grpChg>
        <pc:grpChg chg="mod">
          <ac:chgData name="#GOH BO JUN, ISSAC (WU BOJUN)#" userId="ce8c5c95-f0eb-4abf-bc55-35adb6fccc0a" providerId="ADAL" clId="{AFEAA370-9BEA-4693-BF69-6415682B746D}" dt="2025-04-11T16:37:24.401" v="212"/>
          <ac:grpSpMkLst>
            <pc:docMk/>
            <pc:sldMk cId="333418273" sldId="477"/>
            <ac:grpSpMk id="40" creationId="{B9476147-2FFD-5B33-14C4-346D56DF9E32}"/>
          </ac:grpSpMkLst>
        </pc:grpChg>
        <pc:grpChg chg="del mod">
          <ac:chgData name="#GOH BO JUN, ISSAC (WU BOJUN)#" userId="ce8c5c95-f0eb-4abf-bc55-35adb6fccc0a" providerId="ADAL" clId="{AFEAA370-9BEA-4693-BF69-6415682B746D}" dt="2025-04-11T16:37:24.401" v="212"/>
          <ac:grpSpMkLst>
            <pc:docMk/>
            <pc:sldMk cId="333418273" sldId="477"/>
            <ac:grpSpMk id="41" creationId="{0216DF9C-D499-D289-BFA5-0475BAB493A7}"/>
          </ac:grpSpMkLst>
        </pc:grpChg>
        <pc:grpChg chg="del mod">
          <ac:chgData name="#GOH BO JUN, ISSAC (WU BOJUN)#" userId="ce8c5c95-f0eb-4abf-bc55-35adb6fccc0a" providerId="ADAL" clId="{AFEAA370-9BEA-4693-BF69-6415682B746D}" dt="2025-04-11T16:37:24.401" v="212"/>
          <ac:grpSpMkLst>
            <pc:docMk/>
            <pc:sldMk cId="333418273" sldId="477"/>
            <ac:grpSpMk id="42" creationId="{A7CB26A8-64E8-8CD3-6548-4A51E74FF4E6}"/>
          </ac:grpSpMkLst>
        </pc:grpChg>
        <pc:grpChg chg="mod">
          <ac:chgData name="#GOH BO JUN, ISSAC (WU BOJUN)#" userId="ce8c5c95-f0eb-4abf-bc55-35adb6fccc0a" providerId="ADAL" clId="{AFEAA370-9BEA-4693-BF69-6415682B746D}" dt="2025-04-11T16:37:24.401" v="212"/>
          <ac:grpSpMkLst>
            <pc:docMk/>
            <pc:sldMk cId="333418273" sldId="477"/>
            <ac:grpSpMk id="43" creationId="{2B378CC0-F4E1-B675-1953-D6A50C9B8018}"/>
          </ac:grpSpMkLst>
        </pc:grpChg>
        <pc:inkChg chg="add mod">
          <ac:chgData name="#GOH BO JUN, ISSAC (WU BOJUN)#" userId="ce8c5c95-f0eb-4abf-bc55-35adb6fccc0a" providerId="ADAL" clId="{AFEAA370-9BEA-4693-BF69-6415682B746D}" dt="2025-04-11T16:37:06.563" v="191"/>
          <ac:inkMkLst>
            <pc:docMk/>
            <pc:sldMk cId="333418273" sldId="477"/>
            <ac:inkMk id="4" creationId="{1C0AEE2B-940D-4A58-BFCD-EDC24DB00A52}"/>
          </ac:inkMkLst>
        </pc:inkChg>
        <pc:inkChg chg="add mod">
          <ac:chgData name="#GOH BO JUN, ISSAC (WU BOJUN)#" userId="ce8c5c95-f0eb-4abf-bc55-35adb6fccc0a" providerId="ADAL" clId="{AFEAA370-9BEA-4693-BF69-6415682B746D}" dt="2025-04-11T16:37:06.563" v="191"/>
          <ac:inkMkLst>
            <pc:docMk/>
            <pc:sldMk cId="333418273" sldId="477"/>
            <ac:inkMk id="6" creationId="{C715E475-944F-BF24-6270-1489E5F70CDD}"/>
          </ac:inkMkLst>
        </pc:inkChg>
        <pc:inkChg chg="add mod">
          <ac:chgData name="#GOH BO JUN, ISSAC (WU BOJUN)#" userId="ce8c5c95-f0eb-4abf-bc55-35adb6fccc0a" providerId="ADAL" clId="{AFEAA370-9BEA-4693-BF69-6415682B746D}" dt="2025-04-11T16:37:04.684" v="186"/>
          <ac:inkMkLst>
            <pc:docMk/>
            <pc:sldMk cId="333418273" sldId="477"/>
            <ac:inkMk id="9" creationId="{E5A52AA6-C406-5CE6-531D-1E06D067EA4B}"/>
          </ac:inkMkLst>
        </pc:inkChg>
        <pc:inkChg chg="add mod">
          <ac:chgData name="#GOH BO JUN, ISSAC (WU BOJUN)#" userId="ce8c5c95-f0eb-4abf-bc55-35adb6fccc0a" providerId="ADAL" clId="{AFEAA370-9BEA-4693-BF69-6415682B746D}" dt="2025-04-11T16:37:06.563" v="191"/>
          <ac:inkMkLst>
            <pc:docMk/>
            <pc:sldMk cId="333418273" sldId="477"/>
            <ac:inkMk id="10" creationId="{CD0ADA51-FB34-BBB3-B39C-D50AE839BDCE}"/>
          </ac:inkMkLst>
        </pc:inkChg>
        <pc:inkChg chg="add mod">
          <ac:chgData name="#GOH BO JUN, ISSAC (WU BOJUN)#" userId="ce8c5c95-f0eb-4abf-bc55-35adb6fccc0a" providerId="ADAL" clId="{AFEAA370-9BEA-4693-BF69-6415682B746D}" dt="2025-04-11T16:37:06.563" v="191"/>
          <ac:inkMkLst>
            <pc:docMk/>
            <pc:sldMk cId="333418273" sldId="477"/>
            <ac:inkMk id="11" creationId="{B627E121-5B01-850F-A6F9-A1E1BE5063BC}"/>
          </ac:inkMkLst>
        </pc:inkChg>
        <pc:inkChg chg="add mod">
          <ac:chgData name="#GOH BO JUN, ISSAC (WU BOJUN)#" userId="ce8c5c95-f0eb-4abf-bc55-35adb6fccc0a" providerId="ADAL" clId="{AFEAA370-9BEA-4693-BF69-6415682B746D}" dt="2025-04-11T16:37:06.563" v="191"/>
          <ac:inkMkLst>
            <pc:docMk/>
            <pc:sldMk cId="333418273" sldId="477"/>
            <ac:inkMk id="13" creationId="{BD58AA2D-73B2-6931-344F-31D26429012D}"/>
          </ac:inkMkLst>
        </pc:inkChg>
        <pc:inkChg chg="add mod">
          <ac:chgData name="#GOH BO JUN, ISSAC (WU BOJUN)#" userId="ce8c5c95-f0eb-4abf-bc55-35adb6fccc0a" providerId="ADAL" clId="{AFEAA370-9BEA-4693-BF69-6415682B746D}" dt="2025-04-11T16:37:06.563" v="191"/>
          <ac:inkMkLst>
            <pc:docMk/>
            <pc:sldMk cId="333418273" sldId="477"/>
            <ac:inkMk id="14" creationId="{C5FB2FFF-D47C-F3D2-61F5-9C53C0DDE2DD}"/>
          </ac:inkMkLst>
        </pc:inkChg>
        <pc:inkChg chg="add mod">
          <ac:chgData name="#GOH BO JUN, ISSAC (WU BOJUN)#" userId="ce8c5c95-f0eb-4abf-bc55-35adb6fccc0a" providerId="ADAL" clId="{AFEAA370-9BEA-4693-BF69-6415682B746D}" dt="2025-04-11T16:37:06.563" v="191"/>
          <ac:inkMkLst>
            <pc:docMk/>
            <pc:sldMk cId="333418273" sldId="477"/>
            <ac:inkMk id="15" creationId="{59F26F29-E26D-19FB-A657-8ED7D5CACC4C}"/>
          </ac:inkMkLst>
        </pc:inkChg>
        <pc:inkChg chg="add">
          <ac:chgData name="#GOH BO JUN, ISSAC (WU BOJUN)#" userId="ce8c5c95-f0eb-4abf-bc55-35adb6fccc0a" providerId="ADAL" clId="{AFEAA370-9BEA-4693-BF69-6415682B746D}" dt="2025-04-11T16:37:05.926" v="190" actId="9405"/>
          <ac:inkMkLst>
            <pc:docMk/>
            <pc:sldMk cId="333418273" sldId="477"/>
            <ac:inkMk id="16" creationId="{E73C49A0-E915-4168-78DE-3FF36F9B05E7}"/>
          </ac:inkMkLst>
        </pc:inkChg>
        <pc:inkChg chg="add mod">
          <ac:chgData name="#GOH BO JUN, ISSAC (WU BOJUN)#" userId="ce8c5c95-f0eb-4abf-bc55-35adb6fccc0a" providerId="ADAL" clId="{AFEAA370-9BEA-4693-BF69-6415682B746D}" dt="2025-04-11T16:37:09.553" v="198"/>
          <ac:inkMkLst>
            <pc:docMk/>
            <pc:sldMk cId="333418273" sldId="477"/>
            <ac:inkMk id="19" creationId="{78D57E30-17E3-DD80-8250-B9C9AD167926}"/>
          </ac:inkMkLst>
        </pc:inkChg>
        <pc:inkChg chg="add mod">
          <ac:chgData name="#GOH BO JUN, ISSAC (WU BOJUN)#" userId="ce8c5c95-f0eb-4abf-bc55-35adb6fccc0a" providerId="ADAL" clId="{AFEAA370-9BEA-4693-BF69-6415682B746D}" dt="2025-04-11T16:37:09.553" v="198"/>
          <ac:inkMkLst>
            <pc:docMk/>
            <pc:sldMk cId="333418273" sldId="477"/>
            <ac:inkMk id="20" creationId="{86DFF9DB-5A04-690E-CD91-B341CB428301}"/>
          </ac:inkMkLst>
        </pc:inkChg>
        <pc:inkChg chg="add mod">
          <ac:chgData name="#GOH BO JUN, ISSAC (WU BOJUN)#" userId="ce8c5c95-f0eb-4abf-bc55-35adb6fccc0a" providerId="ADAL" clId="{AFEAA370-9BEA-4693-BF69-6415682B746D}" dt="2025-04-11T16:37:09.553" v="198"/>
          <ac:inkMkLst>
            <pc:docMk/>
            <pc:sldMk cId="333418273" sldId="477"/>
            <ac:inkMk id="21" creationId="{2BCE717D-2666-7971-8B52-A4F0483A22D0}"/>
          </ac:inkMkLst>
        </pc:inkChg>
        <pc:inkChg chg="add">
          <ac:chgData name="#GOH BO JUN, ISSAC (WU BOJUN)#" userId="ce8c5c95-f0eb-4abf-bc55-35adb6fccc0a" providerId="ADAL" clId="{AFEAA370-9BEA-4693-BF69-6415682B746D}" dt="2025-04-11T16:37:08.002" v="195" actId="9405"/>
          <ac:inkMkLst>
            <pc:docMk/>
            <pc:sldMk cId="333418273" sldId="477"/>
            <ac:inkMk id="22" creationId="{404DB79D-0483-48A9-5182-8BAFF00E5A01}"/>
          </ac:inkMkLst>
        </pc:inkChg>
        <pc:inkChg chg="add mod">
          <ac:chgData name="#GOH BO JUN, ISSAC (WU BOJUN)#" userId="ce8c5c95-f0eb-4abf-bc55-35adb6fccc0a" providerId="ADAL" clId="{AFEAA370-9BEA-4693-BF69-6415682B746D}" dt="2025-04-11T16:37:09.553" v="198"/>
          <ac:inkMkLst>
            <pc:docMk/>
            <pc:sldMk cId="333418273" sldId="477"/>
            <ac:inkMk id="23" creationId="{565E2501-EEEA-CFD6-ACEA-4A03E1EF248B}"/>
          </ac:inkMkLst>
        </pc:inkChg>
        <pc:inkChg chg="add mod">
          <ac:chgData name="#GOH BO JUN, ISSAC (WU BOJUN)#" userId="ce8c5c95-f0eb-4abf-bc55-35adb6fccc0a" providerId="ADAL" clId="{AFEAA370-9BEA-4693-BF69-6415682B746D}" dt="2025-04-11T16:37:09.553" v="198"/>
          <ac:inkMkLst>
            <pc:docMk/>
            <pc:sldMk cId="333418273" sldId="477"/>
            <ac:inkMk id="24" creationId="{5398F069-48D0-A169-249A-7EAE1789FF44}"/>
          </ac:inkMkLst>
        </pc:inkChg>
        <pc:inkChg chg="add">
          <ac:chgData name="#GOH BO JUN, ISSAC (WU BOJUN)#" userId="ce8c5c95-f0eb-4abf-bc55-35adb6fccc0a" providerId="ADAL" clId="{AFEAA370-9BEA-4693-BF69-6415682B746D}" dt="2025-04-11T16:37:19.337" v="199" actId="9405"/>
          <ac:inkMkLst>
            <pc:docMk/>
            <pc:sldMk cId="333418273" sldId="477"/>
            <ac:inkMk id="27" creationId="{A8199971-D8E6-F758-8B1B-5F7919F1CFC8}"/>
          </ac:inkMkLst>
        </pc:inkChg>
        <pc:inkChg chg="add">
          <ac:chgData name="#GOH BO JUN, ISSAC (WU BOJUN)#" userId="ce8c5c95-f0eb-4abf-bc55-35adb6fccc0a" providerId="ADAL" clId="{AFEAA370-9BEA-4693-BF69-6415682B746D}" dt="2025-04-11T16:37:19.507" v="200" actId="9405"/>
          <ac:inkMkLst>
            <pc:docMk/>
            <pc:sldMk cId="333418273" sldId="477"/>
            <ac:inkMk id="28" creationId="{8B9998CB-7586-CE7C-EE5C-0A024AC9B8DB}"/>
          </ac:inkMkLst>
        </pc:inkChg>
        <pc:inkChg chg="add">
          <ac:chgData name="#GOH BO JUN, ISSAC (WU BOJUN)#" userId="ce8c5c95-f0eb-4abf-bc55-35adb6fccc0a" providerId="ADAL" clId="{AFEAA370-9BEA-4693-BF69-6415682B746D}" dt="2025-04-11T16:37:19.829" v="201" actId="9405"/>
          <ac:inkMkLst>
            <pc:docMk/>
            <pc:sldMk cId="333418273" sldId="477"/>
            <ac:inkMk id="29" creationId="{404E6A60-1E82-B59B-F6C3-F3793540147E}"/>
          </ac:inkMkLst>
        </pc:inkChg>
        <pc:inkChg chg="add mod">
          <ac:chgData name="#GOH BO JUN, ISSAC (WU BOJUN)#" userId="ce8c5c95-f0eb-4abf-bc55-35adb6fccc0a" providerId="ADAL" clId="{AFEAA370-9BEA-4693-BF69-6415682B746D}" dt="2025-04-11T16:37:24.401" v="212"/>
          <ac:inkMkLst>
            <pc:docMk/>
            <pc:sldMk cId="333418273" sldId="477"/>
            <ac:inkMk id="30" creationId="{C105F3EA-8BB1-5DCB-C7CC-9C8EDD11F941}"/>
          </ac:inkMkLst>
        </pc:inkChg>
        <pc:inkChg chg="add mod">
          <ac:chgData name="#GOH BO JUN, ISSAC (WU BOJUN)#" userId="ce8c5c95-f0eb-4abf-bc55-35adb6fccc0a" providerId="ADAL" clId="{AFEAA370-9BEA-4693-BF69-6415682B746D}" dt="2025-04-11T16:37:24.401" v="212"/>
          <ac:inkMkLst>
            <pc:docMk/>
            <pc:sldMk cId="333418273" sldId="477"/>
            <ac:inkMk id="31" creationId="{9BCBC389-59AD-91EA-8341-739622C59E2B}"/>
          </ac:inkMkLst>
        </pc:inkChg>
        <pc:inkChg chg="add mod">
          <ac:chgData name="#GOH BO JUN, ISSAC (WU BOJUN)#" userId="ce8c5c95-f0eb-4abf-bc55-35adb6fccc0a" providerId="ADAL" clId="{AFEAA370-9BEA-4693-BF69-6415682B746D}" dt="2025-04-11T16:37:24.401" v="212"/>
          <ac:inkMkLst>
            <pc:docMk/>
            <pc:sldMk cId="333418273" sldId="477"/>
            <ac:inkMk id="32" creationId="{04252F0E-2172-0DDC-7030-72A55F24A3FC}"/>
          </ac:inkMkLst>
        </pc:inkChg>
        <pc:inkChg chg="add mod">
          <ac:chgData name="#GOH BO JUN, ISSAC (WU BOJUN)#" userId="ce8c5c95-f0eb-4abf-bc55-35adb6fccc0a" providerId="ADAL" clId="{AFEAA370-9BEA-4693-BF69-6415682B746D}" dt="2025-04-11T16:37:24.401" v="212"/>
          <ac:inkMkLst>
            <pc:docMk/>
            <pc:sldMk cId="333418273" sldId="477"/>
            <ac:inkMk id="33" creationId="{28162A9F-AE49-66FA-8646-9E8825D79392}"/>
          </ac:inkMkLst>
        </pc:inkChg>
        <pc:inkChg chg="add">
          <ac:chgData name="#GOH BO JUN, ISSAC (WU BOJUN)#" userId="ce8c5c95-f0eb-4abf-bc55-35adb6fccc0a" providerId="ADAL" clId="{AFEAA370-9BEA-4693-BF69-6415682B746D}" dt="2025-04-11T16:37:22.284" v="206" actId="9405"/>
          <ac:inkMkLst>
            <pc:docMk/>
            <pc:sldMk cId="333418273" sldId="477"/>
            <ac:inkMk id="34" creationId="{3ABDB1D9-DE96-A120-7743-C7F18E2BAF72}"/>
          </ac:inkMkLst>
        </pc:inkChg>
        <pc:inkChg chg="add mod">
          <ac:chgData name="#GOH BO JUN, ISSAC (WU BOJUN)#" userId="ce8c5c95-f0eb-4abf-bc55-35adb6fccc0a" providerId="ADAL" clId="{AFEAA370-9BEA-4693-BF69-6415682B746D}" dt="2025-04-11T16:37:24.401" v="212"/>
          <ac:inkMkLst>
            <pc:docMk/>
            <pc:sldMk cId="333418273" sldId="477"/>
            <ac:inkMk id="35" creationId="{12F19E61-607F-C7E5-3642-ED802B9F2CD3}"/>
          </ac:inkMkLst>
        </pc:inkChg>
        <pc:inkChg chg="add mod">
          <ac:chgData name="#GOH BO JUN, ISSAC (WU BOJUN)#" userId="ce8c5c95-f0eb-4abf-bc55-35adb6fccc0a" providerId="ADAL" clId="{AFEAA370-9BEA-4693-BF69-6415682B746D}" dt="2025-04-11T16:37:24.401" v="212"/>
          <ac:inkMkLst>
            <pc:docMk/>
            <pc:sldMk cId="333418273" sldId="477"/>
            <ac:inkMk id="36" creationId="{14229A5E-1680-EE1E-E8A8-44E4E4EE94D7}"/>
          </ac:inkMkLst>
        </pc:inkChg>
        <pc:inkChg chg="add">
          <ac:chgData name="#GOH BO JUN, ISSAC (WU BOJUN)#" userId="ce8c5c95-f0eb-4abf-bc55-35adb6fccc0a" providerId="ADAL" clId="{AFEAA370-9BEA-4693-BF69-6415682B746D}" dt="2025-04-11T16:37:23.308" v="209" actId="9405"/>
          <ac:inkMkLst>
            <pc:docMk/>
            <pc:sldMk cId="333418273" sldId="477"/>
            <ac:inkMk id="37" creationId="{233B48C6-EA5E-33F2-6D1C-BB7EB7FA3E37}"/>
          </ac:inkMkLst>
        </pc:inkChg>
        <pc:inkChg chg="add">
          <ac:chgData name="#GOH BO JUN, ISSAC (WU BOJUN)#" userId="ce8c5c95-f0eb-4abf-bc55-35adb6fccc0a" providerId="ADAL" clId="{AFEAA370-9BEA-4693-BF69-6415682B746D}" dt="2025-04-11T16:37:23.479" v="210" actId="9405"/>
          <ac:inkMkLst>
            <pc:docMk/>
            <pc:sldMk cId="333418273" sldId="477"/>
            <ac:inkMk id="38" creationId="{DFDE461D-7919-5743-0717-525F2A2001B5}"/>
          </ac:inkMkLst>
        </pc:inkChg>
        <pc:inkChg chg="add">
          <ac:chgData name="#GOH BO JUN, ISSAC (WU BOJUN)#" userId="ce8c5c95-f0eb-4abf-bc55-35adb6fccc0a" providerId="ADAL" clId="{AFEAA370-9BEA-4693-BF69-6415682B746D}" dt="2025-04-11T16:37:23.899" v="211" actId="9405"/>
          <ac:inkMkLst>
            <pc:docMk/>
            <pc:sldMk cId="333418273" sldId="477"/>
            <ac:inkMk id="39" creationId="{0903C963-0AE8-EAEA-1C60-A32B5DD3F969}"/>
          </ac:inkMkLst>
        </pc:inkChg>
      </pc:sldChg>
      <pc:sldChg chg="addSp delSp modSp mod">
        <pc:chgData name="#GOH BO JUN, ISSAC (WU BOJUN)#" userId="ce8c5c95-f0eb-4abf-bc55-35adb6fccc0a" providerId="ADAL" clId="{AFEAA370-9BEA-4693-BF69-6415682B746D}" dt="2025-04-11T16:37:57.493" v="249"/>
        <pc:sldMkLst>
          <pc:docMk/>
          <pc:sldMk cId="2948285951" sldId="483"/>
        </pc:sldMkLst>
        <pc:grpChg chg="mod">
          <ac:chgData name="#GOH BO JUN, ISSAC (WU BOJUN)#" userId="ce8c5c95-f0eb-4abf-bc55-35adb6fccc0a" providerId="ADAL" clId="{AFEAA370-9BEA-4693-BF69-6415682B746D}" dt="2025-04-11T16:37:45.135" v="226"/>
          <ac:grpSpMkLst>
            <pc:docMk/>
            <pc:sldMk cId="2948285951" sldId="483"/>
            <ac:grpSpMk id="17" creationId="{4BA7F5C1-6295-47A8-73F7-96D154108CC3}"/>
          </ac:grpSpMkLst>
        </pc:grpChg>
        <pc:grpChg chg="mod">
          <ac:chgData name="#GOH BO JUN, ISSAC (WU BOJUN)#" userId="ce8c5c95-f0eb-4abf-bc55-35adb6fccc0a" providerId="ADAL" clId="{AFEAA370-9BEA-4693-BF69-6415682B746D}" dt="2025-04-11T16:37:45.135" v="226"/>
          <ac:grpSpMkLst>
            <pc:docMk/>
            <pc:sldMk cId="2948285951" sldId="483"/>
            <ac:grpSpMk id="18" creationId="{4C1C19F6-12BD-B5D4-57AC-D19C7D1B9980}"/>
          </ac:grpSpMkLst>
        </pc:grpChg>
        <pc:grpChg chg="mod">
          <ac:chgData name="#GOH BO JUN, ISSAC (WU BOJUN)#" userId="ce8c5c95-f0eb-4abf-bc55-35adb6fccc0a" providerId="ADAL" clId="{AFEAA370-9BEA-4693-BF69-6415682B746D}" dt="2025-04-11T16:37:45.135" v="226"/>
          <ac:grpSpMkLst>
            <pc:docMk/>
            <pc:sldMk cId="2948285951" sldId="483"/>
            <ac:grpSpMk id="19" creationId="{52F7DBD5-91DE-E82C-80F5-BB00F4C5916C}"/>
          </ac:grpSpMkLst>
        </pc:grpChg>
        <pc:grpChg chg="mod">
          <ac:chgData name="#GOH BO JUN, ISSAC (WU BOJUN)#" userId="ce8c5c95-f0eb-4abf-bc55-35adb6fccc0a" providerId="ADAL" clId="{AFEAA370-9BEA-4693-BF69-6415682B746D}" dt="2025-04-11T16:37:45.135" v="226"/>
          <ac:grpSpMkLst>
            <pc:docMk/>
            <pc:sldMk cId="2948285951" sldId="483"/>
            <ac:grpSpMk id="20" creationId="{48356E7A-5956-6AFA-8EA7-19FC3E8F2E66}"/>
          </ac:grpSpMkLst>
        </pc:grpChg>
        <pc:grpChg chg="mod">
          <ac:chgData name="#GOH BO JUN, ISSAC (WU BOJUN)#" userId="ce8c5c95-f0eb-4abf-bc55-35adb6fccc0a" providerId="ADAL" clId="{AFEAA370-9BEA-4693-BF69-6415682B746D}" dt="2025-04-11T16:37:51.662" v="243"/>
          <ac:grpSpMkLst>
            <pc:docMk/>
            <pc:sldMk cId="2948285951" sldId="483"/>
            <ac:grpSpMk id="35" creationId="{0A18F772-5922-F154-821F-D796AA45B7A1}"/>
          </ac:grpSpMkLst>
        </pc:grpChg>
        <pc:grpChg chg="mod">
          <ac:chgData name="#GOH BO JUN, ISSAC (WU BOJUN)#" userId="ce8c5c95-f0eb-4abf-bc55-35adb6fccc0a" providerId="ADAL" clId="{AFEAA370-9BEA-4693-BF69-6415682B746D}" dt="2025-04-11T16:37:51.662" v="243"/>
          <ac:grpSpMkLst>
            <pc:docMk/>
            <pc:sldMk cId="2948285951" sldId="483"/>
            <ac:grpSpMk id="36" creationId="{61E603E9-78FF-1342-AF14-9676DE46D8F5}"/>
          </ac:grpSpMkLst>
        </pc:grpChg>
        <pc:grpChg chg="mod">
          <ac:chgData name="#GOH BO JUN, ISSAC (WU BOJUN)#" userId="ce8c5c95-f0eb-4abf-bc55-35adb6fccc0a" providerId="ADAL" clId="{AFEAA370-9BEA-4693-BF69-6415682B746D}" dt="2025-04-11T16:37:51.662" v="243"/>
          <ac:grpSpMkLst>
            <pc:docMk/>
            <pc:sldMk cId="2948285951" sldId="483"/>
            <ac:grpSpMk id="37" creationId="{5B7E77A6-20A3-8B42-7757-FCAD69851C52}"/>
          </ac:grpSpMkLst>
        </pc:grpChg>
        <pc:grpChg chg="mod">
          <ac:chgData name="#GOH BO JUN, ISSAC (WU BOJUN)#" userId="ce8c5c95-f0eb-4abf-bc55-35adb6fccc0a" providerId="ADAL" clId="{AFEAA370-9BEA-4693-BF69-6415682B746D}" dt="2025-04-11T16:37:51.662" v="243"/>
          <ac:grpSpMkLst>
            <pc:docMk/>
            <pc:sldMk cId="2948285951" sldId="483"/>
            <ac:grpSpMk id="38" creationId="{52665506-1FF6-43E6-16BF-E855263CA510}"/>
          </ac:grpSpMkLst>
        </pc:grpChg>
        <pc:grpChg chg="mod">
          <ac:chgData name="#GOH BO JUN, ISSAC (WU BOJUN)#" userId="ce8c5c95-f0eb-4abf-bc55-35adb6fccc0a" providerId="ADAL" clId="{AFEAA370-9BEA-4693-BF69-6415682B746D}" dt="2025-04-11T16:37:55.435" v="246"/>
          <ac:grpSpMkLst>
            <pc:docMk/>
            <pc:sldMk cId="2948285951" sldId="483"/>
            <ac:grpSpMk id="41" creationId="{6A27A5ED-1CA3-91E0-7777-0D4D2E3ABBCC}"/>
          </ac:grpSpMkLst>
        </pc:grpChg>
        <pc:grpChg chg="mod">
          <ac:chgData name="#GOH BO JUN, ISSAC (WU BOJUN)#" userId="ce8c5c95-f0eb-4abf-bc55-35adb6fccc0a" providerId="ADAL" clId="{AFEAA370-9BEA-4693-BF69-6415682B746D}" dt="2025-04-11T16:37:57.493" v="249"/>
          <ac:grpSpMkLst>
            <pc:docMk/>
            <pc:sldMk cId="2948285951" sldId="483"/>
            <ac:grpSpMk id="44" creationId="{B1B47851-AE25-D386-5A77-2320F2075144}"/>
          </ac:grpSpMkLst>
        </pc:grpChg>
        <pc:inkChg chg="add">
          <ac:chgData name="#GOH BO JUN, ISSAC (WU BOJUN)#" userId="ce8c5c95-f0eb-4abf-bc55-35adb6fccc0a" providerId="ADAL" clId="{AFEAA370-9BEA-4693-BF69-6415682B746D}" dt="2025-04-11T16:37:40.251" v="213" actId="9405"/>
          <ac:inkMkLst>
            <pc:docMk/>
            <pc:sldMk cId="2948285951" sldId="483"/>
            <ac:inkMk id="3" creationId="{D0992882-9FFE-758A-4D46-A45D0E60259C}"/>
          </ac:inkMkLst>
        </pc:inkChg>
        <pc:inkChg chg="add mod">
          <ac:chgData name="#GOH BO JUN, ISSAC (WU BOJUN)#" userId="ce8c5c95-f0eb-4abf-bc55-35adb6fccc0a" providerId="ADAL" clId="{AFEAA370-9BEA-4693-BF69-6415682B746D}" dt="2025-04-11T16:37:45.135" v="226"/>
          <ac:inkMkLst>
            <pc:docMk/>
            <pc:sldMk cId="2948285951" sldId="483"/>
            <ac:inkMk id="4" creationId="{0840C4F9-973C-4E20-D86D-BD9AC746EA7C}"/>
          </ac:inkMkLst>
        </pc:inkChg>
        <pc:inkChg chg="add mod">
          <ac:chgData name="#GOH BO JUN, ISSAC (WU BOJUN)#" userId="ce8c5c95-f0eb-4abf-bc55-35adb6fccc0a" providerId="ADAL" clId="{AFEAA370-9BEA-4693-BF69-6415682B746D}" dt="2025-04-11T16:37:45.135" v="226"/>
          <ac:inkMkLst>
            <pc:docMk/>
            <pc:sldMk cId="2948285951" sldId="483"/>
            <ac:inkMk id="6" creationId="{564269F4-2497-43D2-0336-6AAEDDCE1A5A}"/>
          </ac:inkMkLst>
        </pc:inkChg>
        <pc:inkChg chg="add">
          <ac:chgData name="#GOH BO JUN, ISSAC (WU BOJUN)#" userId="ce8c5c95-f0eb-4abf-bc55-35adb6fccc0a" providerId="ADAL" clId="{AFEAA370-9BEA-4693-BF69-6415682B746D}" dt="2025-04-11T16:37:41.151" v="216" actId="9405"/>
          <ac:inkMkLst>
            <pc:docMk/>
            <pc:sldMk cId="2948285951" sldId="483"/>
            <ac:inkMk id="9" creationId="{B8EBFB1C-953E-54BC-3E23-329614252CCF}"/>
          </ac:inkMkLst>
        </pc:inkChg>
        <pc:inkChg chg="add mod">
          <ac:chgData name="#GOH BO JUN, ISSAC (WU BOJUN)#" userId="ce8c5c95-f0eb-4abf-bc55-35adb6fccc0a" providerId="ADAL" clId="{AFEAA370-9BEA-4693-BF69-6415682B746D}" dt="2025-04-11T16:37:45.135" v="226"/>
          <ac:inkMkLst>
            <pc:docMk/>
            <pc:sldMk cId="2948285951" sldId="483"/>
            <ac:inkMk id="10" creationId="{C6D73B16-8BE5-E4CA-81BE-0805124CEC56}"/>
          </ac:inkMkLst>
        </pc:inkChg>
        <pc:inkChg chg="add">
          <ac:chgData name="#GOH BO JUN, ISSAC (WU BOJUN)#" userId="ce8c5c95-f0eb-4abf-bc55-35adb6fccc0a" providerId="ADAL" clId="{AFEAA370-9BEA-4693-BF69-6415682B746D}" dt="2025-04-11T16:37:41.636" v="218" actId="9405"/>
          <ac:inkMkLst>
            <pc:docMk/>
            <pc:sldMk cId="2948285951" sldId="483"/>
            <ac:inkMk id="11" creationId="{FF4F5545-504B-B0AC-4F50-6D605C7DEA36}"/>
          </ac:inkMkLst>
        </pc:inkChg>
        <pc:inkChg chg="add">
          <ac:chgData name="#GOH BO JUN, ISSAC (WU BOJUN)#" userId="ce8c5c95-f0eb-4abf-bc55-35adb6fccc0a" providerId="ADAL" clId="{AFEAA370-9BEA-4693-BF69-6415682B746D}" dt="2025-04-11T16:37:41.935" v="219" actId="9405"/>
          <ac:inkMkLst>
            <pc:docMk/>
            <pc:sldMk cId="2948285951" sldId="483"/>
            <ac:inkMk id="12" creationId="{D03FF4CB-1823-C19A-31B0-14CB5102B617}"/>
          </ac:inkMkLst>
        </pc:inkChg>
        <pc:inkChg chg="add mod">
          <ac:chgData name="#GOH BO JUN, ISSAC (WU BOJUN)#" userId="ce8c5c95-f0eb-4abf-bc55-35adb6fccc0a" providerId="ADAL" clId="{AFEAA370-9BEA-4693-BF69-6415682B746D}" dt="2025-04-11T16:37:44.223" v="224"/>
          <ac:inkMkLst>
            <pc:docMk/>
            <pc:sldMk cId="2948285951" sldId="483"/>
            <ac:inkMk id="13" creationId="{B9A55E90-B5F3-61C0-9066-FAF80DFF90C8}"/>
          </ac:inkMkLst>
        </pc:inkChg>
        <pc:inkChg chg="add del mod">
          <ac:chgData name="#GOH BO JUN, ISSAC (WU BOJUN)#" userId="ce8c5c95-f0eb-4abf-bc55-35adb6fccc0a" providerId="ADAL" clId="{AFEAA370-9BEA-4693-BF69-6415682B746D}" dt="2025-04-11T16:37:45.688" v="228" actId="9405"/>
          <ac:inkMkLst>
            <pc:docMk/>
            <pc:sldMk cId="2948285951" sldId="483"/>
            <ac:inkMk id="14" creationId="{E48FE8E1-F37B-F722-24B0-A26F3CE77F69}"/>
          </ac:inkMkLst>
        </pc:inkChg>
        <pc:inkChg chg="add del mod">
          <ac:chgData name="#GOH BO JUN, ISSAC (WU BOJUN)#" userId="ce8c5c95-f0eb-4abf-bc55-35adb6fccc0a" providerId="ADAL" clId="{AFEAA370-9BEA-4693-BF69-6415682B746D}" dt="2025-04-11T16:37:45.404" v="227" actId="9405"/>
          <ac:inkMkLst>
            <pc:docMk/>
            <pc:sldMk cId="2948285951" sldId="483"/>
            <ac:inkMk id="15" creationId="{761B26C7-8517-5B84-4EDF-7AB7DEAB5D9F}"/>
          </ac:inkMkLst>
        </pc:inkChg>
        <pc:inkChg chg="add del">
          <ac:chgData name="#GOH BO JUN, ISSAC (WU BOJUN)#" userId="ce8c5c95-f0eb-4abf-bc55-35adb6fccc0a" providerId="ADAL" clId="{AFEAA370-9BEA-4693-BF69-6415682B746D}" dt="2025-04-11T16:37:45.135" v="226"/>
          <ac:inkMkLst>
            <pc:docMk/>
            <pc:sldMk cId="2948285951" sldId="483"/>
            <ac:inkMk id="16" creationId="{F4AA594C-57BA-4074-A829-C5C647C51038}"/>
          </ac:inkMkLst>
        </pc:inkChg>
        <pc:inkChg chg="add mod">
          <ac:chgData name="#GOH BO JUN, ISSAC (WU BOJUN)#" userId="ce8c5c95-f0eb-4abf-bc55-35adb6fccc0a" providerId="ADAL" clId="{AFEAA370-9BEA-4693-BF69-6415682B746D}" dt="2025-04-11T16:37:51.662" v="243"/>
          <ac:inkMkLst>
            <pc:docMk/>
            <pc:sldMk cId="2948285951" sldId="483"/>
            <ac:inkMk id="21" creationId="{267CCC63-EDB7-B35D-A923-9A21AF08E771}"/>
          </ac:inkMkLst>
        </pc:inkChg>
        <pc:inkChg chg="add mod">
          <ac:chgData name="#GOH BO JUN, ISSAC (WU BOJUN)#" userId="ce8c5c95-f0eb-4abf-bc55-35adb6fccc0a" providerId="ADAL" clId="{AFEAA370-9BEA-4693-BF69-6415682B746D}" dt="2025-04-11T16:37:51.662" v="243"/>
          <ac:inkMkLst>
            <pc:docMk/>
            <pc:sldMk cId="2948285951" sldId="483"/>
            <ac:inkMk id="22" creationId="{1C79675E-7DD0-A088-8153-D72178DD80C1}"/>
          </ac:inkMkLst>
        </pc:inkChg>
        <pc:inkChg chg="add">
          <ac:chgData name="#GOH BO JUN, ISSAC (WU BOJUN)#" userId="ce8c5c95-f0eb-4abf-bc55-35adb6fccc0a" providerId="ADAL" clId="{AFEAA370-9BEA-4693-BF69-6415682B746D}" dt="2025-04-11T16:37:46.829" v="231" actId="9405"/>
          <ac:inkMkLst>
            <pc:docMk/>
            <pc:sldMk cId="2948285951" sldId="483"/>
            <ac:inkMk id="23" creationId="{659655B0-F614-91C3-264F-3403C33A6824}"/>
          </ac:inkMkLst>
        </pc:inkChg>
        <pc:inkChg chg="add">
          <ac:chgData name="#GOH BO JUN, ISSAC (WU BOJUN)#" userId="ce8c5c95-f0eb-4abf-bc55-35adb6fccc0a" providerId="ADAL" clId="{AFEAA370-9BEA-4693-BF69-6415682B746D}" dt="2025-04-11T16:37:47.205" v="232" actId="9405"/>
          <ac:inkMkLst>
            <pc:docMk/>
            <pc:sldMk cId="2948285951" sldId="483"/>
            <ac:inkMk id="24" creationId="{DA97883B-BF6C-E45E-0C7C-E362A4CAAD03}"/>
          </ac:inkMkLst>
        </pc:inkChg>
        <pc:inkChg chg="add">
          <ac:chgData name="#GOH BO JUN, ISSAC (WU BOJUN)#" userId="ce8c5c95-f0eb-4abf-bc55-35adb6fccc0a" providerId="ADAL" clId="{AFEAA370-9BEA-4693-BF69-6415682B746D}" dt="2025-04-11T16:37:47.609" v="233" actId="9405"/>
          <ac:inkMkLst>
            <pc:docMk/>
            <pc:sldMk cId="2948285951" sldId="483"/>
            <ac:inkMk id="25" creationId="{651F2BBD-F237-9227-5610-4C0CB8D37E3B}"/>
          </ac:inkMkLst>
        </pc:inkChg>
        <pc:inkChg chg="add">
          <ac:chgData name="#GOH BO JUN, ISSAC (WU BOJUN)#" userId="ce8c5c95-f0eb-4abf-bc55-35adb6fccc0a" providerId="ADAL" clId="{AFEAA370-9BEA-4693-BF69-6415682B746D}" dt="2025-04-11T16:37:47.857" v="234" actId="9405"/>
          <ac:inkMkLst>
            <pc:docMk/>
            <pc:sldMk cId="2948285951" sldId="483"/>
            <ac:inkMk id="26" creationId="{6BF88C24-5820-8AF3-D13F-128D5BBFA56C}"/>
          </ac:inkMkLst>
        </pc:inkChg>
        <pc:inkChg chg="add">
          <ac:chgData name="#GOH BO JUN, ISSAC (WU BOJUN)#" userId="ce8c5c95-f0eb-4abf-bc55-35adb6fccc0a" providerId="ADAL" clId="{AFEAA370-9BEA-4693-BF69-6415682B746D}" dt="2025-04-11T16:37:48.791" v="235" actId="9405"/>
          <ac:inkMkLst>
            <pc:docMk/>
            <pc:sldMk cId="2948285951" sldId="483"/>
            <ac:inkMk id="27" creationId="{A83C38A6-674A-9B38-6A55-DC75AA3C6C42}"/>
          </ac:inkMkLst>
        </pc:inkChg>
        <pc:inkChg chg="add">
          <ac:chgData name="#GOH BO JUN, ISSAC (WU BOJUN)#" userId="ce8c5c95-f0eb-4abf-bc55-35adb6fccc0a" providerId="ADAL" clId="{AFEAA370-9BEA-4693-BF69-6415682B746D}" dt="2025-04-11T16:37:48.979" v="236" actId="9405"/>
          <ac:inkMkLst>
            <pc:docMk/>
            <pc:sldMk cId="2948285951" sldId="483"/>
            <ac:inkMk id="28" creationId="{F4D46F63-17DA-E0D5-C0C4-90DD9A001246}"/>
          </ac:inkMkLst>
        </pc:inkChg>
        <pc:inkChg chg="add mod">
          <ac:chgData name="#GOH BO JUN, ISSAC (WU BOJUN)#" userId="ce8c5c95-f0eb-4abf-bc55-35adb6fccc0a" providerId="ADAL" clId="{AFEAA370-9BEA-4693-BF69-6415682B746D}" dt="2025-04-11T16:37:51.662" v="243"/>
          <ac:inkMkLst>
            <pc:docMk/>
            <pc:sldMk cId="2948285951" sldId="483"/>
            <ac:inkMk id="29" creationId="{11C26D2F-6B5E-D307-29DB-3768CBF42500}"/>
          </ac:inkMkLst>
        </pc:inkChg>
        <pc:inkChg chg="add">
          <ac:chgData name="#GOH BO JUN, ISSAC (WU BOJUN)#" userId="ce8c5c95-f0eb-4abf-bc55-35adb6fccc0a" providerId="ADAL" clId="{AFEAA370-9BEA-4693-BF69-6415682B746D}" dt="2025-04-11T16:37:49.861" v="238" actId="9405"/>
          <ac:inkMkLst>
            <pc:docMk/>
            <pc:sldMk cId="2948285951" sldId="483"/>
            <ac:inkMk id="30" creationId="{67DE01BD-A119-7604-FD2B-4E0E406881D1}"/>
          </ac:inkMkLst>
        </pc:inkChg>
        <pc:inkChg chg="add">
          <ac:chgData name="#GOH BO JUN, ISSAC (WU BOJUN)#" userId="ce8c5c95-f0eb-4abf-bc55-35adb6fccc0a" providerId="ADAL" clId="{AFEAA370-9BEA-4693-BF69-6415682B746D}" dt="2025-04-11T16:37:50.282" v="239" actId="9405"/>
          <ac:inkMkLst>
            <pc:docMk/>
            <pc:sldMk cId="2948285951" sldId="483"/>
            <ac:inkMk id="31" creationId="{5038B0C7-C2A0-28BD-6348-0BE2648C8286}"/>
          </ac:inkMkLst>
        </pc:inkChg>
        <pc:inkChg chg="add mod">
          <ac:chgData name="#GOH BO JUN, ISSAC (WU BOJUN)#" userId="ce8c5c95-f0eb-4abf-bc55-35adb6fccc0a" providerId="ADAL" clId="{AFEAA370-9BEA-4693-BF69-6415682B746D}" dt="2025-04-11T16:37:51.662" v="243"/>
          <ac:inkMkLst>
            <pc:docMk/>
            <pc:sldMk cId="2948285951" sldId="483"/>
            <ac:inkMk id="32" creationId="{78BD84DD-A7F5-E647-9E28-C4AA46BEDAD0}"/>
          </ac:inkMkLst>
        </pc:inkChg>
        <pc:inkChg chg="add mod">
          <ac:chgData name="#GOH BO JUN, ISSAC (WU BOJUN)#" userId="ce8c5c95-f0eb-4abf-bc55-35adb6fccc0a" providerId="ADAL" clId="{AFEAA370-9BEA-4693-BF69-6415682B746D}" dt="2025-04-11T16:37:51.662" v="243"/>
          <ac:inkMkLst>
            <pc:docMk/>
            <pc:sldMk cId="2948285951" sldId="483"/>
            <ac:inkMk id="33" creationId="{9326D8A9-3AE9-33AA-DF98-60C57CF33E3B}"/>
          </ac:inkMkLst>
        </pc:inkChg>
        <pc:inkChg chg="add mod">
          <ac:chgData name="#GOH BO JUN, ISSAC (WU BOJUN)#" userId="ce8c5c95-f0eb-4abf-bc55-35adb6fccc0a" providerId="ADAL" clId="{AFEAA370-9BEA-4693-BF69-6415682B746D}" dt="2025-04-11T16:37:51.662" v="243"/>
          <ac:inkMkLst>
            <pc:docMk/>
            <pc:sldMk cId="2948285951" sldId="483"/>
            <ac:inkMk id="34" creationId="{A71337E3-1458-BA34-AB19-16DA816F497D}"/>
          </ac:inkMkLst>
        </pc:inkChg>
        <pc:inkChg chg="add mod">
          <ac:chgData name="#GOH BO JUN, ISSAC (WU BOJUN)#" userId="ce8c5c95-f0eb-4abf-bc55-35adb6fccc0a" providerId="ADAL" clId="{AFEAA370-9BEA-4693-BF69-6415682B746D}" dt="2025-04-11T16:37:55.435" v="246"/>
          <ac:inkMkLst>
            <pc:docMk/>
            <pc:sldMk cId="2948285951" sldId="483"/>
            <ac:inkMk id="39" creationId="{B850DF9F-A674-D70B-D4F3-D46D33FCB65C}"/>
          </ac:inkMkLst>
        </pc:inkChg>
        <pc:inkChg chg="add mod">
          <ac:chgData name="#GOH BO JUN, ISSAC (WU BOJUN)#" userId="ce8c5c95-f0eb-4abf-bc55-35adb6fccc0a" providerId="ADAL" clId="{AFEAA370-9BEA-4693-BF69-6415682B746D}" dt="2025-04-11T16:37:55.435" v="246"/>
          <ac:inkMkLst>
            <pc:docMk/>
            <pc:sldMk cId="2948285951" sldId="483"/>
            <ac:inkMk id="40" creationId="{BD3FDE8D-221C-A8A7-FA34-E6F89B9B0E53}"/>
          </ac:inkMkLst>
        </pc:inkChg>
        <pc:inkChg chg="add mod">
          <ac:chgData name="#GOH BO JUN, ISSAC (WU BOJUN)#" userId="ce8c5c95-f0eb-4abf-bc55-35adb6fccc0a" providerId="ADAL" clId="{AFEAA370-9BEA-4693-BF69-6415682B746D}" dt="2025-04-11T16:37:57.493" v="249"/>
          <ac:inkMkLst>
            <pc:docMk/>
            <pc:sldMk cId="2948285951" sldId="483"/>
            <ac:inkMk id="42" creationId="{D2B5A131-4AFF-160F-1DE4-B1777FD9AFE2}"/>
          </ac:inkMkLst>
        </pc:inkChg>
        <pc:inkChg chg="add mod">
          <ac:chgData name="#GOH BO JUN, ISSAC (WU BOJUN)#" userId="ce8c5c95-f0eb-4abf-bc55-35adb6fccc0a" providerId="ADAL" clId="{AFEAA370-9BEA-4693-BF69-6415682B746D}" dt="2025-04-11T16:37:57.493" v="249"/>
          <ac:inkMkLst>
            <pc:docMk/>
            <pc:sldMk cId="2948285951" sldId="483"/>
            <ac:inkMk id="43" creationId="{94F9C9B1-267E-9ABC-3AB6-434950233435}"/>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09.677"/>
    </inkml:context>
    <inkml:brush xml:id="br0">
      <inkml:brushProperty name="width" value="0.035" units="cm"/>
      <inkml:brushProperty name="height" value="0.035" units="cm"/>
    </inkml:brush>
  </inkml:definitions>
  <inkml:trace contextRef="#ctx0" brushRef="#br0">46 206 488,'2'-10'1192,"-1"1"1,1-1-1,-1-17 1,-3-33 8165,0 13 2552,2 46-11871,0 0 180,0 0 1,0 0 0,0 0-1,0 1 1,0-1-1,0 0 1,0 0-1,0 0 1,0 0-1,0 0 1,0 0 0,1 0-1,-1 0 1,0 1-1,1-1 1,-1 0-1,0 0 1,1 0-1,0-1 1,14-21 1587,-12 47-1807,-11 176 0,-44 256 0,42-384 0,24-105 0,-10 17 0,1 0 0,1 0 0,0 1 0,9-16 0,-13 25 0,1 1 0,0 0 0,1 0 0,-1 0 0,1 0 0,0 1 0,1-1 0,-1 1 0,0 0 0,1 0 0,0 1 0,0-1 0,0 1 0,9-4 0,-13 7 0,0 0 0,0 0 0,0-1 0,0 1 0,0 0 0,1 0 0,-1 0 0,0 0 0,0 0 0,0 0 0,0 0 0,0 1 0,0-1 0,0 0 0,0 1 0,0-1 0,0 0 0,0 1 0,0-1 0,0 1 0,0 0 0,1 0 0,0 2 0,1-1 0,-1 1 0,0-1 0,0 1 0,-1 0 0,1-1 0,2 6 0,1 6 0,0-1 0,5 23 0,-9-32 0,20 118 0,-21-121 6,0 1-1,0-1 1,0 0 0,0 0-1,0 0 1,0 0 0,0 0 0,-1 0-1,1 0 1,0 0 0,-1 0-1,1 0 1,-1 0 0,1 0-1,-2 1 1,1 0-97,8-12-274,6-8-13026,-2-1 4486,8-23 883,-12 26 7157,1-1 34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09.824"/>
    </inkml:context>
    <inkml:brush xml:id="br0">
      <inkml:brushProperty name="width" value="0.035" units="cm"/>
      <inkml:brushProperty name="height" value="0.035" units="cm"/>
    </inkml:brush>
  </inkml:definitions>
  <inkml:trace contextRef="#ctx0" brushRef="#br0">0 10 124,'22'-8'1680,"-20"7"-1168,-1 1 0,1 0 1,-1 0-1,1 0 0,-1 0 1,1 0-1,-1 0 0,0 1 0,1-1 1,-1 0-1,1 1 0,-1-1 0,0 1 1,1-1-1,-1 1 0,2 1 1,0 0 818,-1 1 0,1 0 0,-1-1 0,0 1 0,0 0 0,0 0 0,0 1 1,0-1-1,-1 0 0,1 0 0,-1 1 0,1 5 0,3 6-781,-1 0-1,-1 0 1,-1 0-1,0 1 1,-1-1-1,0 1 1,-1 0-1,-4 26 1,4-41-623,-1-1 1,1 1-1,0 0 0,-1 0 1,1 0-1,0 0 0,-1-1 0,1 1 1,-1 0-1,1 0 0,-1-1 1,1 1-1,-1-1 0,0 1 1,1 0-1,-1-1 0,0 1 1,1-1-1,-1 1 0,0-1 1,0 0-1,0 1 0,1-1 0,-1 0 1,0 1-1,0-1 0,0 0 1,0 0-1,0 0 0,-1 0 1,1 0-186,0 0 0,0 0 0,0 0 0,0 0-1,-1 0 1,1-1 0,0 1 0,0 0 0,0-1 0,0 1 0,0-1 0,0 1 0,0-1 0,0 0 0,0 1 0,1-1 0,-1 0 0,0 1 0,0-1 0,0 0 0,1 0 0,-1 0 0,0 0 0,0-2 0,-5-15-10029,3-2 3596,5-21 1001,5 13 4463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09.964"/>
    </inkml:context>
    <inkml:brush xml:id="br0">
      <inkml:brushProperty name="width" value="0.035" units="cm"/>
      <inkml:brushProperty name="height" value="0.035" units="cm"/>
    </inkml:brush>
  </inkml:definitions>
  <inkml:trace contextRef="#ctx0" brushRef="#br0">1 123 880,'4'-29'3445,"-2"9"2022,1 4 2942,1 0 4838,-4 16-13203,0-1 1,0 1 0,0 0 0,1-1-1,-1 1 1,0 0 0,0-1 0,0 1-1,0 0 1,0-1 0,0 1 0,0-1-1,0 1 1,0 0 0,0-1 0,0 1 0,0 0-1,0-1 1,0 1 0,0 0 0,0-1-1,0 1 1,-1 0 0,1-1 0,0 1-1,0 0 1,0-1 0,-1 1 0,1 0-1,0 0 1,0-1 0,-1 1 0,1 0-1,0 0 1,-1-1 0,-6-7-341,8 1-2134,8-7-11508,5 21-1211,4 2 13951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0.372"/>
    </inkml:context>
    <inkml:brush xml:id="br0">
      <inkml:brushProperty name="width" value="0.035" units="cm"/>
      <inkml:brushProperty name="height" value="0.035" units="cm"/>
    </inkml:brush>
  </inkml:definitions>
  <inkml:trace contextRef="#ctx0" brushRef="#br0">277 1 412,'24'9'31906,"-55"6"-31461,25-10-445,-1 0 0,1 0 0,0 1 0,0 0 0,0 0 0,1 1 0,0-1 0,0 1 0,1 0 0,0 1 0,0-1 0,1 1 0,-1-1 0,2 1 0,-4 15 0,0 1 0,1 1 0,2 1 0,-1 48 0,3-70 0,1 0 0,1 0 0,-1 0 0,0 0 0,1 0 0,0 0 0,0-1 0,2 6 0,-3-8 0,1-1 0,-1 1 0,0-1 0,1 1 0,-1-1 0,1 1 0,-1-1 0,1 1 0,-1-1 0,1 1 0,-1-1 0,1 0 0,-1 1 0,1-1 0,0 0 0,-1 1 0,1-1 0,-1 0 0,1 0 0,0 0 0,0 1 0,1-1 0,-1-1 0,1 1 0,-1 0 0,1 0 0,-1-1 0,1 1 0,-1-1 0,1 1 0,-1-1 0,0 0 0,1 0 0,-1 1 0,2-3 0,4-3 0,0 0 0,0-1 0,-1 0 0,0-1 0,0 1 0,7-13 0,-9 13 0,1-1 0,0 1 0,1 0 0,0 0 0,0 1 0,0-1 0,10-6 0,-15 12 0,0 1 0,0-1 0,0 0 0,1 0 0,-1 1 0,0-1 0,0 1 0,1-1 0,-1 1 0,0 0 0,1 0 0,-1-1 0,1 1 0,-1 0 0,0 0 0,1 0 0,-1 0 0,1 1 0,-1-1 0,0 0 0,1 0 0,-1 1 0,3 0 0,-2 1 0,0-1 0,0 1 0,0 0 0,0 0 0,0 0 0,-1 0 0,1 0 0,0 0 0,-1 0 0,0 0 0,3 5 0,0 4 0,0 1 0,0 0 0,-1 0 0,2 15 0,-3-11 0,-1 0 0,0 0 0,-2-1 0,0 1 0,0 0 0,-2 0 0,1-1 0,-2 0 0,0 1 0,-1-1 0,-1 0 0,-8 15 0,11-24 0,0 1 0,-1-1 0,0 0 0,0-1 0,0 1 0,-1-1 0,0 1 0,0-2 0,0 1 0,-1 0 0,1-1 0,-1 0 0,0 0 0,-1-1 0,1 0 0,0 0 0,-1 0 0,0-1 0,1 0 0,-1 0 0,0 0 0,0-1 0,0 0 0,0-1 0,0 0 0,0 0 0,0 0 0,-14-3 0,12 2-29,0-1 0,0 0 0,0-1 1,0 1-1,0-2 0,0 1 0,1-1 0,0-1 0,0 0 0,0 0 0,0 0 1,1-1-1,0 0 0,0 0 0,0-1 0,1 0 0,0 0 0,1 0 0,-1-1 1,1 0-1,1 0 0,-6-13 0,9 17-1096,0 0 0,0 0 0,0-1 0,1 1 1,0 0-1,0-1 0,0 1 0,0 0 0,1-1 0,-1 1 0,1 0 0,0 0 0,0-1 1,1 1-1,-1 0 0,4-5 0,21-33-8874,-7 17 8768,10-8-243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1.318"/>
    </inkml:context>
    <inkml:brush xml:id="br0">
      <inkml:brushProperty name="width" value="0.035" units="cm"/>
      <inkml:brushProperty name="height" value="0.035" units="cm"/>
    </inkml:brush>
  </inkml:definitions>
  <inkml:trace contextRef="#ctx0" brushRef="#br0">1 34 612,'12'-34'27020,"-11"35"-26775,9 18 4641,-3 6-4886,-2-1 0,0 1 0,-2 0 0,0 0 0,-2 42 0,-1-36 0,8 211 0,-8-228 0,-1 1 0,0-1 0,-3 18 0,-3 28 0,21-95 0,-7 14 0,-7 19 0,1-1 0,0 0 0,-1 0 0,1 0 0,1 1 0,-1-1 0,0 0 0,0 1 0,1-1 0,0 1 0,-1-1 0,1 1 0,0 0 0,0 0 0,0 0 0,1 0 0,-1 0 0,0 0 0,1 1 0,3-3 0,-5 4 0,0 0 0,0 0 0,0 1 0,0-1 0,0 0 0,0 0 0,0 1 0,0-1 0,0 1 0,0-1 0,0 1 0,0-1 0,-1 1 0,1-1 0,0 1 0,0 0 0,-1 0 0,1-1 0,0 1 0,-1 0 0,1 0 0,-1 0 0,1-1 0,-1 1 0,1 0 0,-1 0 0,1 2 0,10 27 0,-11-30 0,8 28 0,-6-18 0,0 0 0,1 0 0,0-1 0,1 1 0,8 15 0,-9-24 0,-1 0 0,1 0 0,0 0 0,-1-1 0,1 1 0,-1-1 0,1 0 0,0 0 0,-1 0 0,1 0 0,0 0 0,3-1 0,-1 0 0,118 4 0,-106 1 0,-15-3 0,-1-1 0,1 1 0,-1-1 0,1 1 0,-1-1 0,1 1 0,0-1 0,-1 0 0,1 0 0,0 0 0,-1 0 0,1 0 0,0 0 0,-1 0 0,3-1 0,5-2 0,0-1 0,0 1 0,-1-1 0,0-1 0,0 0 0,0 0 0,0 0 0,-1-1 0,0 0 0,0-1 0,0 1 0,7-12 0,-13 17 0,0 0 0,0 0 0,-1-1 0,1 1 0,0-1 0,-1 1 0,1 0 0,-1-1 0,0 1 0,1-1 0,-1 1 0,0-1 0,0 1 0,0-1 0,0 1 0,0-1 0,0 1 0,-1-1 0,1 1 0,0-1 0,-1 1 0,1-1 0,-1 1 0,1-1 0,-1 1 0,0 0 0,0-1 0,1 1 0,-1 0 0,0 0 0,0 0 0,0 0 0,0 0 0,-1 0 0,1 0 0,0 0 0,0 0 0,-1 0 0,1 0 0,0 1 0,-1-1 0,1 1 0,-1-1 0,1 1 0,0-1 0,-1 1 0,1 0 0,-1 0 0,0 0 0,1 0 0,-1 0 0,1 0 0,-1 0 0,1 0 0,-1 0 0,1 1 0,-2 0 0,-5 2 0,1 1 0,0 1 0,-1-1 0,2 1 0,-1 0 0,0 1 0,1-1 0,0 1 0,0 1 0,1-1 0,0 1 0,0 0 0,1 0 0,-7 12 0,5-5 0,-1 1 0,2-1 0,0 1 0,1 0 0,1 0 0,0 0 0,-1 19 0,4-28 0,0 1 0,0-1 0,1 0 0,0 0 0,0 1 0,0-1 0,1 0 0,0 0 0,0 0 0,1-1 0,0 1 0,-1 0 0,2-1 0,-1 0 0,1 0 0,7 9 0,-9-12 0,0 0 0,1 0 0,-1-1 0,0 1 0,1-1 0,-1 1 0,1-1 0,-1 0 0,1 0 0,0 0 0,-1 0 0,1 0 0,0 0 0,0-1 0,0 0 0,0 1 0,-1-1 0,1 0 0,0 0 0,0-1 0,0 1 0,0-1 0,-1 1 0,1-1 0,0 0 0,0 0 0,-1 0 0,1 0 0,-1-1 0,1 1 0,-1-1 0,1 1 0,-1-1 0,0 0 0,0 0 0,0 0 0,3-4 0,3-1-261,19-21-3956,21-11-7432,-42 35 10132,0 0 0,0 1-1,1 0 1,-1 0 0,1 0 0,8-2 0,-11 4 1176,1 1 1,-1-1-1,0 1 0,1-1 0,-1 1 1,8 1-1,0 4 2937,0 12 6644,-1 18 6474,-9-26-14132,-2-9-1582,0 0 0,0-1 0,0 1 0,-1-1 0,1 1 0,0 0 0,0-1 0,0 1 0,-1 0 0,1-1 0,0 1 0,-1 0 0,1 0 0,0-1 0,0 1 0,-1 0 0,1 0 0,0-1 0,-1 1 0,1 0 0,-1 0 0,1 0 0,0 0 0,-1 0 0,1-1 0,-1 1 0,1 0 0,0 0 0,-1 0 0,1 0 0,-1 0 0,1 0 0,0 0 0,-1 0 0,1 0 0,-1 1 0,1-1 0,0 0 0,-1 0 0,1 0 0,0 0 0,-1 1 0,1-1 0,0 0 0,-1 0 0,1 0 0,0 1 0,-1-1 0,1 0 0,0 1 0,0-1 0,-1 0 0,1 1 0,0-1 0,0 0 0,0 1 0,-1-1 0,1 0 0,0 1 0,0-1 0,0 1 0,0-1 0,0 0 0,0 1 0,0-1 0,0 1 0,0-1 0,0 1 0,-3-36 0,2 30 0,1 1 0,-1-1 0,1 1 0,0-1 0,0 1 0,0-1 0,0 0 0,1 1 0,0-1 0,0 1 0,0 0 0,1-1 0,-1 1 0,4-6 0,-1 4 0,0 2 0,0-1 0,0 0 0,1 1 0,-1 0 0,1 0 0,0 0 0,0 0 0,0 1 0,1 0 0,-1 0 0,1 0 0,11-3 0,10-2 0,47-10 0,-62 16 0,6-1-3670,-6 5-8620,-7 15-3961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3.611"/>
    </inkml:context>
    <inkml:brush xml:id="br0">
      <inkml:brushProperty name="width" value="0.035" units="cm"/>
      <inkml:brushProperty name="height" value="0.035" units="cm"/>
    </inkml:brush>
  </inkml:definitions>
  <inkml:trace contextRef="#ctx0" brushRef="#br0">70 0 956,'-5'5'3011,"1"-1"-1,0 1 1,0 0 0,0 0-1,1 0 1,-5 9-1,-11 38 7265,15-28-10213,0 1 1,2 0-1,1 0 0,1 0 1,1 0-1,1 0 0,6 25 1,-1 5-104,-9 5 41,1-50 0,0 0 0,1 1 0,0-1 0,2 16 0,-2 5-5003,0-30 4752,0 0-1,0 0 1,0 0-1,0 0 1,-1-1-1,1 1 0,0 0 1,-1 0-1,1 0 1,0 0-1,-1-1 1,1 1-1,-1 0 1,1 0-1,-1-1 1,0 1-1,1 0 1,-1-1-1,0 1 1,1-1-1,-1 1 0,0-1 1,0 1-1,1-1 1,-1 1-1,0-1 1,0 0-1,0 1 1,0-1-1,1 0 1,-3 0-1,3 0-398,-1 0 0,1 0 1,-1 0-1,0 0 0,1 0 0,-1 0 0,1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3.982"/>
    </inkml:context>
    <inkml:brush xml:id="br0">
      <inkml:brushProperty name="width" value="0.035" units="cm"/>
      <inkml:brushProperty name="height" value="0.035" units="cm"/>
    </inkml:brush>
  </inkml:definitions>
  <inkml:trace contextRef="#ctx0" brushRef="#br0">79 51 236,'-10'-4'3745,"-3"10"9059,3 8-140,6-5-9350,1 4-3314,0 1 0,1-1 0,1 1 0,0 0 0,0-1 0,2 1 0,0 0 0,0 0 0,1-1 0,1 1 0,0-1 0,1 0 0,0 0 0,1 0 0,9 15 0,-13-26 0,0 1 0,1-1 0,-1 0 0,1 1 0,0-1 0,0 0 0,0 0 0,0 0 0,0 0 0,0-1 0,0 1 0,1 0 0,-1-1 0,0 0 0,1 1 0,0-1 0,-1 0 0,1 0 0,0-1 0,-1 1 0,1-1 0,0 1 0,0-1 0,-1 0 0,1 0 0,4 0 0,-3-1 0,0-1 0,-1 1 0,1-1 0,0 0 0,-1 0 0,1 0 0,-1 0 0,0-1 0,0 1 0,0-1 0,0 0 0,0 0 0,0 0 0,-1 0 0,1 0 0,-1-1 0,3-6 0,4-5 0,-1-1 0,0 0 0,-2 0 0,0-1 0,0 0 0,-2 0 0,0-1 0,2-27 0,-6 40 0,0 0 0,0 0 0,-1-1 0,0 1 0,0 0 0,-1 0 0,1 0 0,-1 0 0,0 0 0,-1 1 0,1-1 0,-1 0 0,0 1 0,0 0 0,0 0 0,0 0 0,-1 0 0,0 0 0,0 1 0,-7-6 0,8 8 0,0-1 0,0 0 0,0 1 0,0-1 0,-1 1 0,1 0 0,-1 0 0,1 1 0,-1-1 0,1 1 0,-1-1 0,1 1 0,-1 0 0,1 1 0,-1-1 0,1 0 0,-1 1 0,1 0 0,-1 0 0,1 0 0,0 0 0,-1 1 0,1-1 0,0 1 0,0 0 0,0 0 0,0 0 0,0 0 0,1 0 0,-5 5 0,-10 12 0,0 0 0,-20 33 0,25-35 0,6-7-1729,4-3-5260,22-14-5255,19-17 2859,-17 10 7625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5.129"/>
    </inkml:context>
    <inkml:brush xml:id="br0">
      <inkml:brushProperty name="width" value="0.035" units="cm"/>
      <inkml:brushProperty name="height" value="0.035" units="cm"/>
    </inkml:brush>
  </inkml:definitions>
  <inkml:trace contextRef="#ctx0" brushRef="#br0">22 0 820,'14'10'30980,"-15"-8"-30895,0 1 0,-1 0 0,1 0 0,0-1 0,0 1 0,1 0 0,-1 0-1,1 0 1,-1 0 0,1 0 0,0 0 0,0 6 0,0 6-226,-9 40 141,2-8 0,-3 70 0,10-115 0,0-1 0,0 0 0,0 0 0,0 1 0,0-1 0,0 0 0,1 0 0,-1 1 0,0-1 0,1 0 0,-1 0 0,1 0 0,-1 0 0,2 3 0,-1-4 0,-1 0 0,1 1 0,-1-1 0,1 0 0,-1 1 0,1-1 0,-1 0 0,1 0 0,-1 1 0,1-1 0,-1 0 0,1 0 0,0 0 0,-1 0 0,1 0 0,-1 0 0,1 0 0,0 0 0,-1 0 0,1 0 0,-1 0 0,2-1 0,3-1 0,0 0 0,0 0 0,0-1 0,0 0 0,7-6 0,4-1 0,-13 8 0,1 0 0,0 0 0,0 0 0,0 0 0,0 1 0,0 0 0,0 0 0,0 0 0,0 0 0,0 1 0,1-1 0,-1 1 0,0 0 0,0 0 0,1 1 0,-1-1 0,0 1 0,0 0 0,0 0 0,0 1 0,0-1 0,0 1 0,0 0 0,4 2 0,4 5 0,1 1 0,-2 1 0,1-1 0,-1 2 0,12 16 0,-14-16 0,2 0 0,-1-1 0,1 0 0,19 14 0,-28-23 0,0-1 0,0 1 0,1-1 0,-1 0 0,0 0 0,1 0 0,-1 0 0,0 0 0,1 0 0,-1-1 0,1 1 0,0-1 0,-1 0 0,1 1 0,-1-1 0,1-1 0,3 1 0,-3-1 0,-1-1 0,1 1 0,-1 0 0,1-1 0,-1 1 0,0-1 0,0 0 0,0 0 0,0 0 0,0 0 0,-1 0 0,1 0 0,0-1 0,-1 1 0,0 0 0,3-6 0,35-75 0,-38 81 0,0 0 0,0 0 0,1 0 0,-1 0 0,0 0 0,1 1 0,-1-1 0,1 1 0,-1-1 0,1 1 0,0-1 0,0 1 0,2-1 0,-2 1 0,-1 0 0,1-1 0,0 1 0,-1 0 0,1 0 0,-1-1 0,1 1 0,-1 0 0,0-1 0,0 0 0,0 1 0,0-1 0,1-2 0,-2-33 0,-3 22 0,2 21 0,1-3 0,0 0 0,0 0 0,1-1 0,0 1 0,0 0 0,-1-1 0,1 1 0,1-1 0,-1 1 0,0-1 0,1 1 0,-1-1 0,1 0 0,0 0 0,-1 0 0,1 0 0,0 0 0,4 3 0,-1-2 0,-1 0 0,1 0 0,0 0 0,0 0 0,0-1 0,0 0 0,6 2 0,-6-3 0,1 0 0,-1 0 0,1-1 0,-1 0 0,1 1 0,-1-2 0,1 1 0,-1-1 0,0 0 0,1 0 0,-1 0 0,0-1 0,1 0 0,-1 0 0,0 0 0,0 0 0,-1-1 0,1 0 0,0 0 0,-1-1 0,0 1 0,0-1 0,0 0 0,0 0 0,3-4 0,-1 0 0,-1 0 0,1 0 0,-1 0 0,-1-1 0,0 0 0,0 0 0,0 0 0,-1 0 0,-1-1 0,0 1 0,0-1 0,-1 1 0,1-13 0,-2 21 0,0 0 0,0 0 0,0-1 0,1 1 0,-1 0 0,-1 0 0,1 0 0,0 0 0,0 0 0,0 0 0,0 0 0,-1 0 0,1 0 0,-1 0 0,1 0 0,-1 0 0,1 0 0,-1 0 0,1 0 0,-1 0 0,0 1 0,1-1 0,-1 0 0,0 0 0,0 1 0,0-1 0,1 0 0,-1 1 0,0-1 0,0 1 0,0-1 0,0 1 0,0-1 0,0 1 0,0 0 0,0 0 0,0-1 0,0 1 0,0 0 0,-1 0 0,1 0 0,0 0 0,0 0 0,0 0 0,0 1 0,0-1 0,0 0 0,0 1 0,0-1 0,0 0 0,0 1 0,0-1 0,-1 2 0,-4 0 0,-1 1 0,1 0 0,1 1 0,-1 0 0,0 0 0,1 0 0,-6 6 0,-3 7 0,1 0 0,1 1 0,0 1 0,2 0 0,0 0 0,1 1 0,1 0 0,1 1 0,1-1 0,1 1 0,0 1 0,-2 34 0,7-51 0,0 1 0,0-1 0,0 1 0,0-1 0,1 1 0,0-1 0,0 1 0,4 9 0,-4-14 0,0 1 0,-1-1 0,1 1 0,0-1 0,1 0 0,-1 0 0,0 1 0,0-1 0,1 0 0,-1 0 0,0 0 0,1 0 0,-1 0 0,1-1 0,-1 1 0,1 0 0,-1-1 0,1 1 0,0-1 0,-1 1 0,1-1 0,0 0 0,-1 0 0,1 0 0,0 0 0,0 0 0,-1 0 0,1 0 0,0-1 0,-1 1 0,3-1 0,24-5 0,53-8 0,-56 8-3569,13-13-8981,-2 1 3229,-11 17 3156,16 1 5063,-1 6 4972,-32 0-928,-1 7 6409,-5 15 5857,-3-21-13872,2-5-1336,-1-1 0,0 1 0,0-1 0,0 1 0,-1-1 0,1 1 0,0-1 0,-1 0 0,1 1 0,-1-1 0,1 1 0,-1-1 0,1 0 0,-1 1 0,0-1 0,-1 2 0,-5-5 0,1-12 0,3 4 0,1 0 0,0 0 0,1 0 0,0-1 0,0 1 0,1 0 0,1 0 0,-1-1 0,2 1 0,-1 0 0,5-11 0,-4 17 0,0 0 0,0 0 0,0 0 0,1 1 0,0-1 0,-1 1 0,2-1 0,-1 1 0,0 0 0,0 0 0,1 1 0,0-1 0,-1 1 0,1 0 0,0 0 0,0 0 0,0 0 0,6-1 0,8-2 0,1 1 0,-1 1 0,23-1 0,14-3 0,-35 4 32,-18 3-46,1 0-1,0 0 1,-1 0 0,1 0 0,-1-1 0,1 1 0,-1-1 0,1 0 0,-1 1 0,1-1 0,-1 0 0,1-1 0,-1 1-1,0 0 1,0-1 0,0 1 0,0-1 0,0 0 0,3-3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7.110"/>
    </inkml:context>
    <inkml:brush xml:id="br0">
      <inkml:brushProperty name="width" value="0.035" units="cm"/>
      <inkml:brushProperty name="height" value="0.035" units="cm"/>
    </inkml:brush>
  </inkml:definitions>
  <inkml:trace contextRef="#ctx0" brushRef="#br0">60 1 1064,'6'3'16326,"-6"10"-4132,-1-7-9015,-23 368-3179,24-364 0,-20 182 0,1-37 0,18-122 0,1-33 0,0 0 0,0 0 0,0 0 0,0 1 0,0-1 0,0 0 0,0 0 0,0 0 0,0 0 0,0 0 0,0 0 0,0 0 0,0 0 0,0 0 0,0 1 0,0-1 0,0 0 0,0 0 0,0 0 0,0 0 0,0 0 0,0 0 0,0 0 0,0 0 0,0 0 0,0 1 0,0-1 0,0 0 0,0 0 0,0 0 0,0 0 0,0 0 0,0 0 0,1 0 0,-1 0 0,0 0 0,0 0 0,0 0 0,0 0 0,0 0 0,0 0 0,0 1 0,0-1 0,0 0 0,0 0 0,1 0 0,-1 0 0,0 0 0,0 0 0,0 0 0,0 0 0,0 0 0,0 0 0,0 0 0,0 0 0,0 0 0,1 0 0,-1 0 0,0 0 0,0-1 0,0 1 0,0 0 0,0 0 0,0 0 0,0 0 0,0 0 0,0 0 0,1 0 0,6-18 0,4-11 0,22-47 0,-27 65 0,0 1 0,1-1 0,0 1 0,0 1 0,1-1 0,1 1 0,12-11 0,-20 19 0,1 0 0,-1 0 0,0 0 0,1 0 0,-1 0 0,1 0 0,0 0 0,-1 0 0,1 1 0,0-1 0,-1 1 0,1-1 0,0 1 0,0 0 0,-1 0 0,1 0 0,0 0 0,0 0 0,0 0 0,-1 0 0,1 0 0,2 1 0,-1 1 0,0-1 0,-1 1 0,1-1 0,-1 1 0,1 0 0,-1 0 0,0 0 0,0 0 0,0 0 0,0 0 0,0 1 0,2 3 0,3 8 0,1 1 0,-2 0 0,10 30 0,-14-38 0,5 19 0,-5-18 0,0 1 0,1-1 0,6 15 0,-9-23-151,1 0 0,0 1 1,-1-1-1,1 1 0,0-1 0,-1 0 1,1 1-1,0-1 0,0 0 0,0 0 1,-1 0-1,1 0 0,0 0 0,0 0 0,-1 0 1,1 0-1,0 0 0,0 0 0,0 0 1,-1 0-1,1 0 0,0-1 0,0 1 1,-1 0-1,1-1 0,0 1 0,-1 0 0,1-1 1,0 1-1,-1-1 0,2 0 0,22-16-7713,0-8-5987,-3-3 8585,-11 14 4417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7.282"/>
    </inkml:context>
    <inkml:brush xml:id="br0">
      <inkml:brushProperty name="width" value="0.035" units="cm"/>
      <inkml:brushProperty name="height" value="0.035" units="cm"/>
    </inkml:brush>
  </inkml:definitions>
  <inkml:trace contextRef="#ctx0" brushRef="#br0">1 10 564,'22'15'3642,"-20"-12"-2053,1 0-1,-1 0 1,1 0 0,-1 1 0,0-1 0,-1 1-1,4 6 1,4 29 10972,-6-14-9275,-1-6-3196,1 5-47,-9-40-868,4 3-5319,-1 0-1,2 0 1,0-22 0,2 10 1321,3 2 3483,1-4 217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7.424"/>
    </inkml:context>
    <inkml:brush xml:id="br0">
      <inkml:brushProperty name="width" value="0.035" units="cm"/>
      <inkml:brushProperty name="height" value="0.035" units="cm"/>
    </inkml:brush>
  </inkml:definitions>
  <inkml:trace contextRef="#ctx0" brushRef="#br0">28 62 76,'-1'-13'658,"0"-6"3824,-8-9 22694,8 28-27151,0 0 1,0-1 0,1 1 0,-1 0 0,0 0-1,0 0 1,0 0 0,0 0 0,0 0 0,0 0-1,1 0 1,-1 0 0,0 0 0,0 0-1,0 0 1,0 1 0,0-1 0,0 3-73,12-1 1,5-1-2989,-8 1-1454,-1 0 1,0 0-1,1 0 0,9 6 1,1 2-531,3 3 3409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7.813"/>
    </inkml:context>
    <inkml:brush xml:id="br0">
      <inkml:brushProperty name="width" value="0.035" units="cm"/>
      <inkml:brushProperty name="height" value="0.035" units="cm"/>
    </inkml:brush>
  </inkml:definitions>
  <inkml:trace contextRef="#ctx0" brushRef="#br0">174 1 644,'16'6'3735,"-16"-6"-3248,1 0 0,-1 1 0,1-1-1,-1 0 1,1 1 0,-1-1 0,0 1 0,1-1 0,-1 1-1,0-1 1,1 1 0,-1-1 0,0 1 0,0-1 0,1 1 0,-1-1-1,0 1 1,0-1 0,0 1 0,0 0 0,0-1 0,1 1 0,-1-1-1,0 1 1,-1 0 0,-7 14 11981,-3-5-9210,3-4-3258,1 1 0,-1 0 0,1 0 0,1 1 0,-1 0 0,2 0 0,-1 1 0,1-1 0,0 1 0,1 1 0,0-1 0,0 0 0,-3 14 0,2 1 0,0 0 0,1 1 0,1-1 0,1 35 0,2-58 0,0 0 0,0 0 0,0 0 0,0 0 0,0 0 0,0 0 0,0 0 0,0 0 0,0 0 0,0 0 0,1 0 0,-1 0 0,1 0 0,-1 0 0,0 0 0,1 0 0,0 0 0,-1 0 0,1 0 0,-1 0 0,1 0 0,0-1 0,0 1 0,1 1 0,-1-2 0,0 0 0,0 0 0,0 0 0,0 0 0,0 0 0,1 0 0,-1 0 0,0 0 0,0 0 0,0-1 0,0 1 0,0 0 0,0-1 0,0 1 0,1-1 0,-1 1 0,0-1 0,1 0 0,7-6 0,0 0 0,0-1 0,10-11 0,-16 16 0,-1 1 0,0-1 0,0 1 0,1 0 0,-1 0 0,1 0 0,0 0 0,-1 0 0,1 0 0,0 1 0,0-1 0,0 1 0,1 0 0,-1 0 0,3-1 0,-3 2 0,-1 0 0,1 1 0,-1-1 0,0 1 0,1-1 0,-1 1 0,0 0 0,1 0 0,-1 0 0,0 0 0,0 0 0,0 0 0,0 1 0,0-1 0,0 1 0,0-1 0,-1 1 0,1 0 0,0 0 0,1 2 0,5 7 0,0 0 0,-1 0 0,0 1 0,-1-1 0,0 1 0,-1 1 0,0-1 0,3 18 0,-1-2 0,-2 1 0,2 50 0,-6-75 0,-1 1 0,0 0 0,0-1 0,-1 1 0,1 0 0,-1-1 0,0 1 0,0-1 0,-1 1 0,1-1 0,-1 0 0,0 1 0,0-1 0,0 0 0,-1 0 0,0-1 0,1 1 0,-1 0 0,-1-1 0,1 0 0,0 1 0,-1-1 0,0-1 0,1 1 0,-1 0 0,0-1 0,0 0 0,-1 0 0,1 0 0,0-1 0,-1 1 0,1-1 0,-1 0 0,1 0 0,-1-1 0,0 1 0,1-1 0,-6 0 0,-1 0 0,0 0 0,0-1 0,0 0 0,0-1 0,0 0 0,1-1 0,-1 0 0,1 0 0,0-1 0,0-1 0,0 1 0,0-2 0,1 1 0,0-1 0,-12-11 0,7 6-1737,13 10 1050,-1 0-1,0 0 0,1 0 1,-1 0-1,1 0 0,-1-1 1,1 1-1,0 0 0,-1-1 1,1 0-1,0 1 0,0-1 1,0 0-1,-1-3 0,2-6-9227,4-1 4677,14-23 1707,-15 31 2663,14-22-203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8.539"/>
    </inkml:context>
    <inkml:brush xml:id="br0">
      <inkml:brushProperty name="width" value="0.035" units="cm"/>
      <inkml:brushProperty name="height" value="0.035" units="cm"/>
    </inkml:brush>
  </inkml:definitions>
  <inkml:trace contextRef="#ctx0" brushRef="#br0">1 22 648,'24'-21'29290,"-24"21"-28999,5 10 2243,1 20-2534,-1 0 0,-2 0 0,0 0 0,-3 0 0,-4 47 0,2 9 0,2 63 0,-1-149 0,1 0 0,0 0 0,0 0 0,0 0 0,0 1 0,0-1 0,0 0 0,0 0 0,0 0 0,0 0 0,0 1 0,0-1 0,0 0 0,0 0 0,0 0 0,0 1 0,0-1 0,0 0 0,0 0 0,0 0 0,0 0 0,0 1 0,1-1 0,-1 0 0,0 0 0,0 0 0,0 0 0,0 0 0,0 1 0,0-1 0,0 0 0,1 0 0,-1 0 0,0 0 0,0 0 0,0 0 0,0 0 0,1 1 0,-1-1 0,0 0 0,0 0 0,0 0 0,0 0 0,1 0 0,-1 0 0,0 0 0,0 0 0,0 0 0,1 0 0,-1 0 0,0 0 0,0 0 0,0 0 0,0 0 0,1 0 0,-1 0 0,0-1 0,0 1 0,0 0 0,0 0 0,1 0 0,-1 0 0,0 0 0,0 0 0,0 0 0,0-1 0,0 1 0,1 0 0,16-17 0,-14 14 0,-1 0 0,1 0 0,-1 0 0,1 1 0,0-1 0,0 1 0,0-1 0,0 1 0,1 0 0,-1 0 0,8-2 0,-8 4 0,1 0 0,-1 1 0,1 0 0,-1 0 0,0 0 0,1 0 0,-1 0 0,0 0 0,0 1 0,0 0 0,0 0 0,0 0 0,0 0 0,0 0 0,-1 0 0,1 1 0,-1-1 0,4 5 0,4 6 0,-1 1 0,13 26 0,-11-18 0,-3-3 0,-8-16 0,1-1 0,0 1 0,0-1 0,0 1 0,0-1 0,0 1 0,0-1 0,1 0 0,-1 1 0,1-1 0,-1 0 0,1 0 0,3 3 0,-4-5 0,0-1 0,1 1 0,-1-1 0,-1 1 0,1-1 0,0 0 0,0 1 0,0-1 0,0 0 0,0 0 0,0 1 0,-1-1 0,1 0 0,0 0 0,-1 0 0,1 0 0,-1 0 0,1 0 0,-1 0 0,1 0 0,-1-2 0,1 1 0,2 0 0,1 0 0,-1 1 0,0-1 0,1 1 0,-1-1 0,1 1 0,-1 0 0,1 0 0,0 1 0,-1-1 0,1 1 0,0 0 0,-1 0 0,1 0 0,0 0 0,6 2 0,20 0 0,-18-3 0,0-1 0,0 0 0,0-1 0,0 0 0,0-1 0,-1 0 0,1-1 0,13-9 0,-8 6 0,0 0 0,28-7 0,-42 13 0,0 1 0,0 0 0,0-1 0,0 0 0,0 1 0,-1-1 0,1-1 0,0 1 0,-1 0 0,1 0 0,-1-1 0,0 1 0,0-1 0,0 0 0,0 0 0,-1 0 0,1 0 0,-1 0 0,1 0 0,-1 0 0,0 0 0,0-1 0,0-3 0,2-9 0,-1 1 0,0-1 0,-1-23 0,-1 35 0,0 1 0,0 0 0,-1-1 0,1 1 0,-1 0 0,0-1 0,1 1 0,-1 0 0,-1 0 0,1 0 0,0 0 0,-3-4 0,3 6 0,0 0 0,0 0 0,0 0 0,0 0 0,0 1 0,-1-1 0,1 0 0,0 1 0,0-1 0,0 1 0,-1-1 0,1 1 0,0 0 0,0-1 0,-1 1 0,1 0 0,0 0 0,-1 0 0,1 0 0,0 0 0,-1 0 0,1 0 0,0 1 0,0-1 0,-1 0 0,1 1 0,0-1 0,0 1 0,-1-1 0,1 1 0,0 0 0,0-1 0,0 1 0,0 0 0,-1 1 0,-5 3 0,0 1 0,1 0 0,0 0 0,0 0 0,0 1 0,1 0 0,0 0 0,0 0 0,-7 15 0,-1 7 0,-13 40 0,22-58 0,1 0 0,0 1 0,0 0 0,1-1 0,1 1 0,0 0 0,1 0 0,0 0 0,3 20 0,-2-26 0,1 1 0,0 0 0,0-1 0,1 1 0,0-1 0,0 0 0,0 0 0,1 0 0,0 0 0,0 0 0,0-1 0,1 0 0,0 0 0,0 0 0,0-1 0,1 1 0,-1-1 0,8 4 0,33 12-2141,-33-17 598,-1 0-1,1-1 0,0-1 0,0 0 1,0 0-1,0-1 0,15-3 0,5-5-10399,-13-1 7810,-1 0 2549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18.837"/>
    </inkml:context>
    <inkml:brush xml:id="br0">
      <inkml:brushProperty name="width" value="0.035" units="cm"/>
      <inkml:brushProperty name="height" value="0.035" units="cm"/>
    </inkml:brush>
  </inkml:definitions>
  <inkml:trace contextRef="#ctx0" brushRef="#br0">56 139 688,'-3'5'10884,"1"4"-4863,4 2-3479,-2 1 0,1-1 0,-1 0 0,-3 20 0,-4 1-82,4-20-2460,-1-2 0,-12-20 0,14 5 0,0 1 0,0 0 0,1-1 0,-1 1 0,1-1 0,0 1 0,0-1 0,-1-9 0,-2-8 0,4 20 0,-1 0 0,0-1 0,1 1 0,0 0 0,0-1 0,0 1 0,0-1 0,0 1 0,0 0 0,0-1 0,1 1 0,-1-1 0,1 1 0,0 0 0,0 0 0,0-1 0,1-2 0,2 0 0,0-1 0,1 1 0,-1 0 0,10-8 0,4-4 0,-8 9 0,2 0 0,-1 1 0,1 0 0,0 1 0,0 0 0,1 1 0,0 0 0,19-4 0,1-1 0,51-15 0,-83 25 55,-1 0-83,0 0 0,0 0 0,0 0 0,0 0 0,1-1 0,-1 1 0,0 0 0,0 0 0,0 0 0,0 0 0,1 0 0,-1 0 0,0 0 0,0-1 0,0 1 0,0 0 0,0 0 0,0 0 0,0 0 0,1-1 0,-1 1 0,0 0 0,0 0-1,0 0 1,0 0 0,0-1 0,0 1 0,0 0 0,0 0 0,0 0 0,0-1 0,0 1 0,0 0 0,0 0 0,0 0 0,0-1 0,0 1 0,0 0 0,0 0 0,-1 0 0,1 0 0,0-1 0,0 1 0,0 0 0,0 0 0,0 0 0,0 0 0,0 0 0,-1-1 0,1 1 0,0 0 0,0 0 0,0 0 0,0 0 0,0 0 0,-1 0 0,1 0 0,-11 25-31081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21.210"/>
    </inkml:context>
    <inkml:brush xml:id="br0">
      <inkml:brushProperty name="width" value="0.035" units="cm"/>
      <inkml:brushProperty name="height" value="0.035" units="cm"/>
    </inkml:brush>
  </inkml:definitions>
  <inkml:trace contextRef="#ctx0" brushRef="#br0">0 107 844,'16'-25'27065,"-8"38"-22211,-3 2-4854,0 0 0,-1 0 0,-1 1 0,0-1 0,-1 1 0,0 15 0,-5 97 0,1-98 0,-3 44 0,-4 118 0,9-182 0,-2-20 0,-1-22 0,3 1 0,0-77 0,14-109 0,-10 190 0,2 1 0,0 0 0,18-44 0,-20 64 0,-1 0 0,1 0 0,0 0 0,1 0 0,0 1 0,-1 0 0,2 0 0,-1 0 0,0 1 0,1 0 0,9-6 0,-5 5 0,-1-1 0,0 2 0,1-1 0,0 2 0,0-1 0,1 1 0,11-2 0,-18 5 0,1-1 0,0 1 0,0 0 0,-1 0 0,1 0 0,0 0 0,-1 1 0,1 0 0,0 0 0,-1 0 0,1 1 0,-1-1 0,1 1 0,-1 0 0,0 0 0,0 1 0,0-1 0,5 5 0,-4-2 0,-1 0 0,1 0 0,-1 1 0,0 0 0,-1 0 0,1 0 0,-1 0 0,0 0 0,-1 1 0,1-1 0,1 9 0,1 13 0,-1-1 0,-1 1 0,-1 0 0,-5 55 0,0-42 0,-2 0 0,-2 0 0,-18 61 0,16-75 0,-1 0 0,-1-1 0,-1 0 0,-1-1 0,-2-1 0,-18 25 0,30-44 0,-1 0 0,0 0 0,0-1 0,0 1 0,-1-1 0,0 0 0,1-1 0,-1 1 0,-1-1 0,1 0 0,0 0 0,-1 0 0,0-1 0,1 0 0,-1 0 0,0 0 0,0-1 0,0 0 0,0 0 0,-1-1 0,1 1 0,0-1 0,0-1 0,-10-1 0,2 1 18,-31-7 26,43 7-56,1 1 0,0-1 0,0 1 0,-1 0 0,1-1 0,0 0 0,0 1 0,0-1 0,-1 0 0,1 0 0,0 1 0,0-1 0,0 0 0,0 0 1,1 0-1,-1 0 0,0-1 0,0 1 0,1 0 0,-1 0 0,0 0 0,1-1 0,-1 1 0,1 0 0,0 0 0,-1-1 0,1-2 0,2 2-1757,0 0-1,1-1 0,-1 1 1,1 0-1,0 1 0,-1-1 0,1 0 1,0 1-1,0-1 0,0 1 1,0 0-1,5-1 0,32-6-5760,-19 6 6112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24.107"/>
    </inkml:context>
    <inkml:brush xml:id="br0">
      <inkml:brushProperty name="width" value="0.035" units="cm"/>
      <inkml:brushProperty name="height" value="0.035" units="cm"/>
    </inkml:brush>
  </inkml:definitions>
  <inkml:trace contextRef="#ctx0" brushRef="#br0">1 99 8,'4'-20'1524,"-4"18"-1176,0 0 0,1-1 0,-1 1 1,1 0-1,-1 0 0,1 0 0,0 0 1,0 0-1,-1 0 0,1 0 0,1 0 1,-1 0-1,2-2 0,29-25 10001,-28 26-7879,1 0-1,-1 0 1,1 1-1,0 0 1,8-3 0,-12 5-2429,0 0 0,0 0 1,0 0-1,-1 0 0,1 1 0,0-1 1,0 0-1,0 1 0,0-1 1,0 1-1,-1-1 0,1 1 1,0-1-1,0 1 0,-1-1 1,1 1-1,0 0 0,-1-1 1,1 1-1,-1 0 0,1-1 0,-1 1 1,1 0-1,-1 0 0,0 0 1,1 0-1,-1 1 0,10 23-8,-8-4-33,0 1 0,-2-1 0,0 1 0,-6 36 0,-1 32 0,4-94 0,0-1 0,1 1 0,0-1 0,-1 0 0,2 0 0,-3-5 0,2-4-554,0 0 0,-1 0 1,0 0-1,-1 1 0,-10-21 0,9 21-4616,0 1-1,1-1 1,-5-22-1,4 5-556,4 27 4303,0 1 536,-3-8 253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24.263"/>
    </inkml:context>
    <inkml:brush xml:id="br0">
      <inkml:brushProperty name="width" value="0.035" units="cm"/>
      <inkml:brushProperty name="height" value="0.035" units="cm"/>
    </inkml:brush>
  </inkml:definitions>
  <inkml:trace contextRef="#ctx0" brushRef="#br0">128 22 236,'-11'-22'16433,"-1"30"-3680,2 2-9412,4-3-3341,1 0 0,0 1 0,1 0 0,-1 0 0,1 0 0,-3 12 0,-14 26 0,3-19-3665,-2 3-4628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24.484"/>
    </inkml:context>
    <inkml:brush xml:id="br0">
      <inkml:brushProperty name="width" value="0.035" units="cm"/>
      <inkml:brushProperty name="height" value="0.035" units="cm"/>
    </inkml:brush>
  </inkml:definitions>
  <inkml:trace contextRef="#ctx0" brushRef="#br0">0 0 536,'10'10'2960,"14"-2"7722,20-6 6756,-36-2-16291,-2 0-1147,83-1 0,-1 3 0,139 23 0,-222-24 0,-2 1 0,1-2 0,-1 1 0,0 0 0,1-1 0,-1 1 0,1-1 0,-1 0 0,1 0 0,-1-1 0,0 1 0,1-1 0,-1 0 0,6-1 0,-3 1-3019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25.303"/>
    </inkml:context>
    <inkml:brush xml:id="br0">
      <inkml:brushProperty name="width" value="0.035" units="cm"/>
      <inkml:brushProperty name="height" value="0.035" units="cm"/>
    </inkml:brush>
  </inkml:definitions>
  <inkml:trace contextRef="#ctx0" brushRef="#br0">87 12 528,'-15'-3'1014,"-20"-2"7651,17 4 332,0 0 3959,324 2-12328,548-4-653,-739 4 25,0 4 0,174 31 0,-51 17 0,-235-52 0,1 0 0,-1 0 0,0-1 0,1 1 0,-1-1 0,0 0 0,7 0 0,-10 0 0,0 0 0,0 0 0,0 0 0,0 0 0,0-1 0,1 1 0,-1 0 0,0 0 0,0 0 0,0 0 0,0 0 0,0 0 0,0 0 0,0 0 0,0 0 0,0 0 0,0 0 0,0 0 0,0 0 0,0-1 0,0 1 0,1 0 0,-1 0 0,0 0 0,0 0 0,0 0 0,0 0 0,0 0 0,0 0 0,0-1 0,0 1 0,0 0 0,0 0 0,0 0 0,0 0 0,0 0 0,0 0 0,0 0 0,-1 0 0,1 0 0,0-1 0,0 1 0,0 0 0,0 0 0,0 0 0,0 0 0,0 0 0,0 0 0,0 0 0,0 0 0,0 0 0,0 0 0,0 0 0,0-1 0,-1 1 0,1 0 0,0 0 0,0 0 0,0 0 0,0 0 0,0 0 0,0 0 0,0 0 0,0 0 0,-1 0 0,-18-9 0,19 9 0,-16-5-2995,10 3-173,1 0 0,-1 1 0,0-1 0,0 2 0,0-1 0,-9 0 0,-6 6-1990,2 5 3200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25.750"/>
    </inkml:context>
    <inkml:brush xml:id="br0">
      <inkml:brushProperty name="width" value="0.035" units="cm"/>
      <inkml:brushProperty name="height" value="0.035" units="cm"/>
    </inkml:brush>
  </inkml:definitions>
  <inkml:trace contextRef="#ctx0" brushRef="#br0">6 12 596,'12'-12'25205,"-10"20"-20045,4 74-4526,-4 0 0,-13 123 0,0 20-734,6-69-1101,5-159-1797,1-1-1,0 1 1,0-1 0,0 1-1,0 0 1,0-1-1,4-5 1,7-13-2424,-11 20 5762,12-20-2037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26.063"/>
    </inkml:context>
    <inkml:brush xml:id="br0">
      <inkml:brushProperty name="width" value="0.035" units="cm"/>
      <inkml:brushProperty name="height" value="0.035" units="cm"/>
    </inkml:brush>
  </inkml:definitions>
  <inkml:trace contextRef="#ctx0" brushRef="#br0">410 41 500,'7'-8'666,"10"-11"9367,1 6 11119,-99 39-21049,2 5 0,2 2 0,-112 66 0,187-98-103,1-1 0,-1 1 0,1 0 0,-1 0 0,1 0 0,-1 0 0,1 0 0,0 0 0,-1 0 0,1 0 0,0 0 0,0 1 0,0-1 0,0 1 0,0-1 0,0 0 0,1 1 0,-1-1 0,0 1 0,1 0 0,-1-1 0,0 4 0,2-3 0,0 0 0,0 0 0,0 0 0,0 0 0,0 0 0,0 0 0,0 0 0,0 0 0,1-1 0,-1 1 0,1 0 0,-1-1 0,1 1 0,0-1 0,0 0 0,3 3 0,33 20 0,1-1 0,1-2 0,68 26 0,-54-24 0,-34-14 19,4 0 47,-1 2 0,32 20-1,-50-28-138,1 1-1,-1 0 0,1 1 1,-2-1-1,1 1 0,0 0 1,-1 0-1,0 0 0,0 1 1,0 0-1,-1-1 0,0 1 1,0 1-1,3 8 0,-3-1-3731,3 6-5959,3 0-6003,-2-10 13585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48.953"/>
    </inkml:context>
    <inkml:brush xml:id="br0">
      <inkml:brushProperty name="width" value="0.035" units="cm"/>
      <inkml:brushProperty name="height" value="0.035" units="cm"/>
    </inkml:brush>
  </inkml:definitions>
  <inkml:trace contextRef="#ctx0" brushRef="#br0">0 126 276,'19'-7'26024,"-19"8"-25913,1-1-1,-1 1 0,0-1 0,0 1 1,1-1-1,-1 1 0,0-1 0,1 1 1,-1-1-1,0 1 0,1-1 0,-1 0 0,1 1 1,-1-1-1,1 0 0,-1 1 0,1-1 1,-1 0-1,1 1 0,-1-1 0,1 0 1,-1 0-1,1 0 0,0 0 0,-1 0 1,1 0-1,-1 1 0,1-1 0,-1 0 0,1-1 1,0 1-1,-1 0 0,1 0 0,0 0 1,0 0-3,0 0 1,-1 0-1,1 0 1,0 0-1,0 0 1,0 0-1,-1 0 1,1 0-1,0 0 1,0 0-1,-1 0 1,1 1-1,0-1 1,0 0-1,-1 1 1,1-1-1,0 1 1,-1-1-1,1 1 1,0-1-1,-1 1 1,1-1-1,0 1 1,2 14-109,1-1 0,-2 1 0,0-1 0,-1 1 0,-1 16 0,1-3 0,1 18 0,-2 1 0,-3 0 0,-1 0 0,-11 51 0,13-87 0,4-9 0,2-23 0,16-206 0,-12 163 0,-6 45 0,1 1 0,1-1 0,1 1 0,0 0 0,1 1 0,1-1 0,1 1 0,0 1 0,2-1 0,-1 1 0,21-24 0,-28 38 0,-1 1 0,1-1 0,-1 1 0,1-1 0,0 1 0,0 0 0,-1-1 0,1 1 0,0 0 0,0 0 0,0 1 0,0-1 0,0 0 0,0 1 0,0-1 0,0 1 0,1-1 0,-1 1 0,0 0 0,0 0 0,0 0 0,0 0 0,0 1 0,1-1 0,-1 0 0,0 1 0,0 0 0,0-1 0,0 1 0,0 0 0,0 0 0,0 0 0,0 0 0,-1 0 0,1 1 0,0-1 0,-1 1 0,1-1 0,1 3 0,3 2 0,-1 0 0,0 0 0,-1 0 0,0 1 0,0-1 0,0 1 0,-1 0 0,0 1 0,4 12 0,-3-5 0,0 1 0,-2 1 0,0-1 0,-1 0 0,0 1 0,-1-1 0,-1 0 0,-1 1 0,0-1 0,-1 0 0,-1 0 0,-1-1 0,0 1 0,0-1 0,-2 0 0,0 0 0,-1 0 0,0-1 0,-1-1 0,-16 19 0,5-10 0,0 0 0,-2-2 0,-44 32 0,64-51-213,0 0 0,0 0 0,1 0 1,-1 0-1,0 0 0,0-1 0,0 1 0,0-1 0,0 0 0,0 1 1,0-1-1,0 0 0,-1 0 0,1 0 0,0-1 0,0 1 0,-3-1 0,3 0-46,1 1-1,0 0 1,0-1-1,0 1 0,0-1 1,0 0-1,-1 1 1,1-1-1,0 0 0,0 1 1,1-1-1,-1 0 0,0 0 1,0 0-1,0 0 1,0 0-1,1 0 0,-1 0 1,1 0-1,-1 0 1,1-1-1,-1 1 0,1 0 1,-1 0-1,1 0 0,0-1 1,0 1-1,-1-2 1,3-5-10020,2 0 5150,15-9 508,-6 8 3443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49.373"/>
    </inkml:context>
    <inkml:brush xml:id="br0">
      <inkml:brushProperty name="width" value="0.035" units="cm"/>
      <inkml:brushProperty name="height" value="0.035" units="cm"/>
    </inkml:brush>
  </inkml:definitions>
  <inkml:trace contextRef="#ctx0" brushRef="#br0">1 0 152,'25'19'4619,"45"16"18895,-40-21-19036,-22-10-4478,0 1 0,0 0 0,0 0 0,-1 0 0,0 1 0,0 0 0,0 1 0,-1-1 0,0 1 0,11 16 0,-11-14 0,-1-3 0,-1 0 0,0 0 0,-1 0 0,1 1 0,3 9 0,-7-14 0,1 1 0,-1-1 0,1 1 0,-1-1 0,0 1 0,0-1 0,0 1 0,0-1 0,-1 1 0,1 0 0,-1-1 0,1 1 0,-1-1 0,0 0 0,0 1 0,0-1 0,0 0 0,0 1 0,-3 2 0,3-3 0,-39 51 0,37-49 0,-1 0 0,0-1 0,0 1 0,0-1 0,0 0 0,0 0 0,-1 0 0,0-1 0,1 1 0,-8 1 0,21 2 0,7-1 0,0-2 0,1 0 0,0 1 0,0 0 0,25 11 0,-40-14 0,0-1 0,0 0 0,-1 1 0,1-1 0,-1 0 0,1 1 0,0-1 0,-1 1 0,1 0 0,-1-1 0,0 1 0,1 0 0,-1 0 0,2 1 0,-12 1-1770,2-3-3894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49.795"/>
    </inkml:context>
    <inkml:brush xml:id="br0">
      <inkml:brushProperty name="width" value="0.035" units="cm"/>
      <inkml:brushProperty name="height" value="0.035" units="cm"/>
    </inkml:brush>
  </inkml:definitions>
  <inkml:trace contextRef="#ctx0" brushRef="#br0">97 92 468,'-48'-1'6473,"24"0"2610,0 1 6523,59-2-14981,38-7 1,3 0-744,574-48 118,-504 48 0,0 6 0,0 6 0,217 33 0,-177 3 0,-42-7 0,-139-31 0,0-1 0,0 1 0,0-1 0,0 0 0,0 0 0,0-1 0,0 1 0,5-3 0,-17-4-118,0 0 0,-1 0 0,0 0 0,0 1-1,-10-6 1,9 8-2884,0 0-1,0 1 1,0 0-1,0 0 1,0 1 0,0 0-1,-15-1 1,-14 6-3023,14 2 4439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50.202"/>
    </inkml:context>
    <inkml:brush xml:id="br0">
      <inkml:brushProperty name="width" value="0.035" units="cm"/>
      <inkml:brushProperty name="height" value="0.035" units="cm"/>
    </inkml:brush>
  </inkml:definitions>
  <inkml:trace contextRef="#ctx0" brushRef="#br0">42 7 784,'0'-1'346,"0"1"-1,-1-1 1,1 1-1,-1-1 1,1 1-1,-1 0 1,1-1-1,-1 1 1,1 0-1,-1-1 1,1 1-1,-1 0 1,1 0-1,-1-1 1,0 1-1,1 0 1,-1 0 0,1 0-1,-1 0 1,0 0-1,1 0 1,-2 0-1,-2 10 10918,4 9-495,1-8-9378,3 25-1207,-1 1-1,-3 0 0,-5 47 0,1 19-300,4-99-260,0 0 1,0 0-1,0 1 0,0-1 1,-1 0-1,0 1 1,0-1-1,0 0 0,0 0 1,0 0-1,-1 0 0,0 0 1,0 0-1,0 0 0,0-1 1,-5 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50.512"/>
    </inkml:context>
    <inkml:brush xml:id="br0">
      <inkml:brushProperty name="width" value="0.035" units="cm"/>
      <inkml:brushProperty name="height" value="0.035" units="cm"/>
    </inkml:brush>
  </inkml:definitions>
  <inkml:trace contextRef="#ctx0" brushRef="#br0">117 48 800,'16'-12'3998,"12"-1"9083,-3 0-1248,-11 3-8782,-28 25-3051,-15 13 0,3-12 0,1 1 0,-28 27 0,48-40 0,-1 2 0,-1-1 0,2 1 0,-1 0 0,1 0 0,-9 14 0,13-19 0,0 0 0,1 0 0,-1 1 0,1-1 0,0 1 0,-1-1 0,1 0 0,0 1 0,0-1 0,0 1 0,0-1 0,0 1 0,0-1 0,0 0 0,0 1 0,1-1 0,-1 1 0,0-1 0,1 0 0,-1 1 0,1-1 0,0 0 0,-1 1 0,1-1 0,0 0 0,0 0 0,0 0 0,0 0 0,0 0 0,0 0 0,0 0 0,0 0 0,0 0 0,0 0 0,1-1 0,-1 1 0,0 0 0,1-1 0,-1 1 0,3 0 0,21 9 0,1 0 0,0-2 0,32 6 0,-26-6 0,0 2-5707,-2-1-3979,-12-2-7108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50.759"/>
    </inkml:context>
    <inkml:brush xml:id="br0">
      <inkml:brushProperty name="width" value="0.035" units="cm"/>
      <inkml:brushProperty name="height" value="0.035" units="cm"/>
    </inkml:brush>
  </inkml:definitions>
  <inkml:trace contextRef="#ctx0" brushRef="#br0">2 23 4,'-1'-22'16612,"12"24"-3817,3 4-9443,2-1-3352,-1-1 0,0 0 0,1-1 0,0 0 0,0-2 0,0 0 0,17-1 0,28 3 0,-52-2 0,-5 0 0,0 0 0,0-1 0,0 1 0,0-1 0,0 0 0,1 0 0,-1 0 0,0-1 0,0 1 0,0-1 0,0 0 0,6-3 0,-10 2 0,-5-1-2288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10:51.301"/>
    </inkml:context>
    <inkml:brush xml:id="br0">
      <inkml:brushProperty name="width" value="0.035" units="cm"/>
      <inkml:brushProperty name="height" value="0.035" units="cm"/>
    </inkml:brush>
  </inkml:definitions>
  <inkml:trace contextRef="#ctx0" brushRef="#br0">343 48 156,'18'-5'4380,"-13"4"-980,1 0 0,-1 0-1,1-1 1,-1 0-1,0 0 1,7-4-1,1-8 1031,-13 14-4430,0 0 0,0-1 0,1 1 0,-1 0 0,0 0 0,0-1 0,0 1 0,0 0 0,1 0 0,-1-1 0,0 1 0,0 0 0,0-1 0,0 1 0,0 0 0,0-1 0,0 1 0,0 0 0,0-1 0,0 1 0,0 0 0,0-1 0,0 1 0,0 0 0,0-1 0,0 1 0,0 0 0,0 0 0,0-1 0,0 1 0,-1 0 0,1-1 0,0 1 0,0 0 0,0 0 0,-1-1 0,1 1 0,0 0 0,0 0 0,-1-1 0,1 1 0,0 0 0,0 0 0,-1 0 0,1 0 0,0-1 0,0 1 0,-1 0 0,1 0 0,0 0 0,-1 0 0,1 0 0,0 0 0,-1 0 0,1 0 0,0 0 0,-1 0 0,1 0 0,0 0 0,-1 0 0,-19 4 0,8 2 0,1 0 0,-1 1 0,1 1 0,1 0 0,-1 0 0,1 1 0,-10 11 0,14-13 0,0-1 0,1 1 0,0 0 0,0 0 0,1 1 0,0 0 0,0-1 0,1 1 0,-1 1 0,2-1 0,-1 0 0,0 9 0,3-14 0,0 0 0,0-1 0,1 1 0,-1-1 0,1 1 0,0-1 0,0 1 0,0-1 0,0 0 0,0 1 0,0-1 0,0 0 0,1 0 0,-1 0 0,1 0 0,0 0 0,0 0 0,-1 0 0,1 0 0,0-1 0,1 1 0,-1-1 0,0 0 0,0 1 0,0-1 0,4 1 0,2 2 0,0-1 0,1 1 0,-1-2 0,1 1 0,0-1 0,11 1 0,-17-3 0,0 0 0,0 0 0,0-1 0,0 1 0,0-1 0,-1 0 0,1 1 0,0-1 0,0 0 0,-1-1 0,1 1 0,-1 0 0,1-1 0,-1 0 0,0 1 0,1-1 0,1-3 0,37-44 0,-9 12 0,-32 36 0,0 1 0,0 0 0,1 0 0,-1 0 0,0-1 0,0 1 0,1 0 0,-1 0 0,0 0 0,1 0 0,-1 0 0,0 0 0,1-1 0,-1 1 0,0 0 0,1 0 0,-1 0 0,0 0 0,1 0 0,-1 0 0,0 0 0,0 0 0,1 0 0,-1 1 0,0-1 0,1 0 0,-1 0 0,0 0 0,1 0 0,-1 0 0,0 0 0,0 1 0,1-1 0,-1 0 0,10 14 0,0 17 0,-5-6 0,-1 1 0,-1 0 0,-1-1 0,-3 50 0,0-63 0,0 1 0,-1-1 0,-1 0 0,0 1 0,0-1 0,-1-1 0,-1 1 0,0 0 0,-1-1 0,0 0 0,0-1 0,-11 14 0,10-17 3,-1-1-1,0 1 1,0-1 0,0-1-1,-1 1 1,0-2 0,0 1 0,0-1-1,-1 0 1,1-1 0,-1 0-1,0-1 1,0 0 0,0 0-1,0-1 1,-12 0 0,-12-1-60,1-1-1,-1-1 1,-50-11 0,61 8-749,1 0-4300,16 3 2391,0 0 0,0-1 0,0 1 0,0-1-1,0 0 1,1-1 0,-1 1 0,-5-7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1.209"/>
    </inkml:context>
    <inkml:brush xml:id="br0">
      <inkml:brushProperty name="width" value="0.035" units="cm"/>
      <inkml:brushProperty name="height" value="0.035" units="cm"/>
    </inkml:brush>
  </inkml:definitions>
  <inkml:trace contextRef="#ctx0" brushRef="#br0">5 67 260,'1'-3'566,"0"1"0,-1-1-1,1 1 1,-1 0 0,0-1 0,1 1 0,-1-1-1,0 1 1,-1-1 0,1 1 0,0-1 0,-2-3-1,1-7 889,-1 8-205,0-3 3255,2 8-4330,0-1-1,1 1 1,-1 0-1,1-1 1,-1 1-1,0 0 0,1-1 1,-1 1-1,1 0 1,-1 0-1,1-1 1,-1 1-1,1 0 1,-1 0-1,1 0 0,0 0 1,-1 0-1,1 0 1,-1-1-1,1 1 1,-1 1-1,1-1 1,-1 0-1,2 0 0,0 0 108,1 1 0,0-1 0,-1 1-1,1-1 1,-1 1 0,1 0 0,-1 0-1,1 0 1,-1 0 0,1 1 0,-1-1-1,0 1 1,0-1 0,0 1 0,0 0-1,0 0 1,0 0 0,0 0 0,-1 0-1,1 0 1,-1 0 0,1 1 0,-1-1-1,2 5 1,2 5 1361,-1 1 0,0 0 0,4 20 0,-7-30-1624,35 285-18,-30-215 0,-8-38-3073,0-29 1513,0 0 0,0 1 1,-1-1-1,0 0 0,-7 10 1,9-14 658,0-1-1,0 0 1,0 1 0,0-1 0,1 1 0,-1 0-1,0-1 1,1 1 0,-1 0 0,1-1-1,0 1 1,-1 0 0,1 0 0,0-1-1,0 1 1,0 0 0,0 0 0,0 0 0,1-1-1,0 4 1,6 9-273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1.588"/>
    </inkml:context>
    <inkml:brush xml:id="br0">
      <inkml:brushProperty name="width" value="0.035" units="cm"/>
      <inkml:brushProperty name="height" value="0.035" units="cm"/>
    </inkml:brush>
  </inkml:definitions>
  <inkml:trace contextRef="#ctx0" brushRef="#br0">20 332 260,'-12'-4'15393,"4"15"-3490,8-1-9271,3 3-2427,1-1-1,1 1 0,-1-1 1,2-1-1,0 1 1,0-1-1,1 0 1,1 0-1,8 10 1,-12-17-183,0 0 0,1 0 0,-1-1 0,1 0 0,-1 0 0,1 0 0,0 0 0,0 0 0,0-1 1,0 0-1,1 0 0,-1-1 0,1 0 0,-1 1 0,1-2 0,-1 1 0,1-1 0,0 0 0,-1 0 1,1 0-1,0-1 0,-1 0 0,8-2 0,-5 1-22,0-1 0,-1 0 0,1-1 0,-1 1 0,0-2 0,0 1 0,0-1 0,-1 0 0,1 0 0,-1-1 0,-1 0 0,1 0 0,-1 0 0,0-1 0,0 1 0,-1-1 0,0-1 0,6-13 0,1-6 0,-1 0 0,-1 0 0,-2-1 0,5-30 0,-10 43 0,0-1 0,0 0 0,-1 0 0,-1 1 0,-1-1 0,-1 0 0,-5-27 0,6 39 0,0 0 0,0 0 0,0 0 0,-1 0 0,0 0 0,0 0 0,0 0 0,0 1 0,0-1 0,-1 1 0,0 0 0,1-1 0,-1 1 0,0 0 0,-1 1 0,1-1 0,0 1 0,-1-1 0,0 1 0,1 0 0,-1 0 0,0 1 0,0-1 0,0 1 0,0 0 0,0 0 0,0 0 0,-1 0 0,1 1 0,0 0 0,0 0 0,0 0 0,-8 1 0,3 1 0,0 0 0,0 1 0,0-1 0,1 2 0,-1-1 0,1 1 0,0 1 0,0 0 0,0 0 0,1 0 0,0 1 0,-12 11 0,9-7 0,0 1 0,1 0 0,0 1 0,0 0 0,1 0 0,1 0 0,-8 19 0,10-10 90,5-18-216,0-1 0,-1 1 0,1-1 0,-1 0 0,0 1 0,1-1 0,-1 0 0,0 1 0,-1-1 0,1 0 0,0 0 0,-3 3 1,23-29-25241,2 8 21951,5-1 1620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1.937"/>
    </inkml:context>
    <inkml:brush xml:id="br0">
      <inkml:brushProperty name="width" value="0.035" units="cm"/>
      <inkml:brushProperty name="height" value="0.035" units="cm"/>
    </inkml:brush>
  </inkml:definitions>
  <inkml:trace contextRef="#ctx0" brushRef="#br0">119 20 996,'-9'6'1049,"0"1"0,0 0 0,1 1 0,-8 9 0,10-10 618,0 0 1,1 1-1,0 0 1,0 0-1,1 1 1,0-1-1,0 1 1,1 0-1,0 0 1,1 0-1,0 0 1,0 1-1,0 18 1,2-17-874,0 0 0,1 0 1,3 13-1,-2-16-794,0 0 0,0-1 0,1 1 0,0-1 0,0 0 0,1 0 0,0 0 0,0-1 0,1 1 0,0-1 0,0 0 0,0 0 0,1-1 0,0 1 0,0-1 0,0 0 0,0-1 0,1 0 0,0 0 0,0 0 0,0-1 0,8 3 0,-6-3 0,0-1 0,0 1 0,0-2 0,0 1 0,0-1 0,1-1 0,-1 0 0,0 0 0,0-1 0,0 0 0,1 0 0,-1-1 0,0 0 0,0-1 0,-1 0 0,1 0 0,-1-1 0,13-7 0,-8 2 0,0-1 0,0 0 0,-1-1 0,-1-1 0,0 1 0,0-2 0,17-26 0,-22 30 0,-1 0 0,0-1 0,0 1 0,-1-1 0,0 0 0,-1 0 0,0 0 0,-1-1 0,0 1 0,0-1 0,-1 1 0,-1-1 0,0-14 0,-1 21 0,0 0 0,0-1 0,0 1 0,0 0 0,0 0 0,-1-1 0,0 1 0,0 1 0,0-1 0,0 0 0,-1 0 0,1 1 0,-1-1 0,0 1 0,-7-6 0,4 5 0,0 0 0,0 0 0,0 1 0,-1-1 0,1 2 0,-1-1 0,0 1 0,-14-3 0,-1 1 0,-1 2 0,0 1 0,0 0 0,0 2 0,-23 4 0,25-2 0,0 1 0,0 1 0,0 1 0,1 1 0,0 0 0,-32 18 0,50-24-165,-7 4-3551,-11 0-10841,37-10 1355,8-1 12091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2.427"/>
    </inkml:context>
    <inkml:brush xml:id="br0">
      <inkml:brushProperty name="width" value="0.035" units="cm"/>
      <inkml:brushProperty name="height" value="0.035" units="cm"/>
    </inkml:brush>
  </inkml:definitions>
  <inkml:trace contextRef="#ctx0" brushRef="#br0">0 135 596,'3'-19'19956,"-2"18"-19335,15-2 11071,-5 2-11910,-10 1-183,562-12 1046,-54 4-773,261-49 128,-279 24 0,-455 36 104,-29-1-208,-21-2-311,-19 14-31005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4.633"/>
    </inkml:context>
    <inkml:brush xml:id="br0">
      <inkml:brushProperty name="width" value="0.035" units="cm"/>
      <inkml:brushProperty name="height" value="0.035" units="cm"/>
    </inkml:brush>
  </inkml:definitions>
  <inkml:trace contextRef="#ctx0" brushRef="#br0">0 14 896,'6'-13'31180,"-5"17"-31060,0 1 1,0 0-1,0-1 0,0 1 0,0-1 0,4 7 0,3 13-274,-3 16 154,-1 1 0,-3-1 0,-3 45 0,0-4 0,-7 126 0,9-205-52,-1 19-2331,1-20 2185,0-1 0,0 1 1,0-1-1,0 1 0,0-1 1,0 1-1,0-1 0,-1 1 1,1 0-1,0-1 0,0 1 0,0-1 1,-1 1-1,1-1 0,0 1 1,0-1-1,-1 0 0,1 1 1,-1-1-1,1 1 0,0-1 0,-1 0 1,1 1-1,-1-1 0,1 0 1,-1 1-1,0-1 0,1-19-14798,9-29 7005,0 17 6546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4.836"/>
    </inkml:context>
    <inkml:brush xml:id="br0">
      <inkml:brushProperty name="width" value="0.035" units="cm"/>
      <inkml:brushProperty name="height" value="0.035" units="cm"/>
    </inkml:brush>
  </inkml:definitions>
  <inkml:trace contextRef="#ctx0" brushRef="#br0">0 26 44,'11'-15'-612,"5"5"12299,-15 9-11133,-1 1-1,1 0 0,0 0 0,-1 0 1,1 0-1,-1 1 0,1-1 0,-1 0 1,1 0-1,-1 0 0,1 0 0,-1 0 1,1 1-1,2 1 3873,-2-1-3873,9 21 6350,-5 3-6524,-1 1-1,-1 0 0,-1 0 0,-2 37 0,0 18-253,0-33-2949,-1-36 1114,0 0 1,-1-1 0,0 1-1,-1-1 1,0 1 0,-1-1-1,-6 13 1,9-23 606,0 0-1,1 0 1,-1 0 0,0 0-1,1 0 1,-1 0 0,0 0-1,0 0 1,0 0 0,0 0-1,0-1 1,0 1 0,-2 1-1,-2 0 1447,2-1-1315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5.027"/>
    </inkml:context>
    <inkml:brush xml:id="br0">
      <inkml:brushProperty name="width" value="0.035" units="cm"/>
      <inkml:brushProperty name="height" value="0.035" units="cm"/>
    </inkml:brush>
  </inkml:definitions>
  <inkml:trace contextRef="#ctx0" brushRef="#br0">48 209 76,'-11'-10'668,"0"2"3255,0 0 4169,-1 1 4933,12 7-12976,0 0-1,0 0 1,0 0-1,-1 0 0,1-1 1,0 1-1,0 0 1,0 0-1,0 0 0,0 0 1,0 0-1,-1 0 1,1 0-1,0-1 0,0 1 1,0 0-1,0 0 0,0 0 1,0 0-1,0-1 1,0 1-1,0 0 0,0 0 1,0 0-1,0 0 1,0 0-1,-1-1 0,1 1 1,0 0-1,1 0 1,-1 0-1,0 0 0,0-1 1,0 1-1,0 0 1,0 0-1,0 0 0,0 0 1,0-1-1,0 1 1,0 0-1,0 0 0,0 0 1,0 0-1,0 0 1,1-1-1,9-6 2219,15-1 170,63-12-3927,-63 16 179,1-1 0,-1-2 0,0 0 0,-1-2 0,0 0-1,36-21 1,-46 19-11389,-1-10 6402,-4 5 4150,0 2 1211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5.875"/>
    </inkml:context>
    <inkml:brush xml:id="br0">
      <inkml:brushProperty name="width" value="0.035" units="cm"/>
      <inkml:brushProperty name="height" value="0.035" units="cm"/>
    </inkml:brush>
  </inkml:definitions>
  <inkml:trace contextRef="#ctx0" brushRef="#br0">25 0 1020,'-17'8'20947,"12"6"-8840,4-5-13759,-1 27 1777,2 0 0,9 59 0,-5-50-159,3 13 34,-3-28 0,-1 0 0,-2 54-1,-5-64-1377,-4-2-4829,3-5-3368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6.033"/>
    </inkml:context>
    <inkml:brush xml:id="br0">
      <inkml:brushProperty name="width" value="0.035" units="cm"/>
      <inkml:brushProperty name="height" value="0.035" units="cm"/>
    </inkml:brush>
  </inkml:definitions>
  <inkml:trace contextRef="#ctx0" brushRef="#br0">17 4 604,'8'-3'24669,"-9"12"-18667,0 2-6947,-7 140 3444,2-101-5929,0-1-4338,5-40 4347,0-1-1,1 1 0,0-1 1,2 13-1,3 2-17,1-4 2467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6.224"/>
    </inkml:context>
    <inkml:brush xml:id="br0">
      <inkml:brushProperty name="width" value="0.035" units="cm"/>
      <inkml:brushProperty name="height" value="0.035" units="cm"/>
    </inkml:brush>
  </inkml:definitions>
  <inkml:trace contextRef="#ctx0" brushRef="#br0">1 58 104,'4'8'2035,"5"8"9066,-4-16-7085,-1-10-4465,-3 4 519,3-19-1664,-9-1-5020,0 15 149,4 10 5983,0-2-620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6.558"/>
    </inkml:context>
    <inkml:brush xml:id="br0">
      <inkml:brushProperty name="width" value="0.035" units="cm"/>
      <inkml:brushProperty name="height" value="0.035" units="cm"/>
    </inkml:brush>
  </inkml:definitions>
  <inkml:trace contextRef="#ctx0" brushRef="#br0">4 65 756,'-4'-8'16359,"13"20"-3952,-5-3-9166,0 5-3241,0 1 0,-2-1 0,1 0 0,-1 22 0,-7-42-2467,4 4 1664,-1 1 0,1-1-1,-1 0 1,1 1 0,0-1 0,0 0-1,0 0 1,0 0 0,0 0 0,0 0-1,1 0 1,-2-3 0,8-28-8613,6 1 3731,-9 26 5269,0-1-1,0 1 1,-1-1 0,0 0 0,-1 0 0,1 0 0,0-8-1,-2 14 459,0 1-1,0 0 0,0-1 1,0 1-1,0-1 0,0 1 1,0 0-1,0-1 0,0 1 1,0 0-1,0-1 0,-1 1 1,1 0-1,0-1 0,0 1 1,0 0-1,0-1 0,0 1 1,-1 0-1,1 0 0,0-1 1,0 1-1,-1 0 0,1 0 0,0-1 1,0 1-1,-1 0 0,1 0 1,0 0-1,-1-1 0,1 1 1,0 0-1,-1 0 0,-12 5 1109,12-4-1148,-1 0 1,1 0-1,0 0 1,-1 0-1,1 1 0,0-1 1,0 0-1,0 1 1,0-1-1,0 1 1,0 0-1,0-1 0,0 1 1,1 0-1,-1-1 1,0 3-1,7 15-3462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6.808"/>
    </inkml:context>
    <inkml:brush xml:id="br0">
      <inkml:brushProperty name="width" value="0.035" units="cm"/>
      <inkml:brushProperty name="height" value="0.035" units="cm"/>
    </inkml:brush>
  </inkml:definitions>
  <inkml:trace contextRef="#ctx0" brushRef="#br0">1 8 84,'0'-1'134,"0"1"0,0 0 1,0 0-1,0 0 0,0 0 0,0-1 1,0 1-1,0 0 0,0 0 0,0 0 1,0-1-1,0 1 0,0 0 0,0 0 1,0 0-1,0-1 0,0 1 0,0 0 0,0 0 1,0 0-1,0-1 0,0 1 0,1 0 1,-1 0-1,0 0 0,0 0 0,0-1 1,0 1-1,0 0 0,0 0 0,1 0 1,-1 0-1,0 0 0,0 0 0,0-1 0,0 1 1,1 0-1,-1 0 0,0 0 0,0 0 1,0 0-1,1 0 0,-1 0 0,0 0 1,0 0-1,1 0 0,8 7 7347,8 15 4135,-13-14-11237,0-1 0,0 1 0,-1 0 1,0 1-1,0-1 0,-1 1 0,3 15 1,-1 64 2862,-2-24-2245,40 293-997,-12-124 0,-18-157 0,-7-50 0,-1 1 0,1 50 0,-9-48-3337,3-24 1860,0-1 0,0 1 0,-1 0 1,1-1-1,-1 0 0,-4 7 0,19-35-13724,-8 13 13624,12-20-185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7.200"/>
    </inkml:context>
    <inkml:brush xml:id="br0">
      <inkml:brushProperty name="width" value="0.035" units="cm"/>
      <inkml:brushProperty name="height" value="0.035" units="cm"/>
    </inkml:brush>
  </inkml:definitions>
  <inkml:trace contextRef="#ctx0" brushRef="#br0">179 169 276,'-8'-6'1034,"-23"-15"6411,29 21-6707,1-1 0,0 0 0,-1 1 0,1-1 0,0 1 0,-1 0 0,1-1 0,-1 1 0,1 0 0,-1 0 0,1 0 0,0 0 0,-1 0 0,1 0 0,-1 0 0,1 1 0,-1-1 0,1 0 0,0 1 0,-1-1 0,1 1 0,-2 0 0,2 0-545,1 0 0,-1 0 0,0 0-1,1 0 1,-1 0 0,0 0 0,1 0 0,-1 0 0,1 0 0,0 0-1,-1 0 1,1 0 0,0 0 0,0 0 0,0 0 0,0 0 0,-1 0-1,2 1 1,-1 0 0,3 27 2751,-2-22-2711,1 10-233,1-1 0,1 0 0,9 25 0,-11-36 0,-1-1 0,1 0 0,1-1 0,-1 1 0,0 0 0,1-1 0,0 1 0,5 4 0,-7-7 0,1 0 0,-1 1 0,1-1 0,0 0 0,0-1 0,-1 1 0,1 0 0,0 0 0,0-1 0,0 1 0,0-1 0,-1 1 0,1-1 0,0 0 0,0 0 0,0 0 0,0 0 0,0 0 0,0 0 0,2-1 0,0-1 0,-1 1 0,0-1 0,1 0 0,-1 1 0,0-2 0,0 1 0,0 0 0,0-1 0,-1 1 0,1-1 0,0 0 0,-1 0 0,0 0 0,0 0 0,0 0 0,0 0 0,0 0 0,-1-1 0,0 1 0,1-1 0,0-6 0,1-1 0,0 0 0,-1 0 0,0 0 0,-1 0 0,-1-22 0,-1 23 0,0 0 0,-1 0 0,0 0 0,-1 0 0,0 1 0,-1-1 0,0 1 0,0 0 0,-1 0 0,-8-11 0,9 14 0,0 0 0,-1 1 0,0-1 0,0 1 0,0 1 0,0-1 0,-1 1 0,1 0 0,-1 0 0,0 0 0,-1 1 0,1 0 0,0 0 0,-1 1 0,-11-3 0,14 4 6,0 1 1,0 0-1,0 1 1,0-1-1,-1 1 1,1 0-1,0 0 0,0 0 1,1 0-1,-1 1 1,0-1-1,0 1 1,1 0-1,-1 0 0,1 1 1,-1-1-1,-3 4 1,3-3-49,1 1 1,-1-1 0,0 1-1,1 0 1,0-1 0,0 2-1,0-1 1,1 0 0,-1 0 0,1 1-1,0 0 1,0-1 0,-2 11-1,4-15-448,0 1 0,0 0 0,0-1 0,0 1 0,0 0 0,1-1 0,-1 1 0,0 0 0,0-1 0,1 1 0,-1 0 0,0-1 0,0 1 0,1 0 0,-1-1 0,1 1 0,-1-1 0,1 1 0,-1-1 0,1 1 0,-1-1 0,1 1 0,-1-1-1,1 0 1,-1 1 0,1-1 0,0 0 0,-1 1 0,1-1 0,0 0 0,-1 0 0,1 0 0,0 0 0,-1 1 0,1-1 0,0 0 0,1 0 0,20 0-10057,-8 0 7151,0-1 5341,21 1-3274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7.375"/>
    </inkml:context>
    <inkml:brush xml:id="br0">
      <inkml:brushProperty name="width" value="0.035" units="cm"/>
      <inkml:brushProperty name="height" value="0.035" units="cm"/>
    </inkml:brush>
  </inkml:definitions>
  <inkml:trace contextRef="#ctx0" brushRef="#br0">265 0 468,'3'3'-65,"5"4"2788,11 19 25882,-19-23-28517,-1-1 0,0 0 0,0 1 0,0-1 0,0 0 0,0 0 1,-1 0-1,1 0 0,0 0 0,-1 0 0,-3 3 0,-27 25-78,22-20-45,-22 24-1509,2 2-1,1 1 1,2 2 0,-29 52 0,7 13-20325,39-83 19935,8-1 835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7.661"/>
    </inkml:context>
    <inkml:brush xml:id="br0">
      <inkml:brushProperty name="width" value="0.035" units="cm"/>
      <inkml:brushProperty name="height" value="0.035" units="cm"/>
    </inkml:brush>
  </inkml:definitions>
  <inkml:trace contextRef="#ctx0" brushRef="#br0">13 36 136,'3'29'5252,"-9"19"11343,1-18-7899,4-11-6612,1-6-2080,1 1 0,1 0 0,0 0 1,1-1-1,0 1 0,1-1 0,0 0 0,1 0 0,9 15 0,-12-24-6,0-1-1,0 1 1,0-1-1,1 0 1,-1 0-1,1 0 0,0-1 1,0 1-1,0 0 1,0-1-1,1 0 0,-1 0 1,0 0-1,1 0 1,5 1-1,-5-2-6,-1-1 1,1 1-1,0-1 0,0 0 0,0 0 1,0-1-1,0 1 0,0-1 0,0 0 1,0 0-1,-1 0 0,1 0 0,0-1 1,-1 1-1,1-1 0,-1 0 0,1 0 1,4-4-1,3-4 20,1 1 0,-2-2 0,1 1 0,-1-1 0,-1-1 0,0 0 0,-1 0 1,0-1-1,-1 0 0,0 0 0,-1-1 0,0 0 0,-1 0 0,5-28 0,-10 42-11,1-1 0,-1 0 0,0 0 0,0 1 0,0-1 0,0 0 0,0 0 0,0 1 0,0-1 0,0 0 0,0 0 0,0 1 0,0-1 0,-1 0 0,1 0 0,0 1 0,-1-1 0,1 0 0,0 0 0,-1 1 0,1-1 0,-1 1 0,1-1 0,-1 0 0,1 1 0,-1-1 0,1 1 0,-2-1 0,1 0 0,-1 1 0,1-1 0,-1 1 0,0 0 0,1-1 0,-1 1 0,1 0 0,-1 0 0,0 0 0,1 0 0,-1 1 0,-2 0 0,-5 1 0,0 1 0,0 0 0,-13 7 0,1 1-58,3-1-341,0 0 1,-31 10-1,45-19 241,0 0 0,0 1 0,0-1 1,0-1-1,0 1 0,0-1 0,0 1 0,0-1 0,0 0 0,0 0 0,0-1 0,0 1 1,0-1-1,0 0 0,0 0 0,0-1 0,0 1 0,1-1 0,-6-2 0,7 2-847,-1-1 1,1 0-1,-1 1 0,1-1 0,0 0 1,0 0-1,0 0 0,1 0 0,-1 0 1,1 0-1,0-1 0,-1 1 0,2-1 1,-1 1-1,0-1 0,1 1 0,-1-5 0,1-29-5042,5 4 3588,5-5 1044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9.075"/>
    </inkml:context>
    <inkml:brush xml:id="br0">
      <inkml:brushProperty name="width" value="0.035" units="cm"/>
      <inkml:brushProperty name="height" value="0.035" units="cm"/>
    </inkml:brush>
  </inkml:definitions>
  <inkml:trace contextRef="#ctx0" brushRef="#br0">5 1 896,'-2'16'4445,"0"-1"0,2 1 0,0 0 0,1-1 0,5 32 0,-1-1-139,72 783-3415,-70-789-866,-5-29-50,0-1 1,-1 0-1,0 1 1,0-1-1,-1 1 0,-2 16 1,1-26-91,1-1-1,0 0 1,0 0 0,0 0 0,0 0 0,0 0 0,0 1 0,0-1 0,-1 0 0,1 0 0,0 0-1,0 0 1,0 0 0,0 0 0,-1 0 0,1 0 0,0 1 0,0-1 0,0 0 0,0 0 0,-1 0-1,1 0 1,0 0 0,0 0 0,0 0 0,0 0 0,-1 0 0,1 0 0,0 0 0,0 0 0,0 0 0,0 0-1,-1-1 1,1 1 0,0 0 0,0 0 0,0 0 0,0 0 0,-1 0 0,1 0 0,0 0 0,0 0-1,0-1 1,0 1 0,0 0 0,0 0 0,-1 0 0,1 0 0,0 0 0,0-1 0,0 1 0,0 0-1,0 0 1,0 0 0,0 0 0,0-1 0,0 1 0,0 0 0,0 0 0,0 0 0,0 0 0,0-1-1,0 1 1,0 0 0,0 0 0,-7-14-6863,2 2 1857,-5-16-2046,1 1 3784,-1-3 1717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9.267"/>
    </inkml:context>
    <inkml:brush xml:id="br0">
      <inkml:brushProperty name="width" value="0.035" units="cm"/>
      <inkml:brushProperty name="height" value="0.035" units="cm"/>
    </inkml:brush>
  </inkml:definitions>
  <inkml:trace contextRef="#ctx0" brushRef="#br0">104 413 316,'-17'-6'2839,"-10"-3"7194,-9-3 5254,13 1-10999,23 11-4288,0-1 0,0 1 0,0 0 0,0-1 0,-1 1 0,1 0 0,0-1 0,0 1 0,0-1 0,0 1 0,0 0 0,0-1 0,0 1 0,0-1 0,0 1 0,0-1 0,0 1 0,1 0 0,-1-1 0,0 1 0,0 0 0,0-1 0,0 1 0,1-1 0,-1 1 0,0 0 0,0-1 0,0 1 0,1 0 0,-1 0 0,0-1 0,1 1 0,-1 0 0,0 0 0,1-1 0,-1 1 0,0 0 0,1 0 0,-1 0 0,1 0 0,-1-1 0,0 1 0,1 0 0,-1 0 0,1 0 0,19-11 0,57-20 0,86-21 0,51-20 0,-67 6-1751,-68 28-2713,96-31-1,-119 55-8940,-17 9 7365,-12 3 4030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9.505"/>
    </inkml:context>
    <inkml:brush xml:id="br0">
      <inkml:brushProperty name="width" value="0.035" units="cm"/>
      <inkml:brushProperty name="height" value="0.035" units="cm"/>
    </inkml:brush>
  </inkml:definitions>
  <inkml:trace contextRef="#ctx0" brushRef="#br0">71 37 1332,'-12'-17'5020,"-1"-3"18135,13 62-19899,7 36-3256,-4 1 0,-3-1 0,-16 124 0,4-136-2399,11-61 1748,-1-1 0,1 1 1,-1 0-1,0-1 0,0 0 0,0 1 0,-1-1 0,1 0 0,-1 0 0,-5 5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29.803"/>
    </inkml:context>
    <inkml:brush xml:id="br0">
      <inkml:brushProperty name="width" value="0.035" units="cm"/>
      <inkml:brushProperty name="height" value="0.035" units="cm"/>
    </inkml:brush>
  </inkml:definitions>
  <inkml:trace contextRef="#ctx0" brushRef="#br0">1 6 1116,'1'-1'1240,"0"0"1,1 1-1,-1-1 0,0 0 1,0 1-1,1 0 0,-1-1 1,1 1-1,-1 0 0,0-1 1,1 1-1,-1 0 0,1 0 1,1 0-1,26 4 7494,-13-2-5179,5 1-3245,-1 0 1,38 12-1,15 3-488,-72-18 178,0 0 0,0 1 0,0-1 0,-1 1 0,1-1 0,0 1 0,0-1 0,0 1 0,-1 0 0,1-1 0,0 1 0,-1 0 0,1 0 0,0-1 0,-1 1 0,1 0 0,-1 0 0,1 0 0,-1 0 0,0 0 0,1 0 0,-1 0 0,0 0 0,0 0 0,0 0 0,1 0 0,-1-1 0,0 1 0,0 0 0,0 0 0,-1 0 0,1 0 0,0 0 0,0 0 0,0 0 0,-1 0 0,0 1 0,-12 38 0,-2-9 0,-2 0 0,-2-1 0,-33 41 0,-14 22 0,65-92 0,0 0 0,1 0 0,-1 0 0,0 0 0,1 0 0,-1 1 0,1-1 0,0 0 0,-1 0 0,1 1 0,0-1 0,0 0 0,-1 0 0,1 1 0,0-1 0,0 0 0,1 1 0,-1-1 0,0 0 0,0 0 0,1 1 0,-1-1 0,0 0 0,1 0 0,0 2 0,1-1 0,0 0 0,-1 0 0,1 0 0,0 0 0,0 0 0,0-1 0,1 1 0,-1-1 0,0 1 0,1-1 0,3 2 0,3 0 0,0 0 0,0 0 0,0-1 0,0 0 0,1-1 0,9 0 0,-8-1-635,1-1 0,-1-1 0,0 0 0,1-1-1,-1 0 1,0-1 0,0 0 0,-1-1 0,1 0 0,10-7 0,2-3-1948,-1 0-1,0-2 1,22-23 0,26-23-10960,-49 39 12146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0.070"/>
    </inkml:context>
    <inkml:brush xml:id="br0">
      <inkml:brushProperty name="width" value="0.035" units="cm"/>
      <inkml:brushProperty name="height" value="0.035" units="cm"/>
    </inkml:brush>
  </inkml:definitions>
  <inkml:trace contextRef="#ctx0" brushRef="#br0">205 312 208,'1'7'1012,"-1"-1"-1,1 1 1,0-1 0,3 12-1,-2-13 293,-1 0-1,1 0 1,1 0-1,-1 0 1,1 0-1,0-1 1,0 1-1,0-1 1,0 0-1,1 0 1,0 0-1,0 0 1,0-1-1,0 1 1,0-1-1,1 0 1,7 4-1,-7-6-1181,0 0 0,-1 0 0,1 0 0,0 0 1,-1-1-1,1 0 0,0 0 0,0 0 0,-1 0 0,1-1 0,0 0 0,-1 0 0,1 0 0,0-1 0,-1 1 0,1-1 0,-1 0 0,0 0 0,0-1 0,4-2 0,7-5 172,-1 0 1,0-1-1,-1-1 0,14-14 0,-11 8-294,-1 0 0,-1-2 0,0 1 0,20-40 0,-30 50 0,0 1 0,0-1 0,-1 0 0,0 0 0,-1 0 0,0 0 0,0 0 0,-1-1 0,0 1 0,0 0 0,-1-1 0,-1 1 0,1-1 0,-2 1 0,-1-11 0,1 16 0,1 1 0,-1-1 0,0 1 0,0 0 0,0-1 0,0 1 0,-1 0 0,1 0 0,-1 0 0,0 1 0,0-1 0,0 1 0,0-1 0,0 1 0,-1 0 0,1 0 0,-1 1 0,1-1 0,-1 1 0,1-1 0,-1 1 0,0 0 0,0 1 0,0-1 0,1 0 0,-1 1 0,0 0 0,-8 1 0,-1 0 0,-1 0 0,0 1 0,1 1 0,0 0 0,-1 1 0,-24 10 0,9 0-458,1 2 0,0 1-1,1 1 1,-43 38 0,-84 100-5236,148-150 2707,-9 10-2214,12-10-231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0.465"/>
    </inkml:context>
    <inkml:brush xml:id="br0">
      <inkml:brushProperty name="width" value="0.035" units="cm"/>
      <inkml:brushProperty name="height" value="0.035" units="cm"/>
    </inkml:brush>
  </inkml:definitions>
  <inkml:trace contextRef="#ctx0" brushRef="#br0">70 577 304,'-23'10'1548,"-9"5"4469,18-2 5533,14-13-11459,0 0 0,0 0 0,0 0 0,0 0 1,0 0-1,0 0 0,0 0 0,0 1 0,-1-1 0,1 0 0,0 0 0,0 0 0,0 0 0,0 0 0,0 1 1,0-1-1,0 0 0,0 0 0,0 0 0,0 0 0,0 0 0,0 0 0,0 1 0,0-1 0,1 0 0,-1 0 1,0 0-1,0 0 0,0 0 0,0 0 0,0 1 0,0-1 0,0 0 0,0 0 0,0 0 0,0 0 0,1 0 1,-1 0-1,0 0 0,0 0 0,0 0 0,0 1 0,0-1 0,0 0 0,1 0 0,-1 0 0,0 0 0,11 1 4242,14-2 306,305-81-4639,-188 44 0,55-14 0,512-116 0,-546 139 0,583-121 0,-731 146 0,12-2 0,-1 0 0,0-2 0,-1-1 0,46-24 0,-70 33-95,0 0-1,-1 0 1,1-1 0,0 1-1,0 0 1,-1-1 0,1 1-1,0-1 1,-1 1 0,1-1-1,-1 1 1,1-1 0,0 0-1,-1 1 1,1-1 0,-1 0-1,0 1 1,1-1 0,-1 0-1,0 1 1,1-1 0,-1 0-1,0 0 1,1 1 0,-1-1-1,0 0 1,0 0 0,0 0-1,0 0 1,0 1 0,0-3-1,-1 2-467,0 0-1,0 0 0,0 0 0,-1-1 1,1 1-1,0 0 0,0 0 0,-1 1 0,1-1 1,-1 0-1,1 0 0,-3 0 0,-17 3-18792,0 6 17213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1.269"/>
    </inkml:context>
    <inkml:brush xml:id="br0">
      <inkml:brushProperty name="width" value="0.035" units="cm"/>
      <inkml:brushProperty name="height" value="0.035" units="cm"/>
    </inkml:brush>
  </inkml:definitions>
  <inkml:trace contextRef="#ctx0" brushRef="#br0">20 33 24,'-1'-8'-970,"-7"-1"9779,8 8-7871,-1 0 0,0 0 0,1 0 0,-1 1 1,1-1-1,-1 0 0,1 0 0,0 0 0,-1 0 0,1 0 1,0 0-1,-1 0 0,1 0 0,0-2 1320,-5 25 3279,10 1-4724,-2-1 0,0 1 1,-1 36-1,0-2-95,6 288-718,-8-323 0,0-18-10,1 0-326,-1 1 0,0-1 0,0 0 0,-1 1 0,1-1 0,-1 0 0,0 1 0,0-1 0,-1 0 0,-1 4 0,7-49-24455,-2 33 22591,6-27 650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1.460"/>
    </inkml:context>
    <inkml:brush xml:id="br0">
      <inkml:brushProperty name="width" value="0.035" units="cm"/>
      <inkml:brushProperty name="height" value="0.035" units="cm"/>
    </inkml:brush>
  </inkml:definitions>
  <inkml:trace contextRef="#ctx0" brushRef="#br0">12 1 120,'1'1'24131,"-3"7"-21578,-3 24-1668,2 0-1,1 1 0,2 0 0,0-1 0,9 49 1,0 57-232,-15-88-4665,-1-3-3610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1.635"/>
    </inkml:context>
    <inkml:brush xml:id="br0">
      <inkml:brushProperty name="width" value="0.035" units="cm"/>
      <inkml:brushProperty name="height" value="0.035" units="cm"/>
    </inkml:brush>
  </inkml:definitions>
  <inkml:trace contextRef="#ctx0" brushRef="#br0">28 189 288,'-27'-28'23388,"32"24"-16918,11 0-3853,145-26-4702,-95 14-1686,102-41-1,-143 47-2232,25-10-5027,-16 8 6646,-12 4 2986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3.369"/>
    </inkml:context>
    <inkml:brush xml:id="br0">
      <inkml:brushProperty name="width" value="0.035" units="cm"/>
      <inkml:brushProperty name="height" value="0.035" units="cm"/>
    </inkml:brush>
  </inkml:definitions>
  <inkml:trace contextRef="#ctx0" brushRef="#br0">38 2 308,'-4'-1'13426,"-5"10"-2021,4-2-6695,1 6-4389,0 1 0,0-1 0,1 1-1,1 0 1,0 0 0,1 0 0,1 23 0,15 101 31,-11-112-357,0 0-137,11 75-6357,3 137 0,-18-230 4570,0-2-1085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3.556"/>
    </inkml:context>
    <inkml:brush xml:id="br0">
      <inkml:brushProperty name="width" value="0.035" units="cm"/>
      <inkml:brushProperty name="height" value="0.035" units="cm"/>
    </inkml:brush>
  </inkml:definitions>
  <inkml:trace contextRef="#ctx0" brushRef="#br0">41 2 584,'-12'-1'21237,"12"1"-20742,-3 16 11802,2-8-14317,7 137 2138,-1 43-127,-6-158-910,-2 0 0,-9 35-1,6-40-2716,3-13 578,0 0 1,0 0-1,1 0 1,0 0-1,1 0 1,1 1-1,1 16 0,2-12 1631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3.733"/>
    </inkml:context>
    <inkml:brush xml:id="br0">
      <inkml:brushProperty name="width" value="0.035" units="cm"/>
      <inkml:brushProperty name="height" value="0.035" units="cm"/>
    </inkml:brush>
  </inkml:definitions>
  <inkml:trace contextRef="#ctx0" brushRef="#br0">0 132 576,'1'-16'29569,"-2"12"-26951,6-34-5846,-1 2-3268,-5 17-14814,8 1 19921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3.983"/>
    </inkml:context>
    <inkml:brush xml:id="br0">
      <inkml:brushProperty name="width" value="0.035" units="cm"/>
      <inkml:brushProperty name="height" value="0.035" units="cm"/>
    </inkml:brush>
  </inkml:definitions>
  <inkml:trace contextRef="#ctx0" brushRef="#br0">0 29 12,'0'-1'245,"0"-1"0,1 1 0,-1-1 0,0 1 0,0-1 0,1 1 0,-1 0-1,1-1 1,0 1 0,-1 0 0,1-1 0,0 1 0,0 0 0,-1 0 0,1 0 0,0 0 0,0 0 0,1 0 0,-1 0 0,0 0 0,2-1-1,-2 2 265,0 0 0,0 0-1,0 0 1,0 0-1,0 0 1,0 0-1,0 1 1,0-1 0,0 0-1,0 1 1,0-1-1,0 1 1,0-1-1,0 1 1,0-1-1,0 1 1,0 0 0,0-1-1,-1 1 1,1 0-1,1 1 1,22 34 12307,-14-12-9458,5 32-3410,-2 1 0,-3 0 0,-2 0-1,-3 1 1,-2 0 0,-3 0 0,-3 0 0,-2 0 0,-16 76 0,8-84-4082,3-19-8394,-22 50 0,23-64 10356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4.677"/>
    </inkml:context>
    <inkml:brush xml:id="br0">
      <inkml:brushProperty name="width" value="0.035" units="cm"/>
      <inkml:brushProperty name="height" value="0.035" units="cm"/>
    </inkml:brush>
  </inkml:definitions>
  <inkml:trace contextRef="#ctx0" brushRef="#br0">44 443 544,'-9'22'3925,"-3"2"11875,22-23-5938,16-7-7300,-15-2-2553,-1 0-1,0 0 1,0-1 0,-1 0 0,-1-1-1,1 0 1,-1 0 0,-1-1 0,7-13-1,6-14-16,19-58-1,-34 85 9,1-3 0,-1-1 0,0 0 0,-1 0 0,-1 0 0,0-1 0,-1 1 0,0-1 0,-2-28 0,0 41 0,-1 0 0,1 0 0,-1 0 0,1 0 0,-1 0 0,0 0 0,0 0 0,-1 0 0,1 1 0,-1-1 0,1 0 0,-1 1 0,0-1 0,0 1 0,0 0 0,0 0 0,0 0 0,0 0 0,-1 0 0,1 0 0,-1 0 0,0 1 0,1-1 0,-1 1 0,0 0 0,0 0 0,0 0 0,1 0 0,-1 0 0,0 1 0,0-1 0,0 1 0,-1 0 0,1 0 0,0 0 0,-5 1 0,-1 0 0,1 1 0,-1 0 0,1 0 0,0 1 0,-1 0 0,1 0 0,0 1 0,1 0 0,-1 1 0,1-1 0,-11 10 0,12-8 0,0 0 0,1 1 0,0-1 0,0 1 0,0 0 0,1 0 0,0 1 0,1-1 0,-1 1 0,1 0 0,1-1 0,0 1 0,0 1 0,-1 8 0,5-24-2770,15-25-18126,-8 20 15707,13-5 2689,4 3 1228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4.879"/>
    </inkml:context>
    <inkml:brush xml:id="br0">
      <inkml:brushProperty name="width" value="0.035" units="cm"/>
      <inkml:brushProperty name="height" value="0.035" units="cm"/>
    </inkml:brush>
  </inkml:definitions>
  <inkml:trace contextRef="#ctx0" brushRef="#br0">657 1 600,'7'13'28606,"-8"-12"-28010,-4 2 2365,-58 35-2961,2 2 0,2 3 0,-64 59 0,36-28 0,22-23-1801,-94 85-10605,156-133 11587,-2 1-1162,1 1 0,-1-1 0,1 1 0,0 0 0,1 1 0,-1-1 0,-3 9 1,6-11 458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35.288"/>
    </inkml:context>
    <inkml:brush xml:id="br0">
      <inkml:brushProperty name="width" value="0.035" units="cm"/>
      <inkml:brushProperty name="height" value="0.035" units="cm"/>
    </inkml:brush>
  </inkml:definitions>
  <inkml:trace contextRef="#ctx0" brushRef="#br0">186 0 216,'4'7'1661,"-4"4"7743,-12 7 9852,6-10-15769,1-1-5113,-12 30 1717,0 1 1,3 1-1,-11 45 0,22-71-1154,0-5-1203,1 1-1,1-1 1,-2 17-1,10-28-1124,24 6 3927,39 12 995,-23-14 2249,-43-2-3429,0-1 1,0 1 0,0-1-1,-1 1 1,1-1 0,0-1-1,-1 1 1,0 0 0,1-1-1,-1 1 1,4-6 0,28-34 3101,-27 28-3453,-1 0 0,-1 0 0,0-1 0,-1 1 0,-1-1 0,0 0 0,-1-1 0,0 1 0,-2 0 0,1-23 0,-2 36 0,0 0 0,0 0 0,0 0 0,0 0 0,0 0 0,0 0 0,-1 0 0,1 0 0,-1 0 0,0 0 0,1 0 0,-1 1 0,0-1 0,0 0 0,0 0 0,0 1 0,0-1 0,-1 0 0,-1-1 0,1 2 0,0 0 0,1 0 0,-1 0 0,0 0 0,0 1 0,0-1 0,0 1 0,1 0 0,-1-1 0,0 1 0,0 0 0,0 0 0,0 0 0,0 0 0,0 0 0,-3 2 0,-7 1 0,0 1 0,0 1 0,0 0 0,-20 12 0,22-11 0,-1-1-690,0 0 0,0-1-1,-11 4 1,11-5-644,0-1 0,0 0-1,1 0 1,-1-1 0,0 0 0,0-1-1,-1 0 1,1-1 0,1 0 0,-20-5-1,-2-7-10556,29 12 9417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40.517"/>
    </inkml:context>
    <inkml:brush xml:id="br0">
      <inkml:brushProperty name="width" value="0.035" units="cm"/>
      <inkml:brushProperty name="height" value="0.035" units="cm"/>
    </inkml:brush>
  </inkml:definitions>
  <inkml:trace contextRef="#ctx0" brushRef="#br0">354 0 828,'-15'11'3541,"-6"9"11203,9-9-5072,9 19-5694,-12 17-3978,-1 0 0,-44 85 0,33-78 0,-26 77 0,19-21 0,6 2 0,4 1 0,5 0 0,5 2 0,1 168 0,14-248 0,1-1 0,2 0 0,1 1 0,2-1 0,13 38 0,-14-53 0,1-1 0,1-1 0,1 1 0,1-1 0,0-1 0,1 0 0,0-1 0,2 0 0,-1 0 0,27 21 0,-33-31-474,0 0 0,0-1 0,1 0 0,-1-1 0,13 6 0,-10-6-1100,0-1-1,1 0 0,-1 0 1,0-1-1,1 0 0,17 0 0,-7-3-2302,0 0-1,25-7 1,11-4-51,-56 13 3923,60-16-2438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41.202"/>
    </inkml:context>
    <inkml:brush xml:id="br0">
      <inkml:brushProperty name="width" value="0.035" units="cm"/>
      <inkml:brushProperty name="height" value="0.035" units="cm"/>
    </inkml:brush>
  </inkml:definitions>
  <inkml:trace contextRef="#ctx0" brushRef="#br0">134 0 224,'10'15'10587,"7"26"-2134,46 130-6036,53 169 4669,-104-293-6420,-2 0 0,-2 1 0,-2 0 0,-3 0 0,-3 71 0,-4-74-666,-1 0 0,-3 0 0,-1-1 0,-29 78 0,27-92 0,-3-1 0,0 0 0,-2-1 0,0-1 0,-2 0 0,-1-1 0,-37 38 0,20-35-2696,25-22 601,-1 0 0,0-1 0,0 0 1,-1-1-1,1 0 0,-18 4 0,17-6-3247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41.582"/>
    </inkml:context>
    <inkml:brush xml:id="br0">
      <inkml:brushProperty name="width" value="0.035" units="cm"/>
      <inkml:brushProperty name="height" value="0.035" units="cm"/>
    </inkml:brush>
  </inkml:definitions>
  <inkml:trace contextRef="#ctx0" brushRef="#br0">1 97 800,'-1'-16'889,"2"-28"5747,5 24 409,6 5 3306,-11 15-10246,0 0 0,0-1 0,0 1 0,0 0 0,0 0 0,0 0 0,0 0 0,0 0 0,0 0 0,0 0 0,0 0 0,0 0 0,0 0 0,0 0 0,-1 1 0,1-1 0,0 0 0,0 1 0,0-1 0,0 1 0,0-1 0,0 1-1,-1-1 1,1 1 0,0-1 0,0 1 0,-1 0 0,1 0 0,-1-1 0,1 1 0,0 0 0,-1 0 0,1 1 0,21 34 3148,-19-30-3033,4 8-220,-1-1 0,0 1 0,-1 1 0,0-1 0,-1 0 0,-1 1 0,-1 0 0,2 20 0,-4 9 0,-6 65 0,2-64 0,3-42 0,1 1 0,0 0 0,0-1 0,0 1 0,0 0 0,1-1 0,-1 1 0,1 0 0,0-1 0,0 1 0,0-1 0,1 0 0,-1 1 0,1-1 0,0 0 0,-1 0 0,2 0 0,2 4 0,-1-3 0,0-1 0,1 0 0,-1 0 0,1 0 0,-1-1 0,1 0 0,0 0 0,0 0 0,0 0 0,0-1 0,1 0 0,4 1 0,30 4-2765,21-1-6390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7.039"/>
    </inkml:context>
    <inkml:brush xml:id="br0">
      <inkml:brushProperty name="width" value="0.035" units="cm"/>
      <inkml:brushProperty name="height" value="0.035" units="cm"/>
    </inkml:brush>
  </inkml:definitions>
  <inkml:trace contextRef="#ctx0" brushRef="#br0">97 161 612,'-13'-46'5144,"1"7"2358,7-3 4389,5 41-11836,3-27 4458,3 24-2373,6 14-1234,-8-4-906,-1 0 0,1 0 0,-1 0 0,0 1 0,-1-1 0,1 1 0,-1 0 0,2 11 0,4 57 0,-23 386 0,4-290 0,-20 230 0,24-365-1706,6-34 1316,0 0-1,0 0 1,0-1 0,0 1 0,-1 0 0,1 0 0,0-1-1,-1 1 1,0 0 0,1-1 0,-1 0 0,0 1 0,-2 0-1,-26-39-23235,22 12 22094</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7.227"/>
    </inkml:context>
    <inkml:brush xml:id="br0">
      <inkml:brushProperty name="width" value="0.035" units="cm"/>
      <inkml:brushProperty name="height" value="0.035" units="cm"/>
    </inkml:brush>
  </inkml:definitions>
  <inkml:trace contextRef="#ctx0" brushRef="#br0">18 213 24,'-9'-16'396,"8"15"1055,0 0-1,0-1 1,0 1-1,1-1 1,-1 1 0,0-1-1,1 1 1,-1-1 0,1 0-1,-1 1 1,1-4 0,7-6 9258,7 5-7236,4 2-3357,0 1 0,0 0-1,1 2 1,-1 0 0,0 1 0,20 2 0,12-1-174,5 0-103,74-2-1526,-109-1 922,-1 0-1,-1-1 0,1-1 0,30-10 0,-38 9-2845,1-1 0,-1 0 0,0 0 0,18-16 0,16-16-3404,-24 21 6122,6-8-198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7.412"/>
    </inkml:context>
    <inkml:brush xml:id="br0">
      <inkml:brushProperty name="width" value="0.035" units="cm"/>
      <inkml:brushProperty name="height" value="0.035" units="cm"/>
    </inkml:brush>
  </inkml:definitions>
  <inkml:trace contextRef="#ctx0" brushRef="#br0">30 1 704,'0'5'17980,"-2"9"-8993,-2 44-4014,-6 58-4826,-1 34-175,10-100 151,0-20-448,1 1 0,5 36 1,22-78-26235,-23 6 24042,14-11 553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7.645"/>
    </inkml:context>
    <inkml:brush xml:id="br0">
      <inkml:brushProperty name="width" value="0.035" units="cm"/>
      <inkml:brushProperty name="height" value="0.035" units="cm"/>
    </inkml:brush>
  </inkml:definitions>
  <inkml:trace contextRef="#ctx0" brushRef="#br0">88 43 1016,'3'-4'345,"9"-15"7336,-6-1 14639,-21 30-20919,0 4-1401,1 0 0,-21 26 0,32-35 0,0-1 0,-1 0 0,2 1 0,-1 0 0,0 0 0,1 0 0,0 0 0,0 0 0,1 0 0,0 0 0,-1 1 0,2-1 0,-1 0 0,0 11 0,2-13 0,0 0 0,0 0 0,1 0 0,-1-1 0,0 1 0,1-1 0,0 1 0,-1-1 0,1 1 0,0-1 0,0 0 0,1 0 0,-1 0 0,0 0 0,1 0 0,-1 0 0,1-1 0,0 1 0,-1-1 0,1 0 0,0 0 0,0 0 0,5 1 0,1 1 0,0-1 0,0 0 0,0 0 0,0-1 0,1-1 0,14 0 0,5-6-3310,-25 4 2131,0 0 1,0 0 0,-1 0 0,1 0 0,0-1 0,-1 0 0,1 1 0,-1-1 0,0-1 0,0 1-1,0 0 1,3-6 0,1-4-7283,-2-3 6134,-3 10 1111,4-11-185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7.833"/>
    </inkml:context>
    <inkml:brush xml:id="br0">
      <inkml:brushProperty name="width" value="0.035" units="cm"/>
      <inkml:brushProperty name="height" value="0.035" units="cm"/>
    </inkml:brush>
  </inkml:definitions>
  <inkml:trace contextRef="#ctx0" brushRef="#br0">144 31 516,'-13'-13'3717,"-8"-3"8992,20 16-12187,0-1 1,0 1 0,1 0-1,-1 0 1,0-1-1,0 1 1,0 0-1,0 0 1,1 0 0,-1 0-1,0 0 1,0 0-1,0 0 1,0 0-1,0 0 1,1 1-1,-1-1 1,0 0 0,0 1-1,0-1 1,1 0-1,-1 1 1,-1 0-1,-11 17 2758,3 10-3280,0 0 0,2 1 0,-6 43 0,-6 91 0,20-154 0,-4 29-48,-2 20-1354,2-1 1,5 82-1,-1-138 1215,4 19-10256,-3-20 9838,-1 1 0,0 0 1,0-1-1,1 1 0,-1-1 1,0 1-1,1-1 0,-1 1 1,5 3-5443,-5-4 5442,1 0 0,0 0 1,-1 0-1,1 1 0,-1-1 1,1 0-1,0 0 0,0 0 1,5 0-285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8.050"/>
    </inkml:context>
    <inkml:brush xml:id="br0">
      <inkml:brushProperty name="width" value="0.035" units="cm"/>
      <inkml:brushProperty name="height" value="0.035" units="cm"/>
    </inkml:brush>
  </inkml:definitions>
  <inkml:trace contextRef="#ctx0" brushRef="#br0">46 420 104,'37'-3'2841,"16"7"7583,-37-2-5369,0-1 1,21-1 0,-30 0-4210,1-1-1,-1-1 0,0 1 1,12-5-1,-7 1-845,-1-1 0,0 0 0,0 0 0,0-1 0,-1-1 0,0 1 0,0-2 0,-1 1 0,0-2 0,-1 1 0,0-1 0,0 0 0,-1 0 0,0-1 0,-1 0 0,6-16 0,5-6 0,-6 12 0,-1 0 0,9-27 0,-17 42 0,0 0 0,-1 0 0,0 0 0,0 0 0,0 0 0,-1 0 0,0 0 0,0 0 0,-1 0 0,1 0 0,-1 0 0,0 0 0,-4-9 0,4 13 0,0 0 0,0 0 0,0 0 0,0 0 0,-1 0 0,1 0 0,-1 1 0,1-1 0,-1 0 0,0 1 0,1-1 0,-1 1 0,0 0 0,0-1 0,0 1 0,0 0 0,-4-1 0,1 0 0,-1 1 0,1-1 0,-1 1 0,1 1 0,-1-1 0,1 1 0,-7 0 0,-6 2 0,-1 0 0,1 1 0,-25 8 0,-26 12-2251,43-14-216,1 2-1,1 1 0,0 0 0,-29 21 1,14 3-9171,20-10 7386,9-6 2520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8.696"/>
    </inkml:context>
    <inkml:brush xml:id="br0">
      <inkml:brushProperty name="width" value="0.035" units="cm"/>
      <inkml:brushProperty name="height" value="0.035" units="cm"/>
    </inkml:brush>
  </inkml:definitions>
  <inkml:trace contextRef="#ctx0" brushRef="#br0">5 58 720,'-5'-15'26771,"15"12"-20991,4-1-6997,26-6 1388,1 1-1,0 2 0,0 2 1,55 1-1,170 15-232,-105-1-19,325 7 81,-427-15 0,60-7 0,-79 2 0,-30 4-537,-16 0-1610,-25 5-25927,1 0 26473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8.994"/>
    </inkml:context>
    <inkml:brush xml:id="br0">
      <inkml:brushProperty name="width" value="0.035" units="cm"/>
      <inkml:brushProperty name="height" value="0.035" units="cm"/>
    </inkml:brush>
  </inkml:definitions>
  <inkml:trace contextRef="#ctx0" brushRef="#br0">239 1 992,'-28'5'5181,"22"-3"-2581,1-1 1,-1 1-1,0 0 0,1 0 0,-1 1 0,1-1 0,0 1 0,-6 5 0,-7 9 589,2 3-3188,1 1 0,1 1 0,0 1 0,2 0 0,1 0 0,1 1 0,0 1 0,2 0 0,1 0 0,1 0 0,-3 33 0,6-36-132,2 0 1,0 1-1,1-1 1,1 1-1,2-1 1,0 0-1,1 0 1,1 0-1,1-1 1,1 1 0,1-1-1,1-1 1,16 29-1,-21-44-1327,0 1 0,0-1 0,0 1 1,1-2-1,0 1 0,0 0 0,0-1 0,1 0 0,0 0 0,-1 0 0,1-1 0,1 0 1,-1 0-1,0-1 0,1 1 0,12 1 0,14-1-2306,0-7 2080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9.215"/>
    </inkml:context>
    <inkml:brush xml:id="br0">
      <inkml:brushProperty name="width" value="0.035" units="cm"/>
      <inkml:brushProperty name="height" value="0.035" units="cm"/>
    </inkml:brush>
  </inkml:definitions>
  <inkml:trace contextRef="#ctx0" brushRef="#br0">88 50 284,'-13'-19'3807,"-12"-7"8964,25 25-12366,-1 1 1,0 0-1,1-1 1,-1 1-1,1-1 1,-1 1-1,0 0 0,1 0 1,-1-1-1,0 1 1,1 0-1,-1 0 1,0 0-1,0 0 0,1-1 1,-1 1-1,0 0 1,0 0-1,1 1 0,-1-1 1,0 0-1,1 0 1,-1 0-1,0 0 1,0 1-1,0-1 0,0 2-95,-1-1 0,1 1-1,0-1 1,0 1 0,0-1-1,0 1 1,0-1 0,0 1-1,1 0 1,-1 0 0,1 0-1,-1-1 1,1 1 0,-1 0-1,1 3 1,-11 148-310,4-39 0,9-98-8184,-1-5-868,10-32-3549,-6 12 11219,6-10 110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9.386"/>
    </inkml:context>
    <inkml:brush xml:id="br0">
      <inkml:brushProperty name="width" value="0.035" units="cm"/>
      <inkml:brushProperty name="height" value="0.035" units="cm"/>
    </inkml:brush>
  </inkml:definitions>
  <inkml:trace contextRef="#ctx0" brushRef="#br0">9 2 160,'1'0'629,"0"-1"-1,0 1 1,0 0 0,0 0-1,0 0 1,0 0-1,1 0 1,-1 0 0,0 0-1,0 0 1,0 0 0,0 0-1,0 1 1,0-1 0,0 1-1,0-1 1,1 0 0,-1 1-1,-1 0 1,1-1-1,0 1 1,1 0 0,0 1 209,-1 0 0,0-1 0,0 1 0,0 0 0,0 0-1,0-1 1,0 1 0,-1 0 0,1 0 0,0 0 0,0 4 0,1 29 5215,-4-1-3754,0-18-2578,-7 171 295,3-144-2925,-15 17-6013,15-44 7132,4-13-115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9.605"/>
    </inkml:context>
    <inkml:brush xml:id="br0">
      <inkml:brushProperty name="width" value="0.035" units="cm"/>
      <inkml:brushProperty name="height" value="0.035" units="cm"/>
    </inkml:brush>
  </inkml:definitions>
  <inkml:trace contextRef="#ctx0" brushRef="#br0">52 146 536,'-15'0'1242,"-2"0"8451,-3-4 10697,29 5-20214,0-1 0,0 0 0,-1-1-1,1 0 1,11-2 0,9-1-329,-4 0 144,-1-2 0,1 0 0,-1-1 0,0-2 0,29-14-1,-3 2-853,-46 20-1632,-1-1 0,0 0 1,0 0-1,0 0 0,0 0 0,0-1 1,-1 1-1,1-1 0,4-5 1,2-2-3063,2 0 5379,3 0-901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9.775"/>
    </inkml:context>
    <inkml:brush xml:id="br0">
      <inkml:brushProperty name="width" value="0.035" units="cm"/>
      <inkml:brushProperty name="height" value="0.035" units="cm"/>
    </inkml:brush>
  </inkml:definitions>
  <inkml:trace contextRef="#ctx0" brushRef="#br0">71 0 216,'-18'4'28143,"16"6"-26191,1-9-2276,-27 322 3086,25-257-2748,-6-26-4384,7-34 2572,0 1 1,0-1 0,1 0-1,-1 12 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4:59.947"/>
    </inkml:context>
    <inkml:brush xml:id="br0">
      <inkml:brushProperty name="width" value="0.035" units="cm"/>
      <inkml:brushProperty name="height" value="0.035" units="cm"/>
    </inkml:brush>
  </inkml:definitions>
  <inkml:trace contextRef="#ctx0" brushRef="#br0">80 1 404,'-1'-1'17064,"-1"13"-8783,-2 19-2058,4-31-6065,-8 63-473,-19 120 1721,13-124-4420,-6-3-3827,16-46 3511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0.113"/>
    </inkml:context>
    <inkml:brush xml:id="br0">
      <inkml:brushProperty name="width" value="0.035" units="cm"/>
      <inkml:brushProperty name="height" value="0.035" units="cm"/>
    </inkml:brush>
  </inkml:definitions>
  <inkml:trace contextRef="#ctx0" brushRef="#br0">0 50 456,'3'7'3468,"0"13"19436,-2-11-17190,-1-7-5493,2-6-284,-2 4-13,0 0-1,1-1 1,-1 1 0,0-1 0,1 1 0,-1 0 0,0-1-1,0 1 1,1-1 0,-1 1 0,0-1 0,0 1-1,0-1 1,0 1 0,0-1 0,0 1 0,0-1-1,0 1 1,0-1 0,0 1 0,0-1 0,0 1-1,0 0 1,0-1 0,0 1 0,0-1 0,0 1 0,-1-1-1,1 1 1,0-1 0,0 1 0,-1-1 0,1 0-1,10-45-27982,4 25 26489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0.334"/>
    </inkml:context>
    <inkml:brush xml:id="br0">
      <inkml:brushProperty name="width" value="0.035" units="cm"/>
      <inkml:brushProperty name="height" value="0.035" units="cm"/>
    </inkml:brush>
  </inkml:definitions>
  <inkml:trace contextRef="#ctx0" brushRef="#br0">49 1 224,'-9'-1'19510,"2"16"-10057,5-6-7977,17 225 624,-15-188-2100,-6 216 0,4-233-1701,-2 1 0,-14 56 0,12-71-3589,-4 23-15865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0.632"/>
    </inkml:context>
    <inkml:brush xml:id="br0">
      <inkml:brushProperty name="width" value="0.035" units="cm"/>
      <inkml:brushProperty name="height" value="0.035" units="cm"/>
    </inkml:brush>
  </inkml:definitions>
  <inkml:trace contextRef="#ctx0" brushRef="#br0">103 379 392,'-10'-33'3796,"-6"7"9312,0 0 2024,15 25-15123,1 1 0,-1-1 0,1 0 0,0 0 0,-1 0 0,1 0 0,0 0 0,0 0 0,0 0 0,-1 0 1,1 0-1,0 0 0,0 0 0,1 0 0,-1 0 0,0 0 0,0 0 0,0 0 0,1 0 0,-1 0 0,0 0 1,1 0-1,-1 0 0,1 0 0,-1 0 0,1 0 0,0 1 0,-1-1 0,1 0 0,0 0 0,0 1 0,-1-1 0,1 0 1,0 1-1,0-1 0,0 1 0,0-1 0,0 1 0,0 0 0,-1-1 0,1 1 0,2-1 0,11-9-64,-5-4 55,-1-2 0,0 1 0,-2-1 0,1 0 0,-2 0 0,6-27 0,-2-14 0,-9 54 0,1-1 0,-1 1 0,0-1 0,0 1 0,-1-1 0,1 1 0,-1 0 0,1-1 0,-1 1 0,0 0 0,0-1 0,-1 1 0,1 0 0,-3-4 0,3 7 0,0-1 0,1 1 0,-1 0 0,0 0 0,0 0 0,1-1 0,-1 1 0,0 0 0,0 0 0,1 0 0,-1 0 0,0 1 0,0-1 0,1 0 0,-1 0 0,0 0 0,1 1 0,-1-1 0,0 0 0,1 0 0,-1 1 0,0-1 0,1 1 0,-1-1 0,1 1 0,-1-1 0,0 1 0,0 0 0,-25 21 0,18-14 0,-4 1-775,2 0 0,0 1-1,0 1 1,1 0 0,0 0 0,0 0-1,-9 20 1,50-38-25330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0.830"/>
    </inkml:context>
    <inkml:brush xml:id="br0">
      <inkml:brushProperty name="width" value="0.035" units="cm"/>
      <inkml:brushProperty name="height" value="0.035" units="cm"/>
    </inkml:brush>
  </inkml:definitions>
  <inkml:trace contextRef="#ctx0" brushRef="#br0">383 1 4,'14'10'3700,"-14"-9"-2894,1 0 0,0 0 0,0 0 1,-1 0-1,1 0 0,-1 0 0,1 0 1,-1 0-1,1 0 0,-1 0 0,0 0 1,1 0-1,-1 0 0,0 0 0,0 1 1,-5 17 11997,-5-4-9449,-209 251-3355,156-197-4685,-22 27-7390,79-90 8196,-10 15-7038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1.095"/>
    </inkml:context>
    <inkml:brush xml:id="br0">
      <inkml:brushProperty name="width" value="0.035" units="cm"/>
      <inkml:brushProperty name="height" value="0.035" units="cm"/>
    </inkml:brush>
  </inkml:definitions>
  <inkml:trace contextRef="#ctx0" brushRef="#br0">2 256 708,'-1'32'12252,"0"14"5082,5-17-14916,-4-26-2416,1 0 0,0 1 0,0-1 1,0 0-1,0 0 0,0 1 0,1-1 0,0 0 1,-1 0-1,1-1 0,0 1 0,0 0 0,1-1 1,-1 1-1,0-1 0,1 0 0,0 1 0,-1-1 1,1 0-1,0-1 0,0 1 0,0-1 1,0 1-1,0-1 0,1 0 0,-1 0 0,0 0 1,7 1-1,-4-3-3,-1 1 0,1 0 1,-1-1-1,0 0 0,1 0 1,-1-1-1,0 1 0,0-1 0,1 0 1,-2-1-1,1 1 0,0-1 1,0 0-1,-1 0 0,1-1 0,-1 1 1,5-7-1,13-14 1,0 0 0,-3-2 0,22-33 0,-32 43 0,0 0 0,-1-1 0,-1 0 0,0 0 0,-1-1 0,-1 1 0,3-23 0,-6 33 0,-2 0 0,1-1 0,-1 1 0,0 0 0,0 0 0,-1 0 0,-3-13 0,4 18 0,-1 1 0,0-1 0,1 1 0,-1-1 0,0 1 0,0-1 0,0 1 0,0 0 0,0-1 0,0 1 0,-1 0 0,1 0 0,0 0 0,-1 0 0,1 0 0,0 0 0,-1 0 0,1 0 0,-1 1 0,0-1 0,1 1 0,-1-1 0,1 1 0,-1-1 0,0 1 0,0 0 0,1 0 0,-1 0 0,0 0 0,1 0 0,-1 0 0,0 0 0,1 1 0,-1-1 0,0 1 0,1-1 0,-3 2 0,-12 4 0,0 0 0,-26 15 0,3-2 0,14-9-2389,-10-2-5996,14-33-12234,20 4 19413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1.375"/>
    </inkml:context>
    <inkml:brush xml:id="br0">
      <inkml:brushProperty name="width" value="0.035" units="cm"/>
      <inkml:brushProperty name="height" value="0.035" units="cm"/>
    </inkml:brush>
  </inkml:definitions>
  <inkml:trace contextRef="#ctx0" brushRef="#br0">198 33 392,'-21'-8'2057,"-7"-2"5418,8-4 10542,22 13-17535,1 1 0,0 0 0,-1 1 1,1-1-1,-1 0 0,1 1 0,0-1 1,-1 1-1,5 2 0,2 1-482,-1 1 0,0 0 0,0 0 0,0 0 0,0 1 0,-1 0 0,0 1 0,-1 0 0,1 0 0,-1 0 0,5 9 0,-3-3 0,-1 0 0,0 1 0,-1-1 0,-1 1 0,0 1 0,5 20 0,-5-6 0,-1 1 0,-2 0 0,0 0 0,-2 0 0,-1 0 0,-8 46 0,-2-15 0,-1 0 0,-4-1 0,-1-1 0,-4 0 0,-35 70 0,47-114-1586,0 0 0,0 0 0,-22 22 0,26-31 510,-1-1 1,1 1-1,-1-1 1,-1 0-1,1-1 1,-1 1-1,0-1 1,0-1-1,-14 6 0,15-7-5722,0-3 3471,-4-4 2195,8 4-84,-9-11-1142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1.763"/>
    </inkml:context>
    <inkml:brush xml:id="br0">
      <inkml:brushProperty name="width" value="0.035" units="cm"/>
      <inkml:brushProperty name="height" value="0.035" units="cm"/>
    </inkml:brush>
  </inkml:definitions>
  <inkml:trace contextRef="#ctx0" brushRef="#br0">31 85 976,'-1'-4'593,"-1"-13"3999,3-6 7729,-1 22-11563,1-1 0,-1 1 1,1 0-1,-1 0 0,1 0 0,-1-1 1,1 1-1,0 0 0,-1 0 0,1 0 1,0 0-1,0 0 0,0 0 0,2-1 1,13-5 2148,-2 4-2907,-1 0 0,1-1 0,0 2 0,-1 0 0,1 1 0,27 0 0,-40 2 0,1-1 0,0 1 0,-1-1 0,1 1 0,-1-1 0,1 1 0,-1 0 0,1 0 0,-1 0 0,0 0 0,1 0 0,-1 0 0,0 0 0,0 0 0,1 1 0,-1-1 0,0 0 0,0 1 0,-1-1 0,1 1 0,0-1 0,0 1 0,-1-1 0,1 1 0,-1 0 0,1-1 0,-1 1 0,0 0 0,0-1 0,0 1 0,0 3 0,0 0 0,0 1 0,0 0 0,-1 0 0,0-1 0,0 1 0,0-1 0,-1 1 0,-2 5 0,-6 11 0,1 1 0,1-1 0,1 1 0,-5 35 0,12-55 0,0 0 0,0 0 0,0 0 0,0 0 0,1 0 0,0 0 0,-1-1 0,3 5 0,-2-5 0,-1 0 0,1 0 0,0 1 0,-1-1 0,1 0 0,-1 1 0,0-1 0,1 1 0,-1-1 0,0 0 0,-1 1 0,1-1 0,0 1 0,-1-1 0,-1 4 0,1-2 0,-1-1 0,1 1 0,0-1 0,0 1 0,1 0 0,-1-1 0,0 1 0,1 0 0,0 0 0,0 0 0,1 6 0,0 13 0,-1-20-160,0-1 1,0 1-1,-1 0 1,1-1-1,-1 1 1,0 0-1,1-1 1,-1 1-1,-1-1 1,1 1-1,0-1 0,0 0 1,-1 0-1,0 1 1,1-1-1,-1 0 1,0 0-1,0 0 1,0-1-1,0 1 0,0 0 1,-1-1-1,-2 2 1,1-1-335,0 0 0,0-1 0,0 1 1,0-1-1,0 0 0,0 0 0,0-1 1,0 1-1,0-1 0,0 0 0,-1 0 0,1 0 1,0-1-1,0 1 0,-7-3 0,-17-5-12127,10 4 6965,15 3 3664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2.042"/>
    </inkml:context>
    <inkml:brush xml:id="br0">
      <inkml:brushProperty name="width" value="0.035" units="cm"/>
      <inkml:brushProperty name="height" value="0.035" units="cm"/>
    </inkml:brush>
  </inkml:definitions>
  <inkml:trace contextRef="#ctx0" brushRef="#br0">127 1 984,'-7'21'3301,"0"0"0,2 1-1,0 0 1,-2 32 0,0 94 10485,6-82-12656,-32 364-696,11-174-509,21-240 65,-1 11-1054,0 0 0,-2-1 0,-13 51 0,14-71-1599,1 1 3325,0-3-3743</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2.212"/>
    </inkml:context>
    <inkml:brush xml:id="br0">
      <inkml:brushProperty name="width" value="0.035" units="cm"/>
      <inkml:brushProperty name="height" value="0.035" units="cm"/>
    </inkml:brush>
  </inkml:definitions>
  <inkml:trace contextRef="#ctx0" brushRef="#br0">36 326 320,'-11'-12'-370,"-3"-5"4995,4 0 3831,10 16-7895,0-1 1,0 1 0,-1 0 0,1 0 0,0 0 0,0 0 0,0-1-1,0 1 1,1 0 0,-1 0 0,0 0 0,0-1 0,1 1 0,-1 0-1,0 0 1,1 0 0,0 0 0,-1 0 0,1 0 0,-1 0 0,1 0-1,0 0 1,0 0 0,0 0 0,-1 0 0,1 1 0,0-1-1,0 0 1,0 1 0,0-1 0,0 0 0,0 1 0,2-1 0,10-5-445,1 1 0,0 0 0,0 1 0,0 1 0,18-3 0,0 0-190,92-18-331,110-26-2568,-186 37 1024,0-3 0,80-37 0,-104 41-5789,34-17-5179,-33 15 10746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4.756"/>
    </inkml:context>
    <inkml:brush xml:id="br0">
      <inkml:brushProperty name="width" value="0.035" units="cm"/>
      <inkml:brushProperty name="height" value="0.035" units="cm"/>
    </inkml:brush>
  </inkml:definitions>
  <inkml:trace contextRef="#ctx0" brushRef="#br0">23 15 628,'-14'-9'1833,"5"3"9270,13 24-2696,7 23-7208,-1 0 0,-2 0 0,-2 1 0,-2 0 0,-1 0 1,-3 0-1,-1 0 0,-10 61 0,10-94-1707,-1 0 1,-1 0-1,1 0 1,-1 0-1,-1 0 1,0-1-1,0 1 1,-7 8-1,34-22-27131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5.082"/>
    </inkml:context>
    <inkml:brush xml:id="br0">
      <inkml:brushProperty name="width" value="0.035" units="cm"/>
      <inkml:brushProperty name="height" value="0.035" units="cm"/>
    </inkml:brush>
  </inkml:definitions>
  <inkml:trace contextRef="#ctx0" brushRef="#br0">337 36 1040,'3'-9'2128,"0"-18"26602,-5 28-28662,1-1 0,0 1 0,-1-1 0,1 1 0,0-1 0,-1 1-1,1 0 1,0 0 0,0-1 0,0 1 0,0 0 0,-2 2 0,2-3-86,-6 7 18,0-1 0,0 1 0,1 0 0,-1 1 0,2-1 0,-1 1 0,-7 14 0,-26 65 0,30-66 0,2-2 0,1 0 0,0 0 0,2 0 0,0 1 0,1-1 0,1 1 0,0 0 0,4 38 0,11 0 0,-10-44 0,1 0 0,-2 0 0,2 22 0,-4-31 0,0 0 0,0 0 0,-1 1 0,0-1 0,0 0 0,0 0 0,-1 0 0,0 0 0,0-1 0,0 1 0,0 0 0,-1-1 0,-4 7 0,0-2 0,1-1 0,-1 0 0,-1 0 0,-13 11 0,19-18 0,0 1 0,0 0 0,-1-1 0,1 0 0,0 1 0,-1-1 0,1 0 0,0 0 0,-1 0 0,1-1 0,-1 1 0,0-1 0,1 1 0,-1-1 0,1 0 0,-1 0 0,0 0 0,1 0 0,-1 0 0,1-1 0,-1 1 0,0-1 0,1 0 0,-3 0 0,-36-27-2649,7-5-3962</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5.364"/>
    </inkml:context>
    <inkml:brush xml:id="br0">
      <inkml:brushProperty name="width" value="0.035" units="cm"/>
      <inkml:brushProperty name="height" value="0.035" units="cm"/>
    </inkml:brush>
  </inkml:definitions>
  <inkml:trace contextRef="#ctx0" brushRef="#br0">19 109 268,'26'2'3242,"-4"9"3843,17 28 9633,-14-12-11268,-16-19-5450,0 0 0,0-1 0,1 0 0,0-1 0,0 0 0,1-1 0,-1 0 0,1 0 0,0-1 0,1-1 0,15 4 0,-18-6 0,0 0 0,0-1 0,1 0 0,-1-1 0,0 0 0,0 0 0,0-1 0,0 0 0,-1 0 0,1-1 0,0 0 0,-1-1 0,0 0 0,0 0 0,9-7 0,-3 1 0,0-1 0,-1 0 0,-1 0 0,17-20 0,-25 25 0,1 1 0,-1-1 0,0 0 0,0 0 0,0-1 0,-1 1 0,0-1 0,0 1 0,-1-1 0,0 0 0,0 0 0,2-14 0,-4 19 0,-1 0 0,1 0 0,0 1 0,0-1 0,-1 0 0,1 0 0,0 1 0,-1-1 0,0 0 0,1 1 0,-1-1 0,0 0 0,0 1 0,0-1 0,0 1 0,0-1 0,-1 1 0,1 0 0,0 0 0,-3-3 0,0 2 0,1 0 0,-1 0 0,0 1 0,1-1 0,-1 1 0,0 0 0,0 0 0,0 0 0,-4 0 0,-7 0 0,0 0 0,1 2 0,-1-1 0,-19 5 0,-50 15-1874,-39 24-5272,10-3 353,45-20-8191,65-20 13462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5.696"/>
    </inkml:context>
    <inkml:brush xml:id="br0">
      <inkml:brushProperty name="width" value="0.035" units="cm"/>
      <inkml:brushProperty name="height" value="0.035" units="cm"/>
    </inkml:brush>
  </inkml:definitions>
  <inkml:trace contextRef="#ctx0" brushRef="#br0">1 140 1204,'66'20'6152,"65"19"15487,-75-24-17871,49 9-3768,1-5 0,1-4 0,0-5 0,114-5 0,-87-10 0,0-6 0,244-54 0,381-123 0,-656 171 0,-94 18 88,-16 4 1,-16 6-973,0-2-3943,-33 12-12404,31-12 11331,-1 0 3698,-3 2 642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7.539"/>
    </inkml:context>
    <inkml:brush xml:id="br0">
      <inkml:brushProperty name="width" value="0.035" units="cm"/>
      <inkml:brushProperty name="height" value="0.035" units="cm"/>
    </inkml:brush>
  </inkml:definitions>
  <inkml:trace contextRef="#ctx0" brushRef="#br0">151 25 688,'18'-24'31672,"-19"26"-31627,0 1-1,0-1 1,-1 0 0,1 1-1,-1-1 1,1 0-1,-1 0 1,0 0-1,0 0 1,-4 3-1,-10 12-131,-1 10 87,0 1 0,2 0 0,1 1 0,2 1 0,1 0 0,1 1 0,1 0 0,2 1 0,1-1 0,-2 45 0,6-30 7,0-9 6,1 0 1,7 64-1,-4-89-31,1 0-1,0 1 0,1-1 0,0-1 0,1 1 0,0 0 0,0-1 0,2 0 1,-1 0-1,1-1 0,1 0 0,8 9 0,28 19-3309,-35-32 1366,0 0 1,1-1-1,0 0 0,0-1 0,20 7 0,-21-9 604,-1 0 0,0-1 0,0 0 0,1-1 0,-1 1 0,1-2 0,-1 1 0,11-2 0,-12 0 670,1 0 0,-1 0 0,0-1 0,0 0 0,12-6-1,3-5 1698</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7.756"/>
    </inkml:context>
    <inkml:brush xml:id="br0">
      <inkml:brushProperty name="width" value="0.035" units="cm"/>
      <inkml:brushProperty name="height" value="0.035" units="cm"/>
    </inkml:brush>
  </inkml:definitions>
  <inkml:trace contextRef="#ctx0" brushRef="#br0">40 74 960,'8'-38'3794,"-1"3"15783,-3 48-12824,-2-4-5074,-1 44-1679,-3-1 0,-10 68 0,-2 37 0,-16 168-517,29-322-1826,-1 13 3916,2-11-4846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7.942"/>
    </inkml:context>
    <inkml:brush xml:id="br0">
      <inkml:brushProperty name="width" value="0.035" units="cm"/>
      <inkml:brushProperty name="height" value="0.035" units="cm"/>
    </inkml:brush>
  </inkml:definitions>
  <inkml:trace contextRef="#ctx0" brushRef="#br0">0 19 660,'1'-2'443,"1"1"0,-1-1 1,1 1-1,-1-1 0,1 1 0,-1-1 0,1 1 0,0 0 1,0 0-1,0 0 0,0 0 0,0 0 0,2 0 1,-3 1 63,0 0 1,0 0 0,0 0-1,0 0 1,0 0 0,-1 0-1,1 0 1,0 0 0,0 1-1,0-1 1,0 0 0,-1 0-1,1 1 1,0-1 0,0 1-1,-1-1 1,1 1 0,0-1-1,-1 1 1,1-1 0,-1 1-1,1 0 1,0 0 0,1 2 997,0 0 0,0 0 1,-1 0-1,1 1 1,-1-1-1,0 0 0,1 6 1,3 17-1087,-1 23-280,-1-1 0,-3 0 0,-2 1-1,-2-1 1,-15 72 0,19-118-714,-9 31-3908,1-17-3324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8.155"/>
    </inkml:context>
    <inkml:brush xml:id="br0">
      <inkml:brushProperty name="width" value="0.035" units="cm"/>
      <inkml:brushProperty name="height" value="0.035" units="cm"/>
    </inkml:brush>
  </inkml:definitions>
  <inkml:trace contextRef="#ctx0" brushRef="#br0">61 325 192,'-1'0'287,"-12"-9"5124,11 8-3590,0-1 1,-1 1 0,1 0 0,0 0 0,0 0-1,-1 1 1,1-1 0,0 0 0,-1 1-1,1-1 1,0 1 0,-5 0 0,-6 4 1368,22-7-3190,-1 2 0,0-1 0,0 1 0,13 0 0,2 0 0,7-3-225,-1-1 0,1-1 1,-2-1-1,1-2 0,40-17 0,-51 17-228,0 0 0,0-1 1,-1-1-1,-1-1 0,0 0 0,0-1 0,-1 0 0,-1-2 1,14-16-1,-22 22-4257,0-1 1,0 1-1,6-17 1,4-12-2012,-10 21 5610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8.303"/>
    </inkml:context>
    <inkml:brush xml:id="br0">
      <inkml:brushProperty name="width" value="0.035" units="cm"/>
      <inkml:brushProperty name="height" value="0.035" units="cm"/>
    </inkml:brush>
  </inkml:definitions>
  <inkml:trace contextRef="#ctx0" brushRef="#br0">67 18 608,'-4'-17'14548,"2"28"-5916,-18 267-1798,1-78-4693,13-147-3568,-8-4-3895,14-48 4109,-1 0 0,1 1-1,0-1 1,0 0-1,0 1 1,0-1 0,0 0-1,0 0 1,0 1-1,0-1 1,1 0 0,-1 1-1,0-1 1,1 0-1,-1 0 1,1 0 0,1 3-1,3 3-2223,0 0 4057,10 6-1904</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8.476"/>
    </inkml:context>
    <inkml:brush xml:id="br0">
      <inkml:brushProperty name="width" value="0.035" units="cm"/>
      <inkml:brushProperty name="height" value="0.035" units="cm"/>
    </inkml:brush>
  </inkml:definitions>
  <inkml:trace contextRef="#ctx0" brushRef="#br0">1 49 860,'4'6'3955,"5"10"8570,-5-3-1897,-4-12-10513,0-1-1,0 0 0,0 0 0,0 0 0,0 1 0,0-1 1,0 0-1,0 0 0,0 0 0,0 1 0,0-1 0,0 0 0,0 0 1,0 0-1,0 1 0,0-1 0,-1 0 0,1 0 0,0 0 1,0 0-1,0 1 0,0-1 0,0 0 0,0 0 0,-1 0 0,1 0 1,0 0-1,0 1 0,0-1 0,-1 0 0,1 0 0,0 0 1,0 0-1,0 0 0,0 0 0,-1 0 0,1 0 0,0 0 0,0 0 1,0 0-1,-1 0 0,2-1-114,0 0 0,-1 0 0,1 0 0,0 0 0,-1 0 0,1 0 0,-1-1 0,1 1 0,-1 0 0,0 0 0,1-1 0,-1 1 0,0 0 0,0-1 0,0 1 0,0 0 0,0 0 0,0-2 0,-6-4-2840,2-9-12479,4 10 8294,0 1 3653,2-6 1992,5-10-751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8.647"/>
    </inkml:context>
    <inkml:brush xml:id="br0">
      <inkml:brushProperty name="width" value="0.035" units="cm"/>
      <inkml:brushProperty name="height" value="0.035" units="cm"/>
    </inkml:brush>
  </inkml:definitions>
  <inkml:trace contextRef="#ctx0" brushRef="#br0">38 47 4,'0'-1'259,"-1"0"0,1 1 0,0-1 0,-1 0 0,1 1-1,-1-1 1,1 0 0,-1 1 0,1-1 0,-1 1 0,1-1 0,-1 1 0,0-1 0,1 1 0,-1-1 0,0 1-1,1-1 1,-13 8 13647,13-7-13148,-1 1 0,1 1 0,-8 6 8824,2-9-7245,6 0-2337,1 0 0,-1-1 0,0 1 0,1 0 0,-1 0 0,1 0 0,0 0 0,-1 0 0,1 0 0,0 0 0,-1 1 0,1-1 0,0 0 0,0 0 0,0 0 0,1 0 0,0-4-2242,-1-2-6274,12-17-13361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9.496"/>
    </inkml:context>
    <inkml:brush xml:id="br0">
      <inkml:brushProperty name="width" value="0.035" units="cm"/>
      <inkml:brushProperty name="height" value="0.035" units="cm"/>
    </inkml:brush>
  </inkml:definitions>
  <inkml:trace contextRef="#ctx0" brushRef="#br0">54 173 2120,'-4'-77'194,"-1"1"9621,2 56 2412,10 27-5744,-3 0-6325,0 0 0,0 1-1,0-1 1,-1 1-1,0 0 1,-1-1-1,0 1 1,0 1-1,1 14 1,2 79 190,-5-102-348,-52 780 0,31-475 0,20-302 0,1 4 34,0-4-207,0 0 1,0 0-1,0 0 0,0 0 1,-1 0-1,1 0 0,-1 0 1,0 0-1,0-1 1,0 1-1,0 0 0,0 0 1,-2 2-1,9-35-27417,8 1 25500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09.755"/>
    </inkml:context>
    <inkml:brush xml:id="br0">
      <inkml:brushProperty name="width" value="0.035" units="cm"/>
      <inkml:brushProperty name="height" value="0.035" units="cm"/>
    </inkml:brush>
  </inkml:definitions>
  <inkml:trace contextRef="#ctx0" brushRef="#br0">3 63 24,'-3'11'32739,"3"-10"-32739,0-1 0,0 0 0,0 1 0,0-1 0,0 0 0,0 0 0,0 1 0,0-1 0,0 0 0,0 0 0,0 1 0,0-1 0,1 0 0,-1 0 0,0 1 0,0-1 0,0 0 0,0 0 0,0 1 0,1-1 0,-1 0 0,0 0 0,0 1 0,0-1 0,1 0 0,-1 0 0,0 0 0,0 0 0,0 1 0,1-1 0,-1 0 0,0 0 0,0 0 0,1 0 0,-1 0 0,0 0 0,1 0 0,-1 0 0,0 0 0,0 0 0,1 0 0,-1 0 0,0 0 0,0 0 0,1 0 0,-1 0 0,0 0 0,1 0 0,-1 0 0,0 0 0,0 0 0,1-1 0,13-9 0,-14 6 0,-14-5-3137,13 9 2836,1 0 0,0 0 0,-1-1 0,1 1 0,0 0 0,-1 0 0,1 0 0,0 0 0,0-1 0,-1 1 0,1 0 0,0 0 0,-1-1 0,1 1 0,0 0 0,0 0 0,0-1 0,-1 1 0,1 0 0,0-1 0,0 1 0,0 0 0,0-1 0,0 1 0,-1-1 0,1 1 0,0 0 0,0-1 0,0 1 0,0 0 0,0-1 0,0 0 0,4-13-13856,7-4 11330,-10 17 1979,11-13-713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0.006"/>
    </inkml:context>
    <inkml:brush xml:id="br0">
      <inkml:brushProperty name="width" value="0.035" units="cm"/>
      <inkml:brushProperty name="height" value="0.035" units="cm"/>
    </inkml:brush>
  </inkml:definitions>
  <inkml:trace contextRef="#ctx0" brushRef="#br0">56 57 620,'0'-1'234,"-3"-20"1769,0 7 2233,-5-7 18467,9 25-22333,-1-1-1,1 1 1,-1-1 0,0 1-1,0 0 1,0-1 0,-2 7-1,1 5-359,10 472-10,-8-386 0,-6 199 0,3-278-919,-1 0 0,-6 25-1,-18 40-6714,26-83 4650,-2 8-305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0.909"/>
    </inkml:context>
    <inkml:brush xml:id="br0">
      <inkml:brushProperty name="width" value="0.035" units="cm"/>
      <inkml:brushProperty name="height" value="0.035" units="cm"/>
    </inkml:brush>
  </inkml:definitions>
  <inkml:trace contextRef="#ctx0" brushRef="#br0">98 60 124,'-1'0'241,"1"0"0,-1 0 0,1 0 0,0 0 0,-1 1 0,1-1 0,-1 0 0,1 0 1,-1 0-1,1 0 0,0 0 0,-1 1 0,1-1 0,0 0 0,-1 0 0,1 1 0,-1-1 0,1 0 0,0 1 0,0-1 0,-1 0 0,1 1 0,0-1 0,-1 0 1,1 1-1,0-1 0,0 0 0,0 1 0,0-1 0,-1 1 0,1-1 0,0 1 0,0 0 0,2 21 5844,0-17-4687,0 1 0,0-1 0,0 1 0,1-1 0,4 7 0,-5-10-1220,-1-1 1,0 1-1,0-1 1,1 0 0,-1 1-1,1-1 1,-1 0-1,1 0 1,0 0 0,-1 0-1,1 0 1,0-1-1,0 1 1,0 0-1,-1-1 1,1 0 0,0 1-1,0-1 1,0 0-1,0 0 1,0 0-1,0 0 1,0 0 0,-1 0-1,1-1 1,0 1-1,0-1 1,0 1-1,0-1 1,-1 0 0,1 1-1,0-1 1,-1 0-1,1 0 1,0 0-1,-1 0 1,1-1 0,-1 1-1,0 0 1,1-1-1,-1 1 1,0-1-1,0 1 1,0-1 0,0 0-1,0 1 1,0-1-1,-1 0 1,1 0-1,0 1 1,-1-1 0,1 0-1,-1 0 1,0-3-1,1-1-159,0 1-1,-1 0 1,1-1 0,-1 1-1,-1-1 1,1 1-1,-1 0 1,0-1 0,-3-8-1,3 11-20,0 0 0,-1 1 1,1-1-1,-1 1 0,0-1 0,0 1 0,0 0 0,0 0 0,0-1 1,0 1-1,-1 1 0,1-1 0,-1 0 0,1 1 0,-1-1 0,0 1 1,0 0-1,0 0 0,-4-2 0,3 2-78,0 1 1,0-1-1,1 1 0,-1 0 1,0-1-1,0 2 1,0-1-1,0 0 0,0 1 1,1 0-1,-1 0 0,0 0 1,1 0-1,-1 0 1,0 1-1,1 0 0,0-1 1,-1 2-1,1-1 0,0 0 1,0 0-1,0 1 1,0 0-1,1-1 0,-5 7 1,2-3-351,1 0 0,0 0 1,0 0-1,1 1 0,-1-1 1,2 1-1,-1 0 0,1 0 1,0 0-1,0 0 0,1 0 1,-1 14-1,48-48-22600,-16 9 21441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1.105"/>
    </inkml:context>
    <inkml:brush xml:id="br0">
      <inkml:brushProperty name="width" value="0.035" units="cm"/>
      <inkml:brushProperty name="height" value="0.035" units="cm"/>
    </inkml:brush>
  </inkml:definitions>
  <inkml:trace contextRef="#ctx0" brushRef="#br0">518 1 200,'1'23'3104,"-10"12"7776,-9 0 1352,5-13-6916,6-10-4285,-22 32-1031,-3-1 0,-1-2 0,-42 41 0,54-58 0,-199 218-915,193-211-5646,-8 16-12284</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1.342"/>
    </inkml:context>
    <inkml:brush xml:id="br0">
      <inkml:brushProperty name="width" value="0.035" units="cm"/>
      <inkml:brushProperty name="height" value="0.035" units="cm"/>
    </inkml:brush>
  </inkml:definitions>
  <inkml:trace contextRef="#ctx0" brushRef="#br0">0 158 452,'24'29'6421,"25"44"14655,-33-46-16578,-15-25-4482,1 1 0,-1 0-1,1-1 1,0 1 0,-1-1 0,1 0 0,0 0-1,1 1 1,-1-1 0,0-1 0,1 1 0,-1 0-1,1 0 1,-1-1 0,1 0 0,0 1 0,-1-1-1,1 0 1,4 1 0,-3-2-10,0 0 0,0 0 0,0 0 0,0 0 0,0-1 0,0 0 1,0 0-1,0 0 0,0 0 0,0 0 0,-1-1 0,7-3 0,4-4-17,-1 0-1,0 0 1,-1-2 0,0 1 0,0-2-1,9-12 1,-1 0 11,19-30 0,-34 46 0,0 1 0,-1-2 0,0 1 0,0 0 0,0-1 0,-2 0 0,1 1 0,2-14 0,-5 20 0,0 0 0,0-1 0,0 1 0,0 0 0,0 0 0,0 0 0,-1 0 0,1-1 0,-1 1 0,1 0 0,-1 0 0,0 0 0,0 0 0,0 0 0,0 0 0,0 0 0,0 0 0,0 1 0,-1-1 0,-1-2 0,0 2 0,0 0 0,0 0 0,0 1 0,0-1 0,0 1 0,-1-1 0,1 1 0,0 0 0,-1 0 0,1 1 0,-6-1 0,-8 0 0,1 1 0,0 0 0,0 2 0,-21 4 0,37-6 0,-61 13-538,38-7-1218,-1-2 1,-45 5-1,76-34-24698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1.592"/>
    </inkml:context>
    <inkml:brush xml:id="br0">
      <inkml:brushProperty name="width" value="0.035" units="cm"/>
      <inkml:brushProperty name="height" value="0.035" units="cm"/>
    </inkml:brush>
  </inkml:definitions>
  <inkml:trace contextRef="#ctx0" brushRef="#br0">116 30 220,'3'-3'308,"-1"0"0,1 1-1,-1-1 1,1 1 0,0 0 0,0 0 0,0 0 0,0 0-1,1 1 1,-1-1 0,5-1 0,-5 2 493,1 1 1,-1-1-1,1 1 0,-1 0 1,1 0-1,0 0 1,-1 1-1,1-1 1,-1 1-1,1-1 0,-1 1 1,0 1-1,1-1 1,-1 0-1,6 4 1,-2-1 1314,1 1 1,-1 0 0,0 1 0,0 0 0,11 12 0,9 18 1208,-6-2-3325,-2 1 0,-2 1 0,-2 0 0,18 59 0,-16-33 0,-4 1 0,7 66 0,-15-78 0,-3 0 0,-1 1 0,-3-1 0,-9 53 0,5-70 0,-1-1 0,-1 1 0,-2-1 0,-1-1 0,-2 0 0,-33 60 0,38-80-594,0 0 1,0-1-1,-1 0 1,-1-1-1,0 0 1,0 0-1,-1-1 0,0 0 1,-16 9-1,19-13-108,0-1 0,-1 0 0,0 0 1,0-1-1,0 0 0,0-1 0,0 0 0,0 0 0,-1-1 0,1 0 0,-1-1 0,1 0 0,-1 0 0,-16-4 0,19 3-929,0 0-1,0-1 1,0 0-1,0-1 1,1 1-1,-1-1 1,-7-5-1,-5-12-826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1.974"/>
    </inkml:context>
    <inkml:brush xml:id="br0">
      <inkml:brushProperty name="width" value="0.035" units="cm"/>
      <inkml:brushProperty name="height" value="0.035" units="cm"/>
    </inkml:brush>
  </inkml:definitions>
  <inkml:trace contextRef="#ctx0" brushRef="#br0">139 142 252,'0'-33'5075,"8"-41"19046,-2 47-20806,-7 20-3315,0 12 0,2 2 0,0 0 0,-1 0 0,0 0 0,0 0 0,0 0 0,-1-1 0,0 1 0,-1 0 0,0 0 0,-4 12 0,-6 8 0,-18 34 0,9-21 0,-49 107 0,69-146 0,0 1 0,0-1 0,0 1 0,1-1 0,-1 1 0,1 0 0,-1-1 0,1 1 0,-1 0 0,1-1 0,0 1 0,0 0 0,0-1 0,0 1 0,0 0 0,0-1 0,0 1 0,0 0 0,1-1 0,-1 1 0,1 0 0,-1-1 0,1 1 0,0-1 0,0 1 0,-1-1 0,1 1 0,0-1 0,0 0 0,0 1 0,1-1 0,-1 0 0,0 0 0,0 0 0,1 0 0,1 2 0,1-2 0,1 1 0,-1-1 0,0 1 0,1-1 0,0 0 0,-1-1 0,1 1 0,-1-1 0,1 0 0,0 0 0,-1 0 0,6-2 0,19-4 0,-1-1 0,54-21 0,-48 15 0,44-11 0,-53 17 177,-17 5-413,-1 0-1,0 0 1,1 1 0,13-1-1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2.145"/>
    </inkml:context>
    <inkml:brush xml:id="br0">
      <inkml:brushProperty name="width" value="0.035" units="cm"/>
      <inkml:brushProperty name="height" value="0.035" units="cm"/>
    </inkml:brush>
  </inkml:definitions>
  <inkml:trace contextRef="#ctx0" brushRef="#br0">107 8 728,'-1'-1'334,"1"1"0,-1-1 1,0 0-1,0 1 0,1-1 0,-1 1 0,0-1 0,0 1 1,0-1-1,0 1 0,1 0 0,-1-1 0,0 1 0,0 0 1,0 0-1,0 0 0,0 0 0,0 0 0,0 0 0,0 0 1,0 0-1,0 0 0,0 0 0,1 0 0,-1 0 0,0 1 0,-1 0 1,0 0 709,0 0 1,0 1-1,0-1 0,0 1 1,1-1-1,-1 1 1,0 0-1,1 0 1,0 0-1,-3 3 1,-14 34 9055,12-19-9394,-4 22-629,3 1-1,1 0 1,3 0-1,2 68 1,1-110-77,-3 400 0,2-371-2300,-2 15-7086,0 15-5389,4-19 10072,2-14 3308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4.041"/>
    </inkml:context>
    <inkml:brush xml:id="br0">
      <inkml:brushProperty name="width" value="0.035" units="cm"/>
      <inkml:brushProperty name="height" value="0.035" units="cm"/>
    </inkml:brush>
  </inkml:definitions>
  <inkml:trace contextRef="#ctx0" brushRef="#br0">19 11 32,'1'-11'30568,"25"111"-29836,-5 1 0,12 150 1,-22-162-767,4 47 34,-6 0 0,-6 1 0,-6 0 0,-25 160 0,24-266-763,-2-1-1,-11 30 1,15-52 212,-1 0-1,0-1 1,0 1 0,-1-1-1,0 0 1,0 0 0,-1 0-1,0-1 1,0 1 0,-1-1-1,1 0 1,-12 8-1,12-11-2788,-4 1-675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4.241"/>
    </inkml:context>
    <inkml:brush xml:id="br0">
      <inkml:brushProperty name="width" value="0.035" units="cm"/>
      <inkml:brushProperty name="height" value="0.035" units="cm"/>
    </inkml:brush>
  </inkml:definitions>
  <inkml:trace contextRef="#ctx0" brushRef="#br0">53 165 552,'-8'-8'956,"-21"-18"4696,18 11 2241,7 1 5485,4 13-13197,0 0-1,0 0 0,1 0 1,-1 0-1,1 0 0,-1 0 1,1 0-1,-1 1 0,1-1 1,0 0-1,-1 0 0,1 0 1,0 1-1,0-1 0,-1 0 1,1 1-1,0-1 0,0 1 1,0-1-1,0 1 1,2-1-1,22-9 184,-24 9-364,28-5 0,1 0 0,1 2 0,-1 1 0,40 2 0,-16 0 0,137-4 0,146-10 0,-314 12-3254,-16 2-147,1-1 0,-1 0 1,1 0-1,10-5 0,-11 3-4503,-2 2 5854,1 0 1218,9-5-779</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6.567"/>
    </inkml:context>
    <inkml:brush xml:id="br0">
      <inkml:brushProperty name="width" value="0.035" units="cm"/>
      <inkml:brushProperty name="height" value="0.035" units="cm"/>
    </inkml:brush>
  </inkml:definitions>
  <inkml:trace contextRef="#ctx0" brushRef="#br0">31 56 184,'-4'-15'1474,"0"-3"798,-8-5 19307,8 34-16084,1 2-3736,-1 68-1759,9 97 0,0-25 0,-5-127 0,1-1 0,9 52 0,-2-94-19249,-4 2 10176,-2 6 6490,9-10 1213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6.903"/>
    </inkml:context>
    <inkml:brush xml:id="br0">
      <inkml:brushProperty name="width" value="0.035" units="cm"/>
      <inkml:brushProperty name="height" value="0.035" units="cm"/>
    </inkml:brush>
  </inkml:definitions>
  <inkml:trace contextRef="#ctx0" brushRef="#br0">162 163 788,'26'-54'4641,"-6"10"5376,6 6 6487,-22 28-15593,2-3-853,-6 13-62,0-1 1,0 1 0,0 0-1,0 0 1,0 0-1,0 0 1,1-1 0,-1 1-1,0 0 1,0 0-1,0 0 1,0 0 0,1 0-1,-1-1 1,0 1 0,0 0-1,0 0 1,1 0-1,-1 0 1,0 0 0,0 0-1,0 0 1,1 0-1,-1 0 1,0 0 0,0 0-1,0 0 1,1 0-1,-1 0 1,0 0 0,0 0-1,1 0 1,-1 0 0,0 0-1,0 0 1,0 0-1,1 0 1,-1 0 0,0 0-1,0 1 1,0-1-1,0 0 1,1 0 0,-1 0-1,0 0 1,-39 25 3,26-14 0,0 0 0,1 1 0,1 0 0,-1 1 0,2 0 0,0 1 0,1 0 0,0 0 0,1 1 0,1 1 0,0-1 0,1 1 0,0 0 0,-3 19 0,9-29 0,0 0 0,1 0 0,-1 0 0,1 0 0,0 0 0,0 0 0,1 0 0,0 0 0,0-1 0,1 1 0,-1-1 0,1 1 0,0-1 0,4 5 0,-2-2 0,-1 0 0,0-1 0,0 1 0,-1 1 0,0-1 0,3 12 0,-7-18 0,1 1 0,-1 0 0,1 0 0,-1-1 0,0 1 0,0 0 0,0-1 0,-1 1 0,1-1 0,-1 1 0,1-1 0,-1 0 0,0 0 0,0 0 0,0 0 0,-4 4 0,4-4 0,0 0 0,0 0 0,0-1 0,0 1 0,0 0 0,0-1 0,-1 1 0,1-1 0,-1 0 0,1 0 0,-1 0 0,1 0 0,-1 0 0,1-1 0,-1 1 0,0-1 0,-4 1 0,4-2-272,1 0-1,0 0 1,-1 0 0,1 0-1,0 0 1,0-1 0,0 1-1,0-1 1,0 1 0,-2-3-1,1 0-709,0 1-1,0-1 1,0 1-1,1-1 0,0 0 1,0 0-1,0 0 1,0 0-1,1 0 1,-1-1-1,1 1 0,0 0 1,1-1-1,-1-5 1,1 3-6039,1 0 3570,6-9 1488,-6 14 1261,8-12-662</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7.210"/>
    </inkml:context>
    <inkml:brush xml:id="br0">
      <inkml:brushProperty name="width" value="0.035" units="cm"/>
      <inkml:brushProperty name="height" value="0.035" units="cm"/>
    </inkml:brush>
  </inkml:definitions>
  <inkml:trace contextRef="#ctx0" brushRef="#br0">6 32 148,'1'0'528,"0"1"0,-1 0 0,1 0-1,0-1 1,0 1 0,0 0 0,-1 0 0,1 0 0,0 0 0,-1 0-1,1 0 1,0 0 0,-1 0 0,0 0 0,1 0 0,-1 0-1,0 0 1,1 1 0,-1 0 0,3 28 14791,-2-15-9939,4 26-4424,-3-22-796,1-1-1,0 1 1,9 28-1,-10-42-173,0 0 1,1 0-1,-1 0 0,1 0 0,0-1 0,0 1 0,0-1 1,1 0-1,0 1 0,0-2 0,0 1 0,0 0 0,0-1 1,1 0-1,-1 0 0,10 5 0,-10-7 14,0 0 0,0 0 0,0 0 0,0 0 0,0-1 0,0 0 0,0 1 0,0-1 0,1-1 0,-1 1 0,0-1 0,0 0 0,0 1 0,0-2 0,0 1 0,-1 0 0,1-1 0,0 0 0,0 0 0,-1 0 0,1 0 0,-1-1 0,6-4 0,3-4 0,0 0 0,-1-1 0,0 0 0,14-22 0,-20 28 0,-1-1 0,-1 0 0,1 0 0,-1 0 0,0 0 0,0-1 0,-1 1 0,0-1 0,-1 1 0,2-16 0,-3 19 0,0-1 0,0 1 0,0 0 0,-1 0 0,0 0 0,0-1 0,0 1 0,0 0 0,-1 0 0,1 0 0,-1 1 0,0-1 0,0 0 0,0 1 0,-1-1 0,0 1 0,1-1 0,-1 1 0,0 0 0,0 1 0,-6-5 0,2 2 0,0 1 0,0 0 0,0 0 0,-1 1 0,1 0 0,-1 0 0,0 1 0,0 0 0,0 1 0,0-1 0,0 2 0,0-1 0,-12 1 0,5 2 0,1 0 0,-1 1 0,1 0 0,-1 1 0,1 1 0,-20 9 0,15-8-1132,3-1-3238,60-18-22451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7.486"/>
    </inkml:context>
    <inkml:brush xml:id="br0">
      <inkml:brushProperty name="width" value="0.035" units="cm"/>
      <inkml:brushProperty name="height" value="0.035" units="cm"/>
    </inkml:brush>
  </inkml:definitions>
  <inkml:trace contextRef="#ctx0" brushRef="#br0">461 1 1136,'-13'0'974,"0"1"0,0 0 0,-14 4 0,12-1 1514,0 0 0,1 2 0,-1-1-1,-18 12 1,14-6 1556,1 1 0,-26 21 0,-5 12-884,31-25-3160,0 1 0,2 0 0,0 1 0,2 1 0,0 0 0,2 1 0,0 0 0,2 1 0,1 0 0,0 0 0,2 1 0,1 1 0,2-1 0,0 1 0,1-1 0,2 46 0,2-60 31,1 0 0,0 0 1,0 0-1,1-1 0,1 1 0,0-1 0,8 17 1,-8-21-121,-1-1-1,1 0 1,1 0 0,-1 0 0,1-1 0,0 1-1,0-1 1,0-1 0,1 1 0,-1 0 0,1-1 0,1-1-1,11 7 1,-12-8-1388,-1-1 0,1 0-1,-1 0 1,1 0 0,0-1 0,-1 1-1,1-2 1,-1 1 0,1 0 0,0-1-1,-1 0 1,11-4 0,27-10-6303,-4-2 4248,-34 15 3511,25-12-1074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7.693"/>
    </inkml:context>
    <inkml:brush xml:id="br0">
      <inkml:brushProperty name="width" value="0.035" units="cm"/>
      <inkml:brushProperty name="height" value="0.035" units="cm"/>
    </inkml:brush>
  </inkml:definitions>
  <inkml:trace contextRef="#ctx0" brushRef="#br0">164 0 808,'-2'2'1556,"0"0"0,0 1 0,0-1 0,1 0-1,-1 1 1,1-1 0,0 1 0,0 0 0,0-1 0,-1 6-1,-4 18 6954,1-4-3923,-65 279-2709,10-37-2033,59-261 2061,-2 10-1868,1 6-13057,2-18 12370,0 0-1,1-1 1,-1 1 0,0 0 0,0-1 0,0 1 0,1-1 0,-1 1 0,0-1 0,0 1 0,1 0 0,6 4-7151,8-4 3251,5-6 3254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7.876"/>
    </inkml:context>
    <inkml:brush xml:id="br0">
      <inkml:brushProperty name="width" value="0.035" units="cm"/>
      <inkml:brushProperty name="height" value="0.035" units="cm"/>
    </inkml:brush>
  </inkml:definitions>
  <inkml:trace contextRef="#ctx0" brushRef="#br0">100 25 760,'1'-1'-21,"11"-11"1011,2 2 3648,-13 10-4283,-1 0 0,1-1 0,0 1 0,-1 0 0,1 0-1,0 0 1,0 0 0,-1-1 0,1 1 0,0 0-1,0 0 1,-1 0 0,1 1 0,0-1 0,0 0-1,-1 0 1,1 0 0,0 0 0,-1 1 0,1-1 0,0 0-1,-1 1 1,1-1 0,0 0 0,-1 1 0,1-1-1,-1 1 1,1-1 0,-1 1 0,1-1 0,-1 1 0,1 0-1,-1-1 1,1 1 0,-1-1 0,0 1 0,1 0-1,-1 0 1,0-1 0,0 1 0,1 0 0,-1-1 0,0 2-1,4 12 381,0 1 0,-1-1 0,-1 1-1,-1-1 1,0 1 0,0 0 0,-2-1-1,-2 25 1,-29 116 3433,31-152-4165,-18 77-3,-54 178 0,58-232-4457,15-25 4107,-1 0-1,0 0 1,1-1-1,-1 1 1,0 0 0,0 0-1,1 0 1,-1-1-1,0 1 1,0 0 0,0-1-1,0 1 1,0-1-1,0 1 1,0-1 0,0 0-1,0 1 1,0-1-1,0 0 1,0 0 0,0 1-1,0-1 1,-2 0-1,17-24-18821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8.123"/>
    </inkml:context>
    <inkml:brush xml:id="br0">
      <inkml:brushProperty name="width" value="0.035" units="cm"/>
      <inkml:brushProperty name="height" value="0.035" units="cm"/>
    </inkml:brush>
  </inkml:definitions>
  <inkml:trace contextRef="#ctx0" brushRef="#br0">163 1 160,'-75'2'5423,"38"3"1654,1 4 3580,36-9-10558,-1 0-1,0 0 1,1 0 0,-1 0 0,1 0 0,-1 0 0,1 0-1,-1 0 1,0 0 0,1 1 0,-1-1 0,1 0-1,-1 0 1,1 1 0,-1-1 0,1 0 0,-1 1 0,1-1-1,-1 1 1,1-1 0,0 0 0,-1 1 0,1-1-1,-1 1 1,1-1 0,0 1 0,0 0 0,-1-1 0,1 1-1,0-1 1,0 1 0,0-1 0,-1 1 0,1 0-1,0-1 1,0 1 0,0-1 0,0 1 0,0 0 0,0-1-1,0 1 1,1-1 0,-1 1 0,0-1 0,0 1-1,0 0 1,1-1 0,-1 1 0,0-1 0,0 1 0,1-1-1,-1 1 1,0-1 0,1 1 0,-1-1 0,1 1-1,-1-1 1,1 0 0,0 1 0,2 1 221,-1 0-1,1 0 1,0 0 0,0 0 0,0-1-1,0 1 1,0-1 0,0 0 0,0 0-1,4 1 1,29 0-320,0-2 0,0-1 0,0-2 0,0-2 0,66-17 0,27-2 0,-102 21-2540,45 2 1,-39 1-1249,-28 0-1922,20 0-12420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8.499"/>
    </inkml:context>
    <inkml:brush xml:id="br0">
      <inkml:brushProperty name="width" value="0.035" units="cm"/>
      <inkml:brushProperty name="height" value="0.035" units="cm"/>
    </inkml:brush>
  </inkml:definitions>
  <inkml:trace contextRef="#ctx0" brushRef="#br0">502 44 936,'-8'-15'5250,"7"13"-3450,-1-1-1,0 1 1,0 0-1,0 0 0,0 0 1,0 0-1,0 0 0,-1 0 1,1 0-1,0 1 0,-1-1 1,-2 0-1,-9-1 1386,6 4-3185,0 0 0,0 1 0,0 0 0,0 0 0,0 1 0,1-1 0,-1 2 0,1-1 0,-1 1 0,1 0 0,0 1 0,-11 10 0,3-3 0,0 2 0,1 0 0,1 0 0,-15 21 0,25-29 0,0-1 0,0 1 0,0-1 0,0 1 0,1 0 0,0 0 0,1 0 0,-1 0 0,1 0 0,0 1 0,0-1 0,1 10 0,1 6 0,2-1 0,6 30 0,-5-34 0,-1 0 0,-1-1 0,0 1 0,-1 0 0,-1 18 0,-2-20 0,-1 1 0,0-1 0,-2-1 0,1 1 0,-2-1 0,-13 28 0,14-34 0,0 1 0,-1-1 0,0 0 0,0 0 0,-1 0 0,0-1 0,-1 0 0,1-1 0,-1 1 0,0-2 0,-16 10 0,22-14 3,0 0-1,0-1 1,0 1 0,0 0-1,-1-1 1,1 0-1,0 1 1,0-1 0,0 0-1,0 0 1,0 0 0,-1 0-1,1 0 1,0-1 0,0 1-1,0-1 1,0 1-1,0-1 1,-3-1 0,-2-2-18,1 0 0,0 0 0,0 0 0,-7-7 0,-7-5-202,10 2-7434,9 13 6990,1 1-1,-1-1 1,1 0-1,0 0 1,0 0-1,-1 0 1,1 1-1,0-1 1,0 0-1,0 0 1,0 0-1,0 0 1,0 1-1,0-1 1,0 0-1,1 0 1,-1 0-1,0 0 1,0 1-1,1-1 1,-1 0-1,0 0 1,1 0-1,-1 1 1,1-1-1,-1 0 1,1 1-1,-1-1 1,1 0-1,0 1 1,-1-1-1,2 0 1,8-6-1495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8.823"/>
    </inkml:context>
    <inkml:brush xml:id="br0">
      <inkml:brushProperty name="width" value="0.035" units="cm"/>
      <inkml:brushProperty name="height" value="0.035" units="cm"/>
    </inkml:brush>
  </inkml:definitions>
  <inkml:trace contextRef="#ctx0" brushRef="#br0">0 217 128,'5'-8'-53,"7"-8"2341,2 1 3362,1 6 3482,-14 9-8526,0 0 1,-1 0-1,1 0 1,0 0-1,0 0 0,-1 0 1,1 0-1,0 0 1,0 0-1,-1 0 0,1 1 1,0-1-1,-1 0 1,1 0-1,0 1 0,-1-1 1,1 1-1,-1-1 1,1 0-1,0 2 0,8 5-90,-4-1-192,1-1-1,0 0 0,0 0 0,1-1 0,13 8 0,-17-11-299,0 0 0,0 0 0,0-1 0,1 1-1,-1-1 1,0 0 0,0 1 0,1-1 0,-1-1 0,0 1-1,1 0 1,-1-1 0,0 0 0,0 0 0,0 0-1,1 0 1,3-3 0,1 1-24,-1-2 0,-1 1 0,1-1 0,-1 0 0,1 0 0,-1 0 0,-1-1 0,1 0 0,-1 0 0,0-1 0,-1 1 0,1-1 0,4-11 0,14-19 0,-22 36 0,0 0 0,0 0 0,0-1 0,0 1 0,-1 0 0,1-1 0,-1 1 0,1-1 0,-1 1 0,1-1 0,-1 1 0,0-1 0,0 1 0,0-1 0,0 1 0,0-1 0,0 1 0,0-1 0,0 0 0,-1 1 0,1-1 0,-1-2 0,-1 2 0,1-1 0,-1 1 0,0-1 0,0 1 0,0 0 0,0 0 0,0 0 0,0 0 0,0 0 0,-1 0 0,-3-1 0,-1-1 0,1 0 0,-1 1 0,-1 0 0,1 1 0,0 0 0,0 0 0,-1 0 0,-12 0 0,14 3-101,-1 0 0,1 0 0,-1 0 0,1 1 0,0 0 0,0 0 0,-1 1 0,2 0 0,-9 5 0,0 0-1330,0 1 0,-18 17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9.028"/>
    </inkml:context>
    <inkml:brush xml:id="br0">
      <inkml:brushProperty name="width" value="0.035" units="cm"/>
      <inkml:brushProperty name="height" value="0.035" units="cm"/>
    </inkml:brush>
  </inkml:definitions>
  <inkml:trace contextRef="#ctx0" brushRef="#br0">735 1 992,'-3'13'5675,"1"-12"-3790,-2 4 3770,3-4-3770,-1 1 0,0-1 0,1 0 0,-1 0 0,0 0 0,0 0 1,0 0-1,-2 1 0,-10 5-476,-56 33-1309,-216 130 25,228-130-140,2 1 1,-89 87-1,128-112-435,7-6-1448,-1 0 1,2 1-1,-1 0 0,-12 21 1,43-26-20652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9.311"/>
    </inkml:context>
    <inkml:brush xml:id="br0">
      <inkml:brushProperty name="width" value="0.035" units="cm"/>
      <inkml:brushProperty name="height" value="0.035" units="cm"/>
    </inkml:brush>
  </inkml:definitions>
  <inkml:trace contextRef="#ctx0" brushRef="#br0">1 232 804,'3'1'607,"-1"0"0,1 0 0,-1 0 0,0 0 0,1 0 0,-1 1 0,0 0 0,0-1 0,0 1 0,0 0-1,0 0 1,0 0 0,2 3 0,23 38 14350,-15-21-8889,1-5-3631,-8-10-2437,1-1 0,0-1 0,0 1 0,0-1 0,1 0 0,-1 0 0,1-1 0,0 0 0,1 0 0,9 3 0,-11-5 0,-1-1 0,0 0 0,1 0 0,-1-1 0,1 0 0,-1 0 0,0 0 0,1 0 0,-1-1 0,1 0 0,-1 0 0,0-1 0,0 1 0,0-1 0,0 0 0,9-5 0,3-3 0,-1-1 0,0-1 0,0 0 0,-2-1 0,1 0 0,-2-2 0,1 1 0,13-22 0,-10 11 0,0-2 0,-2 0 0,-1 0 0,17-47 0,-30 72 0,0 0 0,-1 0 0,1 0 0,0 0 0,-1 0 0,1-1 0,-1 1 0,0 0 0,0 0 0,0 0 0,0 0 0,0 0 0,0-1 0,0 1 0,-1 0 0,1 0 0,-1 0 0,0 0 0,1 0 0,-1 0 0,0 0 0,0 0 0,0 0 0,-2-2 0,1 3 0,0-1 0,-1 1 0,1-1 0,0 1 0,-1 0 0,1 0 0,-1 0 0,0 0 0,1 0 0,-1 1 0,0-1 0,1 1 0,-1 0 0,0 0 0,1 0 0,-1 0 0,0 0 0,-3 1 0,-48 8-44,0 2 0,1 2 0,-68 28 0,99-34-2015,4-4-5047</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9.566"/>
    </inkml:context>
    <inkml:brush xml:id="br0">
      <inkml:brushProperty name="width" value="0.035" units="cm"/>
      <inkml:brushProperty name="height" value="0.035" units="cm"/>
    </inkml:brush>
  </inkml:definitions>
  <inkml:trace contextRef="#ctx0" brushRef="#br0">244 0 80,'36'5'3715,"-28"-3"-1571,-1 0 1,0 1 0,0 0 0,0 1-1,6 4 1,30 25 10614,-16-7-9418,-14-13-3341,0 0 0,0 1 0,-1 0 0,-1 1 0,-1 1 0,0 0 0,-1 0 0,0 1 0,-2 0 0,10 28 0,-11-15 0,0-1 0,-2 1 0,-2 0 0,0 0 0,-2 1 0,-1-1 0,-2 0 0,-1 0 0,-1 0 0,-1-1 0,-2 0 0,-1 0 0,-14 32 0,8-27-1242,-30 51 1,20-47-1501,-2-1 1,-1-1 0,-1-2-1,-61 55 1,11-22-7457,-6-6 5402,25-23 3465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19.933"/>
    </inkml:context>
    <inkml:brush xml:id="br0">
      <inkml:brushProperty name="width" value="0.035" units="cm"/>
      <inkml:brushProperty name="height" value="0.035" units="cm"/>
    </inkml:brush>
  </inkml:definitions>
  <inkml:trace contextRef="#ctx0" brushRef="#br0">1 691 516,'0'-5'632,"0"0"1,1 0-1,0 0 1,0 1-1,0-1 0,0 0 1,1 1-1,0-1 1,0 1-1,0-1 0,1 1 1,-1 0-1,1 0 0,0 0 1,0 1-1,0-1 1,1 0-1,-1 1 0,1 0 1,5-4-1,8-3 2013,0 0-1,0 0 1,32-11-1,-42 18-2418,95-34 1499,1 3 0,139-25-1,223-15 1265,622-48-2989,-504 61 0,586-57 0,-968 99 0,-185 17-8,235-16-2405,-200 18 641,-1 1 0,0 3 0,50 10-1,-83-10-1838,-8-3 1083,0 0-1,0 1 0,-1 1 1,1 0-1,0 0 0,10 6 1,-9-1 774</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1.488"/>
    </inkml:context>
    <inkml:brush xml:id="br0">
      <inkml:brushProperty name="width" value="0.035" units="cm"/>
      <inkml:brushProperty name="height" value="0.035" units="cm"/>
    </inkml:brush>
  </inkml:definitions>
  <inkml:trace contextRef="#ctx0" brushRef="#br0">100 5 140,'-14'-4'2094,"-4"4"5097,18 0-6763,-1 0 1,0 0-1,1 0 1,-1 0-1,0 0 1,0 0-1,1 0 1,-1 0-1,0 0 1,1 1-1,-1-1 1,0 0-1,1 1 1,-1-1-1,1 0 1,-1 1-1,1-1 1,-1 1 0,0-1-1,1 1 1,0-1-1,-1 1 1,1-1-1,-1 1 1,1-1-1,-1 1 1,1 0-1,0-1 1,0 1-1,-1-1 1,1 1-1,0 0 1,0 0-1,0-1 1,0 1-1,0 0 1,-1-1-1,1 1 1,1 0-1,-1-1 1,0 2 0,2 15 676,-1 0-1,-1 0 1,-3 29 0,0 7-184,3 102-921,-26 192 0,23-312 242,3-28-425,0 1 0,0 0-1,-1 0 1,0-1 0,-1 1 0,0-1 0,0 1 0,0-1 0,-6 12 0,20-46-26510,-6 18 24757,11-19-61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1.675"/>
    </inkml:context>
    <inkml:brush xml:id="br0">
      <inkml:brushProperty name="width" value="0.035" units="cm"/>
      <inkml:brushProperty name="height" value="0.035" units="cm"/>
    </inkml:brush>
  </inkml:definitions>
  <inkml:trace contextRef="#ctx0" brushRef="#br0">65 6 848,'0'0'299,"-1"-1"0,1 1 0,0 0 0,0 0 1,0-1-1,0 1 0,-2-2 1794,2 2-1793,0 0-1,0 0 0,-1 0 0,1-1 0,0 1 0,-1 0 0,1 0 0,0 0 0,0 0 0,-1 0 1,1 0-1,0 0 0,-1 0 0,1 0 0,0 0 0,-1 0 0,1 0 0,0 0 0,-1 0 0,1 0 1,-1 0-1,-8 10 11686,2 7-3415,3-4-8249,-12 91-230,5 0-1,4 172 0,9-241-6613,-2-33 5923,0-1-1,1 1 0,-1 0 0,0-1 0,1 1 0,-1 0 0,1-1 0,-1 1 0,1 0 1,0-1-1,0 1 0,-1-1 0,1 1 0,0-1 0,0 0 0,2 2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1.845"/>
    </inkml:context>
    <inkml:brush xml:id="br0">
      <inkml:brushProperty name="width" value="0.035" units="cm"/>
      <inkml:brushProperty name="height" value="0.035" units="cm"/>
    </inkml:brush>
  </inkml:definitions>
  <inkml:trace contextRef="#ctx0" brushRef="#br0">1 145 892,'10'30'31421,"-7"-31"-31389,0-1 0,0 0 0,1 0 1,-1 0-1,0 0 0,0 0 0,-1 0 0,1-1 0,0 0 0,-1 1 1,0-1-1,1 0 0,2-6 0,13-19-6304,7-15-9234,-2 1 7012,-7 18 6787</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2.061"/>
    </inkml:context>
    <inkml:brush xml:id="br0">
      <inkml:brushProperty name="width" value="0.035" units="cm"/>
      <inkml:brushProperty name="height" value="0.035" units="cm"/>
    </inkml:brush>
  </inkml:definitions>
  <inkml:trace contextRef="#ctx0" brushRef="#br0">3 4 164,'2'-3'8552,"-6"21"2115,4-4-6793,11 108-710,-5 0-1,-11 149 0,4-254-3147,4 73-2782,0-16-3581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2.392"/>
    </inkml:context>
    <inkml:brush xml:id="br0">
      <inkml:brushProperty name="width" value="0.035" units="cm"/>
      <inkml:brushProperty name="height" value="0.035" units="cm"/>
    </inkml:brush>
  </inkml:definitions>
  <inkml:trace contextRef="#ctx0" brushRef="#br0">100 460 448,'0'-13'326,"0"-20"10018,0 30-7684,-1-1 0,1 1 0,-1 0 1,0-1-1,0 1 0,0 0 0,-2-4 0,6 7-2624,1 0 1,0 0-1,0 0 1,0 0-1,0-1 0,-1 0 1,1 1-1,0-1 1,3-2-1,2-1-36,0-1 0,-1-1 0,0 1 0,0-1 0,0-1 0,-1 1 0,0-1 0,0-1 0,9-13 0,-3 6 0,4-3 0,-2-2 0,-1 0 0,21-35 0,-32 48 0,1 0 0,-1 0 0,0 0 0,-1 0 0,1-1 0,-1 1 0,-1-1 0,0 1 0,0-1 0,0 0 0,-1 1 0,0-1 0,0 0 0,-1 1 0,-3-14 0,3 18 0,1 1 0,-1 0 0,0 0 0,0-1 0,0 1 0,-1 0 0,1 0 0,0 0 0,-1 0 0,1 0 0,-1 1 0,0-1 0,0 0 0,0 1 0,1-1 0,-1 1 0,-1 0 0,1-1 0,-4-1 0,2 2 0,0 0 0,0 1 0,0-1 0,0 1 0,0-1 0,0 1 0,0 0 0,0 1 0,0-1 0,0 1 0,-4 1 0,-3 1 0,0 0 0,0 1 0,1 1 0,0 0 0,0 0 0,0 1 0,-15 12 0,4 1 0,2 1 0,0 1 0,2 1 0,0 1 0,1 0 0,-21 42 0,37-65-59,0 0 1,0 0-1,0 1 0,-1-1 0,1 0 1,0 0-1,0 1 0,0-1 1,-1 0-1,1 0 0,0 1 0,0-1 1,0 0-1,0 0 0,0 1 1,0-1-1,0 0 0,0 1 0,0-1 1,0 0-1,0 0 0,0 1 1,0-1-1,0 0 0,0 1 1,0-1-1,0 0 0,0 0 0,0 1 1,0-1-1,0 0 0,0 0 1,1 1-1,-1-1 0,0 0 0,0 0 1,0 1-1,0-1 0,1 0 1,-1 0-1,0 1 0,0-1 0,0 0 1,1 0-1,-1 0 0,0 0 1,19-2-6337,18-12-5995,-36 14 12284,5-3-1758,22-9-3371,14-3 2252,-9 7 2024</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2.559"/>
    </inkml:context>
    <inkml:brush xml:id="br0">
      <inkml:brushProperty name="width" value="0.035" units="cm"/>
      <inkml:brushProperty name="height" value="0.035" units="cm"/>
    </inkml:brush>
  </inkml:definitions>
  <inkml:trace contextRef="#ctx0" brushRef="#br0">471 9 260,'68'-2'3728,"-15"1"6310,-1-4 8176,-53 9-17691,-11 8-392,-15 13-262,-140 103 131,25-22 0,73-50-3269,-87 76-12203,147-124 13390,0 1-439,-1-1 0,2 1 0,-15 19 0,13-10 1217</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2.827"/>
    </inkml:context>
    <inkml:brush xml:id="br0">
      <inkml:brushProperty name="width" value="0.035" units="cm"/>
      <inkml:brushProperty name="height" value="0.035" units="cm"/>
    </inkml:brush>
  </inkml:definitions>
  <inkml:trace contextRef="#ctx0" brushRef="#br0">1 234 180,'9'17'2919,"-2"-1"3509,-6-12-4448,0-1-1,0 0 1,1 1 0,-1-1-1,1 0 1,0 0 0,0 0-1,4 4 1,-4-5-1487,-1 0-1,2-1 1,-1 1 0,0-1-1,0 0 1,0 0-1,1 0 1,-1 0 0,0 0-1,4 1 1,1-1-493,1 0 0,0-1 0,-1 1 0,1-1 0,0-1 0,0 0 0,-1 0 0,1 0 0,-1-1 0,1 0 0,-1-1 0,0 1 0,13-8 0,-6 3 0,-2 0 0,1-1 0,-1 0 0,0-1 0,-1 0 0,15-16 0,-19 18 0,0-1 0,-1 0 0,0 0 0,0 0 0,-1-1 0,0 0 0,0 0 0,-1 0 0,0-1 0,-1 1 0,0-1 0,0 0 0,-1 0 0,-1 0 0,1 0 0,-1-19 0,-1 27 0,0 0 0,0 0 0,-1 0 0,1 0 0,0 0 0,-1 0 0,1 0 0,-1 0 0,0 1 0,1-1 0,-1 0 0,0 0 0,0 0 0,0 1 0,0-1 0,-1 1 0,1-1 0,0 1 0,-1-1 0,1 1 0,-1 0 0,1-1 0,-1 1 0,0 0 0,1 0 0,-1 0 0,0 1 0,0-1 0,0 0 0,0 1 0,0-1 0,0 1 0,0-1 0,1 1 0,-1 0 0,0 0 0,0 0 0,0 0 0,0 0 0,0 1 0,-4 0 0,-5 1 0,0 1 0,1 0 0,0 1 0,-1 0 0,1 0 0,-11 7 0,-37 25 95,32-19-303,-1-2 1,-43 20-1,68-34-2347,-6 0 6210,6-1-6294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3.013"/>
    </inkml:context>
    <inkml:brush xml:id="br0">
      <inkml:brushProperty name="width" value="0.035" units="cm"/>
      <inkml:brushProperty name="height" value="0.035" units="cm"/>
    </inkml:brush>
  </inkml:definitions>
  <inkml:trace contextRef="#ctx0" brushRef="#br0">0 205 356,'4'9'2854,"-2"4"6798,1 3 5861,9-7-11125,-4-7-4388,-1 1 0,1-2 0,0 1 0,0-1 0,-1 0 0,1-1 0,0 0 0,0 0 0,0 0 0,0-1 0,0-1 0,-1 1 0,1-1 0,8-3 0,12-5 0,1-2 0,32-17 0,-30 10 0,46-34 0,-49 32 0,-3 2-2763,-3 0-3973,23-18-9078,-11 17 10432,-10 8 3686</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3.351"/>
    </inkml:context>
    <inkml:brush xml:id="br0">
      <inkml:brushProperty name="width" value="0.035" units="cm"/>
      <inkml:brushProperty name="height" value="0.035" units="cm"/>
    </inkml:brush>
  </inkml:definitions>
  <inkml:trace contextRef="#ctx0" brushRef="#br0">615 24 1244,'-42'-9'5847,"-21"3"10377,32 3-9518,-1-1-3964,27 3-2742,-1 1 0,0 0 0,1 0 0,-1 1 0,0-1 0,1 1 0,-1 0 0,1 1 0,-1-1 0,1 1 0,-1 0 0,1 0 0,0 1 0,0 0 0,0 0 0,1 0 0,-10 8 0,-2 4 0,1 1 0,0 0 0,-16 25 0,20-26 0,1-2 0,1 0 0,1 1 0,0 0 0,1 0 0,0 1 0,1 0 0,1 0 0,0 0 0,-3 23 0,8-28 0,0-1 0,0 1 0,1 0 0,0-1 0,1 1 0,0 0 0,6 15 0,-4-12 0,0 1 0,3 25 0,-7-25 0,0-1 0,-1 1 0,0 0 0,-1-1 0,-1 1 0,0-1 0,0 0 0,-2 0 0,-10 24 0,10-28 0,0 1 0,-1-1 0,1-1 0,-2 1 0,1-1 0,-1 0 0,0 0 0,-1-1 0,0 0 0,0-1 0,0 1 0,-1-2 0,-14 8 0,19-11-167,0-1 0,1 0 0,-1 0 0,0 0 0,0 0 0,0-1 0,0 0 0,-6 0 0,-13-2-3830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3.660"/>
    </inkml:context>
    <inkml:brush xml:id="br0">
      <inkml:brushProperty name="width" value="0.035" units="cm"/>
      <inkml:brushProperty name="height" value="0.035" units="cm"/>
    </inkml:brush>
  </inkml:definitions>
  <inkml:trace contextRef="#ctx0" brushRef="#br0">84 306 1000,'-13'-16'4042,"-7"0"8410,19 15-11947,0 1 0,0 0 0,0 0-1,1-1 1,-1 1 0,0 0 0,0 0 0,0 0-1,0 0 1,0 0 0,0 0 0,1 0 0,-1 0-1,0 0 1,0 0 0,0 0 0,0 1 0,1-1-1,-1 0 1,0 1 0,0-1 0,0 1 0,0 0 0,-12 16 2648,10-9-3153,0 0 0,0 1 0,1 0 0,0-1 0,0 1 0,1 0 0,1 0 0,-1 15 0,1-22 0,0 0 0,0 1 0,0-1 0,1 0 0,-1 0 0,0 1 0,1-1 0,0 0 0,-1 0 0,1 0 0,0 0 0,0 0 0,0 0 0,0 0 0,0 0 0,1 0 0,-1 0 0,1 0 0,-1-1 0,1 1 0,0-1 0,-1 1 0,1-1 0,0 0 0,0 1 0,0-1 0,0 0 0,0 0 0,0-1 0,0 1 0,0 0 0,1-1 0,-1 1 0,0-1 0,0 0 0,1 1 0,-1-1 0,3-1 0,4 0 0,0-1 0,1 0 0,-1-1 0,0 0 0,0 0 0,-1-1 0,1 0 0,-1-1 0,0 0 0,0 0 0,0-1 0,-1 0 0,0 0 0,9-11 0,10-11 0,-2 0 0,24-40 0,-35 49 0,-1 0 0,16-38 0,-25 50 0,0 0 0,-1 0 0,0 0 0,0 0 0,0 0 0,-1-1 0,0 1 0,-1-1 0,0 1 0,0-1 0,0 1 0,-3-10 0,3 15 0,-1-1 0,1 1 0,-1-1 0,0 1 0,0 0 0,0 0 0,0 0 0,-1-1 0,1 1 0,-1 0 0,1 1 0,-1-1 0,0 0 0,1 0 0,-1 1 0,0-1 0,0 1 0,0-1 0,-3 0 0,1 0 0,0 1 0,1 0 0,-1 0 0,0 0 0,0 1 0,0 0 0,1-1 0,-1 1 0,0 1 0,0-1 0,-5 1 0,-4 2 0,0 1 0,-1 0 0,2 1 0,-1 1 0,-21 11 0,5 3-99,1 0 1,-50 47-1,50-41-1126,54-25-27219,10-4 26326</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3.867"/>
    </inkml:context>
    <inkml:brush xml:id="br0">
      <inkml:brushProperty name="width" value="0.035" units="cm"/>
      <inkml:brushProperty name="height" value="0.035" units="cm"/>
    </inkml:brush>
  </inkml:definitions>
  <inkml:trace contextRef="#ctx0" brushRef="#br0">880 0 2124,'15'11'2980,"-15"-10"-2306,1 0 0,0-1 1,-1 1-1,1 0 0,0 0 1,-1 0-1,1 0 0,-1-1 1,0 1-1,1 0 0,-1 0 1,0 0-1,1 0 0,-1 0 1,0 0-1,0 0 0,0 1 1,0 0 143,0-1 1,-1 0 0,1 0 0,0 0 0,-1 1 0,1-1 0,-1 0 0,1 0 0,-1 0-1,0 0 1,1 0 0,-1 0 0,0 0 0,-1 1 0,-12 10 2419,-156 123-3238,55-40 0,-325 283 0,411-352 0,25-23-23,-41 38-3381,30-26-85,0 1 0,-15 20 0,19-20-3989,11-15 7059,-1 0 0,1-1 0,0 1 0,-1-1 0,1 1 0,0 0 0,-1-1 0,1 1 0,0 0 0,-1-1 0,1 1 0,0 0 0,0-1 1,0 1-1,0 0 0,0 0 0,0-1 0,0 1 0,0 0 0,0-1 0,0 1 0,1 1 0,11 7-1032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4.162"/>
    </inkml:context>
    <inkml:brush xml:id="br0">
      <inkml:brushProperty name="width" value="0.035" units="cm"/>
      <inkml:brushProperty name="height" value="0.035" units="cm"/>
    </inkml:brush>
  </inkml:definitions>
  <inkml:trace contextRef="#ctx0" brushRef="#br0">225 46 136,'-17'23'22920,"1"-4"-16134,3-6-4453,-7 11-2158,0 1-1,2 0 1,-18 33 0,-8 11-286,40-63 111,1 0 0,-1 1 0,1-1 0,0 1 0,0-1 0,1 1 0,-2 9 0,3-14 0,1-1 0,0 1 0,-1-1 0,1 1 0,0-1 0,0 1 0,0-1 0,0 1 0,1-1 0,-1 1 0,0-1 0,0 1 0,1-1 0,-1 1 0,1-1 0,0 1 0,-1-1 0,1 0 0,0 1 0,0-1 0,0 0 0,0 0 0,0 0 0,0 1 0,0-1 0,0 0 0,0 0 0,0-1 0,1 1 0,-1 0 0,0 0 0,1-1 0,-1 1 0,1 0 0,-1-1 0,1 1 0,-1-1 0,1 0 0,2 1 0,1-1 0,0 0 0,0 0 0,0-1 0,0 1 0,0-1 0,1 0 0,-1-1 0,-1 1 0,1-1 0,0 0 0,0 0 0,-1-1 0,1 1 0,-1-1 0,1 0 0,3-4 0,11-8 0,-1-1 0,16-20 0,-27 30 0,14-19 0,-1-1 0,-1 0 0,-2-1 0,0-1 0,15-38 0,-30 62 0,0 0 0,-1 0 0,1-1 0,-1 1 0,0 0 0,-1-1 0,1 1 0,-1-1 0,0 1 0,0-1 0,0 0 0,0 1 0,-1-1 0,-2-7 0,3 10 0,-1 0 0,0 0 0,0 0 0,0 1 0,-1-1 0,1 0 0,0 0 0,-1 1 0,1-1 0,-1 1 0,1-1 0,-1 1 0,0-1 0,0 1 0,1 0 0,-1 0 0,0 0 0,0 0 0,0 0 0,0 0 0,0 1 0,-1-1 0,1 1 0,0-1 0,0 1 0,0 0 0,0 0 0,-1 0 0,1 0 0,0 0 0,0 1 0,-4 0 0,-17 5-455,0 0 0,0 2 1,1 0-1,0 2 0,-29 17 0,-40 16-4061,64-32-6707</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4.579"/>
    </inkml:context>
    <inkml:brush xml:id="br0">
      <inkml:brushProperty name="width" value="0.035" units="cm"/>
      <inkml:brushProperty name="height" value="0.035" units="cm"/>
    </inkml:brush>
  </inkml:definitions>
  <inkml:trace contextRef="#ctx0" brushRef="#br0">0 446 148,'6'-5'1469,"1"1"0,0-1 1,0 1-1,0 0 0,0 0 0,0 1 0,1 0 1,10-3-1,68-10 9511,-53 11-8750,614-68 1084,2 45-856,-310 17-2048,1090-65-410,-6-64 0,-1287 121-3843,62-19-8013,-184 36 7042</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5.065"/>
    </inkml:context>
    <inkml:brush xml:id="br0">
      <inkml:brushProperty name="width" value="0.035" units="cm"/>
      <inkml:brushProperty name="height" value="0.035" units="cm"/>
    </inkml:brush>
  </inkml:definitions>
  <inkml:trace contextRef="#ctx0" brushRef="#br0">237 0 4,'-2'0'246,"-1"1"0,0-1 0,0 1 0,0 0 0,0 0 0,1-1 0,-1 2 0,0-1 0,1 0 0,-1 1 0,1-1 0,-1 1 0,1 0 0,0-1 0,0 1 0,0 0 0,0 1 0,0-1 0,0 0 0,0 0 0,-2 6 0,-3 5 1410,0 0-1,1 1 1,-4 15 0,7-21-888,-22 74 4988,-23 126 1,19-27 1003,14-62-5077,-4 51-1683,7 316 0,17-395 0,4-1 0,5 0 0,3-1 0,3-1 0,42 106 0,-32-116-1205,5-1 0,2-2 0,53 76 0,-57-103-281,2-1 1,2-2-1,2-2 0,2-1 1,60 47-1,68 30-9645,11-19 5241,-53-41 4262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5.623"/>
    </inkml:context>
    <inkml:brush xml:id="br0">
      <inkml:brushProperty name="width" value="0.035" units="cm"/>
      <inkml:brushProperty name="height" value="0.035" units="cm"/>
    </inkml:brush>
  </inkml:definitions>
  <inkml:trace contextRef="#ctx0" brushRef="#br0">675 28 836,'-54'-13'6513,"44"9"-2931,-1 1 1,1 1-1,-1 0 1,-17-1-1,27 12 1466,5 9-3347,17 44-1210,-13-44-448,-2 0 1,0 1 0,-1 0-1,-1 1 1,2 23 0,1 23-44,14 65 0,-1-14 0,41 431 0,-11 637 0,-50-1167 0,0 137 0,-22 173 0,15-278 0,-2-1 0,-2-1 0,-2 0 0,-2-1 0,-2 0 0,-2-1 0,-44 74 0,-22 2-2988,-63 48-8549,-14-13-503,49-57 8159,28-24 1908</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9.550"/>
    </inkml:context>
    <inkml:brush xml:id="br0">
      <inkml:brushProperty name="width" value="0.035" units="cm"/>
      <inkml:brushProperty name="height" value="0.035" units="cm"/>
    </inkml:brush>
  </inkml:definitions>
  <inkml:trace contextRef="#ctx0" brushRef="#br0">271 62 900,'7'-11'1429,"1"-6"3184,-2-12 20616,-7 29-25205,1 0 1,0-1-1,-1 1 1,1-1-1,-1 1 1,1 0-1,-1 0 1,1-1-1,-1 1 1,1 0-1,0 0 1,-1-1-1,0 1 1,1 0-1,-1 0 1,1 0-1,-1 0 1,1 0-1,-1 0 1,1 0-1,-1 0 1,1 0-1,-1 0 1,1 0-1,-1 0 1,1 0-1,-1 0 1,0 1-1,0-1 1,-15 8-151,14-8 109,-10 9 17,1 0 0,-1 0 0,1 1 0,1 1 0,0 0 0,1 0 0,-15 23 0,2-1 0,2 1 0,1 1 0,2 1 0,2 0 0,1 1 0,2 1 0,1 0 0,2 1 0,2-1 0,-4 68 0,9-46 0,3 0 0,2-1 0,3 1 0,2-1 0,3 0 0,25 78 0,-27-109-75,1-1 0,1 1 0,2-2 0,17 28 0,-25-45-130,2 0 0,-1 0 0,1-1-1,0 1 1,1-1 0,0-1 0,0 0 0,0 0 0,1 0 0,0-1 0,1-1 0,-1 1 0,1-1 0,12 3 0,-17-6-1146,-1-1 0,1-1 0,0 1 0,-1-1 0,1 1 0,0-2 0,0 1 0,-1 0 1,1-1-1,0 0 0,4-1 0,49-22-8749,-22 6 7979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9.787"/>
    </inkml:context>
    <inkml:brush xml:id="br0">
      <inkml:brushProperty name="width" value="0.035" units="cm"/>
      <inkml:brushProperty name="height" value="0.035" units="cm"/>
    </inkml:brush>
  </inkml:definitions>
  <inkml:trace contextRef="#ctx0" brushRef="#br0">140 28 484,'-7'-11'446,"-4"-1"5130,2 7 3713,8 6-8814,1-1 0,-1 0 1,1 1-1,-1-1 0,1 1 0,0-1 1,-1 0-1,1 1 0,0-1 0,-1 1 1,1-1-1,0 1 0,0 0 0,-1-1 0,1 1 1,0-1-1,0 1 0,0-1 0,0 1 1,0 0-1,0-1 0,0 1 0,0 0 0,-2 28 1880,4 40-1,0 5-1500,-8 78-854,-52 295 0,31-350-4911,10-43-1192</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29.985"/>
    </inkml:context>
    <inkml:brush xml:id="br0">
      <inkml:brushProperty name="width" value="0.035" units="cm"/>
      <inkml:brushProperty name="height" value="0.035" units="cm"/>
    </inkml:brush>
  </inkml:definitions>
  <inkml:trace contextRef="#ctx0" brushRef="#br0">72 34 128,'1'-6'-2401,"4"-21"28987,-2 39-19032,6 40-7455,-2 0 1,-3 0 0,-2 1-1,-3-1 1,-1 1-1,-3-1 1,-3 0-1,-19 75 1,11-77-2435,10-36 94,0 0-1,-1 0 1,-9 14 0,12-24-687,0 1-644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0.170"/>
    </inkml:context>
    <inkml:brush xml:id="br0">
      <inkml:brushProperty name="width" value="0.035" units="cm"/>
      <inkml:brushProperty name="height" value="0.035" units="cm"/>
    </inkml:brush>
  </inkml:definitions>
  <inkml:trace contextRef="#ctx0" brushRef="#br0">66 342 1040,'-15'-7'1296,"-2"-1"5715,13 6-3690,0 0 0,-1-1-1,1 1 1,0-1 0,0 0 0,-4-5-1,8 7-3312,0 1-1,0-1 0,0 0 1,0 1-1,0-1 0,0 0 0,1 1 1,-1-1-1,0 1 0,0-1 1,1 1-1,-1-1 0,1 0 0,-1 1 1,0-1-1,1 1 0,-1 0 1,1-1-1,-1 1 0,1-1 1,-1 1-1,1 0 0,0-1 0,-1 1 1,1 0-1,-1 0 0,1-1 1,0 1-1,26-14-42,-22 11 29,242-104 6,-75 35 0,-118 49-4452,72-25-18384,-89 34 19933,-10 5 1059</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0.379"/>
    </inkml:context>
    <inkml:brush xml:id="br0">
      <inkml:brushProperty name="width" value="0.035" units="cm"/>
      <inkml:brushProperty name="height" value="0.035" units="cm"/>
    </inkml:brush>
  </inkml:definitions>
  <inkml:trace contextRef="#ctx0" brushRef="#br0">162 46 376,'-4'-16'3821,"-8"-7"8913,11 22-12315,1 1 1,0-1-1,-1 1 0,1-1 0,-1 1 1,1 0-1,-1-1 0,1 1 0,-1 0 1,1-1-1,-1 1 0,1 0 0,-1-1 0,1 1 1,-1 0-1,1 0 0,-1 0 0,1 0 1,-1 0-1,0-1 0,1 1 0,-1 0 1,1 0-1,-1 1 0,0-1 0,0 0-128,-1 1-1,1 0 0,0 0 0,0 0 0,0-1 0,0 1 0,0 0 0,0 0 0,0 1 0,1-1 0,-1 0 1,0 0-1,1 0 0,-1 0 0,1 1 0,-2 1 0,-4 17-290,0-1 0,1 1 0,-3 32 0,0-3 0,-50 308 117,37-212-1661,19-133-2738,1 1 1,0-1-1,1 0 1,1 1-1,1 14 1,9 7-200,3-14 3343</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0.529"/>
    </inkml:context>
    <inkml:brush xml:id="br0">
      <inkml:brushProperty name="width" value="0.035" units="cm"/>
      <inkml:brushProperty name="height" value="0.035" units="cm"/>
    </inkml:brush>
  </inkml:definitions>
  <inkml:trace contextRef="#ctx0" brushRef="#br0">0 189 1096,'6'15'8685,"-6"-15"-8283,1 0 0,-1 0 0,0 0 0,1 0 0,-1 0 0,0 0 0,1 0 0,-1 0 0,0 1 0,1-1 0,-1-1 0,1 1 0,-1 0 0,0 0 0,1 0 0,-1 0 0,0 0 0,1 0 0,12-9 11770,-6-1-9000,8-14-3262,-11 19-146,-1 1-1,0-1 0,0 0 0,-1 0 0,1 0 1,-1 0-1,0 0 0,0 0 0,-1-1 0,0 1 1,0-1-1,0 1 0,0-1 0,-1 1 0,0-8 1,0 9-2832,0 1 1,0 0 0,0-1 0,0 1-1,1-1 1,0 1 0,0 0 0,1-5-1,1 0 928,1 1 4291,8-14-3321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0.970"/>
    </inkml:context>
    <inkml:brush xml:id="br0">
      <inkml:brushProperty name="width" value="0.035" units="cm"/>
      <inkml:brushProperty name="height" value="0.035" units="cm"/>
    </inkml:brush>
  </inkml:definitions>
  <inkml:trace contextRef="#ctx0" brushRef="#br0">238 0 252,'0'2'647,"1"0"-1,0 0 1,0 0-1,-1 0 1,1 0-1,-1 0 1,0 0-1,0 0 1,0 0-1,0 0 1,0 0-1,0 0 1,-1 4-1,1 5 3084,-12 180 12489,2-109-12708,-103 590-3511,84-540 0,-24 134 0,42-211-3415,-1 10-4822,12-43-1435</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1.327"/>
    </inkml:context>
    <inkml:brush xml:id="br0">
      <inkml:brushProperty name="width" value="0.035" units="cm"/>
      <inkml:brushProperty name="height" value="0.035" units="cm"/>
    </inkml:brush>
  </inkml:definitions>
  <inkml:trace contextRef="#ctx0" brushRef="#br0">77 61 596,'-15'3'5099,"13"-2"-2935,0-1 0,0 1 1,0 0-1,0 0 0,-6 4 8658,3-1-8658,-3 4 1097,-22 6-3261,38-22 0,2-6 0,-9 13-64,0-1 1,0 0-1,0 1 0,-1-1 0,1 1 1,0-1-1,-1 0 0,0 0 1,1 1-1,-1-1 0,0 0 1,0 0-1,0 1 0,0-1 0,0 0 1,0 0-1,0 0 0,-1 1 1,1-1-1,-1 0 0,0-1 1,16-25-28956,-1 19 27072</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1.670"/>
    </inkml:context>
    <inkml:brush xml:id="br0">
      <inkml:brushProperty name="width" value="0.035" units="cm"/>
      <inkml:brushProperty name="height" value="0.035" units="cm"/>
    </inkml:brush>
  </inkml:definitions>
  <inkml:trace contextRef="#ctx0" brushRef="#br0">333 1 4,'-2'0'425,"0"-1"0,1 1-1,-1 0 1,0 0 0,0 0 0,0 0 0,0 0-1,1 1 1,-1-1 0,0 0 0,0 1-1,1-1 1,-1 1 0,0 0 0,0 0 0,1 0-1,-1 0 1,1 0 0,-3 2 0,1 0 615,1-1 0,-1 1 0,1 0 0,0 0 0,0 0 0,0 1 0,1-1 0,-1 0 0,-1 7 0,-9 49 9665,9-21-7228,1-17-3957,-23 234 629,-24 195-102,-35-7-82,-1-124-888,78-285-4198,4-20-704,1 0 0,1 0-1,0 24 1,6-18 3259</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2.041"/>
    </inkml:context>
    <inkml:brush xml:id="br0">
      <inkml:brushProperty name="width" value="0.035" units="cm"/>
      <inkml:brushProperty name="height" value="0.035" units="cm"/>
    </inkml:brush>
  </inkml:definitions>
  <inkml:trace contextRef="#ctx0" brushRef="#br0">258 101 292,'-2'-2'274,"0"-1"-1,0 1 1,-1-1-1,1 1 1,-1 0 0,0 0-1,1 0 1,-1 0-1,0 0 1,0 1 0,0-1-1,0 1 1,-1 0-1,1 0 1,0 0 0,0 0-1,-1 0 1,1 1-1,-5-1 1,3 2 648,0 0 1,0 0 0,0 0-1,0 0 1,0 1-1,1-1 1,-1 1-1,1 0 1,-1 1 0,1-1-1,-8 6 1,1 1 1602,1 0 0,0 1 0,0-1 0,-15 22 0,-4 15 778,26-41-3303,-4 8 0,0 0 0,-7 25 0,13-36 0,0 1 0,0-1 0,0 1 0,1 0 0,-1-1 0,1 1 0,0 0 0,-1-1 0,1 1 0,1 0 0,-1 0 0,0-1 0,1 1 0,-1 0 0,1-1 0,0 1 0,0-1 0,0 1 0,0-1 0,0 1 0,1-1 0,1 3 0,-2-4 0,1 0 0,-1 0 0,1-1 0,-1 1 0,1 0 0,-1-1 0,1 1 0,-1-1 0,1 1 0,-1-1 0,1 0 0,0 0 0,-1 1 0,1-1 0,0 0 0,-1-1 0,1 1 0,0 0 0,-1 0 0,1-1 0,-1 1 0,1-1 0,-1 1 0,1-1 0,-1 0 0,1 1 0,2-3 0,40-28 0,-29 18 0,0-1 0,-2-1 0,0 0 0,0 0 0,16-28 0,-25 36 0,1 0 0,-2 0 0,1-1 0,-1 1 0,0-1 0,0 0 0,-1 0 0,0 0 0,-1 0 0,0 0 0,0 0 0,0 0 0,-1-1 0,-1 1 0,1 0 0,-3-10 0,3 16 0,-1-1 0,0 0 0,0 1 0,0-1 0,0 1 0,0-1 0,0 1 0,-1 0 0,1 0 0,-1-1 0,0 1 0,0 0 0,1 0 0,-1 0 0,-1 1 0,1-1 0,0 0 0,0 1 0,-5-3 0,4 3 0,-1 0 0,0 0 0,1 1 0,-1-1 0,1 1 0,-1 0 0,0 0 0,1 0 0,-1 0 0,0 1 0,1 0 0,-8 1 0,-3 4 0,1-1 0,-1 1 0,1 1 0,1 1 0,-1-1 0,-13 13 0,25-20-314,0 1 1,0 0-1,0 0 0,0 0 1,0 0-1,0 0 1,0 0-1,0 1 0,0-1 1,0 0-1,1 0 0,-1 1 1,0 2-1,1-4-153,-1 1 0,1 0 1,0-1-1,0 1 0,1 0 0,-1-1 1,0 1-1,0 0 0,0-1 0,0 1 1,0 0-1,1-1 0,-1 1 0,0-1 1,1 1-1,-1 0 0,0-1 0,1 1 1,-1-1-1,2 2 0,18 11-11318,-3-6 7959,9 3 1731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2.228"/>
    </inkml:context>
    <inkml:brush xml:id="br0">
      <inkml:brushProperty name="width" value="0.035" units="cm"/>
      <inkml:brushProperty name="height" value="0.035" units="cm"/>
    </inkml:brush>
  </inkml:definitions>
  <inkml:trace contextRef="#ctx0" brushRef="#br0">745 1 212,'9'9'214,"3"0"3296,6 6 7959,-6 1 5104,-13-15-16540,1 0-1,0 0 1,-1 0 0,1 1-1,-1-1 1,1 0 0,-1 0-1,0 0 1,0 0-1,1 0 1,-1 0 0,0 0-1,0-1 1,0 1-1,0 0 1,0 0 0,0-1-1,0 1 1,0 0 0,0-1-1,0 1 1,0-1-1,-1 0 1,0 1 0,-1 1-64,-78 44 31,2 4 0,3 3 0,2 3 0,2 4 0,-105 114 0,121-118-4109,27-29-2081,1 2-1,-25 35 1,44-52 4671,1 0-1,-10 22 1,11-9-1551,3-2 1415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2.544"/>
    </inkml:context>
    <inkml:brush xml:id="br0">
      <inkml:brushProperty name="width" value="0.035" units="cm"/>
      <inkml:brushProperty name="height" value="0.035" units="cm"/>
    </inkml:brush>
  </inkml:definitions>
  <inkml:trace contextRef="#ctx0" brushRef="#br0">55 200 264,'1'2'854,"0"0"1,0 0-1,-1 0 0,1 0 1,0 1-1,-1-1 0,1 0 0,-1 0 1,0 0-1,1 0 0,-1 1 1,0-1-1,-1 0 0,1 0 1,0 1-1,-1-1 0,1 0 0,-2 2 1,-17 47 12312,7-21-10360,10-26-2760,-4 14 33,1 0-1,0 1 1,-3 30 0,8-44-84,0 0 0,0-1-1,0 1 1,1 0 0,-1 0 0,1-1 0,0 1-1,4 9 1,-4-12 2,0 0 1,0 0-1,0 0 0,1 0 0,-1 0 1,0-1-1,1 1 0,0 0 0,-1-1 1,1 1-1,0-1 0,0 1 0,0-1 1,0 0-1,0 0 0,0 0 0,1 0 0,-1 0 1,3 0-1,1 0 2,0 0 0,0-1 0,0 1 0,0-2 0,1 1 0,-1-1 0,0 1 0,0-2 0,0 1 0,0-1 0,0 0 0,0 0 0,-1 0 0,1-1 0,-1 0 0,1 0 0,4-4 0,12-9 0,-1-1 0,29-28 0,-45 40 0,4-4 0,-1-1 0,0 0 0,0 0 0,-1-1 0,0 0 0,8-18 0,-12 23 0,0 0 0,-1 0 0,0 0 0,0 0 0,-1 0 0,0 0 0,0 0 0,0 0 0,-1-1 0,1 1 0,-2 0 0,1 0 0,-1-1 0,0 1 0,-2-8 0,1 11 0,0-1 0,0 1 0,-1-1 0,1 1 0,-1 0 0,1 0 0,-1 0 0,0 0 0,-1 0 0,1 1 0,0-1 0,-1 1 0,1 0 0,-1 0 0,0 0 0,0 1 0,0-1 0,-6-1 0,-10-2 0,0 1 0,-28-3 0,35 5 0,5 1-178,-45-9-4939,51 10 4773,-1-1-1,1 1 0,0-1 0,1 1 0,-1-1 0,0 0 0,0 0 0,0 0 1,0 0-1,1-1 0,-1 1 0,0 0 0,1-1 0,-1 1 0,1-1 0,0 1 1,-1-1-1,1 0 0,0 1 0,0-1 0,-1-3 0,1 1-1191,1 1 0,-1-1 0,1 0 0,0 0 0,0 0 0,1 1 0,-1-1-1,2-5 1,-1 5 980,0 0 0,1 0 0,-1 0 0,1 0 0,0 0 0,0 0 0,1 1 0,2-4 0,17-15-480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2.809"/>
    </inkml:context>
    <inkml:brush xml:id="br0">
      <inkml:brushProperty name="width" value="0.035" units="cm"/>
      <inkml:brushProperty name="height" value="0.035" units="cm"/>
    </inkml:brush>
  </inkml:definitions>
  <inkml:trace contextRef="#ctx0" brushRef="#br0">377 16 184,'1'-2'395,"0"1"0,0 0 0,-1 0-1,1 0 1,0 0 0,0 0 0,1 0 0,-1 1 0,0-1 0,0 0 0,0 0-1,0 1 1,1-1 0,-1 1 0,0-1 0,1 1 0,-1 0 0,0-1-1,1 1 1,-1 0 0,0 0 0,3 0 0,-2 0 598,1 1 0,0 0 1,0-1-1,-1 1 0,1 0 1,-1 0-1,1 1 0,-1-1 0,1 1 1,3 2-1,28 29 9234,-19-13-8295,-1 0-1886,-2 0 0,-1 1-1,0 0 1,-2 1 0,0 0 0,-1 0-1,-2 1 1,7 40 0,-9-29-29,-2 0 0,-1 0 1,-1 1-1,-2-1 0,-9 48 0,-7-7-38,-3 0 1,-3-1-1,-3-1 1,-58 109-1,66-144-220,-1-1-1,-2-1 1,-1-1 0,-2-1-1,-2-1 1,0-2 0,-3 0-1,0-2 1,-35 26-1,37-36-6334,-22 17-8767,20-11 8324,27-23 5792</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3.231"/>
    </inkml:context>
    <inkml:brush xml:id="br0">
      <inkml:brushProperty name="width" value="0.035" units="cm"/>
      <inkml:brushProperty name="height" value="0.035" units="cm"/>
    </inkml:brush>
  </inkml:definitions>
  <inkml:trace contextRef="#ctx0" brushRef="#br0">1 339 708,'25'-80'5456,"-3"27"7248,40-68-1,-51 101-11981,-4 7-565,0 0-1,16-21 1,-17 30-157,-5 8 0,-4 10 0,3-14 0,-60 140 0,39-97 0,2 2 0,1 0 0,-14 61 0,29-91 0,1-8 0,0 1 0,1 0 0,0 0 0,0 11 0,1-17 0,0 0 0,0 0 0,0-1 0,1 1 0,-1 0 0,1 0 0,-1 0 0,1 0 0,0 0 0,0-1 0,0 1 0,0 0 0,0-1 0,0 1 0,0-1 0,0 1 0,1-1 0,-1 1 0,1-1 0,-1 0 0,1 0 0,2 2 0,7 3 0,1 0 0,0-1 0,0-1 0,0 0 0,1 0 0,-1-1 0,1-1 0,0 0 0,0-1 0,0 0 0,-1-1 0,19-2 0,-30 2-238,1 0-1,-1 0 1,0-1 0,1 1-1,-1 0 1,1-1-1,-1 1 1,0 0 0,1-1-1,-1 0 1,0 1 0,1-1-1,-1 0 1,0 0-1,0 1 1,0-1 0,0 0-1,0 0 1,0 0 0,0 0-1,0-1 1,0 1-1,0 0 1,-1 0 0,1 0-1,0-1 1,-1 1 0,1 0-1,-1-1 1,0 1 0,1-1-1,-1 1 1,0-2-1,0-2-1028,0 1-1,-1-1 0,1 1 0,-1 0 1,0-1-1,0 1 0,-1 0 0,-2-7 1,0 3-5595,0-2 3509,-2-4 1758,0 0 460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3.418"/>
    </inkml:context>
    <inkml:brush xml:id="br0">
      <inkml:brushProperty name="width" value="0.035" units="cm"/>
      <inkml:brushProperty name="height" value="0.035" units="cm"/>
    </inkml:brush>
  </inkml:definitions>
  <inkml:trace contextRef="#ctx0" brushRef="#br0">158 8 304,'0'0'232,"-1"-1"-1,1 1 1,0-1-1,0 1 1,0 0-1,-1-1 1,1 1 0,0-1-1,0 1 1,-1 0-1,1-1 1,0 1-1,-1 0 1,1 0 0,-1-1-1,1 1 1,0 0-1,-1 0 1,1-1-1,-1 1 1,1 0 0,-1 0-1,1 0 1,0 0-1,-1 0 1,1 0-1,-1 0 1,1 0 0,-1 0-1,1 0 1,-1 0-1,1 0 1,-1 0-1,1 0 1,0 0 0,-1 0-1,0 1 1,-9 18 10231,4 16-191,4-17-7446,1-13-3133,-101 777 712,80-562-3219,22-215 1018</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5:34.521"/>
    </inkml:context>
    <inkml:brush xml:id="br0">
      <inkml:brushProperty name="width" value="0.035" units="cm"/>
      <inkml:brushProperty name="height" value="0.035" units="cm"/>
    </inkml:brush>
  </inkml:definitions>
  <inkml:trace contextRef="#ctx0" brushRef="#br0">409 0 488,'28'19'8676,"-14"-15"-4318,8-3 9292,-2-2-8162,-56 34-5385,-76 64-103,-161 180 0,261-264 0,1 0 0,1 1 0,-10 18 0,17-28 0,1 1 0,-1-1 0,1 1 0,1 0 0,-1-1 0,0 1 0,1 0 0,0 0 0,1 0 0,-1 1 0,1-1 0,0 0 0,0 0 0,0 0 0,2 7 0,-1-10 0,0 0 0,0-1 0,0 1 0,0-1 0,0 1 0,0-1 0,1 1 0,-1-1 0,1 0 0,-1 0 0,1 0 0,-1 1 0,1-1 0,0-1 0,-1 1 0,1 0 0,0 0 0,0-1 0,0 1 0,0-1 0,3 1 0,43 5 0,-45-6 0,109-3 0,-76 0 0,59 4 0,-46 5 0,-25-3 0,0 0 0,39-2 0,-49-4 0,15-2 0,-28 5 0,-1 0 0,1 0 0,0-1 0,-1 1 0,1 0 0,0 0 0,-1 0 0,1 1 0,0-1 0,-1 0 0,1 0 0,0 0 0,-1 0 0,1 1 0,0-1 0,-1 0 0,1 0 0,-1 1 0,1-1 0,-1 1 0,1-1 0,0 1 0,-1-1 0,0 0 0,1 1 0,-1 0 0,1-1 0,-1 1 0,1 0 0,-3 3-2933,-16 7-18942</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5.104"/>
    </inkml:context>
    <inkml:brush xml:id="br0">
      <inkml:brushProperty name="width" value="0.035" units="cm"/>
      <inkml:brushProperty name="height" value="0.035" units="cm"/>
    </inkml:brush>
  </inkml:definitions>
  <inkml:trace contextRef="#ctx0" brushRef="#br0">0 25 500,'8'-24'27329,"0"38"-22395,-1 6-4934,-1 0 0,0 1 0,-2 0 0,-1 0 0,2 31 0,-7 112 0,0-104 0,-9 82 0,0 27 0,11-166-24,1 18-1129,-1-20 1002,0 0 0,0-1-1,0 1 1,0-1 0,0 1 0,0 0 0,0-1-1,0 1 1,0-1 0,1 1 0,-1-1 0,0 1-1,0 0 1,1-1 0,-1 1 0,0-1 0,1 1-1,-1-1 1,0 0 0,1 1 0,-1-1 0,1 1-1,-1-1 1,0 0 0,1 1 0,-1-1 0,2 1-1,7-17-14503,-7 12 12246,10-15-2865,8-11 1855,1 3 2024</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5.428"/>
    </inkml:context>
    <inkml:brush xml:id="br0">
      <inkml:brushProperty name="width" value="0.035" units="cm"/>
      <inkml:brushProperty name="height" value="0.035" units="cm"/>
    </inkml:brush>
  </inkml:definitions>
  <inkml:trace contextRef="#ctx0" brushRef="#br0">68 117 732,'0'0'279,"1"0"0,-1 0-1,0-1 1,0 1 0,1 0 0,-1 0-1,0 0 1,0 0 0,1 0 0,-1 0-1,0 0 1,0 0 0,1 0 0,-1 0-1,0 0 1,1 0 0,-1 0 0,0 0-1,0 0 1,4 2 4460,-4-1-4460,1-1 0,-1 0-1,0 0 1,0 1 0,0-1 0,0 0-1,0 0 1,0 1 0,0-1 0,0 0-1,0 1 1,0-1 0,0 0 0,0 0-1,0 1 1,0-1 0,0 0 0,0 0-1,0 1 1,3 22 11605,-3-19-10542,16 92 1324,-5-35-2416,-10-53-250,1-1 0,0 1 0,0-1 0,1 0 0,-1 0 0,2 1 0,-1-2 0,1 1 0,0 0 0,0-1 0,1 0 0,0 0 0,0 0 0,9 7 0,-11-10 0,0-1 0,1 1 0,0-1 0,-1 0 0,1 0 0,0-1 0,0 1 0,0-1 0,0 0 0,1 0 0,-1 0 0,0 0 0,0-1 0,0 0 0,1 1 0,-1-2 0,0 1 0,1 0 0,-1-1 0,0 0 0,0 0 0,0 0 0,0-1 0,0 1 0,0-1 0,0 0 0,4-3 0,5-4 0,-1 0 0,0 0 0,-1-2 0,0 1 0,0-1 0,-1-1 0,16-24 0,-13 17 0,-1-2 0,-1 1 0,-1-2 0,10-32 0,-15 41 0,-2 0 0,0 0 0,-1 0 0,0-1 0,-1 1 0,0-20 0,-1 30 0,0 0 0,0 0 0,-1 0 0,1 1 0,-1-1 0,1 0 0,-1 0 0,0 1 0,0-1 0,0 0 0,-1 1 0,1-1 0,-1 1 0,1 0 0,-1-1 0,0 1 0,0 0 0,0 0 0,0 0 0,0 0 0,0 0 0,0 1 0,-1-1 0,1 1 0,-1-1 0,1 1 0,-1 0 0,1 0 0,-1 0 0,0 0 0,0 1 0,1-1 0,-1 1 0,0-1 0,0 1 0,-4 0 0,1 1 0,0-1 0,0 1 0,0 1 0,0-1 0,0 1 0,0 0 0,0 0 0,1 0 0,-1 1 0,-7 5 0,-51 40 0,35-24 0,-7 4 0,17-12 0,0-1 0,-1 0 0,-1-2 0,-30 15 0,48-27-308,1 0 0,-1 0 0,0 0 0,1-1-1,-1 1 1,0-1 0,0 1 0,1-1 0,-6 0 0,6-1-285,1 1 1,-1 0-1,0-1 0,1 1 1,-1-1-1,0 0 0,1 1 1,-1-1-1,1 0 0,-1 0 1,1 0-1,0 0 0,-1 0 1,1 0-1,0-1 0,0 1 1,-1 0-1,1-1 0,-1-1 1,0 0-520,1 0 0,0 0 0,0 0 1,0 0-1,0-1 0,0 1 0,1 0 0,-1 0 0,1 0 1,0-6-1,5-20-2640,9-4 2193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2.228"/>
    </inkml:context>
    <inkml:brush xml:id="br0">
      <inkml:brushProperty name="width" value="0.035" units="cm"/>
      <inkml:brushProperty name="height" value="0.035" units="cm"/>
    </inkml:brush>
  </inkml:definitions>
  <inkml:trace contextRef="#ctx0" brushRef="#br0">144 397 840,'-10'4'5110,"-16"4"18479,17-7-20365,9-1-3224,-1 1 0,1-1 0,0 0 0,0 0 0,-1 0 0,1 0 0,0 0 0,0 1 0,-1-1 0,1 0 0,0 0 0,0 1 0,0-1 0,0 0 0,-1 0 0,1 0 0,0 1 0,0-1 0,0 0 0,0 1 0,0-1 0,0 0 0,0 0 0,0 1 0,0-1 0,0 0 0,0 1 0,0-1 0,0 0 0,0 0 0,0 1 0,0-1 0,0 0 0,0 1 0,0-1 0,0 0 0,0 0 0,0 1 0,0-1 0,1 0 0,-1 0 0,0 1 0,0-1 0,0 0 0,0 0 0,1 0 0,-1 1 0,0-1 0,0 0 0,1 0 0,-1 0 0,0 0 0,1 1 0,12 13 0,-3-8 0,1 0 0,0-2 0,0 1 0,0-1 0,13 3 0,-19-7 0,1 1 0,-1 0 0,1-1 0,0 0 0,-1 0 0,1-1 0,0 0 0,-1 0 0,1 0 0,-1-1 0,0 1 0,1-1 0,5-3 0,1-2 0,1 0 0,-1-1 0,-1-1 0,1 0 0,-1 0 0,-1-1 0,0 0 0,0-1 0,-1 0 0,-1-1 0,14-22 0,-13 17 0,-1 0 0,0-1 0,-2 1 0,0-2 0,0 1 0,-2-1 0,0 1 0,1-30 0,-5 42 0,1 0 0,-1 1 0,-1-1 0,1 1 0,-1-1 0,0 1 0,0-1 0,-1 1 0,1-1 0,-1 1 0,-1 0 0,1 0 0,-1 0 0,-4-6 0,4 7 0,0 0 0,-1 1 0,1 0 0,-1 0 0,0 0 0,0 0 0,0 0 0,-1 1 0,1 0 0,-1 0 0,1 0 0,-1 0 0,1 1 0,-1 0 0,0 0 0,-9-1 0,3 2 0,1-1 0,-1 2 0,0-1 0,1 2 0,-1-1 0,0 2 0,1-1 0,0 1 0,0 1 0,0 0 0,0 0 0,0 1 0,1 0 0,0 1 0,0 0 0,0 0 0,1 1 0,0 0 0,0 1 0,-11 13 0,7-6 0,0 1 0,1 0 0,1 1 0,0 0 0,2 1 0,0-1 0,0 2 0,2-1 0,0 1 0,-4 29 0,-5 60 0,-1 152 0,10-8 0,6-250-97,0-1 0,0 1 0,0-1 0,0 1 0,0-1 0,0 1 0,-1-1 0,1 0 0,0 1 0,-1-1 0,1 1 0,-1-1 0,0 0 0,1 1 0,-1-1 0,0 0 0,0 0 0,0 0 0,0 1 0,0-1 0,0 0 0,-2 1-1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2.928"/>
    </inkml:context>
    <inkml:brush xml:id="br0">
      <inkml:brushProperty name="width" value="0.035" units="cm"/>
      <inkml:brushProperty name="height" value="0.035" units="cm"/>
    </inkml:brush>
  </inkml:definitions>
  <inkml:trace contextRef="#ctx0" brushRef="#br0">46 1 700,'-20'22'3819,"17"-17"-1716,0 0 0,0 0-1,1 0 1,0 0 0,-3 9 0,-2 29 10289,7-13-9157,10 232-3235,-5-181 0,1-2 0,-6-79 0,0 0 0,0 0 0,0 0 0,0 0 0,0 0 0,0 0 0,0 0 0,0 0 0,1 0 0,-1 0 0,0 0 0,0 0 0,0 0 0,0 0 0,0 0 0,0 0 0,0 0 0,0 0 0,0 0 0,0 0 0,1 0 0,-1 0 0,0 0 0,0 0 0,0 0 0,0 0 0,0 0 0,0 0 0,0 0 0,0 0 0,0 0 0,0 0 0,0 1 0,0-1 0,0 0 0,0 0 0,1 0 0,-1 0 0,0 0 0,0 0 0,0 0 0,0 0 0,0 0 0,0 0 0,0 0 0,0 0 0,0 1 0,0-1 0,0 0 0,0 0 0,3-9 0,-3-15 0,-1 6 0,1 1 0,0-1 0,2 1 0,0-1 0,1 1 0,7-22 0,-9 37 0,0 0 0,0 0 0,0 0 0,0 0 0,1 0 0,-1 0 0,0 1 0,1-1 0,0 0 0,-1 1 0,1-1 0,0 1 0,0 0 0,0 0 0,0 0 0,0 0 0,0 0 0,0 0 0,1 0 0,-1 0 0,0 1 0,0-1 0,0 1 0,1 0 0,-1 0 0,0 0 0,1 0 0,-1 0 0,0 0 0,4 2 0,9 0 0,-1 1 0,0 1 0,24 9 0,-22-7 0,-9-3 0,0-1 0,1 0 0,-1 0 0,1-1 0,0 0 0,-1 0 0,1-1 0,0 0 0,0 0 0,-1-1 0,12-2 0,-14 1 0,1 0 0,-1 0 0,0 0 0,0 0 0,0-1 0,0 0 0,-1 0 0,1-1 0,-1 1 0,1-1 0,-1 0 0,-1 0 0,1 0 0,0 0 0,-1-1 0,4-7 0,1-2-263,-2 0-1,0-1 1,0 0 0,-2 0-1,0 0 1,0-1 0,-2 0 0,0 1-1,0-17 1,0 11 241,4-38 2677,-6 419-2655,0-360 0,-1 9 0,1 0 0,1 0 0,-1 0 0,2 0 0,-1 0 0,1 0 0,5 15 0,-2-24-2112,6-12-6333,6-13-5592,-16 24 13352,33-54-5932,-20 34 5842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3.362"/>
    </inkml:context>
    <inkml:brush xml:id="br0">
      <inkml:brushProperty name="width" value="0.035" units="cm"/>
      <inkml:brushProperty name="height" value="0.035" units="cm"/>
    </inkml:brush>
  </inkml:definitions>
  <inkml:trace contextRef="#ctx0" brushRef="#br0">22 107 164,'55'-46'5563,"-26"23"2106,0-2 5929,-21 15-9910,-9 7-2207,-7 6-881,2 1-600,0 1 0,1-1 0,-1 1 0,1 0 0,1 0 0,-1 1 0,0-1 0,1 1 0,0 0 0,-5 11 0,0 1 0,1 1 0,-9 29 0,16-46 0,0 0 0,1 1 0,-1-1 0,1 1 0,-1-1 0,1 1 0,0-1 0,0 1 0,0-1 0,1 1 0,-1-1 0,0 1 0,1-1 0,0 1 0,0-1 0,-1 0 0,1 1 0,1-1 0,-1 0 0,0 0 0,0 0 0,1 0 0,-1 0 0,1 0 0,0 0 0,0 0 0,-1 0 0,1-1 0,3 3 0,-1-2 0,-1-1 0,1 1 0,-1 0 0,1-1 0,-1 0 0,1 0 0,0 0 0,0 0 0,0-1 0,-1 1 0,1-1 0,0 0 0,0 0 0,0-1 0,0 1 0,0-1 0,-1 0 0,7-1 0,-9 1 0,-1 1 0,1-1 0,0 1 0,-1 0 0,1 0 0,0-1 0,0 1 0,0 0 0,-1 0 0,1 0 0,0 0 0,0 0 0,-1 0 0,1 0 0,0 0 0,0 0 0,0 0 0,-1 0 0,1 0 0,0 0 0,0 1 0,-1-1 0,1 0 0,0 1 0,-1-1 0,2 1 0,-1 0 0,-1 0 0,0 0 0,1 0 0,-1 0 0,0 0 0,0 0 0,1 0 0,-1 0 0,0 0 0,0 0 0,0 0 0,-1 1 0,1-1 0,0 0 0,0 0 0,0 0 0,-1 1 0,-1 4 0,-1 0 0,1 0 0,-1 0 0,0 0 0,-7 10 0,-26 27 0,-51 85 0,85-123 0,-1-1 0,1 0 0,0 0 0,1 1 0,-1-1 0,1 1 0,0-1 0,0 1 0,1 0 0,-1-1 0,1 1 0,0 0 0,0-1 0,0 1 0,1 0 0,0-1 0,0 1 0,0 0 0,0-1 0,1 1 0,0-1 0,-1 0 0,2 0 0,-1 1 0,0-1 0,1-1 0,0 1 0,0 0 0,0-1 0,0 1 0,1-1 0,-1 0 0,1 0 0,0 0 0,0-1 0,0 1 0,0-1 0,0 0 0,1 0 0,-1-1 0,6 2 0,5 2-295,0-1-1,0 0 1,0-1-1,1-1 1,-1-1-1,1 0 1,-1-1-1,1 0 1,-1-2-1,1 1 1,-1-2-1,29-8 1,-20-1-24647,-14 4 24892,0-1-2225,12-9 924</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3.690"/>
    </inkml:context>
    <inkml:brush xml:id="br0">
      <inkml:brushProperty name="width" value="0.035" units="cm"/>
      <inkml:brushProperty name="height" value="0.035" units="cm"/>
    </inkml:brush>
  </inkml:definitions>
  <inkml:trace contextRef="#ctx0" brushRef="#br0">611 61 1080,'-8'-28'5498,"7"26"-4495,0 0-1,0 0 1,-1 0 0,1 0 0,0 0 0,-1 0-1,0 0 1,1 1 0,-1-1 0,0 0 0,0 1-1,0 0 1,0-1 0,0 1 0,0 0 0,0 0-1,0 0 1,0 1 0,-1-1 0,1 0 0,0 1-1,-4-1 1,-20 1 2118,20 1-3121,0 0 0,1 1 0,-1 0 0,1 0 0,-1 0 0,1 0 0,0 1 0,0 0 0,0 0 0,0 1 0,1-1 0,-1 1 0,1 0 0,0 0 0,0 0 0,0 1 0,-6 9 0,-3 7 0,1 1 0,-18 45 0,14-30 0,8-21 0,1 1 0,0-1 0,2 1 0,-1 0 0,2 1 0,0-1 0,2 1 0,-2 34 0,5-44 0,1-1 0,0 1 0,0-1 0,0 0 0,1 0 0,0 0 0,8 11 0,-7-11 0,0 0 0,0 1 0,-1-1 0,0 1 0,-1-1 0,2 9 0,-4-11 0,-1 0 0,0 1 0,0-1 0,-1 0 0,1 0 0,-1 0 0,0 0 0,-1 0 0,1 0 0,-1-1 0,0 1 0,-5 5 0,-2 5 0,2-2-161,-1-1 0,0 0-1,-1 0 1,0 0 0,-1-1 0,0-1-1,-23 17 1,-4-4-2164,-55 28 0,80-45 1708,-26 17-12958,-4 2 2715,40-24 9405</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4.043"/>
    </inkml:context>
    <inkml:brush xml:id="br0">
      <inkml:brushProperty name="width" value="0.035" units="cm"/>
      <inkml:brushProperty name="height" value="0.035" units="cm"/>
    </inkml:brush>
  </inkml:definitions>
  <inkml:trace contextRef="#ctx0" brushRef="#br0">0 50 484,'27'0'12048,"2"-1"-4009,67-3 3211,732-40-10308,160 65-942,-214-7 0,-758-13-69,0-1 1,0 0-1,-1-2 0,1 0 1,0 0-1,-1-2 0,1 0 1,27-11-1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5.770"/>
    </inkml:context>
    <inkml:brush xml:id="br0">
      <inkml:brushProperty name="width" value="0.035" units="cm"/>
      <inkml:brushProperty name="height" value="0.035" units="cm"/>
    </inkml:brush>
  </inkml:definitions>
  <inkml:trace contextRef="#ctx0" brushRef="#br0">51 15 816,'-6'-3'1184,"-21"-8"5048,17 10-154,3 3 3578,13 1-5658,27 13 801,127 35-4799,-33-13 0,-124-37-301,1 1 1,-1-1-1,0 0 0,0 1 1,0 0-1,-1 0 1,1 0-1,0 0 0,3 3 1,-4-2-528,0 0 1,0-1 0,0 1 0,-1 0-1,1 0 1,-1 0 0,0 0-1,1 0 1,-1 1 0,-1-1-1,1 0 1,0 1 0,0 2-1,-1 3-1572,0 1-1,0-1 0,-1 0 0,-2 10 0,-4 17-1356,0 1 2004</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5.924"/>
    </inkml:context>
    <inkml:brush xml:id="br0">
      <inkml:brushProperty name="width" value="0.035" units="cm"/>
      <inkml:brushProperty name="height" value="0.035" units="cm"/>
    </inkml:brush>
  </inkml:definitions>
  <inkml:trace contextRef="#ctx0" brushRef="#br0">69 1 1032,'-22'22'4314,"3"-3"4549,-6 11 9165,25-28-18009,-1-1 1,1 1-1,-1-1 0,1 1 1,-1-1-1,1 1 0,0-1 1,0 1-1,0-1 0,0 1 1,0 0-1,0-1 0,1 1 1,-1-1-1,0 1 0,1-1 1,-1 1-1,1-1 0,0 0 1,-1 1-1,1-1 0,0 0 1,0 1-1,0-1 0,0 0 1,0 0-1,0 0 0,0 0 1,0 0-1,0 0 1,0 0-1,1 0 0,1 1 1,4 3-47,0 0 1,1 0 0,0-1-1,12 6 1,9 1 26,0-2 0,0-1 0,1-1 0,0-2 0,0 0 0,54-1 0,-35-11-3185,-38 4 742,-1-1 1,1 0-1,0-1 0,10-6 0,38-29-10046,-21 8 8816,-5 5 2487</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6.933"/>
    </inkml:context>
    <inkml:brush xml:id="br0">
      <inkml:brushProperty name="width" value="0.035" units="cm"/>
      <inkml:brushProperty name="height" value="0.035" units="cm"/>
    </inkml:brush>
  </inkml:definitions>
  <inkml:trace contextRef="#ctx0" brushRef="#br0">0 0 428,'1'1'524,"1"-1"0,-1 0 0,0 1 0,0-1 0,0 1 0,0 0 0,0-1 0,0 1 0,0 0 1,0-1-1,0 1 0,0 0 0,-1 0 0,1 0 0,0 0 0,0 0 0,-1 0 0,1 0 0,-1 0 0,1 0 0,-1 0 0,1 0 0,-1 1 0,1 1 0,9 38 9117,-6-25-6745,11 46-1630,-3 0 0,5 74 0,-4 131 1249,-8-134-2131,-5-91-2159,-5-3-4056,29-68-18033,-6 8 22607</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7.178"/>
    </inkml:context>
    <inkml:brush xml:id="br0">
      <inkml:brushProperty name="width" value="0.035" units="cm"/>
      <inkml:brushProperty name="height" value="0.035" units="cm"/>
    </inkml:brush>
  </inkml:definitions>
  <inkml:trace contextRef="#ctx0" brushRef="#br0">1 97 644,'4'-16'1249,"9"-30"4469,-3 26 1962,5 7 5399,-15 12-12995,1 1 1,0 0-1,0 0 1,0 0-1,-1 0 1,1 0-1,0 0 1,0 0-1,0 0 0,0 0 1,0 0-1,-1 0 1,1 0-1,0 0 1,0 1-1,0-1 1,-1 0-1,1 1 0,0-1 1,0 1-1,-1-1 1,1 0-1,0 1 1,-1 0-1,1-1 1,-1 1-1,1-1 0,-1 1 1,1 0-1,-1-1 1,1 1-1,-1 0 1,1 0-1,-1-1 1,0 1-1,1 0 0,-1 0 1,0 0-1,0-1 1,0 1-1,0 0 1,0 1-1,9 38 678,0 244-762,-6-100 0,-1-164-359,2-1 1,0 0-1,1 0 1,12 32-1,21-61-30539</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7.662"/>
    </inkml:context>
    <inkml:brush xml:id="br0">
      <inkml:brushProperty name="width" value="0.035" units="cm"/>
      <inkml:brushProperty name="height" value="0.035" units="cm"/>
    </inkml:brush>
  </inkml:definitions>
  <inkml:trace contextRef="#ctx0" brushRef="#br0">151 136 828,'20'-27'5271,"22"-41"18196,-31 42-20270,-9 11-3197,-11 17 0,-12 16 0,-10 21 0,1 2 0,3 1 0,-26 52 0,43-78 0,3-3 0,0 0 0,1 1 0,1 0 0,0-1 0,1 2 0,-5 25 0,8-33 0,0 0 0,1 0 0,0 0 0,1 0 0,-1 0 0,1 0 0,1 0 0,-1 0 0,1 0 0,0 0 0,1 0 0,0-1 0,0 1 0,0-1 0,9 11 0,36 44 0,-34-46 0,-1 1 0,0 1 0,-1 0 0,-1 1 0,0 0 0,-2 0 0,0 1 0,12 36 0,-19-43 0,0 0 0,-1 0 0,0 0 0,0 0 0,-1 0 0,-1 0 0,0 0 0,-5 20 0,5-27 0,0 1 0,-1-1 0,0 0 0,0 1 0,0-1 0,0 0 0,-1 0 0,0-1 0,0 1 0,0 0 0,-1-1 0,1 0 0,-1 0 0,0 0 0,0 0 0,-1-1 0,1 1 0,-1-1 0,0 0 0,-8 3 0,11-5 0,0 0 0,0-1 0,0 1 0,-1-1 0,1 1 0,0-1 0,0 0 0,0 0 0,0 0 0,0 0 0,0 0 0,-1-1 0,1 1 0,0 0 0,0-1 0,0 0 0,0 0 0,0 1 0,0-1 0,1 0 0,-1 0 0,0-1 0,0 1 0,1 0 0,-1-1 0,0 1 0,1-1 0,-1 1 0,1-1 0,0 0 0,0 1 0,0-1 0,-1-2 0,-1-1 0,1 0 0,0 0 0,0 0 0,0-1 0,1 1 0,-1-1 0,1 1 0,1 0 0,-1-1 0,1 0 0,1-9 0,1 2 0,1-1 0,1 1 0,0 0 0,1-1 0,0 2 0,1-1 0,1 1 0,8-12 0,70-91 0,-72 100 0,82-102 0,172-227 0,-256 323-3128,-6-8-7299,-16 45-6794,10-3 15610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8.002"/>
    </inkml:context>
    <inkml:brush xml:id="br0">
      <inkml:brushProperty name="width" value="0.035" units="cm"/>
      <inkml:brushProperty name="height" value="0.035" units="cm"/>
    </inkml:brush>
  </inkml:definitions>
  <inkml:trace contextRef="#ctx0" brushRef="#br0">0 200 764,'3'3'915,"0"-1"0,0 1 0,0-1 0,0 0-1,0 0 1,1 0 0,-1-1 0,0 1 0,1-1 0,0 1 0,-1-1-1,1 0 1,0-1 0,-1 1 0,7 0 0,63-2 13030,-55 0-11889,352-50-410,-150 15-1932,476-40 286,-580 72 0,-69 4 0,1-3 0,60-10 0,-107 13-53,0 0-1,0-1 1,1 1-1,-1-1 1,0 1-1,0-1 1,0 0-1,0 1 1,0-1-1,0 0 1,0 0-1,0 0 1,0 0-1,0 0 1,0 0-1,0 0 1,-1 0-1,1 0 1,0 0-1,-1 0 1,1 0-1,-1-1 1,1-1-1,0 3-58,-1-1-1,0 0 1,0 1-1,0-1 1,0 1-1,0-1 1,0 0-1,0 1 1,0-1-1,0 1 1,0-1-1,0 0 1,0 1-1,0-1 1,-1 1-1,1-1 1,0 0-1,0 1 1,-1-1-1,1 1 1,0-1-1,-1 1 1,1-1-1,0 1 1,-1-1-1,1 1 1,-1 0-1,1-1 1,-1 1-1,1 0 1,-1-1-1,1 1 1,-1 0-1,1-1 1,-1 1-1,1 0 1,-1 0-1,0 0 1,1 0 0,-1-1-1,1 1 1,-1 0-1,0 0 1,0 0-1,-17 2-12184,1 2 5861,9-1 4915,0 0-1,0 1 1,-14 9 0,-5 5 166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8.248"/>
    </inkml:context>
    <inkml:brush xml:id="br0">
      <inkml:brushProperty name="width" value="0.035" units="cm"/>
      <inkml:brushProperty name="height" value="0.035" units="cm"/>
    </inkml:brush>
  </inkml:definitions>
  <inkml:trace contextRef="#ctx0" brushRef="#br0">13 0 328,'-12'6'27110,"14"0"-21200,0-2-4616,0 0-3350,25 89 2151,15 105 0,-30-134-108,-10-52-2445,-1 1-1,0 24 1,-1-21-778,7-32-15892,4-2 16984</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08.588"/>
    </inkml:context>
    <inkml:brush xml:id="br0">
      <inkml:brushProperty name="width" value="0.035" units="cm"/>
      <inkml:brushProperty name="height" value="0.035" units="cm"/>
    </inkml:brush>
  </inkml:definitions>
  <inkml:trace contextRef="#ctx0" brushRef="#br0">1 45 600,'52'-18'5122,"-23"10"2806,1 2 0,43-2 1,-27 5-4673,-24 2-3256,-1 1 0,0 0 0,1 2 0,38 8 0,-54-9 0,-1 1 0,1 0 0,-1 0 0,0 1 0,1-1 0,-1 1 0,0 0 0,-1 1 0,10 7 0,-12-8 0,1 0 0,-1 0 0,0 0 0,0 0 0,0 1 0,0-1 0,0 1 0,-1-1 0,1 1 0,-1 0 0,0 0 0,0-1 0,-1 1 0,1 0 0,-1 0 0,0 5 0,-1 15 0,-1 0 0,-1 0 0,-2-1 0,0 1 0,-13 35 0,-54 110 0,69-162 0,-5 10 0,2-4 0,-1 0 0,2 0 0,0 1 0,1 0 0,0 0 0,-2 16 0,6-27 0,0 0 0,1 0 0,-1 0 0,1-1 0,0 1 0,0 0 0,0-1 0,0 1 0,0-1 0,1 1 0,-1-1 0,1 1 0,-1-1 0,1 0 0,0 0 0,3 3 0,35 30 0,-38-33 0,7 4 0,0 0 0,1-1 0,-1 0 0,1 0 0,0-1 0,0 0 0,0-1 0,13 3 0,12 0 0,41 2 0,21 3 0,-87-8-3462</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19.336"/>
    </inkml:context>
    <inkml:brush xml:id="br0">
      <inkml:brushProperty name="width" value="0.035" units="cm"/>
      <inkml:brushProperty name="height" value="0.035" units="cm"/>
    </inkml:brush>
  </inkml:definitions>
  <inkml:trace contextRef="#ctx0" brushRef="#br0">100 137 784,'-23'-7'2203,"-2"3"5960,16 3-2898,0-1 0,0 0 0,-15-6 0,36 10-5166,1-1 0,-1 0-1,1 0 1,-1-2 0,21-2 0,-12 2-139,58-9 40,1-2 0,-2-4 0,139-48 0,-210 62 0,-4 0 0,1 1 0,-1 0 0,0 0 0,1 0 0,-1 0 0,1 0 0,-1 1 0,0 0 0,1 0 0,5 0 0,-10 6-1747,-10 10-5170,9-12 3802,-12 23-6836,4 3 3559,3-9 4397,-7 14 53</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19.506"/>
    </inkml:context>
    <inkml:brush xml:id="br0">
      <inkml:brushProperty name="width" value="0.035" units="cm"/>
      <inkml:brushProperty name="height" value="0.035" units="cm"/>
    </inkml:brush>
  </inkml:definitions>
  <inkml:trace contextRef="#ctx0" brushRef="#br0">12 257 28,'-11'1'14478,"25"-15"-3837,10-6-4371,-5 7-5080,348-167-2103,-351 173-6940,1 2 1,22-6-1,-8 6 1775,-9 2 4452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19.829"/>
    </inkml:context>
    <inkml:brush xml:id="br0">
      <inkml:brushProperty name="width" value="0.035" units="cm"/>
      <inkml:brushProperty name="height" value="0.035" units="cm"/>
    </inkml:brush>
  </inkml:definitions>
  <inkml:trace contextRef="#ctx0" brushRef="#br0">70 73 752,'-32'-34'4833,"9"13"6214,11 11-417,12 10-10581,0 0 1,0 0-1,0 0 1,0 0-1,-1 0 1,1 0-1,0 0 0,0-1 1,0 1-1,0 0 1,0 0-1,0 0 1,-1 0-1,1 0 1,0 0-1,0 0 1,0 0-1,0-1 1,0 1-1,0 0 0,0 0 1,0 0-1,0 0 1,0 0-1,0 0 1,-1-1-1,1 1 1,0 0-1,0 0 1,0 0-1,0 0 0,0 0 1,0-1-1,0 1 1,0 0-1,0 0 1,0 0-1,1 0 1,-1 0-1,0-1 1,0 1-1,0 0 0,0 0 1,0 0-1,0 0 1,0 0-1,0 0 1,0 0-1,0-1 1,0 1-1,0 0 1,1 0-1,-1 0 1,0 0-1,0 0 0,0 0 1,0 0-1,0 0 1,1 0-1,12-1 1608,20 6-780,23 14-877,-1 2 0,-2 3 0,0 1 0,50 35 0,-69-39 0,-1 2 0,-1 0 0,-1 3 0,-2 0 0,42 48 0,-58-58 0,-1 0 0,-1 1 0,0 0 0,-1 1 0,-1 0 0,-1 1 0,0 0 0,-1 0 0,-1 1 0,-1-1 0,-1 1 0,2 35 0,-5-17 0,-2 1 0,-2-1 0,-1 0 0,-2 0 0,-21 70 0,9-55 0,-2-1 0,-2 0 0,-41 68 0,49-97-24,-2 0 1,-1-2-1,-1 1 0,-1-2 1,-1-1-1,0 0 1,-1-1-1,-1-2 0,-1 0 1,-48 25-1,61-34-1125,-2 1 1444,5-3-4933</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0.592"/>
    </inkml:context>
    <inkml:brush xml:id="br0">
      <inkml:brushProperty name="width" value="0.035" units="cm"/>
      <inkml:brushProperty name="height" value="0.035" units="cm"/>
    </inkml:brush>
  </inkml:definitions>
  <inkml:trace contextRef="#ctx0" brushRef="#br0">501 161 528,'-19'-30'2317,"-5"2"5788,22 26-7460,1 1 0,-1-1 0,0 1 0,0 0 0,0 0 0,0 0 0,0 0 1,0 0-1,0 0 0,0 0 0,0 0 0,0 1 0,-1-1 0,1 1 0,0 0 0,0 0 0,-1 0 1,1 0-1,0 0 0,0 0 0,-1 0 0,1 1 0,0-1 0,0 1 0,0 0 0,0 0 0,0 0 1,0 0-1,-4 2 0,-5 5-467,1-1 0,1 2 1,0 0-1,0 0 0,0 0 1,1 1-1,1 1 0,-1-1 0,2 1 1,-8 15-1,4-5-78,1 1 0,1 1-1,1 0 1,-7 37 0,12-49-100,1 0 0,0 0 0,0-1 0,1 1 0,1 0 0,0 0 0,0-1 0,6 20 0,-6-27 0,0 1 0,0-1 0,0 0 0,1 0 0,0 0 0,0 0 0,0 0 0,0 0 0,0 0 0,0 0 0,1-1 0,-1 1 0,1-1 0,0 0 0,-1 0 0,1 0 0,0 0 0,0-1 0,1 1 0,-1-1 0,0 1 0,0-1 0,1 0 0,-1 0 0,1-1 0,-1 1 0,1-1 0,-1 0 0,1 0 0,5 0 0,1-2 0,1 1 0,0-2 0,-1 0 0,1 0 0,-1-1 0,0 0 0,0 0 0,-1-1 0,1-1 0,-1 0 0,0 0 0,0-1 0,-1 0 0,0 0 0,12-14 0,0-3 0,-1-1 0,0 0 0,-2-2 0,17-33 0,-28 47 0,-1 0 0,0-1 0,0 1 0,-1-1 0,-1 0 0,0 0 0,-1 0 0,0-28 0,-2 36 0,0 0 0,0-1 0,-1 1 0,0 0 0,0 0 0,-1 0 0,1 0 0,-1 0 0,-1 0 0,1 0 0,-1 1 0,0-1 0,0 1 0,-1 0 0,1 0 0,-1 0 0,0 0 0,-1 1 0,1-1 0,-1 1 0,0 0 0,-10-6 0,13 9 0,-1-1 0,1 1 0,-1 0 0,0 0 0,1 1 0,-1-1 0,0 0 0,1 1 0,-1 0 0,0 0 0,0 0 0,1 0 0,-1 0 0,0 0 0,1 0 0,-1 1 0,-5 1 0,4 0 0,-1 0 0,1 1 0,-1-1 0,1 1 0,0 0 0,0 0 0,0 0 0,1 0 0,-5 5 0,-3 6 0,1 1 0,0 0 0,0 0 0,-9 23 0,-18 52 0,3 3 0,-27 121 0,30-98 0,-5 11 0,-150 605 0,181-699-917,4-25-141,0 1 1,0-1-1,0 0 1,-1 0-1,-1 0 1,1 0-1,-1 0 1,-8 14-1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1.195"/>
    </inkml:context>
    <inkml:brush xml:id="br0">
      <inkml:brushProperty name="width" value="0.035" units="cm"/>
      <inkml:brushProperty name="height" value="0.035" units="cm"/>
    </inkml:brush>
  </inkml:definitions>
  <inkml:trace contextRef="#ctx0" brushRef="#br0">10 124 936,'0'-7'1343,"-1"-9"2375,5-7 20733,-4 24-24378,1-1 0,0 0 1,-1 1-1,1-1 0,-1 0 0,0 1 0,1-1 0,-1 1 1,1-1-1,-1 1 0,0-1 0,1 1 0,-1-1 0,0 1 0,1-1 1,-1 1-1,0-1 0,0 1 0,0 0 0,0-1 0,1 1 1,-1-1-1,0 1 0,0 0 0,0-1 0,0 1 0,0-1 0,-1 2 1,3 21 119,-23 520-193,24-489 0,-4-91 0,0 18 0,1 0 0,0 0 0,6-28 0,-5 41 0,1 0 0,-1-1 0,2 1 0,-1 0 0,1 0 0,0 0 0,0 0 0,0 1 0,1-1 0,0 1 0,0 0 0,1 0 0,-1 0 0,8-5 0,5-2-31,1 1-1,0 0 1,1 2 0,20-8-1,-17 7-102,0 0 1,-1-1-1,21-14 0,-36 20 63,0 1 0,-1-1 0,0 0-1,0 0 1,0-1 0,0 1 0,-1-1 0,0 0 0,0 0 0,0-1 0,-1 1 0,0-1 0,0 0 0,2-9 0,13-79-8517,-10 29 7388,-5 11 4449,-2 0 4940,-11 125-8081,-4 185-108,2-14 0,10-194-1858,-1 5-5484,15-76-7283,10-12 7252,-5 12 6096</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1.647"/>
    </inkml:context>
    <inkml:brush xml:id="br0">
      <inkml:brushProperty name="width" value="0.035" units="cm"/>
      <inkml:brushProperty name="height" value="0.035" units="cm"/>
    </inkml:brush>
  </inkml:definitions>
  <inkml:trace contextRef="#ctx0" brushRef="#br0">83 88 748,'10'-11'1713,"37"-42"23268,-28 30-19660,-54 63-5321,23-28 0,1 1 0,-19 28 0,14-18 0,-11 16 0,26-37 0,0 0 0,0 1 0,0-1 0,0 0 0,0 1 0,0-1 0,0 1 0,1-1 0,0 1 0,-1-1 0,1 1 0,0-1 0,1 6 0,-1-7 0,1 1 0,0 0 0,0-1 0,0 1 0,0-1 0,0 1 0,1-1 0,-1 0 0,0 1 0,1-1 0,-1 0 0,1 0 0,-1 0 0,1 0 0,-1 0 0,1 0 0,0 0 0,2 0 0,40 13 0,-31-11 0,-2 1 0,1 1 0,-1 0 0,-1 1 0,1 0 0,-1 1 0,0 0 0,-1 0 0,0 1 0,0 1 0,0-1 0,-1 1 0,13 19 0,-22-29 0,-1-4 0,0-1 0,-1 1 0,0 0 0,0 0 0,-7-8 0,7 11 0,1 0 0,0 0 0,0 0 0,0 0 0,-1 1 0,1-1 0,-1 1 0,1 0 0,-1 0 0,0 0 0,1 0 0,-1 0 0,0 1 0,0-1 0,0 1 0,0-1 0,-3 1 0,3 1 0,0 0 0,-1-1 0,1 1 0,0 1 0,0-1 0,-1 0 0,1 1 0,0 0 0,0 0 0,0 0 0,1 0 0,-1 0 0,0 0 0,-2 3 0,-8 10 0,0 0 0,0 1 0,1 1 0,1-1 0,-10 24 0,14-28 0,2 1 0,-1 0 0,2 0 0,-1 1 0,2 0 0,0-1 0,1 1 0,-1 18 0,3-30-76,0 0 0,0 0-1,0 0 1,0 0 0,0 0 0,1 0-1,-1-1 1,1 1 0,-1 0 0,1 0 0,0 0-1,0 0 1,-1 0 0,1-1 0,1 1-1,-1 0 1,0-1 0,0 1 0,1-1 0,-1 1-1,3 1 1,-1-1-236,0-1 0,0 0 0,0 0-1,0 0 1,0 0 0,0 0 0,0-1 0,0 1 0,0-1 0,0 0-1,0 0 1,5-1 0,4 0-1034,-1-2 0,1 1 0,-1-1 1,0-1-1,-1 0 0,16-8 0,-6 1-7564,12-1 2391,-8 4 4929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1.988"/>
    </inkml:context>
    <inkml:brush xml:id="br0">
      <inkml:brushProperty name="width" value="0.035" units="cm"/>
      <inkml:brushProperty name="height" value="0.035" units="cm"/>
    </inkml:brush>
  </inkml:definitions>
  <inkml:trace contextRef="#ctx0" brushRef="#br0">490 79 276,'-26'-28'3749,"19"21"-1191,0 0-1,-1 1 1,1 0 0,-10-5 0,14 9-1586,0 0 0,-1 0 1,1 1-1,-1-1 1,1 1-1,-1 0 1,1 0-1,-1 1 1,0-1-1,0 1 0,1-1 1,-7 1-1,7 1-641,-1 0 0,1-1 0,-1 1-1,1 0 1,-1 1 0,1-1 0,0 1-1,-1-1 1,-3 4 0,-2 1-331,0 2 0,0-1 0,0 1 0,1 0 0,1 1 0,-1 0 0,1 0 0,1 1 0,0 0 0,0 0 0,1 0 0,0 1 0,1 0 0,-4 12 0,5-13 0,1-1 0,0 0 0,1 1 0,0-1 0,0 1 0,1 0 0,0-1 0,1 1 0,0-1 0,0 1 0,1-1 0,1 1 0,-1-1 0,2 0 0,-1 0 0,1 0 0,7 11 0,-4-8 0,-1 0 0,-1 0 0,1 0 0,-2 1 0,0-1 0,-1 1 0,0 0 0,0 0 0,-2 0 0,0 1 0,0-1 0,-1 0 0,-1 1 0,0-1 0,-4 16 0,1-10 0,0-1 0,-2 0 0,0 0 0,-1 0 0,0-1 0,-2 0 0,0 0 0,-1-1 0,0-1 0,-17 19 0,23-29-425,-1-1 1,1 1-1,-1-1 0,0-1 1,0 1-1,-1-1 1,1 1-1,0-2 0,-1 1 1,0 0-1,0-1 0,-6 1 1,8-2-24,1 0 1,-1-1 0,1 1 0,-1-1 0,0 0 0,1 0-1,-1-1 1,0 1 0,1-1 0,-1 1 0,1-1 0,-1 0-1,1-1 1,-1 1 0,1-1 0,0 1 0,0-1 0,-1 0-1,1 0 1,0 0 0,-4-5 0,4 4-1277,0 0 0,0 0 0,1 0 0,-1-1 0,1 1 0,-3-6 0,-1-15-2141,6 3 2537</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2.283"/>
    </inkml:context>
    <inkml:brush xml:id="br0">
      <inkml:brushProperty name="width" value="0.035" units="cm"/>
      <inkml:brushProperty name="height" value="0.035" units="cm"/>
    </inkml:brush>
  </inkml:definitions>
  <inkml:trace contextRef="#ctx0" brushRef="#br0">45 73 244,'-14'-9'3786,"-10"-13"9005,24 22-12305,-1-1 0,0 1 0,1-1 0,-1 0 0,1 0 0,-1 1 0,1-1 0,-1 0 0,1 0 0,-1 0 0,1 0 0,0 1 0,0-1 0,-1 0 0,1 0 0,0 0 0,0 0 0,0 0 0,0 0 0,0 0 0,0 0 0,0 1 0,0-1 0,1 0 0,-1-1 0,1 1-279,0 0 0,0 0-1,-1 0 1,1 0-1,0 0 1,0 0 0,0 1-1,0-1 1,0 0-1,1 1 1,-1-1 0,0 1-1,0-1 1,0 1-1,2-1 1,13-2-207,-1 1 0,1 1 0,-1 0 0,1 1 0,20 2 0,9 0 0,-27-2 43,-7-1-142,0 1 0,-1 0-1,1 1 1,-1 0 0,1 1-1,-1 0 1,16 5 0,-24-6-636,-1-1 1,0 1 0,1 0-1,-1 0 1,0 0 0,0 0 0,1 0-1,-1 0 1,0 0 0,0 1-1,0-1 1,0 0 0,-1 1-1,1-1 1,0 0 0,0 1 0,-1-1-1,1 1 1,-1-1 0,1 1-1,-1-1 1,0 1 0,0-1-1,0 1 1,0 0 0,0 2 0,-1 4-1452,0 0 1,0 1 0,-1-1 0,-3 8 0,1-1 2050,-5 17-962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2.439"/>
    </inkml:context>
    <inkml:brush xml:id="br0">
      <inkml:brushProperty name="width" value="0.035" units="cm"/>
      <inkml:brushProperty name="height" value="0.035" units="cm"/>
    </inkml:brush>
  </inkml:definitions>
  <inkml:trace contextRef="#ctx0" brushRef="#br0">42 0 264,'0'0'205,"-29"41"4800,22-27 148,2 2 3444,5-15-8324,0 1 0,0-1 1,0 0-1,1 1 0,-1-1 1,0 1-1,1-1 0,-1 0 1,1 1-1,-1-1 0,1 0 1,0 0-1,0 1 0,-1-1 1,1 0-1,0 0 0,0 0 1,0 0-1,0 0 0,0 0 1,1 0-1,-1-1 0,0 1 0,0 0 1,1 0-1,-1-1 0,0 1 1,1-1-1,-1 1 0,0-1 1,3 1-1,45 10 4520,-29-9-5563,1-1-1,37-4 1,-29-1-1416,0-1-1,-1-2 1,0-1-1,0-1 1,49-24 0,-39 16-6986,19-4 2647,-24 10 5124</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2.875"/>
    </inkml:context>
    <inkml:brush xml:id="br0">
      <inkml:brushProperty name="width" value="0.035" units="cm"/>
      <inkml:brushProperty name="height" value="0.035" units="cm"/>
    </inkml:brush>
  </inkml:definitions>
  <inkml:trace contextRef="#ctx0" brushRef="#br0">342 186 56,'-11'-44'1893,"-3"2"4668,-4-19 11173,17 59-17613,1 0 1,-1 0 0,0 0-1,1 0 1,-1 0 0,0 0-1,0 0 1,0 1-1,0-1 1,0 0 0,-1 1-1,1-1 1,0 1 0,-1-1-1,1 1 1,-1 0 0,0 0-1,1 0 1,-1 0 0,-3-2-1,2 2 52,0 0-1,0 1 1,0-1-1,0 1 1,-1 0-1,1-1 1,0 1-1,0 1 1,0-1-1,-1 0 1,-4 2-1,-3 1 99,1 1 0,0 0-1,0 0 1,0 1 0,0 1-1,-13 9 1,10-5-271,1 1 0,0 0 0,1 0 0,0 1 0,1 1 0,0 0 0,1 0 0,0 1 0,1 0 0,1 1 0,0 0 0,1 0 0,1 0 0,-7 30 0,12-42 0,-1 0 0,1 0 0,0 0 0,-1 0 0,1 0 0,0 0 0,1 0 0,-1 0 0,1 0 0,-1 0 0,1 0 0,0 0 0,0 0 0,0-1 0,0 1 0,1 0 0,-1-1 0,1 1 0,0 0 0,0-1 0,0 0 0,0 1 0,0-1 0,0 0 0,0 0 0,1 0 0,-1-1 0,1 1 0,0 0 0,-1-1 0,1 0 0,0 0 0,0 1 0,5 0 0,0-1 0,0 1 0,1-1 0,0 0 0,-1-1 0,1 0 0,-1-1 0,1 1 0,-1-2 0,1 1 0,-1-1 0,11-4 0,55-28 0,-55 24 0,-1 1 0,2 1 0,25-8 0,-42 15 0,-1 0 0,1 1 0,0-1 0,-1 1 0,1 0 0,0-1 0,0 1 0,-1 0 0,1 1 0,0-1 0,-1 0 0,1 1 0,0 0 0,-1-1 0,1 1 0,0 0 0,3 3 0,-4-3 0,0 1 0,-1 0 0,1-1 0,0 1 0,-1 0 0,1 0 0,-1 0 0,1 1 0,-1-1 0,0 0 0,0 0 0,0 1 0,0-1 0,-1 0 0,1 5 0,1 8 0,-1 0 0,-1-1 0,0 1 0,-1 0 0,-4 18 0,2-16 0,-46 316 0,8-72 0,37-184 0,7-82-2842,20-25-18527,-14 19 16147,11-5 2756</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3.307"/>
    </inkml:context>
    <inkml:brush xml:id="br0">
      <inkml:brushProperty name="width" value="0.035" units="cm"/>
      <inkml:brushProperty name="height" value="0.035" units="cm"/>
    </inkml:brush>
  </inkml:definitions>
  <inkml:trace contextRef="#ctx0" brushRef="#br0">446 147 76,'13'-30'3754,"-11"23"-1182,1 0 0,-1-1 0,0 1 0,1-13 0,-2 17-1823,-1 1 1,0-1-1,0 1 0,0 0 1,-1-1-1,1 1 0,-1-1 0,1 1 1,-1-1-1,0 1 0,1 0 1,-1 0-1,-1-1 0,1 1 0,0 0 1,-2-3-1,1 3-471,0 0 0,0 1 0,0-1 0,0 1 0,-1-1-1,1 1 1,0 0 0,0-1 0,-1 1 0,1 0 0,-5-1 0,-4 0-278,1 0 0,-1 1 0,0 0 0,0 1 0,0 0 0,0 1 0,0 0 0,0 0 0,1 1 0,-19 6 0,7 0 0,0 0 0,0 2 0,1 0 0,-20 14 0,37-22 0,1 0 0,-1 0 0,1 0 0,0 1 0,0 0 0,0-1 0,0 1 0,0 1 0,1-1 0,-1 0 0,1 0 0,0 1 0,0 0 0,0-1 0,0 1 0,1 0 0,-1 0 0,1 0 0,0 0 0,0 0 0,1 0 0,-1 0 0,1 0 0,0 0 0,0 0 0,0 0 0,1 0 0,-1 1 0,3 5 0,3 8 0,1 0 0,0-1 0,2 1 0,0-2 0,14 21 0,8 15 0,-19-29 0,-2 1 0,0 1 0,-2-1 0,0 1 0,7 46 0,-13-57 0,-1 0 0,-1 1 0,0-1 0,-1 0 0,0 0 0,-1 0 0,0 0 0,-1 0 0,-1-1 0,-1 1 0,0-1 0,-8 16 0,7-17 0,-1-1 0,-1 0 0,0 0 0,0 0 0,-1-1 0,-1 0 0,-15 12 0,22-20 0,0 1 0,-1-1 0,1 0 0,-1 0 0,0 0 0,0-1 0,0 1 0,1-1 0,-1 0 0,-1 0 0,1 0 0,-6 0 0,7-1 0,0-1 0,0 1 0,0-1 0,0 1 0,1-1 0,-1 0 0,0 0 0,0-1 0,0 1 0,1 0 0,-1-1 0,1 0 0,-1 1 0,1-1 0,-1 0 0,1 0 0,0-1 0,0 1 0,-2-3 0,-2-4 0,0 0 0,1-1 0,-1 0 0,2 0 0,0 0 0,0 0 0,0-1 0,2 0 0,-1 1 0,1-1 0,1 0 0,0 0 0,0 0 0,1-1 0,1 1 0,0 0 0,4-17 0,-1 8 0,0 1 0,2 0 0,0 0 0,2 0 0,0 1 0,1 0 0,0 0 0,2 1 0,12-17 0,-10 18 0,1 0 0,0 1 0,1 0 0,0 1 0,1 0 0,1 2 0,0 0 0,0 1 0,2 0 0,-1 2 0,1 0 0,25-8 0,4 1 87,-20 6-49,32-7-1,-52 15-132,-1 0-1,1 1 1,-1 1-1,1-1 1,0 1-1,-1 1 0,1-1 1,0 1-1,10 3 1,-14-3-2149,0 1 0,0 0 0,0 1-1,0-1 1,0 1 0,-1-1 0,1 1 0,-1 0 0,0 0 0,6 7 0,4 11-2415,-6 3 2801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3.477"/>
    </inkml:context>
    <inkml:brush xml:id="br0">
      <inkml:brushProperty name="width" value="0.035" units="cm"/>
      <inkml:brushProperty name="height" value="0.035" units="cm"/>
    </inkml:brush>
  </inkml:definitions>
  <inkml:trace contextRef="#ctx0" brushRef="#br0">1 69 504,'0'28'1704,"0"17"10878,7 57 0,6-42-7191,-5-45-5391,-8-15 0,0 0 0,1 0 0,-1 0 0,0 1 0,0-1 0,1 0 0,-1 0 0,0 0 0,0 0 0,1 0 0,-1 0 0,0 0 0,0 0 0,1 0 0,-1 0 0,0 0 0,0 0 0,1 0 0,-1 0 0,0 0 0,0 0 0,0-1 0,1 1 0,-1 0 0,0 0 0,0 0 0,1 0 0,-1 0 0,0-1 0,0 1 0,0 0 0,0 0 0,1 0 0,-1-1 0,1 0 0,0-1 0,0 0 0,0 0 0,-1 0 0,1 1 0,-1-1 0,1 0 0,-1 0 0,1 0 0,-1 0 0,0 0 0,0 0 0,0 0 0,-1-2 0,-1-61-2574,4 34-2574,6-37 1,2 23-8369,7 2 8549,1 8 3584</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23.898"/>
    </inkml:context>
    <inkml:brush xml:id="br0">
      <inkml:brushProperty name="width" value="0.035" units="cm"/>
      <inkml:brushProperty name="height" value="0.035" units="cm"/>
    </inkml:brush>
  </inkml:definitions>
  <inkml:trace contextRef="#ctx0" brushRef="#br0">307 60 1036,'-16'-20'3761,"5"7"1657,1 3 2691,-1 0 4530,11 10-12614,0 0-1,0 0 1,0 0 0,0 0-1,0 0 1,-1 0 0,1 0 0,0 0-1,0 0 1,0 0 0,0 0-1,0 0 1,0-1 0,0 1 0,0 0-1,0 0 1,-1 0 0,1 0-1,0 0 1,0 0 0,0 0 0,0-1-1,0 1 1,0 0 0,0 0-1,0 0 1,0 0 0,0 0-1,0 0 1,0 0 0,0-1 0,0 1-1,0 0 1,0 0 0,0 0-1,0 0 1,0 0 0,0 0 0,0-1-1,0 1 1,0 0 0,0 0-1,0 0 1,1 0 0,-1 0 0,0 0-1,0 0 1,0-1 0,0 1-1,0 0 1,0 0 0,0 0 0,0 0-1,0 0 1,1 0 0,-1 0-1,11-2 470,15 4-596,4 2 102,0 2 0,0 0 0,-1 2 0,0 1 0,29 14 0,-50-20 0,0 1 0,-1 0 0,0 1 0,0-1 0,0 1 0,0 1 0,-1-1 0,0 1 0,0 1 0,-1-1 0,0 1 0,0 0 0,0 0 0,-1 0 0,0 0 0,0 1 0,-1 0 0,0 0 0,0 0 0,-1 0 0,0 0 0,-1 0 0,2 12 0,-3-7 0,0-1 0,0 1 0,-2-1 0,1 1 0,-2-1 0,1 0 0,-2 0 0,-6 18 0,-2-6 0,0 0 0,-29 42 0,35-58 0,0 1 0,1 0 0,0 1 0,0-1 0,1 1 0,0 0 0,1 0 0,0 0 0,1 1 0,0-1 0,1 0 0,0 1 0,0 0 0,1-1 0,0 1 0,3 11 0,18 88 0,-14-80 0,-1 0 0,-1 0 0,-1 1 0,-2-1 0,-2 36 0,-1-48 0,-2 19 0,-15 72 0,15-98 0,-1 0 0,0 0 0,0-1 0,-1 1 0,0-1 0,0 0 0,-1 0 0,-1-1 0,0 0 0,-14 15 0,-7 1-1512,-41 29-1,-88 45-9007,121-77 8164,-15 11-6146,4 2 3492,-4 4 2460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0.249"/>
    </inkml:context>
    <inkml:brush xml:id="br0">
      <inkml:brushProperty name="width" value="0.035" units="cm"/>
      <inkml:brushProperty name="height" value="0.035" units="cm"/>
    </inkml:brush>
  </inkml:definitions>
  <inkml:trace contextRef="#ctx0" brushRef="#br0">85 71 196,'-3'5'3084,"-7"0"8056,-4 1 3267,10 3-10471,5-2-3936,0 0 0,1 1 0,-1-1 0,1 0 0,1 0 0,0 0 0,-1 0 0,2-1 0,-1 1 0,1-1 0,0 0 0,1 0 0,-1 0 0,1-1 0,7 7 0,-7-7 0,0 1 0,1-2 0,0 1 0,0 0 0,0-1 0,1 0 0,-1-1 0,1 0 0,0 0 0,0 0 0,0 0 0,0-1 0,0-1 0,15 3 0,-17-5 0,1 1 0,-1-1 0,0-1 0,0 1 0,1-1 0,-1 1 0,0-1 0,-1-1 0,1 1 0,0-1 0,-1 0 0,1 0 0,-1 0 0,0-1 0,0 1 0,0-1 0,0 0 0,-1 0 0,0 0 0,1-1 0,-2 1 0,6-10 0,-5 9 0,0-1 0,-1-1 0,1 1 0,-1 0 0,0-1 0,-1 1 0,1-1 0,-1 1 0,0-1 0,-1 0 0,0 1 0,0-1 0,0 0 0,-1 1 0,0-1 0,-1 1 0,1-1 0,-3-6 0,3 10 0,0 0 0,0 0 0,-1-1 0,1 1 0,-1 0 0,1 0 0,-1 0 0,0 1 0,0-1 0,-1 0 0,1 1 0,0-1 0,-1 1 0,1 0 0,-1 0 0,0 0 0,0 0 0,0 0 0,0 1 0,0-1 0,0 1 0,-1 0 0,1 0 0,0 0 0,0 0 0,-1 0 0,-4 1 0,3-1 0,1 2 0,-1-1 0,0 0 0,0 1 0,1 0 0,-1 0 0,1 0 0,-1 1 0,1-1 0,0 1 0,-1 0 0,1 1 0,0-1 0,0 1 0,0-1 0,1 1 0,-1 0 0,1 1 0,-1-1 0,1 0 0,0 1 0,0 0 0,1 0 0,-1 0 0,1 0 0,-3 7 0,-5 12 0,1 0 0,0 1 0,-8 43 0,13-50 0,-95 572 0,95-557 0,1 0 0,1 0 0,1 0 0,2 0 0,7 39 0,-2-58-992,2-18-1604,6-27-5131,-11 24 4743,21-42-9119,7 3 7206,-5 16 3541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0.669"/>
    </inkml:context>
    <inkml:brush xml:id="br0">
      <inkml:brushProperty name="width" value="0.035" units="cm"/>
      <inkml:brushProperty name="height" value="0.035" units="cm"/>
    </inkml:brush>
  </inkml:definitions>
  <inkml:trace contextRef="#ctx0" brushRef="#br0">111 111 496,'-5'-18'28992,"0"31"-25717,-21 69-3275,3-10 0,-27 139 0,50-211 0,0 0 0,0 0 0,-1 0 0,1 1 0,0-1 0,0 0 0,0 0 0,0 0 0,0 1 0,0-1 0,0 0 0,-1 0 0,1 1 0,0-1 0,0 0 0,0 0 0,0 0 0,0 1 0,0-1 0,0 0 0,0 0 0,0 1 0,0-1 0,1 0 0,-1 0 0,0 1 0,0-1 0,0 0 0,0 0 0,0 0 0,0 1 0,0-1 0,0 0 0,1 0 0,-1 0 0,0 0 0,0 1 0,0-1 0,0 0 0,1 0 0,-1 0 0,0 0 0,0 0 0,0 0 0,1 1 0,8-11 0,7-20 0,29-79 0,56-124 0,-92 213 0,-7 14 0,0 1 0,1-1 0,-1 0 0,1 1 0,0 0 0,1 0 0,-1 0 0,1 0 0,0 0 0,0 1 0,1 0 0,-1 0 0,10-7 0,-12 11 0,0-1 0,0 1 0,-1 0 0,1 0 0,0-1 0,-1 1 0,1 0 0,0 1 0,0-1 0,-1 0 0,1 0 0,0 1 0,-1-1 0,1 1 0,0-1 0,-1 1 0,1 0 0,-1 0 0,1-1 0,-1 1 0,1 0 0,-1 1 0,0-1 0,1 0 0,-1 0 0,0 0 0,0 1 0,0-1 0,0 1 0,0-1 0,0 1 0,0-1 0,1 4 0,4 6 0,-1 1 0,0 0 0,4 16 0,-8-26 0,8 31 0,-1 1 0,-1 0 0,-3 1 0,0-1 0,-2 1 0,-2-1 0,-7 66 0,0-75-2547,6-23 1984,0 0-1,0 0 1,0 0-1,0 0 0,-1 0 1,1 0-1,-1 0 1,1 0-1,-1-1 1,0 1-1,1-1 1,-1 1-1,0-1 0,0 0 1,0 0-1,0 0 1,0 0-1,0 0 1,-1 0-1,1 0 0,0-1 1,-3 1-1,-11-5-14665,10 0 13198,4 2 3262,-13-9-2228</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0.825"/>
    </inkml:context>
    <inkml:brush xml:id="br0">
      <inkml:brushProperty name="width" value="0.035" units="cm"/>
      <inkml:brushProperty name="height" value="0.035" units="cm"/>
    </inkml:brush>
  </inkml:definitions>
  <inkml:trace contextRef="#ctx0" brushRef="#br0">6 71 672,'-6'-16'24025,"15"15"-20392,0 0-4210,35-6 5341,-31 5-4755,0-1 1,0-1-1,0 0 1,0 0 0,18-11-1,-15 8-2272,1 2-5311,-12 4 3939</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1.150"/>
    </inkml:context>
    <inkml:brush xml:id="br0">
      <inkml:brushProperty name="width" value="0.035" units="cm"/>
      <inkml:brushProperty name="height" value="0.035" units="cm"/>
    </inkml:brush>
  </inkml:definitions>
  <inkml:trace contextRef="#ctx0" brushRef="#br0">53 20 24,'-21'7'1115,"-11"7"20109,43-12-16357,2-1-2147,331 1-1223,706-17-181,-1023 12-1316,45-11 0,-9 1 0,-58 13-3237,-9 23-23777,-6-13 25913,-4 11-50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1.368"/>
    </inkml:context>
    <inkml:brush xml:id="br0">
      <inkml:brushProperty name="width" value="0.035" units="cm"/>
      <inkml:brushProperty name="height" value="0.035" units="cm"/>
    </inkml:brush>
  </inkml:definitions>
  <inkml:trace contextRef="#ctx0" brushRef="#br0">67 1 480,'-8'19'3023,"1"0"0,1 0-1,1 1 1,0 0 0,2 1 0,0-1-1,1 23 1,-1-11-1223,-17 207 5547,16-160-10244,3 1-5674,2-66 3758,2-8 287,23-14-7800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1.636"/>
    </inkml:context>
    <inkml:brush xml:id="br0">
      <inkml:brushProperty name="width" value="0.035" units="cm"/>
      <inkml:brushProperty name="height" value="0.035" units="cm"/>
    </inkml:brush>
  </inkml:definitions>
  <inkml:trace contextRef="#ctx0" brushRef="#br0">0 219 524,'4'4'1901,"0"1"-1,-1-1 1,0 1-1,0 0 1,0-1-1,-1 1 1,4 9-1,9 16 7679,-2-13-6274,-9-12-3170,1-1-1,0 1 1,0-1 0,0-1-1,1 1 1,-1-1 0,1 0 0,0 0-1,0-1 1,0 1 0,0-1-1,1-1 1,-1 1 0,0-1-1,1 0 1,-1-1 0,1 1-1,-1-1 1,1 0 0,12-3 0,-10 1-47,-1 0 0,1-1 0,0-1 0,-1 1 0,1-1 1,-1-1-1,0 1 0,-1-2 0,1 1 0,-1-1 0,0 0 0,0 0 1,-1-1-1,8-10 0,-6 6-88,0 0 0,-1-1 0,0 0 0,-1-1 0,-1 1 0,0-1 0,0 0 0,-2 0 0,1-1 0,1-18 0,-5 27 0,1 0 0,-1-1 0,0 1 0,-1-1 0,0 1 0,1 0 0,-2 0 0,1-1 0,0 1 0,-1 0 0,0 0 0,-5-8 0,5 10 0,-1-1 0,0 1 0,0 0 0,0 0 0,0 0 0,-1 0 0,1 0 0,-1 1 0,0-1 0,0 1 0,0 0 0,0 0 0,0 1 0,0-1 0,0 1 0,0 0 0,-7-1 0,-2 1-612,1 1 1,-1 0-1,1 1 1,0 1-1,-1-1 1,1 2-1,0 0 0,0 0 1,1 1-1,-14 7 1,12-6-684,-1 0 0,0 0 1,0-1-1,-1-1 0,-27 2 1,38-27-15737,4 21 16869,11-25-873</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1.934"/>
    </inkml:context>
    <inkml:brush xml:id="br0">
      <inkml:brushProperty name="width" value="0.035" units="cm"/>
      <inkml:brushProperty name="height" value="0.035" units="cm"/>
    </inkml:brush>
  </inkml:definitions>
  <inkml:trace contextRef="#ctx0" brushRef="#br0">70 64 468,'-27'-8'3500,"4"2"3945,5-2 8066,18 8-15447,0 0 1,0 0-1,0-1 0,-1 1 1,1 0-1,0 0 0,0 0 1,0 0-1,0 0 1,0 0-1,0-1 0,0 1 1,0 0-1,0 0 1,0 0-1,0 0 0,0 0 1,0 0-1,0-1 0,0 1 1,0 0-1,0 0 1,0 0-1,0 0 0,0 0 1,0-1-1,0 1 0,0 0 1,0 0-1,0 0 1,0 0-1,0 0 0,0 0 1,0-1-1,0 1 1,0 0-1,0 0 0,1 0 1,-1 0-1,0 0 0,0 0 1,0 0-1,0 0 1,0-1-1,0 1 0,0 0 1,1 0-1,-1 0 1,11-6 1693,12-3-832,9 2-926,0 2 0,0 0 0,0 3 0,0 1 0,57 4 0,-85-2-7,3-1-221,-1 0 1,1 1 0,-1 0 0,1 0 0,-1 0-1,9 4 1,-13-4 46,-1 0 0,1 0 1,-1 0-1,1 0 0,-1 0 0,1 0 0,-1 0 0,0 0 0,0 1 0,0-1 0,1 1 0,-1-1 1,-1 1-1,1-1 0,0 1 0,0-1 0,-1 1 0,1 0 0,0 0 0,-1-1 0,0 1 0,1 0 1,-1 0-1,0-1 0,0 1 0,0 0 0,0 0 0,-1 3 0,-6 40-15940,-5 1 8773,7-29 6417,-4 19-380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2.071"/>
    </inkml:context>
    <inkml:brush xml:id="br0">
      <inkml:brushProperty name="width" value="0.035" units="cm"/>
      <inkml:brushProperty name="height" value="0.035" units="cm"/>
    </inkml:brush>
  </inkml:definitions>
  <inkml:trace contextRef="#ctx0" brushRef="#br0">27 53 684,'-3'5'443,"-9"18"4127,10-19-2784,0-1-1,1 1 1,-1 0-1,1 0 0,0 0 1,-1 6-1,2-8-1174,0-1-1,0 1 0,0 0 1,0-1-1,0 1 1,1-1-1,-1 1 0,0-1 1,1 1-1,-1-1 1,1 1-1,0-1 0,-1 1 1,1-1-1,0 0 1,0 0-1,0 1 0,2 1 1,22 12 2359,-14-11-3441,1-1-1,-1 0 1,1-1 0,-1 0-1,1-1 1,0-1-1,0 1 1,-1-2 0,1 0-1,0 0 1,-1-1 0,18-5-1,-12 2-774,-1-1-1,1 0 0,-2-2 1,1 0-1,-1-1 0,0 0 1,24-20-1,1-4-8887,3 3 5211,-11 11 3546</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6.196"/>
    </inkml:context>
    <inkml:brush xml:id="br0">
      <inkml:brushProperty name="width" value="0.035" units="cm"/>
      <inkml:brushProperty name="height" value="0.035" units="cm"/>
    </inkml:brush>
  </inkml:definitions>
  <inkml:trace contextRef="#ctx0" brushRef="#br0">59 3 120,'0'0'83,"0"0"1,-1 0-1,1 0 1,0 0-1,0-1 1,0 1-1,0 0 0,0 0 1,0 0-1,0 0 1,0 0-1,0-1 1,0 1-1,-1 0 0,1 0 1,0 0-1,0 0 1,0 0-1,0 0 1,0 0-1,-1 0 0,1 0 1,0 0-1,0-1 1,0 1-1,0 0 1,0 0-1,-1 0 0,1 0 1,0 0-1,0 0 1,0 0-1,0 0 1,-1 0-1,1 0 0,0 0 1,0 1-1,0-1 1,0 0-1,-1 0 1,1 0-1,0 0 0,0 0 1,0 0-1,0 0 1,0 0-1,0 0 1,-1 0-1,1 1 0,0-1 1,0 0-1,-7 12 4741,-2 16 2342,-11 81 2544,9 2-5410,7 111-2026,9-98-2806,-2-65-3868,-2-1-8355,14-47-1898</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6.508"/>
    </inkml:context>
    <inkml:brush xml:id="br0">
      <inkml:brushProperty name="width" value="0.035" units="cm"/>
      <inkml:brushProperty name="height" value="0.035" units="cm"/>
    </inkml:brush>
  </inkml:definitions>
  <inkml:trace contextRef="#ctx0" brushRef="#br0">52 200 1112,'-17'19'13308,"6"4"-4296,9-18-8020,0 0 0,1 0 0,0 0 0,0 0 1,0 0-1,1 0 0,0 0 0,0 6 0,0-6-975,1 0 1,-1 0-1,1 0 0,0 1 1,1-1-1,0 0 0,-1-1 1,1 1-1,1 0 0,-1 0 1,1-1-1,0 1 0,0-1 1,0 0-1,0 0 0,1 0 1,0-1-1,0 1 0,0-1 1,0 0-1,0 0 0,1 0 1,-1 0-1,1-1 0,0 0 1,-1 0-1,1 0 0,8 1 1,-6-1-23,1-1 0,-1-1 0,0 1 0,0-1 1,1 0-1,-1-1 0,0 0 0,0 0 0,1-1 1,-1 1-1,0-1 0,0-1 0,-1 0 1,1 0-1,-1 0 0,1 0 0,-1-1 0,0 0 1,0-1-1,6-6 0,0 0 5,-1-2 0,0 1 0,-2-2 0,1 1 0,-1-1 0,-1-1 0,-1 1 0,0-1 0,-1-1 0,8-26 0,-13 34 0,0 1 0,0 0 0,0 0 0,-1 0 0,0-1 0,0 1 0,0 0 0,-1 0 0,-1 0 0,1 0 0,-5-12 0,4 14 0,-1 0 0,0 0 0,0-1 0,0 2 0,-1-1 0,0 0 0,0 1 0,0 0 0,0 0 0,-1 0 0,1 0 0,-1 1 0,0-1 0,0 1 0,-11-4 0,8 4 0,1 0 0,-1 1 0,0 0 0,0 1 0,0 0 0,0 0 0,0 0 0,0 1 0,0 0 0,0 1 0,1 0 0,-1 0 0,0 1 0,0 0 0,0 0 0,-11 5 0,6-1 0,1 0 0,-1 1 0,1 0 0,0 1 0,1 0 0,0 1 0,0 0 0,-15 19 0,15-13-2521,4 7-7317,7-21 9356,0 0 1,0 0 0,0 0 0,0 0 0,0 0 0,0 0 0,1 0 0,-1-1 0,0 1 0,1 0 0,-1 0 0,1 0 0,-1-1-1,1 1 1,-1 0 0,1 0 0,-1-1 0,1 1 0,0 0 0,-1-1 0,2 1 0,17 6-3365,38-4-1003,-24-5 3848</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6.828"/>
    </inkml:context>
    <inkml:brush xml:id="br0">
      <inkml:brushProperty name="width" value="0.035" units="cm"/>
      <inkml:brushProperty name="height" value="0.035" units="cm"/>
    </inkml:brush>
  </inkml:definitions>
  <inkml:trace contextRef="#ctx0" brushRef="#br0">1 86 16,'3'1'461,"-1"0"0,1 1 0,-1-1 0,1 1 0,-1 0 0,0 0 0,1 0 0,-1 0 0,0 0 0,0 1 0,-1-1 0,1 1 0,0-1-1,-1 1 1,1-1 0,-1 1 0,0 0 0,0 0 0,1 4 0,2 8 3857,-1 1-1,2 24 0,-2-12 907,0-15-4743,1 0 0,-1 0 1,2-1-1,0 1 1,0-1-1,14 22 1,-14-27-302,0 1 0,0-1 0,1 0 1,0 0-1,0 0 0,1-1 0,0 0 0,0 0 1,1 0-1,14 7 0,-15-10-180,0 0 0,0-1 0,0 0 0,0 0 0,0-1 0,1 0 0,-1 0 0,0-1 0,1 1 0,-1-2 0,1 1 0,-1-1 0,8-2 0,-4 0 0,0 0 0,-1-1 0,1-1 0,-1 1 0,0-2 0,-1 1 0,19-14 0,-12 5 0,0-1 0,-1 0 0,-1-1 0,0 0 0,-1-1 0,-1-1 0,0 0 0,13-29 0,-20 36 0,-1 1 0,0-1 0,0 0 0,-1 0 0,0 0 0,-1-1 0,1-20 0,-3 28 0,0 1 0,0-1 0,-1 0 0,0 0 0,1 0 0,-1 1 0,-1-1 0,1 0 0,0 1 0,-1-1 0,0 1 0,0-1 0,0 1 0,0 0 0,-1 0 0,1 0 0,-1 0 0,1 0 0,-1 1 0,0-1 0,0 1 0,-1 0 0,1 0 0,0 0 0,-1 0 0,-6-2 0,0 1 0,-1 0 0,-1 0 0,1 1 0,0 1 0,0-1 0,-1 2 0,1 0 0,-1 0 0,-19 4 0,-4 3 0,-62 18 0,53-12-2279,16-5-3420,-33 13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7.204"/>
    </inkml:context>
    <inkml:brush xml:id="br0">
      <inkml:brushProperty name="width" value="0.035" units="cm"/>
      <inkml:brushProperty name="height" value="0.035" units="cm"/>
    </inkml:brush>
  </inkml:definitions>
  <inkml:trace contextRef="#ctx0" brushRef="#br0">36 33 684,'-19'10'3846,"18"-10"-2944,-1 1-1,1 0 0,0 0 0,0 0 0,0 0 0,-1 1 0,1-1 0,0 0 1,0 0-1,1 1 0,-1-1 0,0 0 0,-1 3 0,2-3-389,0 0 1,0 0-1,0 0 0,0-1 0,-1 1 1,2 0-1,-1 0 0,0 0 0,0-1 0,0 1 1,0 0-1,0 0 0,1-1 0,-1 1 1,0 0-1,0 0 0,1-1 0,-1 1 0,1 0 1,0 1-1,1-1-26,0 1 0,0 0 0,-1-1 0,1 1 0,0-1 0,1 0 0,-1 0 0,0 0 0,5 2 0,48 15-486,1-3 0,1-2 0,0-2 0,76 4 0,236-9 0,132-28 0,-293 10 0,-143 10 0,-24 1 0,-1-1 0,0-2 0,54-13 0,-93 17 3,1-1 1,0 1-1,0-1 1,0 0-1,-1 1 0,1-1 1,0 0-1,-1 0 1,1 0-1,-1 0 0,1-1 1,-1 1-1,0 0 1,1-1-1,-1 1 1,0 0-1,0-1 0,0 0 1,0 1-1,0-1 1,0 0-1,-1 1 0,1-1 1,-1 0-1,1 0 1,-1 1-1,1-1 0,-1 0 1,0-3-1,0 2-26,0 0 0,0 1 0,-1-1-1,0 1 1,1-1 0,-1 1 0,0 0-1,0-1 1,0 1 0,0 0 0,0-1 0,-1 1-1,1 0 1,-1 0 0,1 0 0,-1 0-1,0 0 1,0 1 0,0-1 0,0 0 0,-2 0-1,-1-1-1503,0 0 0,0 0 0,0 1 0,-1 0 0,1 0 0,0 1-1,-1 0 1,1-1 0,-1 2 0,1-1 0,-1 1 0,-9 0 0,8 1-465,0 0 0,0 0 0,0 1 0,-13 5 0,-12 9 972,-9 7-242</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7.608"/>
    </inkml:context>
    <inkml:brush xml:id="br0">
      <inkml:brushProperty name="width" value="0.035" units="cm"/>
      <inkml:brushProperty name="height" value="0.035" units="cm"/>
    </inkml:brush>
  </inkml:definitions>
  <inkml:trace contextRef="#ctx0" brushRef="#br0">19 1 40,'-1'0'338,"-1"0"0,1 0 0,0-1-1,0 1 1,0 1 0,0-1 0,0 0 0,0 0 0,0 0-1,0 1 1,0-1 0,0 0 0,0 1 0,0-1 0,-2 2-1,3-2 49,4 8 9247,-4-8-9248,1 0 1,0 1-1,20 11 12407,-7-7-9441,13 5-3351,-1 1 0,-1 1 0,1 1 0,-2 1 0,0 1 0,-1 2 0,23 19 0,-40-29 0,0 0 0,0 1 0,-1-1 0,0 1 0,-1 0 0,0 0 0,0 1 0,0-1 0,-1 1 0,0-1 0,-1 1 0,0 0 0,-1 0 0,0 1 0,0-1 0,-1 0 0,0 0 0,0 0 0,-1 0 0,-4 18 0,-2 6 0,-2-1 0,-2-1 0,0 0 0,-24 42 0,33-67 0,0-2 0,0-1 0,0 1 0,0 0 0,1 0 0,0 0 0,-2 6 0,3-9 0,0 0 0,1 0 0,-1 0 0,0 0 0,0 0 0,0 0 0,1 0 0,-1 0 0,0 0 0,1 0 0,-1 0 0,1 0 0,-1-1 0,1 1 0,-1 0 0,1 0 0,0 0 0,-1-1 0,1 1 0,0 0 0,0 0 0,-1-1 0,1 1 0,0-1 0,0 1 0,0-1 0,0 1 0,0-1 0,0 0 0,1 1 0,10 3-551,0 0-1,1-1 1,-1 0-1,1-1 1,0 0 0,0-1-1,0 0 1,0-1 0,18-3-1,-10 0-1054,0-1-1,0-1 1,-1-1 0,0-1-1,20-9 1,-5-2-9721,-5 3 6760,-1 2 3142</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7.856"/>
    </inkml:context>
    <inkml:brush xml:id="br0">
      <inkml:brushProperty name="width" value="0.035" units="cm"/>
      <inkml:brushProperty name="height" value="0.035" units="cm"/>
    </inkml:brush>
  </inkml:definitions>
  <inkml:trace contextRef="#ctx0" brushRef="#br0">19 128 536,'-2'2'1721,"1"1"-1,-1-1 1,0 0 0,1 0 0,0 1-1,-1-1 1,1 1 0,0-1-1,0 1 1,1 0 0,-1-1-1,0 1 1,1 3 0,-2 22 5767,2-24-7452,0 1-1,0 0 0,1 0 0,0 0 1,-1-1-1,2 1 0,-1 0 0,1-1 1,-1 1-1,1-1 0,0 1 0,1-1 1,-1 0-1,1 0 0,0 0 0,0 0 1,0-1-1,0 1 0,1-1 0,0 0 1,-1 0-1,8 5 0,-6-6-43,0 0 1,0 0-1,0 0 0,0 0 1,1-1-1,-1 0 0,0 0 0,0 0 1,1-1-1,-1 0 0,1 0 1,-1 0-1,0 0 0,1-1 0,-1 0 1,0 0-1,1-1 0,-1 1 0,0-1 1,6-3-1,0-1 8,-1-1 0,1 0 0,-1-1 0,0 1 0,-1-2 0,0 0 0,0 0 0,-1 0 0,0-1 0,0 0 0,-1-1 0,-1 0 0,0 0 0,0 0 0,-1-1 0,0 1 0,3-16 0,-8 22 0,1 0 0,-1 0 0,0 0 0,0 0 0,-1 0 0,0 0 0,1 0 0,-2 0 0,1 1 0,0-1 0,-1 0 0,0 1 0,-4-8 0,4 10 0,1-1 0,-1 1 0,0-1 0,0 1 0,0 0 0,0 0 0,0 0 0,-1 0 0,1 0 0,-1 0 0,1 1 0,-1-1 0,1 1 0,-1 0 0,0 0 0,0 0 0,0 0 0,0 0 0,0 0 0,0 1 0,0 0 0,0-1 0,-5 1 0,0 1-1,-1 0 1,0 1-1,1 0 1,-1 1-1,1-1 0,0 1 1,0 1-1,0 0 0,-9 5 1,-6 7-431,-33 28-1,-4 3-1701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8.791"/>
    </inkml:context>
    <inkml:brush xml:id="br0">
      <inkml:brushProperty name="width" value="0.035" units="cm"/>
      <inkml:brushProperty name="height" value="0.035" units="cm"/>
    </inkml:brush>
  </inkml:definitions>
  <inkml:trace contextRef="#ctx0" brushRef="#br0">36 49 416,'-9'4'999,"-17"14"27577,36-20-25730,12-1-2959,249-45 152,-263 46-39,138-13 0,-124 14 0,0 1 0,0 1 0,1 1 0,33 7 0,-53-8-534,1 0 1,0 0-1,-1 0 1,1 1-1,-1-1 0,1 1 1,-1 0-1,0 0 1,1 0-1,-1 0 0,0 1 1,-1-1-1,1 1 1,3 4-1,-1 0-1461,-2-1 0,1 1 0,-1 0 1,0 0-1,4 15 0,-2-1-4804,-1 0 3391,-4-18 3129,6 24-1553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8.978"/>
    </inkml:context>
    <inkml:brush xml:id="br0">
      <inkml:brushProperty name="width" value="0.035" units="cm"/>
      <inkml:brushProperty name="height" value="0.035" units="cm"/>
    </inkml:brush>
  </inkml:definitions>
  <inkml:trace contextRef="#ctx0" brushRef="#br0">74 61 952,'-12'4'1414,"-22"8"6628,19-4 460,4 1 4198,10-8-12669,1-1 0,0 0-1,0 0 1,0 1 0,0-1-1,0 0 1,0 1 0,0-1-1,0 0 1,0 0-1,0 1 1,0-1 0,0 0-1,0 0 1,0 1 0,0-1-1,0 0 1,0 1 0,0-1-1,0 0 1,1 0 0,-1 1-1,0-1 1,0 0 0,0 0-1,0 1 1,1-1 0,-1 0-1,0 0 1,0 0 0,0 1-1,1-1 1,-1 0 0,0 0-1,0 0 1,1 0 0,-1 0-1,0 1 1,0-1 0,1 0-1,-1 0 1,0 0 0,0 0-1,1 0 1,-1 0 0,1 0-1,14 3-318,68-1 288,1-4 0,84-12 0,-73 4 0,14-1-3213,-78 6-819,46-13 1,-40-2-11701,-14 6 11967,4 0 2067</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9.301"/>
    </inkml:context>
    <inkml:brush xml:id="br0">
      <inkml:brushProperty name="width" value="0.035" units="cm"/>
      <inkml:brushProperty name="height" value="0.035" units="cm"/>
    </inkml:brush>
  </inkml:definitions>
  <inkml:trace contextRef="#ctx0" brushRef="#br0">72 41 1532,'-37'-20'7931,"19"10"799,1-1 4518,57 17-11926,6 9-1322,0 2 0,-1 3 0,-1 1 0,0 2 0,76 56 0,-118-77 0,186 150 0,-169-134 0,0 1 0,-1 1 0,-1 0 0,-1 1 0,-1 1 0,-1 1 0,11 24 0,-21-38 0,-1 1 0,0-1 0,-1 1 0,0 0 0,0 0 0,-1 0 0,-1 0 0,1 0 0,-2 0 0,1 0 0,-1 0 0,-1 0 0,-4 17 0,-5 7 0,-2 0 0,-24 47 0,26-60 0,-56 105 0,-145 201 0,197-306-1675,-27 28 0,31-38 75,-1 0 0,0 0 0,-1-1-1,0 0 1,0-2 0,-19 11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49.859"/>
    </inkml:context>
    <inkml:brush xml:id="br0">
      <inkml:brushProperty name="width" value="0.035" units="cm"/>
      <inkml:brushProperty name="height" value="0.035" units="cm"/>
    </inkml:brush>
  </inkml:definitions>
  <inkml:trace contextRef="#ctx0" brushRef="#br0">243 243 324,'-39'11'3753,"32"-7"-1625,0 0 1,0 0-1,1 0 0,0 1 1,-11 10-1,8-6 2077,0 1 1,-12 20-1,0 4-905,18-27-3300,0 0 0,0 0 0,0 0 0,1 0 0,0 0 0,1 1 0,-1-1 0,0 11 0,2-16 0,0 0 0,0 0 0,0 0 0,1 0 0,-1 0 0,0 0 0,1-1 0,-1 1 0,1 0 0,0 0 0,-1 0 0,1-1 0,0 1 0,0 0 0,0-1 0,0 1 0,0-1 0,1 1 0,-1-1 0,0 0 0,1 1 0,-1-1 0,1 0 0,-1 0 0,1 0 0,0 0 0,-1 0 0,1-1 0,0 1 0,0 0 0,0-1 0,-1 1 0,1-1 0,0 0 0,0 1 0,0-1 0,2 0 0,4-1 0,0 1 0,0-1 0,-1-1 0,1 1 0,-1-2 0,1 1 0,-1-1 0,0 0 0,0 0 0,0 0 0,0-1 0,0-1 0,-1 1 0,0-1 0,11-10 0,5-7 0,0 0 0,27-40 0,-30 36 0,-1-1 0,16-31 0,-27 44 0,-1 1 0,-1-1 0,0 0 0,0-1 0,-2 1 0,4-28 0,-7 38 0,1 1 0,-2-1 0,1 0 0,0 0 0,-1 1 0,0-1 0,0 0 0,0 1 0,0-1 0,-1 1 0,1-1 0,-1 1 0,0-1 0,0 1 0,0 0 0,0 0 0,-1 0 0,1 0 0,-1 1 0,0-1 0,0 1 0,1-1 0,-2 1 0,1 0 0,0 0 0,0 0 0,-1 1 0,1-1 0,-1 1 0,-4-1 0,2 0 0,0 0 0,0 1 0,0 0 0,0 0 0,0 1 0,0-1 0,0 1 0,0 1 0,0-1 0,0 1 0,0 0 0,0 0 0,0 1 0,1 0 0,-1 0 0,0 0 0,1 1 0,-8 4 0,0 4 0,1 0 0,0 1 0,1 0 0,0 1 0,1 0 0,0 1 0,1 0 0,1 0 0,0 1 0,-9 26 0,-3 14 0,-20 94 0,11-12 0,6 1 0,-4 146 0,26-225-1435,1-40-1064,23 10-23785,-21-28 25338,16 13-501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0.281"/>
    </inkml:context>
    <inkml:brush xml:id="br0">
      <inkml:brushProperty name="width" value="0.035" units="cm"/>
      <inkml:brushProperty name="height" value="0.035" units="cm"/>
    </inkml:brush>
  </inkml:definitions>
  <inkml:trace contextRef="#ctx0" brushRef="#br0">270 88 532,'-12'12'24242,"12"-6"-18527,0 2-3441,-4 9-2274,-1 0 0,0 0 0,-2 0 0,-12 23 0,-2 7 0,-130 261 0,105-227 0,56-112 0,9-12 0,21-64 0,-24 60 0,25-51 0,-16 48 0,50-71 0,-59 99 0,0 1 0,2 1 0,1 0 0,0 1 0,29-21 0,-47 38 0,2 0 0,-1 0 0,0 1 0,0-1 0,0 1 0,1 0 0,-1 0 0,1-1 0,-1 2 0,1-1 0,0 0 0,-1 0 0,1 1 0,-1-1 0,1 1 0,0 0 0,0 0 0,-1 0 0,1 0 0,0 1 0,-1-1 0,1 1 0,0-1 0,-1 1 0,1 0 0,4 2 0,-4 0 0,0-1 0,0 1 0,0 0 0,-1 0 0,1 0 0,-1 1 0,0-1 0,1 1 0,-2-1 0,1 1 0,0 0 0,-1-1 0,1 1 0,-1 0 0,0 0 0,-1 0 0,1 5 0,2 26 0,-2-1 0,-1 0 0,-1 1 0,-3-1 0,-12 58 0,12-73-1069,-1 0-1,0-1 1,-2 0-1,-15 32 1,20-45 683,-1-1 1,1 1 0,-1-1 0,0 0-1,0 0 1,0 0 0,-1 0 0,1-1-1,-1 0 1,0 1 0,0-1 0,0 0-1,-1-1 1,1 1 0,-1-1 0,1 0-1,-1 0 1,0 0 0,1-1 0,-1 0-1,0 1 1,0-2 0,-6 1 0,-4-1-10441,-15 0 5747,9-2 3474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0.453"/>
    </inkml:context>
    <inkml:brush xml:id="br0">
      <inkml:brushProperty name="width" value="0.035" units="cm"/>
      <inkml:brushProperty name="height" value="0.035" units="cm"/>
    </inkml:brush>
  </inkml:definitions>
  <inkml:trace contextRef="#ctx0" brushRef="#br0">25 358 304,'-6'-8'-486,"-1"0"3454,6 7-2346,0 1 0,1-1 0,-1 1 0,0-1 0,0 1 0,1-1 0,-1 1 0,1-1 0,-1 0 0,0 0 0,1 1 0,-1-1 0,1 0 0,-1 0 0,1 0 0,0 1 0,-1-1 0,1 0 0,0 0 0,0 0 0,0 0 0,-1 0 0,1 0 0,0 0 0,0 1 0,0-1 0,0 0 0,1 0 0,-1 0 0,0 0 0,0 0 0,0 0 0,1 0 0,-1 1 0,0-1 0,1 0 0,-1 0 0,1 0 0,-1 1 0,1-1 0,0 0 0,-1 0 0,1 1 0,-1-1 0,1 1 0,1-2 0,11-7-525,2 0 1,-1 0-1,1 1 1,0 1-1,0 1 1,1 0-1,0 1 1,26-5 0,40-15-233,20-19-3416,-79 32 1327,0-2 0,-1 0-1,0-2 1,23-20-1,-11 6-8661,2 2 5448,-12 11 3988</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0.702"/>
    </inkml:context>
    <inkml:brush xml:id="br0">
      <inkml:brushProperty name="width" value="0.035" units="cm"/>
      <inkml:brushProperty name="height" value="0.035" units="cm"/>
    </inkml:brush>
  </inkml:definitions>
  <inkml:trace contextRef="#ctx0" brushRef="#br0">4 58 80,'0'-1'136,"0"1"1,0 0-1,-1 0 0,1 0 1,0-1-1,0 1 0,-1 0 1,1 0-1,0-1 0,0 1 1,0 0-1,-1-1 0,1 1 1,0 0-1,0-1 0,0 1 1,0 0-1,0-1 0,0 1 1,0 0-1,0-1 0,0 1 1,0 0-1,0-1 0,0 1 0,0 0 1,0-1-1,0 1 0,0 0 1,0-1-1,0 1 0,0 0 1,0-1-1,1 1 0,-1 0 1,0 0-1,0-1 0,0 1 1,1 0-1,-1-1 0,17-9 10977,10 2 1555,-15 6-9355,203-16-3313,-109 12 0,-89 7-2499,-16-1 1947,0 0 1,0 1-1,-1-1 1,1 0-1,0 1 0,0-1 1,-1 0-1,1 1 1,0-1-1,0 1 0,-1 0 1,1-1-1,-1 1 0,1 0 1,0-1-1,-1 1 1,1 1-1,0 1-1227,0 0-1,0 0 1,0 1-1,-1-1 1,1 0-1,-1 0 1,0 1-1,0 3 1,0-2 1123,0 22-2016</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0.888"/>
    </inkml:context>
    <inkml:brush xml:id="br0">
      <inkml:brushProperty name="width" value="0.035" units="cm"/>
      <inkml:brushProperty name="height" value="0.035" units="cm"/>
    </inkml:brush>
  </inkml:definitions>
  <inkml:trace contextRef="#ctx0" brushRef="#br0">109 1 440,'-18'16'986,"-11"9"1926,2 3 3861,21-22-2155,1 1 1,0 0 0,-8 14 0,12-20-4537,1 0 0,-1 0 0,0 1 0,1-1 0,-1 0 0,1 1 0,-1-1 0,1 1 0,0-1 0,0 0 0,0 1 0,0-1 0,0 1 0,0-1 0,0 1 0,0-1 0,0 0 0,1 1 1,-1-1-1,0 1 0,1-1 0,-1 0 0,2 2 0,-1-1-11,1 0 0,0-1 1,-1 1-1,1 0 1,0-1-1,0 0 1,0 1-1,0-1 0,0 0 1,0 0-1,0 0 1,4 1-1,7 1-15,-1 0 0,1-1 0,-1 0 0,14-1 0,16-1-56,0-2 0,60-12 0,-23 4 0,-62 7-761,-14 2 32,-1 1 0,1-1 0,0 1 0,0 0 0,0 0 0,0 0 0,6 1 0,-8-1 369,0 1 0,0-1 0,0 1-1,0 0 1,0-1 0,0 1 0,0 0 0,0 0 0,0 0 0,0 0 0,0 0-1,-1 0 1,1 0 0,0 0 0,-1 0 0,1 0 0,-1 0 0,1 0-1,-1 0 1,0 0 0,1 1 0,-1 1 0,8 18-9121,3-1 4526,6 4 2292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4.486"/>
    </inkml:context>
    <inkml:brush xml:id="br0">
      <inkml:brushProperty name="width" value="0.035" units="cm"/>
      <inkml:brushProperty name="height" value="0.035" units="cm"/>
    </inkml:brush>
  </inkml:definitions>
  <inkml:trace contextRef="#ctx0" brushRef="#br0">591 0 396,'-42'2'4190,"-57"12"17560,43-5-15323,24-5-6427,12-2 0,-1 0 0,1 2 0,0 0 0,0 1 0,0 1 0,1 1 0,0 1 0,-19 10 0,9-3 0,19-10 0,1-1 0,0 2 0,0-1 0,-15 14 0,22-18 0,0 1 0,0 1 0,0-1 0,1 0 0,-1 0 0,1 0 0,-1 1 0,1-1 0,0 1 0,0-1 0,0 1 0,0 0 0,0-1 0,1 1 0,-1 0 0,1-1 0,0 1 0,0 0 0,0 0 0,0-1 0,0 1 0,1 0 0,0 4 0,6 33 0,-2-1 0,-2 1 0,-2 0 0,-6 69 0,0 8 0,5-111 0,0 0 0,1 0 0,-1 0 0,1 0 0,0 0 0,1 0 0,-1 0 0,1-1 0,0 1 0,1-1 0,-1 1 0,1-1 0,0 0 0,0 0 0,1 0 0,5 6 0,2-1 0,0-1 0,1-1 0,0 1 0,0-2 0,23 11 0,-30-16 0,-1 0 0,0 1 0,0-1 0,0 1 0,0 0 0,0 0 0,0 0 0,-1 1 0,0-1 0,0 1 0,0 0 0,0 0 0,0 0 0,-1 0 0,0 0 0,0 1 0,0-1 0,0 1 0,-1-1 0,1 1 0,-1 0 0,0 0 0,-1-1 0,1 1 0,-1 0 0,0 0 0,0 0 0,-1 0 0,1-1 0,-1 1 0,0 0 0,-1 0 0,1-1 0,-1 1 0,0-1 0,-2 5 0,2-4 0,0 0 0,0-1 0,-1 1 0,1-1 0,-1 0 0,0 0 0,-1 0 0,1 0 0,-1 0 0,1-1 0,-1 1 0,0-1 0,-7 4 0,7-5 0,0-1 0,0 0 0,0 0 0,0 0 0,0 0 0,0-1 0,0 0 0,0 1 0,-1-2 0,1 1 0,0 0 0,0-1 0,0 0 0,0 0 0,0 0 0,0 0 0,-5-3 0,-41-22-3954,-16-26-8103</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4.859"/>
    </inkml:context>
    <inkml:brush xml:id="br0">
      <inkml:brushProperty name="width" value="0.035" units="cm"/>
      <inkml:brushProperty name="height" value="0.035" units="cm"/>
    </inkml:brush>
  </inkml:definitions>
  <inkml:trace contextRef="#ctx0" brushRef="#br0">139 0 1036,'-41'27'4025,"34"-21"-1951,0 0 0,0 1 0,1 0 0,0 0 0,-7 12-1,7-8 954,0 0 0,1 0 0,-7 21 0,1 16 124,6-16-3151,1 1 0,1 0 0,5 64 0,-1-78 0,2 0 0,0-1 0,1 0 0,1 0 0,0 0 0,2 0 0,0-1 0,13 24 0,-17-36 0,0-1 0,-1 0 0,2 0 0,-1 0 0,0 0 0,1-1 0,-1 1 0,1-1 0,0 0 0,0 0 0,0-1 0,1 1 0,-1-1 0,1 0 0,-1 0 0,7 2 0,-7-3 0,0-1 0,1 1 0,-1-1 0,0 0 0,1 0 0,-1-1 0,0 1 0,0-1 0,1 0 0,-1 0 0,0 0 0,0-1 0,0 1 0,0-1 0,0 0 0,-1 0 0,1-1 0,-1 1 0,4-3 0,10-9 0,-1-1 0,-1 0 0,-1-1 0,0-1 0,-1 0 0,-1 0 0,0-2 0,-2 1 0,0-1 0,-1-1 0,-1 0 0,0 0 0,-2-1 0,6-31 0,-12 47 0,1 1 0,-1-1 0,-1 0 0,1 0 0,-1 1 0,0-1 0,0 0 0,0 1 0,0-1 0,-1 1 0,0-1 0,0 1 0,0 0 0,0 0 0,-1 0 0,0 0 0,0 0 0,0 1 0,0-1 0,0 1 0,-1 0 0,1-1 0,-9-3 0,6 3 0,-1 0 0,1 0 0,-1 1 0,0 0 0,0 1 0,0 0 0,0 0 0,-1 0 0,1 1 0,0 0 0,-1 0 0,1 1 0,-1 0 0,-9 1 0,-145 30-1427,159-30-1220,-1 0 3814,0 0-1961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6.369"/>
    </inkml:context>
    <inkml:brush xml:id="br0">
      <inkml:brushProperty name="width" value="0.035" units="cm"/>
      <inkml:brushProperty name="height" value="0.035" units="cm"/>
    </inkml:brush>
  </inkml:definitions>
  <inkml:trace contextRef="#ctx0" brushRef="#br0">550 0 284,'3'7'2920,"-8"5"6777,5-11-8806,-1 0-1,0 0 0,1 0 1,-1 0-1,1 0 1,0 0-1,-1 0 0,1 1 1,0-1-1,-1 0 1,1 0-1,0 0 1,0 0-1,0 0 0,0 1 1,0-1-1,0 0 1,1 0-1,-1 2 1,2 10 913,-2-13-1798,0 0 0,0 1 0,-1-1 0,1 0 0,0 0 0,0 0 0,0 1 0,-1-1 0,1 0 0,0 0-1,0 0 1,0 0 0,-1 0 0,1 1 0,0-1 0,-1 0 0,1 0 0,0 0 0,0 0 0,-1 0 0,1 0 0,0 0 0,0 0-1,-1 0 1,1 0 0,0 0 0,-1 0 0,1 0 0,0 0 0,0 0 0,-1 0 0,1 0 0,0-1 0,0 1 0,-1 0-1,1 0 1,0 0 0,0 0 0,0 0 0,-1-1 0,1 1 0,-29 23-6,16-21 0,-1 0 0,1-1 0,-1 0 0,0-1 0,1-1 0,-1 0 0,-18-5 0,-40-1 0,56 7 0,1 1 0,-1 0 0,1 1 0,0 1 0,0 0 0,0 1 0,0 1 0,-17 7 0,25-8 0,1-1 0,-1 1 0,1 0 0,0 0 0,0 1 0,1 0 0,-1 0 0,1 0 0,0 1 0,0-1 0,1 1 0,-1 0 0,1 1 0,1-1 0,-1 1 0,1 0 0,0 0 0,1 0 0,-2 7 0,1 5 0,0-1 0,1 1 0,1 0 0,1 0 0,1 0 0,1-1 0,0 1 0,1 0 0,1-1 0,11 31 0,-3-17 0,2 0 0,1-1 0,1-1 0,1 0 0,22 27 0,-24-39 0,0-1 0,2-1 0,0-1 0,26 19 0,29 27 0,-68-57 0,-1-1 0,0 1 0,0 0 0,0 0 0,0 0 0,-1 0 0,0 1 0,0-1 0,0 1 0,0-1 0,-1 1 0,1 0 0,-1 0 0,0-1 0,0 8 0,-1-4 0,-1-1 0,1 1 0,-1-1 0,-1 0 0,1 1 0,-1-1 0,0 0 0,-1 0 0,-5 10 0,3-6 0,-1-1 0,-1 0 0,0 0 0,0-1 0,-1 1 0,0-2 0,0 1 0,-1-1 0,0-1 0,-1 1 0,0-1 0,-17 8 0,21-12 0,-1-1 0,1 0 0,-1-1 0,0 0 0,1 0 0,-1 0 0,0-1 0,0 0 0,1 0 0,-1-1 0,0 0 0,1 0 0,-1 0 0,0-1 0,1 0 0,0 0 0,-1-1 0,1 0 0,0 0 0,-5-4 0,0 1 0,0-1 0,1-1 0,1 0 0,-1 0 0,1-1 0,0 0 0,1-1 0,0 1 0,-11-21 0,7 3-3126,11 23 1848,1 0-1,-1 0 1,0 1-1,1-1 0,0 0 1,0 0-1,0 0 1,0 0-1,1 0 0,-1 1 1,1-1-1,0 0 1,0 0-1,0 1 0,1-1 1,-1 1-1,4-6 1,19-18-3746,-1 6 3649</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37:56.712"/>
    </inkml:context>
    <inkml:brush xml:id="br0">
      <inkml:brushProperty name="width" value="0.035" units="cm"/>
      <inkml:brushProperty name="height" value="0.035" units="cm"/>
    </inkml:brush>
  </inkml:definitions>
  <inkml:trace contextRef="#ctx0" brushRef="#br0">144 1 696,'-4'3'2065,"1"1"0,0 0 0,0 0 0,0 0 0,1 1 0,0-1 0,0 1 0,0-1 0,-3 9 0,-2 18 5083,1-3-3640,6-27-3448,-8 49 232,2 0 0,0 74 0,7-97-317,1 0 0,1 0 0,1 0 0,2 0 0,0-1 0,13 32 0,-17-52 25,0-1 0,1 1 0,0-1 0,0 0 0,0 0 0,0 0 0,1 0 0,0 0 0,0-1 0,0 1 0,6 3 0,-8-7 0,1 1 0,0 0 0,0-1 0,0 0 0,0 0 0,0 0 0,0 0 0,0 0 0,0-1 0,0 1 0,1-1 0,-1 0 0,0 0 0,0 0 0,0 0 0,1-1 0,-1 1 0,0-1 0,0 0 0,0 1 0,6-4 0,2-1 0,0-1 0,0-1 0,-1 0 0,0 0 0,0-1 0,0 0 0,-1 0 0,-1-1 0,1-1 0,-1 1 0,-1-1 0,0-1 0,7-13 0,-4 6 0,-1 0 0,-1-1 0,-1 0 0,-1-1 0,0 1 0,-1-1 0,2-29 0,-6 40 0,-1 1 0,-1-1 0,1 0 0,-1 0 0,-1 1 0,0-1 0,0 1 0,0-1 0,-1 1 0,-1 0 0,1 0 0,-1 0 0,-1 0 0,1 1 0,-11-12 0,12 15 0,0 0 0,0 1 0,-1 0 0,1 0 0,-1 0 0,0 0 0,0 0 0,0 1 0,0-1 0,-1 1 0,1 0 0,-1 1 0,1-1 0,-1 1 0,0 0 0,1 0 0,-1 0 0,0 1 0,0-1 0,1 1 0,-1 0 0,0 1 0,0-1 0,0 1 0,1 0 0,-1 0 0,0 1 0,1-1 0,-9 5 0,-5 5-209,0 0-1,0 2 1,1 0 0,0 1-1,1 1 1,1 0-1,-18 24 1,14-17-1154,-1 0 1,-37 30-1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70C6-0EB6-AB4C-B6F2-DFBA4991C1ED}" type="datetimeFigureOut">
              <a:rPr lang="en-US" smtClean="0"/>
              <a:t>4/12/2025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E6A36-EFE3-384E-8CE4-826E10130968}" type="slidenum">
              <a:rPr lang="en-US" smtClean="0"/>
              <a:t>‹#›</a:t>
            </a:fld>
            <a:endParaRPr lang="en-US"/>
          </a:p>
        </p:txBody>
      </p:sp>
    </p:spTree>
    <p:extLst>
      <p:ext uri="{BB962C8B-B14F-4D97-AF65-F5344CB8AC3E}">
        <p14:creationId xmlns:p14="http://schemas.microsoft.com/office/powerpoint/2010/main" val="7806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4" name="Rectangl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D3BF3-D352-46FC-8343-31F56E6730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Important note: we are evaluating the company at t=0, immediately after D(0) is paid.</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5</a:t>
            </a:fld>
            <a:endParaRPr lang="en-US"/>
          </a:p>
        </p:txBody>
      </p:sp>
    </p:spTree>
    <p:extLst>
      <p:ext uri="{BB962C8B-B14F-4D97-AF65-F5344CB8AC3E}">
        <p14:creationId xmlns:p14="http://schemas.microsoft.com/office/powerpoint/2010/main" val="2168978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a:r>
            <a:r>
              <a:rPr lang="en-US" baseline="-25000" dirty="0"/>
              <a:t>0</a:t>
            </a:r>
            <a:r>
              <a:rPr lang="en-US" baseline="0" dirty="0"/>
              <a:t>/k</a:t>
            </a:r>
            <a:endParaRPr lang="en-US" dirty="0"/>
          </a:p>
          <a:p>
            <a:r>
              <a:rPr lang="en-US" dirty="0"/>
              <a:t>larger/lower/higher</a:t>
            </a:r>
          </a:p>
        </p:txBody>
      </p:sp>
      <p:sp>
        <p:nvSpPr>
          <p:cNvPr id="4" name="Slide Number Placeholder 3"/>
          <p:cNvSpPr>
            <a:spLocks noGrp="1"/>
          </p:cNvSpPr>
          <p:nvPr>
            <p:ph type="sldNum" sz="quarter" idx="5"/>
          </p:nvPr>
        </p:nvSpPr>
        <p:spPr/>
        <p:txBody>
          <a:bodyPr/>
          <a:lstStyle/>
          <a:p>
            <a:fld id="{C65E6A36-EFE3-384E-8CE4-826E10130968}" type="slidenum">
              <a:rPr lang="en-US" smtClean="0"/>
              <a:t>6</a:t>
            </a:fld>
            <a:endParaRPr lang="en-US"/>
          </a:p>
        </p:txBody>
      </p:sp>
    </p:spTree>
    <p:extLst>
      <p:ext uri="{BB962C8B-B14F-4D97-AF65-F5344CB8AC3E}">
        <p14:creationId xmlns:p14="http://schemas.microsoft.com/office/powerpoint/2010/main" val="319914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P</a:t>
            </a:r>
            <a:r>
              <a:rPr lang="en-US" baseline="-25000" dirty="0"/>
              <a:t>1</a:t>
            </a:r>
            <a:r>
              <a:rPr lang="en-US" baseline="0" dirty="0"/>
              <a:t>=D</a:t>
            </a:r>
            <a:r>
              <a:rPr lang="en-US" baseline="-25000" dirty="0"/>
              <a:t>2 </a:t>
            </a:r>
            <a:r>
              <a:rPr lang="en-US" baseline="0" dirty="0"/>
              <a:t>/ (k-g)</a:t>
            </a:r>
          </a:p>
          <a:p>
            <a:r>
              <a:rPr lang="en-US" baseline="0" dirty="0"/>
              <a:t>k</a:t>
            </a:r>
            <a:endParaRPr lang="en-US" dirty="0"/>
          </a:p>
        </p:txBody>
      </p:sp>
      <p:sp>
        <p:nvSpPr>
          <p:cNvPr id="4" name="Slide Number Placeholder 3"/>
          <p:cNvSpPr>
            <a:spLocks noGrp="1"/>
          </p:cNvSpPr>
          <p:nvPr>
            <p:ph type="sldNum" sz="quarter" idx="5"/>
          </p:nvPr>
        </p:nvSpPr>
        <p:spPr/>
        <p:txBody>
          <a:bodyPr/>
          <a:lstStyle/>
          <a:p>
            <a:fld id="{C65E6A36-EFE3-384E-8CE4-826E10130968}" type="slidenum">
              <a:rPr lang="en-US" smtClean="0"/>
              <a:t>7</a:t>
            </a:fld>
            <a:endParaRPr lang="en-US"/>
          </a:p>
        </p:txBody>
      </p:sp>
    </p:spTree>
    <p:extLst>
      <p:ext uri="{BB962C8B-B14F-4D97-AF65-F5344CB8AC3E}">
        <p14:creationId xmlns:p14="http://schemas.microsoft.com/office/powerpoint/2010/main" val="1049986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P</a:t>
            </a:r>
            <a:r>
              <a:rPr lang="en-US" baseline="-25000" dirty="0"/>
              <a:t>1</a:t>
            </a:r>
            <a:r>
              <a:rPr lang="en-US" baseline="0" dirty="0"/>
              <a:t>=D</a:t>
            </a:r>
            <a:r>
              <a:rPr lang="en-US" baseline="-25000" dirty="0"/>
              <a:t>2 </a:t>
            </a:r>
            <a:r>
              <a:rPr lang="en-US" baseline="0" dirty="0"/>
              <a:t>/ (k-g)</a:t>
            </a:r>
          </a:p>
          <a:p>
            <a:r>
              <a:rPr lang="en-US" baseline="0" dirty="0"/>
              <a:t>k</a:t>
            </a:r>
            <a:endParaRPr lang="en-US" dirty="0"/>
          </a:p>
          <a:p>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8</a:t>
            </a:fld>
            <a:endParaRPr lang="en-US"/>
          </a:p>
        </p:txBody>
      </p:sp>
    </p:spTree>
    <p:extLst>
      <p:ext uri="{BB962C8B-B14F-4D97-AF65-F5344CB8AC3E}">
        <p14:creationId xmlns:p14="http://schemas.microsoft.com/office/powerpoint/2010/main" val="2769000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9</a:t>
            </a:fld>
            <a:endParaRPr lang="en-US"/>
          </a:p>
        </p:txBody>
      </p:sp>
    </p:spTree>
    <p:extLst>
      <p:ext uri="{BB962C8B-B14F-4D97-AF65-F5344CB8AC3E}">
        <p14:creationId xmlns:p14="http://schemas.microsoft.com/office/powerpoint/2010/main" val="1697725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10</a:t>
            </a:fld>
            <a:endParaRPr lang="en-US"/>
          </a:p>
        </p:txBody>
      </p:sp>
    </p:spTree>
    <p:extLst>
      <p:ext uri="{BB962C8B-B14F-4D97-AF65-F5344CB8AC3E}">
        <p14:creationId xmlns:p14="http://schemas.microsoft.com/office/powerpoint/2010/main" val="1531273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11</a:t>
            </a:fld>
            <a:endParaRPr lang="en-US"/>
          </a:p>
        </p:txBody>
      </p:sp>
    </p:spTree>
    <p:extLst>
      <p:ext uri="{BB962C8B-B14F-4D97-AF65-F5344CB8AC3E}">
        <p14:creationId xmlns:p14="http://schemas.microsoft.com/office/powerpoint/2010/main" val="728401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12</a:t>
            </a:fld>
            <a:endParaRPr lang="en-US"/>
          </a:p>
        </p:txBody>
      </p:sp>
    </p:spTree>
    <p:extLst>
      <p:ext uri="{BB962C8B-B14F-4D97-AF65-F5344CB8AC3E}">
        <p14:creationId xmlns:p14="http://schemas.microsoft.com/office/powerpoint/2010/main" val="867998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indent="0">
              <a:buNone/>
            </a:pPr>
            <a:r>
              <a:rPr lang="en-US" dirty="0">
                <a:cs typeface="Tw Cen MT"/>
              </a:rPr>
              <a:t>What is EPS: earnings per</a:t>
            </a:r>
            <a:r>
              <a:rPr lang="en-US" baseline="0" dirty="0">
                <a:cs typeface="Tw Cen MT"/>
              </a:rPr>
              <a:t> share</a:t>
            </a:r>
            <a:endParaRPr lang="en-US" dirty="0">
              <a:cs typeface="Tw Cen MT"/>
            </a:endParaRPr>
          </a:p>
          <a:p>
            <a:pPr marL="0" indent="0">
              <a:buNone/>
            </a:pPr>
            <a:r>
              <a:rPr lang="en-US" dirty="0">
                <a:cs typeface="Tw Cen MT"/>
              </a:rPr>
              <a:t>What is Book value? The net worth of a company as reported on its balance sheet</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13</a:t>
            </a:fld>
            <a:endParaRPr lang="en-US"/>
          </a:p>
        </p:txBody>
      </p:sp>
    </p:spTree>
    <p:extLst>
      <p:ext uri="{BB962C8B-B14F-4D97-AF65-F5344CB8AC3E}">
        <p14:creationId xmlns:p14="http://schemas.microsoft.com/office/powerpoint/2010/main" val="3086066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indent="0">
              <a:buNone/>
            </a:pPr>
            <a:r>
              <a:rPr lang="en-US" dirty="0">
                <a:cs typeface="Tw Cen MT"/>
              </a:rPr>
              <a:t>What is EPS: earnings per</a:t>
            </a:r>
            <a:r>
              <a:rPr lang="en-US" baseline="0" dirty="0">
                <a:cs typeface="Tw Cen MT"/>
              </a:rPr>
              <a:t> share</a:t>
            </a:r>
            <a:endParaRPr lang="en-US" dirty="0">
              <a:cs typeface="Tw Cen MT"/>
            </a:endParaRPr>
          </a:p>
          <a:p>
            <a:pPr marL="0" indent="0">
              <a:buNone/>
            </a:pPr>
            <a:r>
              <a:rPr lang="en-US" dirty="0">
                <a:cs typeface="Tw Cen MT"/>
              </a:rPr>
              <a:t>What is Book value? The net worth of a company as reported on its balance sheet</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14</a:t>
            </a:fld>
            <a:endParaRPr lang="en-US"/>
          </a:p>
        </p:txBody>
      </p:sp>
    </p:spTree>
    <p:extLst>
      <p:ext uri="{BB962C8B-B14F-4D97-AF65-F5344CB8AC3E}">
        <p14:creationId xmlns:p14="http://schemas.microsoft.com/office/powerpoint/2010/main" val="1012914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04C66-7CEF-4B2A-C394-8B44E5311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C7062-53B2-DD53-291C-F74C4EFCB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D0810-9DD1-2BD0-7028-8789A921B7AA}"/>
              </a:ext>
            </a:extLst>
          </p:cNvPr>
          <p:cNvSpPr>
            <a:spLocks noGrp="1"/>
          </p:cNvSpPr>
          <p:nvPr>
            <p:ph type="body" idx="1"/>
          </p:nvPr>
        </p:nvSpPr>
        <p:spPr/>
        <p:txBody>
          <a:bodyPr/>
          <a:lstStyle/>
          <a:p>
            <a:endParaRPr lang="en-US" dirty="0"/>
          </a:p>
          <a:p>
            <a:pPr marL="0" indent="0">
              <a:buNone/>
            </a:pPr>
            <a:r>
              <a:rPr lang="en-US" dirty="0">
                <a:cs typeface="Tw Cen MT"/>
              </a:rPr>
              <a:t>What is EPS: earnings per</a:t>
            </a:r>
            <a:r>
              <a:rPr lang="en-US" baseline="0" dirty="0">
                <a:cs typeface="Tw Cen MT"/>
              </a:rPr>
              <a:t> share</a:t>
            </a:r>
            <a:endParaRPr lang="en-US" dirty="0">
              <a:cs typeface="Tw Cen MT"/>
            </a:endParaRPr>
          </a:p>
          <a:p>
            <a:pPr marL="0" indent="0">
              <a:buNone/>
            </a:pPr>
            <a:r>
              <a:rPr lang="en-US" dirty="0">
                <a:cs typeface="Tw Cen MT"/>
              </a:rPr>
              <a:t>What is Book value? The net worth of a company as reported on its balance sheet</a:t>
            </a:r>
          </a:p>
          <a:p>
            <a:endParaRPr lang="en-SG" dirty="0"/>
          </a:p>
        </p:txBody>
      </p:sp>
      <p:sp>
        <p:nvSpPr>
          <p:cNvPr id="4" name="Slide Number Placeholder 3">
            <a:extLst>
              <a:ext uri="{FF2B5EF4-FFF2-40B4-BE49-F238E27FC236}">
                <a16:creationId xmlns:a16="http://schemas.microsoft.com/office/drawing/2014/main" id="{B63620CF-DF8F-4CBE-2E07-3775E0BE16A7}"/>
              </a:ext>
            </a:extLst>
          </p:cNvPr>
          <p:cNvSpPr>
            <a:spLocks noGrp="1"/>
          </p:cNvSpPr>
          <p:nvPr>
            <p:ph type="sldNum" sz="quarter" idx="5"/>
          </p:nvPr>
        </p:nvSpPr>
        <p:spPr/>
        <p:txBody>
          <a:bodyPr/>
          <a:lstStyle/>
          <a:p>
            <a:fld id="{C65E6A36-EFE3-384E-8CE4-826E10130968}" type="slidenum">
              <a:rPr lang="en-US" smtClean="0"/>
              <a:t>15</a:t>
            </a:fld>
            <a:endParaRPr lang="en-US"/>
          </a:p>
        </p:txBody>
      </p:sp>
    </p:spTree>
    <p:extLst>
      <p:ext uri="{BB962C8B-B14F-4D97-AF65-F5344CB8AC3E}">
        <p14:creationId xmlns:p14="http://schemas.microsoft.com/office/powerpoint/2010/main" val="2151682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16</a:t>
            </a:fld>
            <a:endParaRPr lang="en-US"/>
          </a:p>
        </p:txBody>
      </p:sp>
    </p:spTree>
    <p:extLst>
      <p:ext uri="{BB962C8B-B14F-4D97-AF65-F5344CB8AC3E}">
        <p14:creationId xmlns:p14="http://schemas.microsoft.com/office/powerpoint/2010/main" val="997784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17</a:t>
            </a:fld>
            <a:endParaRPr lang="en-US"/>
          </a:p>
        </p:txBody>
      </p:sp>
    </p:spTree>
    <p:extLst>
      <p:ext uri="{BB962C8B-B14F-4D97-AF65-F5344CB8AC3E}">
        <p14:creationId xmlns:p14="http://schemas.microsoft.com/office/powerpoint/2010/main" val="264580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18</a:t>
            </a:fld>
            <a:endParaRPr lang="en-US"/>
          </a:p>
        </p:txBody>
      </p:sp>
    </p:spTree>
    <p:extLst>
      <p:ext uri="{BB962C8B-B14F-4D97-AF65-F5344CB8AC3E}">
        <p14:creationId xmlns:p14="http://schemas.microsoft.com/office/powerpoint/2010/main" val="2092161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DDC1-F938-39E6-B3F4-EE600A5A00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310E25C-DA30-F293-094D-6C39E109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DFDE2F-3C96-91B6-5144-86EF252C9221}"/>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D930E73F-BD8A-1A31-E1EA-8D0C5BAD9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404F0-4178-CE82-D356-35F161479C3B}"/>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9111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3162-2B14-4CA9-34B5-4C54D72AC02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AE6F61-CB65-7BDF-539B-E50D55B140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A6BF6-4C90-201F-92CF-20B243068639}"/>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7CF38521-5721-D7E9-C5BD-1A005E7D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A9494-39DF-3752-31D7-E1A2FF29F375}"/>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300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C542-42B3-DEF2-8D99-F6F5CFA91C5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43B492-7744-AEE7-3E0D-9B0B34D5BB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49855A-1C3C-BCAF-BA93-EFB9556B35E9}"/>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D0A5939B-A777-DBE7-E457-B3D5F6941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F3945-DAEF-EC24-6450-36E53556C748}"/>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09931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2EDA-922E-3FB8-D74A-041F33CF58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26B4D5-9E31-2CBB-683F-631D34E8B2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8D82937-D4A7-B2A4-73BE-97B71BF772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7BE170-5ED5-DBDC-9598-3BC575CCC857}"/>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6" name="Footer Placeholder 5">
            <a:extLst>
              <a:ext uri="{FF2B5EF4-FFF2-40B4-BE49-F238E27FC236}">
                <a16:creationId xmlns:a16="http://schemas.microsoft.com/office/drawing/2014/main" id="{45A24D56-BF9A-22ED-C2A7-99F5991BA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E357D-6133-6A46-144D-403593448CB4}"/>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7844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133A-AC9A-D625-3179-1A32B69871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6DEC2B-4EC1-0AC9-08A1-712C1D601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EA498-10A5-5B38-CA4A-8DBAEECD12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040DD02-8608-91C6-80F3-31687FF44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733F49-49EF-E36F-8072-31F0522E8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A5AD18D-8600-3D9E-F7DF-BB27CC9E6273}"/>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8" name="Footer Placeholder 7">
            <a:extLst>
              <a:ext uri="{FF2B5EF4-FFF2-40B4-BE49-F238E27FC236}">
                <a16:creationId xmlns:a16="http://schemas.microsoft.com/office/drawing/2014/main" id="{2F831029-141B-BFFF-73FF-A66219D4D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06EEDD-A397-2580-48D3-A253530AE4FD}"/>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89221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DE71-0437-F5AA-9446-18C06C7C45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D63A9C-6008-2E20-B9B1-4A0FAA4C0809}"/>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4" name="Footer Placeholder 3">
            <a:extLst>
              <a:ext uri="{FF2B5EF4-FFF2-40B4-BE49-F238E27FC236}">
                <a16:creationId xmlns:a16="http://schemas.microsoft.com/office/drawing/2014/main" id="{D9186955-7AF9-A7DD-C41A-4F16D1B5A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9460A-1480-FE9F-9A17-937A23D56FF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95320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E15C2-1EC8-B992-ECD0-C58895213ED6}"/>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3" name="Footer Placeholder 2">
            <a:extLst>
              <a:ext uri="{FF2B5EF4-FFF2-40B4-BE49-F238E27FC236}">
                <a16:creationId xmlns:a16="http://schemas.microsoft.com/office/drawing/2014/main" id="{FC315E9E-720E-BC87-9443-2F895F70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9D3E-C868-F812-8E13-F0D1739F699E}"/>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08775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DD15-EEED-CEA6-C707-385C1B2951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393A3A-B88B-08AF-C900-1A5642671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0EA202-647A-AEC1-3A69-F88FA6146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99A85-DB44-0343-144A-E9A91DDC4AB2}"/>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6" name="Footer Placeholder 5">
            <a:extLst>
              <a:ext uri="{FF2B5EF4-FFF2-40B4-BE49-F238E27FC236}">
                <a16:creationId xmlns:a16="http://schemas.microsoft.com/office/drawing/2014/main" id="{AD4C8560-3CD4-5BD1-7073-6C81305E8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26E01-2CBA-5305-A8C9-6AD316FC0E10}"/>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233337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6486-D790-8717-6108-668B5D01EF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77FDC-5172-3106-DC82-8A74194AD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A6034-A474-10C9-4218-96F78062F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C41F6A-2BBC-CE28-A15A-988E24A72797}"/>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6" name="Footer Placeholder 5">
            <a:extLst>
              <a:ext uri="{FF2B5EF4-FFF2-40B4-BE49-F238E27FC236}">
                <a16:creationId xmlns:a16="http://schemas.microsoft.com/office/drawing/2014/main" id="{EF6B4D11-D1AA-1913-F28A-FD5D0270F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E6097-F062-EBFB-5A2D-5A8B95B22F1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1998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CE19-3113-5CA8-4A83-BAE90D3AFA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5E0656D-219D-B693-BDCA-F6240A8953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89D2FF-C4E7-28CC-49DB-885EA07042A3}"/>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08A0D90F-5BDA-FDD3-D096-145F86BFC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56B89-CA2C-7B4B-1E75-F21BA63FC0C1}"/>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6560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154FBD-B0CE-D003-3384-B360414AE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F0770-FE73-D5A6-3F31-3F45F9FDCE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0806A0-DB60-4C90-0E5C-A4438A160B4B}"/>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C2B60272-25A5-F266-476F-DCEC7690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DF08-E356-0558-FF8F-2DC1400DD8E9}"/>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084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a:buNone/>
              <a:defRPr sz="3733">
                <a:solidFill>
                  <a:srgbClr val="FFFFFF"/>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667">
                <a:solidFill>
                  <a:srgbClr val="FFFFFF"/>
                </a:solidFill>
              </a:defRPr>
            </a:lvl1pPr>
            <a:extLst/>
          </a:lstStyle>
          <a:p>
            <a:pPr algn="ctr"/>
            <a:fld id="{047E157E-8DCB-4F70-A0AF-5EB586A91DD4}" type="datetime1">
              <a:rPr lang="en-US" smtClean="0">
                <a:solidFill>
                  <a:srgbClr val="FFFFFF"/>
                </a:solidFill>
              </a:rPr>
              <a:pPr algn="ctr"/>
              <a:t>4/12/2025</a:t>
            </a:fld>
            <a:endParaRPr lang="en-US" sz="2667"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3149600" y="3124200"/>
            <a:ext cx="8636000" cy="2717800"/>
          </a:xfrm>
        </p:spPr>
        <p:txBody>
          <a:bodyPr rtlCol="0" anchor="b"/>
          <a:lstStyle>
            <a:lvl1pPr>
              <a:defRPr cap="all" baseline="0"/>
            </a:lvl1pPr>
            <a:extLst/>
          </a:lstStyle>
          <a:p>
            <a:r>
              <a:rPr lang="en-US"/>
              <a:t>Click to edit Master title style</a:t>
            </a:r>
            <a:endParaRPr lang="en-US" dirty="0"/>
          </a:p>
        </p:txBody>
      </p:sp>
    </p:spTree>
    <p:extLst>
      <p:ext uri="{BB962C8B-B14F-4D97-AF65-F5344CB8AC3E}">
        <p14:creationId xmlns:p14="http://schemas.microsoft.com/office/powerpoint/2010/main" val="21952001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4/12/2025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867" b="1" smtClean="0">
                <a:solidFill>
                  <a:srgbClr val="FFFFFF"/>
                </a:solidFill>
              </a:rPr>
              <a:pPr algn="ctr"/>
              <a:t>‹#›</a:t>
            </a:fld>
            <a:endParaRPr lang="en-US"/>
          </a:p>
        </p:txBody>
      </p:sp>
      <p:sp>
        <p:nvSpPr>
          <p:cNvPr id="7" name="Rectangle 6"/>
          <p:cNvSpPr>
            <a:spLocks noGrp="1"/>
          </p:cNvSpPr>
          <p:nvPr>
            <p:ph sz="quarter" idx="13"/>
          </p:nvPr>
        </p:nvSpPr>
        <p:spPr>
          <a:xfrm>
            <a:off x="812800" y="1803400"/>
            <a:ext cx="10871200" cy="436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08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a:buNone/>
              <a:defRPr sz="3733">
                <a:solidFill>
                  <a:schemeClr val="tx2"/>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extLst/>
          </a:lstStyle>
          <a:p>
            <a:pPr lvl="0"/>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hasCustomPrompt="1"/>
          </p:nvPr>
        </p:nvSpPr>
        <p:spPr>
          <a:xfrm>
            <a:off x="1828800" y="1600200"/>
            <a:ext cx="10160000" cy="990600"/>
          </a:xfrm>
        </p:spPr>
        <p:txBody>
          <a:bodyPr/>
          <a:lstStyle>
            <a:lvl1pPr algn="l">
              <a:buNone/>
              <a:defRPr sz="5867"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4/12/2025</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a:defRPr sz="3200">
                <a:solidFill>
                  <a:srgbClr val="FFFFFF"/>
                </a:solidFill>
              </a:defRPr>
            </a:lvl1pPr>
            <a:extLst/>
          </a:lstStyle>
          <a:p>
            <a:pPr algn="ctr"/>
            <a:fld id="{8F82E0A0-C266-4798-8C8F-B9F91E9DA37E}" type="slidenum">
              <a:rPr lang="en-US" sz="3200" b="1" smtClean="0">
                <a:solidFill>
                  <a:srgbClr val="FFFFFF"/>
                </a:solidFill>
              </a:rPr>
              <a:pPr algn="ctr"/>
              <a:t>‹#›</a:t>
            </a:fld>
            <a:endParaRPr lang="en-US" sz="32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435580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812800" y="1803402"/>
            <a:ext cx="5181600" cy="4358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459868" y="1803399"/>
            <a:ext cx="5181600" cy="43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4/12/2025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105751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812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4/12/2025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a:buFontTx/>
              <a:buNone/>
              <a:defRPr sz="2667"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a:buFontTx/>
              <a:buNone/>
              <a:defRPr sz="2667" b="1">
                <a:solidFill>
                  <a:srgbClr val="FFFFFF"/>
                </a:solidFill>
              </a:defRPr>
            </a:lvl1pPr>
            <a:extLst/>
          </a:lstStyle>
          <a:p>
            <a:pPr lvl="0"/>
            <a:r>
              <a:rPr lang="en-US"/>
              <a:t>Click to edit Master text styles</a:t>
            </a:r>
          </a:p>
        </p:txBody>
      </p:sp>
    </p:spTree>
    <p:extLst>
      <p:ext uri="{BB962C8B-B14F-4D97-AF65-F5344CB8AC3E}">
        <p14:creationId xmlns:p14="http://schemas.microsoft.com/office/powerpoint/2010/main" val="2791058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4/12/2025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24292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4/12/2025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extLst>
      <p:ext uri="{BB962C8B-B14F-4D97-AF65-F5344CB8AC3E}">
        <p14:creationId xmlns:p14="http://schemas.microsoft.com/office/powerpoint/2010/main" val="4042022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a:buNone/>
              <a:defRPr sz="56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333"/>
              </a:spcAft>
              <a:buNone/>
              <a:defRPr sz="2400"/>
            </a:lvl1pPr>
            <a:lvl2pPr>
              <a:buNone/>
              <a:defRPr sz="1600"/>
            </a:lvl2pPr>
            <a:lvl3pPr>
              <a:buNone/>
              <a:defRPr sz="1333"/>
            </a:lvl3pPr>
            <a:lvl4pPr>
              <a:buNone/>
              <a:defRPr sz="1200"/>
            </a:lvl4pPr>
            <a:lvl5pPr>
              <a:buNone/>
              <a:defRPr sz="1200"/>
            </a:lvl5pPr>
            <a:extLst/>
          </a:lstStyle>
          <a:p>
            <a:pPr lvl="0"/>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618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a:buNone/>
              <a:defRPr sz="4267"/>
            </a:lvl1pPr>
            <a:extLst/>
          </a:lstStyle>
          <a:p>
            <a:r>
              <a:rPr lang="en-US"/>
              <a:t>Drag picture to placeholder or click icon to add</a:t>
            </a:r>
            <a:endParaRPr lang="en-US" dirty="0"/>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2267"/>
            </a:lvl1pPr>
            <a:lvl2pPr>
              <a:buFontTx/>
              <a:buNone/>
              <a:defRPr sz="1600"/>
            </a:lvl2pPr>
            <a:lvl3pPr>
              <a:buFontTx/>
              <a:buNone/>
              <a:defRPr sz="1333"/>
            </a:lvl3pPr>
            <a:lvl4pPr>
              <a:buFontTx/>
              <a:buNone/>
              <a:defRPr sz="1200"/>
            </a:lvl4pPr>
            <a:lvl5pPr>
              <a:buFontTx/>
              <a:buNone/>
              <a:defRPr sz="1200"/>
            </a:lvl5pPr>
            <a:extLst/>
          </a:lstStyle>
          <a:p>
            <a:pPr lvl="0"/>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p:nvPr>
        </p:nvSpPr>
        <p:spPr>
          <a:xfrm>
            <a:off x="2133600" y="4724400"/>
            <a:ext cx="9753600" cy="609600"/>
          </a:xfrm>
        </p:spPr>
        <p:txBody>
          <a:bodyPr anchor="ctr"/>
          <a:lstStyle>
            <a:lvl1pPr algn="l">
              <a:buNone/>
              <a:defRPr sz="3733" b="0">
                <a:solidFill>
                  <a:srgbClr val="FFFFFF"/>
                </a:solidFill>
              </a:defRPr>
            </a:lvl1pPr>
            <a:extLst/>
          </a:lstStyle>
          <a:p>
            <a:r>
              <a:rPr lang="en-US"/>
              <a:t>Click to edit Master title style</a:t>
            </a:r>
            <a:endParaRPr lang="en-US" dirty="0"/>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2" name="Date Placeholder 11"/>
          <p:cNvSpPr>
            <a:spLocks noGrp="1"/>
          </p:cNvSpPr>
          <p:nvPr>
            <p:ph type="dt" sz="half" idx="10"/>
          </p:nvPr>
        </p:nvSpPr>
        <p:spPr>
          <a:xfrm>
            <a:off x="8331200" y="6248400"/>
            <a:ext cx="3556000" cy="365125"/>
          </a:xfrm>
        </p:spPr>
        <p:txBody>
          <a:bodyPr rtlCol="0"/>
          <a:lstStyle/>
          <a:p>
            <a:fld id="{E4606EA6-EFEA-4C30-9264-4F9291A5780D}" type="datetime1">
              <a:rPr lang="en-US" smtClean="0"/>
              <a:pPr/>
              <a:t>4/12/2025</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a:defRPr sz="3733"/>
            </a:lvl1pPr>
            <a:extLst/>
          </a:lstStyle>
          <a:p>
            <a:pPr algn="ctr"/>
            <a:fld id="{8F82E0A0-C266-4798-8C8F-B9F91E9DA37E}" type="slidenum">
              <a:rPr lang="en-US" sz="3733" b="1" smtClean="0">
                <a:solidFill>
                  <a:srgbClr val="FFFFFF"/>
                </a:solidFill>
              </a:rPr>
              <a:pPr algn="ctr"/>
              <a:t>‹#›</a:t>
            </a:fld>
            <a:endParaRPr lang="en-US" sz="3733"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Tree>
    <p:extLst>
      <p:ext uri="{BB962C8B-B14F-4D97-AF65-F5344CB8AC3E}">
        <p14:creationId xmlns:p14="http://schemas.microsoft.com/office/powerpoint/2010/main" val="31787424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0B9F-3D16-F369-AF91-1E7E3797BE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6678A3-0C92-DA57-BF84-76D00ED97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435C56-5483-A3CC-1AD0-7E2B0047C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28FEBC52-95E6-A71C-B80B-178C8A1F9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8E87-786F-0E40-8A5E-1DB601037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AC420-73C7-0E4D-B258-8A377A6F8F1A}" type="slidenum">
              <a:rPr lang="en-US" smtClean="0"/>
              <a:t>‹#›</a:t>
            </a:fld>
            <a:endParaRPr lang="en-US"/>
          </a:p>
        </p:txBody>
      </p:sp>
    </p:spTree>
    <p:extLst>
      <p:ext uri="{BB962C8B-B14F-4D97-AF65-F5344CB8AC3E}">
        <p14:creationId xmlns:p14="http://schemas.microsoft.com/office/powerpoint/2010/main" val="2159259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a:defRPr sz="1867">
                <a:solidFill>
                  <a:schemeClr val="tx2"/>
                </a:solidFill>
              </a:defRPr>
            </a:lvl1pPr>
            <a:extLst/>
          </a:lstStyle>
          <a:p>
            <a:fld id="{E4606EA6-EFEA-4C30-9264-4F9291A5780D}" type="datetime1">
              <a:rPr lang="en-US" smtClean="0"/>
              <a:pPr/>
              <a:t>4/12/2025</a:t>
            </a:fld>
            <a:endParaRPr lang="en-US" sz="1867" dirty="0">
              <a:solidFill>
                <a:schemeClr val="tx2"/>
              </a:solidFill>
            </a:endParaRPr>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a:defRPr sz="1867">
                <a:solidFill>
                  <a:schemeClr val="tx2"/>
                </a:solidFill>
              </a:defRPr>
            </a:lvl1pPr>
            <a:extLst/>
          </a:lstStyle>
          <a:p>
            <a:pPr algn="r"/>
            <a:endParaRPr lang="en-US" sz="1867" dirty="0">
              <a:solidFill>
                <a:schemeClr val="tx2"/>
              </a:solidFill>
            </a:endParaRP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a:defRPr sz="1867" b="1">
                <a:solidFill>
                  <a:srgbClr val="FFFFFF"/>
                </a:solidFill>
              </a:defRPr>
            </a:lvl1pPr>
            <a:extLst/>
          </a:lstStyle>
          <a:p>
            <a:pPr algn="ctr"/>
            <a:fld id="{8F82E0A0-C266-4798-8C8F-B9F91E9DA37E}" type="slidenum">
              <a:rPr lang="en-US" sz="1867" b="1" smtClean="0">
                <a:solidFill>
                  <a:srgbClr val="FFFFFF"/>
                </a:solidFill>
              </a:rPr>
              <a:pPr algn="ctr"/>
              <a:t>‹#›</a:t>
            </a:fld>
            <a:endParaRPr lang="en-US" sz="1867" b="1" dirty="0">
              <a:solidFill>
                <a:srgbClr val="FFFFFF"/>
              </a:solidFill>
            </a:endParaRPr>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r>
              <a:rPr lang="en-US"/>
              <a:t>Click to edit Master title style</a:t>
            </a:r>
            <a:endParaRPr lang="en-US" dirty="0"/>
          </a:p>
        </p:txBody>
      </p:sp>
    </p:spTree>
    <p:extLst>
      <p:ext uri="{BB962C8B-B14F-4D97-AF65-F5344CB8AC3E}">
        <p14:creationId xmlns:p14="http://schemas.microsoft.com/office/powerpoint/2010/main" val="350668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rtl="0" eaLnBrk="1" latinLnBrk="0" hangingPunct="1">
        <a:spcBef>
          <a:spcPct val="0"/>
        </a:spcBef>
        <a:buNone/>
        <a:defRPr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609585" algn="l" rtl="0" eaLnBrk="1" hangingPunct="1">
        <a:defRPr kern="1200">
          <a:solidFill>
            <a:schemeClr val="tx1"/>
          </a:solidFill>
          <a:latin typeface="+mn-lt"/>
          <a:ea typeface="+mn-ea"/>
          <a:cs typeface="+mn-cs"/>
        </a:defRPr>
      </a:lvl2pPr>
      <a:lvl3pPr marL="1219170" algn="l" rtl="0" eaLnBrk="1" hangingPunct="1">
        <a:defRPr kern="1200">
          <a:solidFill>
            <a:schemeClr val="tx1"/>
          </a:solidFill>
          <a:latin typeface="+mn-lt"/>
          <a:ea typeface="+mn-ea"/>
          <a:cs typeface="+mn-cs"/>
        </a:defRPr>
      </a:lvl3pPr>
      <a:lvl4pPr marL="1828754" algn="l" rtl="0" eaLnBrk="1" hangingPunct="1">
        <a:defRPr kern="1200">
          <a:solidFill>
            <a:schemeClr val="tx1"/>
          </a:solidFill>
          <a:latin typeface="+mn-lt"/>
          <a:ea typeface="+mn-ea"/>
          <a:cs typeface="+mn-cs"/>
        </a:defRPr>
      </a:lvl4pPr>
      <a:lvl5pPr marL="2438339" algn="l" rtl="0" eaLnBrk="1" hangingPunct="1">
        <a:defRPr kern="1200">
          <a:solidFill>
            <a:schemeClr val="tx1"/>
          </a:solidFill>
          <a:latin typeface="+mn-lt"/>
          <a:ea typeface="+mn-ea"/>
          <a:cs typeface="+mn-cs"/>
        </a:defRPr>
      </a:lvl5pPr>
      <a:lvl6pPr marL="3047924" algn="l" rtl="0" eaLnBrk="1" hangingPunct="1">
        <a:defRPr kern="1200">
          <a:solidFill>
            <a:schemeClr val="tx1"/>
          </a:solidFill>
          <a:latin typeface="+mn-lt"/>
          <a:ea typeface="+mn-ea"/>
          <a:cs typeface="+mn-cs"/>
        </a:defRPr>
      </a:lvl6pPr>
      <a:lvl7pPr marL="3657509" algn="l" rtl="0" eaLnBrk="1" hangingPunct="1">
        <a:defRPr kern="1200">
          <a:solidFill>
            <a:schemeClr val="tx1"/>
          </a:solidFill>
          <a:latin typeface="+mn-lt"/>
          <a:ea typeface="+mn-ea"/>
          <a:cs typeface="+mn-cs"/>
        </a:defRPr>
      </a:lvl7pPr>
      <a:lvl8pPr marL="4267093" algn="l" rtl="0" eaLnBrk="1" hangingPunct="1">
        <a:defRPr kern="1200">
          <a:solidFill>
            <a:schemeClr val="tx1"/>
          </a:solidFill>
          <a:latin typeface="+mn-lt"/>
          <a:ea typeface="+mn-ea"/>
          <a:cs typeface="+mn-cs"/>
        </a:defRPr>
      </a:lvl8pPr>
      <a:lvl9pPr marL="4876678"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3.png"/><Relationship Id="rId26" Type="http://schemas.openxmlformats.org/officeDocument/2006/relationships/image" Target="../media/image17.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1.png"/><Relationship Id="rId42" Type="http://schemas.openxmlformats.org/officeDocument/2006/relationships/image" Target="../media/image25.png"/><Relationship Id="rId7" Type="http://schemas.openxmlformats.org/officeDocument/2006/relationships/customXml" Target="../ink/ink3.xml"/><Relationship Id="rId2" Type="http://schemas.openxmlformats.org/officeDocument/2006/relationships/notesSlide" Target="../notesSlides/notesSlide3.xml"/><Relationship Id="rId16" Type="http://schemas.openxmlformats.org/officeDocument/2006/relationships/image" Target="../media/image12.png"/><Relationship Id="rId20" Type="http://schemas.openxmlformats.org/officeDocument/2006/relationships/image" Target="../media/image14.png"/><Relationship Id="rId29" Type="http://schemas.openxmlformats.org/officeDocument/2006/relationships/customXml" Target="../ink/ink14.xml"/><Relationship Id="rId41" Type="http://schemas.openxmlformats.org/officeDocument/2006/relationships/customXml" Target="../ink/ink20.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customXml" Target="../ink/ink5.xml"/><Relationship Id="rId24" Type="http://schemas.openxmlformats.org/officeDocument/2006/relationships/image" Target="../media/image16.png"/><Relationship Id="rId32" Type="http://schemas.openxmlformats.org/officeDocument/2006/relationships/image" Target="../media/image20.png"/><Relationship Id="rId37" Type="http://schemas.openxmlformats.org/officeDocument/2006/relationships/customXml" Target="../ink/ink18.xml"/><Relationship Id="rId40" Type="http://schemas.openxmlformats.org/officeDocument/2006/relationships/image" Target="../media/image24.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8.png"/><Relationship Id="rId36"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customXml" Target="../ink/ink4.xml"/><Relationship Id="rId14" Type="http://schemas.openxmlformats.org/officeDocument/2006/relationships/image" Target="../media/image11.png"/><Relationship Id="rId22" Type="http://schemas.openxmlformats.org/officeDocument/2006/relationships/image" Target="../media/image15.png"/><Relationship Id="rId27" Type="http://schemas.openxmlformats.org/officeDocument/2006/relationships/customXml" Target="../ink/ink13.xml"/><Relationship Id="rId30" Type="http://schemas.openxmlformats.org/officeDocument/2006/relationships/image" Target="../media/image19.png"/><Relationship Id="rId35" Type="http://schemas.openxmlformats.org/officeDocument/2006/relationships/customXml" Target="../ink/ink17.xml"/><Relationship Id="rId43" Type="http://schemas.openxmlformats.org/officeDocument/2006/relationships/customXml" Target="../ink/ink21.xml"/><Relationship Id="rId8" Type="http://schemas.openxmlformats.org/officeDocument/2006/relationships/image" Target="../media/image8.png"/><Relationship Id="rId3" Type="http://schemas.openxmlformats.org/officeDocument/2006/relationships/customXml" Target="../ink/ink1.xml"/><Relationship Id="rId12" Type="http://schemas.openxmlformats.org/officeDocument/2006/relationships/image" Target="../media/image1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customXml" Target="../ink/ink24.xml"/><Relationship Id="rId13" Type="http://schemas.openxmlformats.org/officeDocument/2006/relationships/image" Target="../media/image31.png"/><Relationship Id="rId3" Type="http://schemas.openxmlformats.org/officeDocument/2006/relationships/image" Target="../media/image610.png"/><Relationship Id="rId7" Type="http://schemas.openxmlformats.org/officeDocument/2006/relationships/image" Target="../media/image28.png"/><Relationship Id="rId12" Type="http://schemas.openxmlformats.org/officeDocument/2006/relationships/customXml" Target="../ink/ink26.xml"/><Relationship Id="rId17" Type="http://schemas.openxmlformats.org/officeDocument/2006/relationships/image" Target="../media/image33.png"/><Relationship Id="rId2" Type="http://schemas.openxmlformats.org/officeDocument/2006/relationships/notesSlide" Target="../notesSlides/notesSlide4.xml"/><Relationship Id="rId16" Type="http://schemas.openxmlformats.org/officeDocument/2006/relationships/customXml" Target="../ink/ink28.xml"/><Relationship Id="rId1" Type="http://schemas.openxmlformats.org/officeDocument/2006/relationships/slideLayout" Target="../slideLayouts/slideLayout1.xml"/><Relationship Id="rId6" Type="http://schemas.openxmlformats.org/officeDocument/2006/relationships/customXml" Target="../ink/ink23.xml"/><Relationship Id="rId11" Type="http://schemas.openxmlformats.org/officeDocument/2006/relationships/image" Target="../media/image30.png"/><Relationship Id="rId5" Type="http://schemas.openxmlformats.org/officeDocument/2006/relationships/image" Target="../media/image27.png"/><Relationship Id="rId15" Type="http://schemas.openxmlformats.org/officeDocument/2006/relationships/image" Target="../media/image32.png"/><Relationship Id="rId10" Type="http://schemas.openxmlformats.org/officeDocument/2006/relationships/customXml" Target="../ink/ink25.xml"/><Relationship Id="rId4" Type="http://schemas.openxmlformats.org/officeDocument/2006/relationships/customXml" Target="../ink/ink22.xml"/><Relationship Id="rId9" Type="http://schemas.openxmlformats.org/officeDocument/2006/relationships/image" Target="../media/image29.png"/><Relationship Id="rId14" Type="http://schemas.openxmlformats.org/officeDocument/2006/relationships/customXml" Target="../ink/ink27.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17" Type="http://schemas.openxmlformats.org/officeDocument/2006/relationships/image" Target="../media/image91.png"/><Relationship Id="rId21" Type="http://schemas.openxmlformats.org/officeDocument/2006/relationships/image" Target="../media/image43.png"/><Relationship Id="rId42" Type="http://schemas.openxmlformats.org/officeDocument/2006/relationships/customXml" Target="../ink/ink47.xml"/><Relationship Id="rId63" Type="http://schemas.openxmlformats.org/officeDocument/2006/relationships/image" Target="../media/image64.png"/><Relationship Id="rId84" Type="http://schemas.openxmlformats.org/officeDocument/2006/relationships/customXml" Target="../ink/ink68.xml"/><Relationship Id="rId138" Type="http://schemas.openxmlformats.org/officeDocument/2006/relationships/customXml" Target="../ink/ink95.xml"/><Relationship Id="rId159" Type="http://schemas.openxmlformats.org/officeDocument/2006/relationships/customXml" Target="../ink/ink106.xml"/><Relationship Id="rId170" Type="http://schemas.openxmlformats.org/officeDocument/2006/relationships/image" Target="../media/image117.png"/><Relationship Id="rId191" Type="http://schemas.openxmlformats.org/officeDocument/2006/relationships/customXml" Target="../ink/ink122.xml"/><Relationship Id="rId205" Type="http://schemas.openxmlformats.org/officeDocument/2006/relationships/customXml" Target="../ink/ink129.xml"/><Relationship Id="rId226" Type="http://schemas.openxmlformats.org/officeDocument/2006/relationships/image" Target="../media/image145.png"/><Relationship Id="rId247" Type="http://schemas.openxmlformats.org/officeDocument/2006/relationships/customXml" Target="../ink/ink150.xml"/><Relationship Id="rId107" Type="http://schemas.openxmlformats.org/officeDocument/2006/relationships/image" Target="../media/image86.png"/><Relationship Id="rId11" Type="http://schemas.openxmlformats.org/officeDocument/2006/relationships/image" Target="../media/image38.png"/><Relationship Id="rId32" Type="http://schemas.openxmlformats.org/officeDocument/2006/relationships/customXml" Target="../ink/ink42.xml"/><Relationship Id="rId53" Type="http://schemas.openxmlformats.org/officeDocument/2006/relationships/image" Target="../media/image59.png"/><Relationship Id="rId74" Type="http://schemas.openxmlformats.org/officeDocument/2006/relationships/customXml" Target="../ink/ink63.xml"/><Relationship Id="rId128" Type="http://schemas.openxmlformats.org/officeDocument/2006/relationships/customXml" Target="../ink/ink90.xml"/><Relationship Id="rId149" Type="http://schemas.openxmlformats.org/officeDocument/2006/relationships/customXml" Target="../ink/ink101.xml"/><Relationship Id="rId5" Type="http://schemas.openxmlformats.org/officeDocument/2006/relationships/image" Target="../media/image35.emf"/><Relationship Id="rId95" Type="http://schemas.openxmlformats.org/officeDocument/2006/relationships/image" Target="../media/image80.png"/><Relationship Id="rId160" Type="http://schemas.openxmlformats.org/officeDocument/2006/relationships/image" Target="../media/image112.png"/><Relationship Id="rId181" Type="http://schemas.openxmlformats.org/officeDocument/2006/relationships/customXml" Target="../ink/ink117.xml"/><Relationship Id="rId216" Type="http://schemas.openxmlformats.org/officeDocument/2006/relationships/image" Target="../media/image140.png"/><Relationship Id="rId237" Type="http://schemas.openxmlformats.org/officeDocument/2006/relationships/customXml" Target="../ink/ink145.xml"/><Relationship Id="rId22" Type="http://schemas.openxmlformats.org/officeDocument/2006/relationships/customXml" Target="../ink/ink37.xml"/><Relationship Id="rId43" Type="http://schemas.openxmlformats.org/officeDocument/2006/relationships/image" Target="../media/image54.png"/><Relationship Id="rId64" Type="http://schemas.openxmlformats.org/officeDocument/2006/relationships/customXml" Target="../ink/ink58.xml"/><Relationship Id="rId118" Type="http://schemas.openxmlformats.org/officeDocument/2006/relationships/customXml" Target="../ink/ink85.xml"/><Relationship Id="rId139" Type="http://schemas.openxmlformats.org/officeDocument/2006/relationships/image" Target="../media/image102.png"/><Relationship Id="rId85" Type="http://schemas.openxmlformats.org/officeDocument/2006/relationships/image" Target="../media/image75.png"/><Relationship Id="rId150" Type="http://schemas.openxmlformats.org/officeDocument/2006/relationships/image" Target="../media/image107.png"/><Relationship Id="rId171" Type="http://schemas.openxmlformats.org/officeDocument/2006/relationships/customXml" Target="../ink/ink112.xml"/><Relationship Id="rId192" Type="http://schemas.openxmlformats.org/officeDocument/2006/relationships/image" Target="../media/image128.png"/><Relationship Id="rId206" Type="http://schemas.openxmlformats.org/officeDocument/2006/relationships/image" Target="../media/image135.png"/><Relationship Id="rId227" Type="http://schemas.openxmlformats.org/officeDocument/2006/relationships/customXml" Target="../ink/ink140.xml"/><Relationship Id="rId248" Type="http://schemas.openxmlformats.org/officeDocument/2006/relationships/image" Target="../media/image156.png"/><Relationship Id="rId12" Type="http://schemas.openxmlformats.org/officeDocument/2006/relationships/customXml" Target="../ink/ink32.xml"/><Relationship Id="rId33" Type="http://schemas.openxmlformats.org/officeDocument/2006/relationships/image" Target="../media/image49.png"/><Relationship Id="rId108" Type="http://schemas.openxmlformats.org/officeDocument/2006/relationships/customXml" Target="../ink/ink80.xml"/><Relationship Id="rId129" Type="http://schemas.openxmlformats.org/officeDocument/2006/relationships/image" Target="../media/image97.png"/><Relationship Id="rId54" Type="http://schemas.openxmlformats.org/officeDocument/2006/relationships/customXml" Target="../ink/ink53.xml"/><Relationship Id="rId75" Type="http://schemas.openxmlformats.org/officeDocument/2006/relationships/image" Target="../media/image70.png"/><Relationship Id="rId96" Type="http://schemas.openxmlformats.org/officeDocument/2006/relationships/customXml" Target="../ink/ink74.xml"/><Relationship Id="rId140" Type="http://schemas.openxmlformats.org/officeDocument/2006/relationships/customXml" Target="../ink/ink96.xml"/><Relationship Id="rId161" Type="http://schemas.openxmlformats.org/officeDocument/2006/relationships/customXml" Target="../ink/ink107.xml"/><Relationship Id="rId182" Type="http://schemas.openxmlformats.org/officeDocument/2006/relationships/image" Target="../media/image123.png"/><Relationship Id="rId217" Type="http://schemas.openxmlformats.org/officeDocument/2006/relationships/customXml" Target="../ink/ink135.xml"/><Relationship Id="rId6" Type="http://schemas.openxmlformats.org/officeDocument/2006/relationships/customXml" Target="../ink/ink29.xml"/><Relationship Id="rId238" Type="http://schemas.openxmlformats.org/officeDocument/2006/relationships/image" Target="../media/image151.png"/><Relationship Id="rId23" Type="http://schemas.openxmlformats.org/officeDocument/2006/relationships/image" Target="../media/image44.png"/><Relationship Id="rId119" Type="http://schemas.openxmlformats.org/officeDocument/2006/relationships/image" Target="../media/image92.png"/><Relationship Id="rId44" Type="http://schemas.openxmlformats.org/officeDocument/2006/relationships/customXml" Target="../ink/ink48.xml"/><Relationship Id="rId65" Type="http://schemas.openxmlformats.org/officeDocument/2006/relationships/image" Target="../media/image65.png"/><Relationship Id="rId86" Type="http://schemas.openxmlformats.org/officeDocument/2006/relationships/customXml" Target="../ink/ink69.xml"/><Relationship Id="rId130" Type="http://schemas.openxmlformats.org/officeDocument/2006/relationships/customXml" Target="../ink/ink91.xml"/><Relationship Id="rId151" Type="http://schemas.openxmlformats.org/officeDocument/2006/relationships/customXml" Target="../ink/ink102.xml"/><Relationship Id="rId172" Type="http://schemas.openxmlformats.org/officeDocument/2006/relationships/image" Target="../media/image118.png"/><Relationship Id="rId193" Type="http://schemas.openxmlformats.org/officeDocument/2006/relationships/customXml" Target="../ink/ink123.xml"/><Relationship Id="rId207" Type="http://schemas.openxmlformats.org/officeDocument/2006/relationships/customXml" Target="../ink/ink130.xml"/><Relationship Id="rId228" Type="http://schemas.openxmlformats.org/officeDocument/2006/relationships/image" Target="../media/image146.png"/><Relationship Id="rId13" Type="http://schemas.openxmlformats.org/officeDocument/2006/relationships/image" Target="../media/image39.png"/><Relationship Id="rId109" Type="http://schemas.openxmlformats.org/officeDocument/2006/relationships/image" Target="../media/image87.png"/><Relationship Id="rId34" Type="http://schemas.openxmlformats.org/officeDocument/2006/relationships/customXml" Target="../ink/ink43.xml"/><Relationship Id="rId55" Type="http://schemas.openxmlformats.org/officeDocument/2006/relationships/image" Target="../media/image60.png"/><Relationship Id="rId76" Type="http://schemas.openxmlformats.org/officeDocument/2006/relationships/customXml" Target="../ink/ink64.xml"/><Relationship Id="rId97" Type="http://schemas.openxmlformats.org/officeDocument/2006/relationships/image" Target="../media/image81.png"/><Relationship Id="rId120" Type="http://schemas.openxmlformats.org/officeDocument/2006/relationships/customXml" Target="../ink/ink86.xml"/><Relationship Id="rId141" Type="http://schemas.openxmlformats.org/officeDocument/2006/relationships/image" Target="../media/image103.png"/><Relationship Id="rId7" Type="http://schemas.openxmlformats.org/officeDocument/2006/relationships/image" Target="../media/image36.png"/><Relationship Id="rId162" Type="http://schemas.openxmlformats.org/officeDocument/2006/relationships/image" Target="../media/image113.png"/><Relationship Id="rId183" Type="http://schemas.openxmlformats.org/officeDocument/2006/relationships/customXml" Target="../ink/ink118.xml"/><Relationship Id="rId218" Type="http://schemas.openxmlformats.org/officeDocument/2006/relationships/image" Target="../media/image141.png"/><Relationship Id="rId239" Type="http://schemas.openxmlformats.org/officeDocument/2006/relationships/customXml" Target="../ink/ink146.xml"/><Relationship Id="rId24" Type="http://schemas.openxmlformats.org/officeDocument/2006/relationships/customXml" Target="../ink/ink38.xml"/><Relationship Id="rId45" Type="http://schemas.openxmlformats.org/officeDocument/2006/relationships/image" Target="../media/image55.png"/><Relationship Id="rId66" Type="http://schemas.openxmlformats.org/officeDocument/2006/relationships/customXml" Target="../ink/ink59.xml"/><Relationship Id="rId87" Type="http://schemas.openxmlformats.org/officeDocument/2006/relationships/image" Target="../media/image76.png"/><Relationship Id="rId110" Type="http://schemas.openxmlformats.org/officeDocument/2006/relationships/customXml" Target="../ink/ink81.xml"/><Relationship Id="rId131" Type="http://schemas.openxmlformats.org/officeDocument/2006/relationships/image" Target="../media/image98.png"/><Relationship Id="rId152" Type="http://schemas.openxmlformats.org/officeDocument/2006/relationships/image" Target="../media/image108.png"/><Relationship Id="rId173" Type="http://schemas.openxmlformats.org/officeDocument/2006/relationships/customXml" Target="../ink/ink113.xml"/><Relationship Id="rId194" Type="http://schemas.openxmlformats.org/officeDocument/2006/relationships/image" Target="../media/image129.png"/><Relationship Id="rId208" Type="http://schemas.openxmlformats.org/officeDocument/2006/relationships/image" Target="../media/image136.png"/><Relationship Id="rId229" Type="http://schemas.openxmlformats.org/officeDocument/2006/relationships/customXml" Target="../ink/ink141.xml"/><Relationship Id="rId240" Type="http://schemas.openxmlformats.org/officeDocument/2006/relationships/image" Target="../media/image152.png"/><Relationship Id="rId14" Type="http://schemas.openxmlformats.org/officeDocument/2006/relationships/customXml" Target="../ink/ink33.xml"/><Relationship Id="rId35" Type="http://schemas.openxmlformats.org/officeDocument/2006/relationships/image" Target="../media/image50.png"/><Relationship Id="rId56" Type="http://schemas.openxmlformats.org/officeDocument/2006/relationships/customXml" Target="../ink/ink54.xml"/><Relationship Id="rId77" Type="http://schemas.openxmlformats.org/officeDocument/2006/relationships/image" Target="../media/image71.png"/><Relationship Id="rId100" Type="http://schemas.openxmlformats.org/officeDocument/2006/relationships/customXml" Target="../ink/ink76.xml"/><Relationship Id="rId8" Type="http://schemas.openxmlformats.org/officeDocument/2006/relationships/customXml" Target="../ink/ink30.xml"/><Relationship Id="rId98" Type="http://schemas.openxmlformats.org/officeDocument/2006/relationships/customXml" Target="../ink/ink75.xml"/><Relationship Id="rId121" Type="http://schemas.openxmlformats.org/officeDocument/2006/relationships/image" Target="../media/image93.png"/><Relationship Id="rId142" Type="http://schemas.openxmlformats.org/officeDocument/2006/relationships/customXml" Target="../ink/ink97.xml"/><Relationship Id="rId163" Type="http://schemas.openxmlformats.org/officeDocument/2006/relationships/customXml" Target="../ink/ink108.xml"/><Relationship Id="rId184" Type="http://schemas.openxmlformats.org/officeDocument/2006/relationships/image" Target="../media/image124.png"/><Relationship Id="rId219" Type="http://schemas.openxmlformats.org/officeDocument/2006/relationships/customXml" Target="../ink/ink136.xml"/><Relationship Id="rId230" Type="http://schemas.openxmlformats.org/officeDocument/2006/relationships/image" Target="../media/image147.png"/><Relationship Id="rId25" Type="http://schemas.openxmlformats.org/officeDocument/2006/relationships/image" Target="../media/image45.png"/><Relationship Id="rId46" Type="http://schemas.openxmlformats.org/officeDocument/2006/relationships/customXml" Target="../ink/ink49.xml"/><Relationship Id="rId67" Type="http://schemas.openxmlformats.org/officeDocument/2006/relationships/image" Target="../media/image66.png"/><Relationship Id="rId88" Type="http://schemas.openxmlformats.org/officeDocument/2006/relationships/customXml" Target="../ink/ink70.xml"/><Relationship Id="rId111" Type="http://schemas.openxmlformats.org/officeDocument/2006/relationships/image" Target="../media/image88.png"/><Relationship Id="rId132" Type="http://schemas.openxmlformats.org/officeDocument/2006/relationships/customXml" Target="../ink/ink92.xml"/><Relationship Id="rId153" Type="http://schemas.openxmlformats.org/officeDocument/2006/relationships/customXml" Target="../ink/ink103.xml"/><Relationship Id="rId174" Type="http://schemas.openxmlformats.org/officeDocument/2006/relationships/image" Target="../media/image119.png"/><Relationship Id="rId195" Type="http://schemas.openxmlformats.org/officeDocument/2006/relationships/customXml" Target="../ink/ink124.xml"/><Relationship Id="rId209" Type="http://schemas.openxmlformats.org/officeDocument/2006/relationships/customXml" Target="../ink/ink131.xml"/><Relationship Id="rId220" Type="http://schemas.openxmlformats.org/officeDocument/2006/relationships/image" Target="../media/image142.png"/><Relationship Id="rId241" Type="http://schemas.openxmlformats.org/officeDocument/2006/relationships/customXml" Target="../ink/ink147.xml"/><Relationship Id="rId15" Type="http://schemas.openxmlformats.org/officeDocument/2006/relationships/image" Target="../media/image40.png"/><Relationship Id="rId36" Type="http://schemas.openxmlformats.org/officeDocument/2006/relationships/customXml" Target="../ink/ink44.xml"/><Relationship Id="rId57" Type="http://schemas.openxmlformats.org/officeDocument/2006/relationships/image" Target="../media/image61.png"/><Relationship Id="rId10" Type="http://schemas.openxmlformats.org/officeDocument/2006/relationships/customXml" Target="../ink/ink31.xml"/><Relationship Id="rId31" Type="http://schemas.openxmlformats.org/officeDocument/2006/relationships/image" Target="../media/image48.png"/><Relationship Id="rId52" Type="http://schemas.openxmlformats.org/officeDocument/2006/relationships/customXml" Target="../ink/ink52.xml"/><Relationship Id="rId73" Type="http://schemas.openxmlformats.org/officeDocument/2006/relationships/image" Target="../media/image69.png"/><Relationship Id="rId78" Type="http://schemas.openxmlformats.org/officeDocument/2006/relationships/customXml" Target="../ink/ink65.xml"/><Relationship Id="rId94" Type="http://schemas.openxmlformats.org/officeDocument/2006/relationships/customXml" Target="../ink/ink73.xml"/><Relationship Id="rId99" Type="http://schemas.openxmlformats.org/officeDocument/2006/relationships/image" Target="../media/image82.png"/><Relationship Id="rId101" Type="http://schemas.openxmlformats.org/officeDocument/2006/relationships/image" Target="../media/image83.png"/><Relationship Id="rId122" Type="http://schemas.openxmlformats.org/officeDocument/2006/relationships/customXml" Target="../ink/ink87.xml"/><Relationship Id="rId143" Type="http://schemas.openxmlformats.org/officeDocument/2006/relationships/customXml" Target="../ink/ink98.xml"/><Relationship Id="rId148" Type="http://schemas.openxmlformats.org/officeDocument/2006/relationships/image" Target="../media/image106.png"/><Relationship Id="rId164" Type="http://schemas.openxmlformats.org/officeDocument/2006/relationships/image" Target="../media/image114.png"/><Relationship Id="rId169" Type="http://schemas.openxmlformats.org/officeDocument/2006/relationships/customXml" Target="../ink/ink111.xml"/><Relationship Id="rId185" Type="http://schemas.openxmlformats.org/officeDocument/2006/relationships/customXml" Target="../ink/ink119.xml"/><Relationship Id="rId4" Type="http://schemas.openxmlformats.org/officeDocument/2006/relationships/oleObject" Target="../embeddings/oleObject3.bin"/><Relationship Id="rId9" Type="http://schemas.openxmlformats.org/officeDocument/2006/relationships/image" Target="../media/image37.png"/><Relationship Id="rId180" Type="http://schemas.openxmlformats.org/officeDocument/2006/relationships/image" Target="../media/image122.png"/><Relationship Id="rId210" Type="http://schemas.openxmlformats.org/officeDocument/2006/relationships/image" Target="../media/image137.png"/><Relationship Id="rId215" Type="http://schemas.openxmlformats.org/officeDocument/2006/relationships/customXml" Target="../ink/ink134.xml"/><Relationship Id="rId236" Type="http://schemas.openxmlformats.org/officeDocument/2006/relationships/image" Target="../media/image150.png"/><Relationship Id="rId26" Type="http://schemas.openxmlformats.org/officeDocument/2006/relationships/customXml" Target="../ink/ink39.xml"/><Relationship Id="rId231" Type="http://schemas.openxmlformats.org/officeDocument/2006/relationships/customXml" Target="../ink/ink142.xml"/><Relationship Id="rId47" Type="http://schemas.openxmlformats.org/officeDocument/2006/relationships/image" Target="../media/image56.png"/><Relationship Id="rId68" Type="http://schemas.openxmlformats.org/officeDocument/2006/relationships/customXml" Target="../ink/ink60.xml"/><Relationship Id="rId89" Type="http://schemas.openxmlformats.org/officeDocument/2006/relationships/image" Target="../media/image77.png"/><Relationship Id="rId112" Type="http://schemas.openxmlformats.org/officeDocument/2006/relationships/customXml" Target="../ink/ink82.xml"/><Relationship Id="rId133" Type="http://schemas.openxmlformats.org/officeDocument/2006/relationships/image" Target="../media/image99.png"/><Relationship Id="rId154" Type="http://schemas.openxmlformats.org/officeDocument/2006/relationships/image" Target="../media/image109.png"/><Relationship Id="rId175" Type="http://schemas.openxmlformats.org/officeDocument/2006/relationships/customXml" Target="../ink/ink114.xml"/><Relationship Id="rId196" Type="http://schemas.openxmlformats.org/officeDocument/2006/relationships/image" Target="../media/image130.png"/><Relationship Id="rId200" Type="http://schemas.openxmlformats.org/officeDocument/2006/relationships/image" Target="../media/image132.png"/><Relationship Id="rId16" Type="http://schemas.openxmlformats.org/officeDocument/2006/relationships/customXml" Target="../ink/ink34.xml"/><Relationship Id="rId221" Type="http://schemas.openxmlformats.org/officeDocument/2006/relationships/customXml" Target="../ink/ink137.xml"/><Relationship Id="rId242" Type="http://schemas.openxmlformats.org/officeDocument/2006/relationships/image" Target="../media/image153.png"/><Relationship Id="rId37" Type="http://schemas.openxmlformats.org/officeDocument/2006/relationships/image" Target="../media/image51.png"/><Relationship Id="rId58" Type="http://schemas.openxmlformats.org/officeDocument/2006/relationships/customXml" Target="../ink/ink55.xml"/><Relationship Id="rId79" Type="http://schemas.openxmlformats.org/officeDocument/2006/relationships/image" Target="../media/image72.png"/><Relationship Id="rId102" Type="http://schemas.openxmlformats.org/officeDocument/2006/relationships/customXml" Target="../ink/ink77.xml"/><Relationship Id="rId123" Type="http://schemas.openxmlformats.org/officeDocument/2006/relationships/image" Target="../media/image94.png"/><Relationship Id="rId144" Type="http://schemas.openxmlformats.org/officeDocument/2006/relationships/image" Target="../media/image104.png"/><Relationship Id="rId90" Type="http://schemas.openxmlformats.org/officeDocument/2006/relationships/customXml" Target="../ink/ink71.xml"/><Relationship Id="rId165" Type="http://schemas.openxmlformats.org/officeDocument/2006/relationships/customXml" Target="../ink/ink109.xml"/><Relationship Id="rId186" Type="http://schemas.openxmlformats.org/officeDocument/2006/relationships/image" Target="../media/image125.png"/><Relationship Id="rId211" Type="http://schemas.openxmlformats.org/officeDocument/2006/relationships/customXml" Target="../ink/ink132.xml"/><Relationship Id="rId232" Type="http://schemas.openxmlformats.org/officeDocument/2006/relationships/image" Target="../media/image148.png"/><Relationship Id="rId27" Type="http://schemas.openxmlformats.org/officeDocument/2006/relationships/image" Target="../media/image46.png"/><Relationship Id="rId48" Type="http://schemas.openxmlformats.org/officeDocument/2006/relationships/customXml" Target="../ink/ink50.xml"/><Relationship Id="rId69" Type="http://schemas.openxmlformats.org/officeDocument/2006/relationships/image" Target="../media/image67.png"/><Relationship Id="rId113" Type="http://schemas.openxmlformats.org/officeDocument/2006/relationships/image" Target="../media/image89.png"/><Relationship Id="rId134" Type="http://schemas.openxmlformats.org/officeDocument/2006/relationships/customXml" Target="../ink/ink93.xml"/><Relationship Id="rId80" Type="http://schemas.openxmlformats.org/officeDocument/2006/relationships/customXml" Target="../ink/ink66.xml"/><Relationship Id="rId155" Type="http://schemas.openxmlformats.org/officeDocument/2006/relationships/customXml" Target="../ink/ink104.xml"/><Relationship Id="rId176" Type="http://schemas.openxmlformats.org/officeDocument/2006/relationships/image" Target="../media/image120.png"/><Relationship Id="rId197" Type="http://schemas.openxmlformats.org/officeDocument/2006/relationships/customXml" Target="../ink/ink125.xml"/><Relationship Id="rId201" Type="http://schemas.openxmlformats.org/officeDocument/2006/relationships/customXml" Target="../ink/ink127.xml"/><Relationship Id="rId222" Type="http://schemas.openxmlformats.org/officeDocument/2006/relationships/image" Target="../media/image143.png"/><Relationship Id="rId243" Type="http://schemas.openxmlformats.org/officeDocument/2006/relationships/customXml" Target="../ink/ink148.xml"/><Relationship Id="rId17" Type="http://schemas.openxmlformats.org/officeDocument/2006/relationships/image" Target="../media/image41.png"/><Relationship Id="rId38" Type="http://schemas.openxmlformats.org/officeDocument/2006/relationships/customXml" Target="../ink/ink45.xml"/><Relationship Id="rId59" Type="http://schemas.openxmlformats.org/officeDocument/2006/relationships/image" Target="../media/image62.png"/><Relationship Id="rId103" Type="http://schemas.openxmlformats.org/officeDocument/2006/relationships/image" Target="../media/image84.png"/><Relationship Id="rId124" Type="http://schemas.openxmlformats.org/officeDocument/2006/relationships/customXml" Target="../ink/ink88.xml"/><Relationship Id="rId70" Type="http://schemas.openxmlformats.org/officeDocument/2006/relationships/customXml" Target="../ink/ink61.xml"/><Relationship Id="rId91" Type="http://schemas.openxmlformats.org/officeDocument/2006/relationships/image" Target="../media/image78.png"/><Relationship Id="rId145" Type="http://schemas.openxmlformats.org/officeDocument/2006/relationships/customXml" Target="../ink/ink99.xml"/><Relationship Id="rId166" Type="http://schemas.openxmlformats.org/officeDocument/2006/relationships/image" Target="../media/image115.png"/><Relationship Id="rId187" Type="http://schemas.openxmlformats.org/officeDocument/2006/relationships/customXml" Target="../ink/ink120.xml"/><Relationship Id="rId1" Type="http://schemas.openxmlformats.org/officeDocument/2006/relationships/slideLayout" Target="../slideLayouts/slideLayout1.xml"/><Relationship Id="rId212" Type="http://schemas.openxmlformats.org/officeDocument/2006/relationships/image" Target="../media/image138.png"/><Relationship Id="rId233" Type="http://schemas.openxmlformats.org/officeDocument/2006/relationships/customXml" Target="../ink/ink143.xml"/><Relationship Id="rId28" Type="http://schemas.openxmlformats.org/officeDocument/2006/relationships/customXml" Target="../ink/ink40.xml"/><Relationship Id="rId49" Type="http://schemas.openxmlformats.org/officeDocument/2006/relationships/image" Target="../media/image57.png"/><Relationship Id="rId114" Type="http://schemas.openxmlformats.org/officeDocument/2006/relationships/customXml" Target="../ink/ink83.xml"/><Relationship Id="rId60" Type="http://schemas.openxmlformats.org/officeDocument/2006/relationships/customXml" Target="../ink/ink56.xml"/><Relationship Id="rId81" Type="http://schemas.openxmlformats.org/officeDocument/2006/relationships/image" Target="../media/image73.png"/><Relationship Id="rId135" Type="http://schemas.openxmlformats.org/officeDocument/2006/relationships/image" Target="../media/image100.png"/><Relationship Id="rId156" Type="http://schemas.openxmlformats.org/officeDocument/2006/relationships/image" Target="../media/image110.png"/><Relationship Id="rId177" Type="http://schemas.openxmlformats.org/officeDocument/2006/relationships/customXml" Target="../ink/ink115.xml"/><Relationship Id="rId198" Type="http://schemas.openxmlformats.org/officeDocument/2006/relationships/image" Target="../media/image131.png"/><Relationship Id="rId202" Type="http://schemas.openxmlformats.org/officeDocument/2006/relationships/image" Target="../media/image133.png"/><Relationship Id="rId223" Type="http://schemas.openxmlformats.org/officeDocument/2006/relationships/customXml" Target="../ink/ink138.xml"/><Relationship Id="rId244" Type="http://schemas.openxmlformats.org/officeDocument/2006/relationships/image" Target="../media/image154.png"/><Relationship Id="rId18" Type="http://schemas.openxmlformats.org/officeDocument/2006/relationships/customXml" Target="../ink/ink35.xml"/><Relationship Id="rId39" Type="http://schemas.openxmlformats.org/officeDocument/2006/relationships/image" Target="../media/image52.png"/><Relationship Id="rId50" Type="http://schemas.openxmlformats.org/officeDocument/2006/relationships/customXml" Target="../ink/ink51.xml"/><Relationship Id="rId104" Type="http://schemas.openxmlformats.org/officeDocument/2006/relationships/customXml" Target="../ink/ink78.xml"/><Relationship Id="rId125" Type="http://schemas.openxmlformats.org/officeDocument/2006/relationships/image" Target="../media/image95.png"/><Relationship Id="rId146" Type="http://schemas.openxmlformats.org/officeDocument/2006/relationships/image" Target="../media/image105.png"/><Relationship Id="rId167" Type="http://schemas.openxmlformats.org/officeDocument/2006/relationships/customXml" Target="../ink/ink110.xml"/><Relationship Id="rId188" Type="http://schemas.openxmlformats.org/officeDocument/2006/relationships/image" Target="../media/image126.png"/><Relationship Id="rId71" Type="http://schemas.openxmlformats.org/officeDocument/2006/relationships/image" Target="../media/image68.png"/><Relationship Id="rId92" Type="http://schemas.openxmlformats.org/officeDocument/2006/relationships/customXml" Target="../ink/ink72.xml"/><Relationship Id="rId213" Type="http://schemas.openxmlformats.org/officeDocument/2006/relationships/customXml" Target="../ink/ink133.xml"/><Relationship Id="rId234" Type="http://schemas.openxmlformats.org/officeDocument/2006/relationships/image" Target="../media/image149.png"/><Relationship Id="rId2" Type="http://schemas.openxmlformats.org/officeDocument/2006/relationships/notesSlide" Target="../notesSlides/notesSlide8.xml"/><Relationship Id="rId29" Type="http://schemas.openxmlformats.org/officeDocument/2006/relationships/image" Target="../media/image47.png"/><Relationship Id="rId40" Type="http://schemas.openxmlformats.org/officeDocument/2006/relationships/customXml" Target="../ink/ink46.xml"/><Relationship Id="rId115" Type="http://schemas.openxmlformats.org/officeDocument/2006/relationships/image" Target="../media/image90.png"/><Relationship Id="rId136" Type="http://schemas.openxmlformats.org/officeDocument/2006/relationships/customXml" Target="../ink/ink94.xml"/><Relationship Id="rId157" Type="http://schemas.openxmlformats.org/officeDocument/2006/relationships/customXml" Target="../ink/ink105.xml"/><Relationship Id="rId178" Type="http://schemas.openxmlformats.org/officeDocument/2006/relationships/image" Target="../media/image121.png"/><Relationship Id="rId61" Type="http://schemas.openxmlformats.org/officeDocument/2006/relationships/image" Target="../media/image63.png"/><Relationship Id="rId82" Type="http://schemas.openxmlformats.org/officeDocument/2006/relationships/customXml" Target="../ink/ink67.xml"/><Relationship Id="rId199" Type="http://schemas.openxmlformats.org/officeDocument/2006/relationships/customXml" Target="../ink/ink126.xml"/><Relationship Id="rId203" Type="http://schemas.openxmlformats.org/officeDocument/2006/relationships/customXml" Target="../ink/ink128.xml"/><Relationship Id="rId19" Type="http://schemas.openxmlformats.org/officeDocument/2006/relationships/image" Target="../media/image42.png"/><Relationship Id="rId224" Type="http://schemas.openxmlformats.org/officeDocument/2006/relationships/image" Target="../media/image144.png"/><Relationship Id="rId245" Type="http://schemas.openxmlformats.org/officeDocument/2006/relationships/customXml" Target="../ink/ink149.xml"/><Relationship Id="rId30" Type="http://schemas.openxmlformats.org/officeDocument/2006/relationships/customXml" Target="../ink/ink41.xml"/><Relationship Id="rId105" Type="http://schemas.openxmlformats.org/officeDocument/2006/relationships/image" Target="../media/image85.png"/><Relationship Id="rId126" Type="http://schemas.openxmlformats.org/officeDocument/2006/relationships/customXml" Target="../ink/ink89.xml"/><Relationship Id="rId147" Type="http://schemas.openxmlformats.org/officeDocument/2006/relationships/customXml" Target="../ink/ink100.xml"/><Relationship Id="rId168" Type="http://schemas.openxmlformats.org/officeDocument/2006/relationships/image" Target="../media/image116.png"/><Relationship Id="rId51" Type="http://schemas.openxmlformats.org/officeDocument/2006/relationships/image" Target="../media/image58.png"/><Relationship Id="rId72" Type="http://schemas.openxmlformats.org/officeDocument/2006/relationships/customXml" Target="../ink/ink62.xml"/><Relationship Id="rId93" Type="http://schemas.openxmlformats.org/officeDocument/2006/relationships/image" Target="../media/image79.png"/><Relationship Id="rId189" Type="http://schemas.openxmlformats.org/officeDocument/2006/relationships/customXml" Target="../ink/ink121.xml"/><Relationship Id="rId3" Type="http://schemas.openxmlformats.org/officeDocument/2006/relationships/image" Target="NULL"/><Relationship Id="rId214" Type="http://schemas.openxmlformats.org/officeDocument/2006/relationships/image" Target="../media/image139.png"/><Relationship Id="rId235" Type="http://schemas.openxmlformats.org/officeDocument/2006/relationships/customXml" Target="../ink/ink144.xml"/><Relationship Id="rId116" Type="http://schemas.openxmlformats.org/officeDocument/2006/relationships/customXml" Target="../ink/ink84.xml"/><Relationship Id="rId137" Type="http://schemas.openxmlformats.org/officeDocument/2006/relationships/image" Target="../media/image101.png"/><Relationship Id="rId158" Type="http://schemas.openxmlformats.org/officeDocument/2006/relationships/image" Target="../media/image111.png"/><Relationship Id="rId20" Type="http://schemas.openxmlformats.org/officeDocument/2006/relationships/customXml" Target="../ink/ink36.xml"/><Relationship Id="rId41" Type="http://schemas.openxmlformats.org/officeDocument/2006/relationships/image" Target="../media/image53.png"/><Relationship Id="rId62" Type="http://schemas.openxmlformats.org/officeDocument/2006/relationships/customXml" Target="../ink/ink57.xml"/><Relationship Id="rId83" Type="http://schemas.openxmlformats.org/officeDocument/2006/relationships/image" Target="../media/image74.png"/><Relationship Id="rId179" Type="http://schemas.openxmlformats.org/officeDocument/2006/relationships/customXml" Target="../ink/ink116.xml"/><Relationship Id="rId190" Type="http://schemas.openxmlformats.org/officeDocument/2006/relationships/image" Target="../media/image127.png"/><Relationship Id="rId204" Type="http://schemas.openxmlformats.org/officeDocument/2006/relationships/image" Target="../media/image134.png"/><Relationship Id="rId225" Type="http://schemas.openxmlformats.org/officeDocument/2006/relationships/customXml" Target="../ink/ink139.xml"/><Relationship Id="rId246" Type="http://schemas.openxmlformats.org/officeDocument/2006/relationships/image" Target="../media/image155.png"/><Relationship Id="rId106" Type="http://schemas.openxmlformats.org/officeDocument/2006/relationships/customXml" Target="../ink/ink79.xml"/><Relationship Id="rId127" Type="http://schemas.openxmlformats.org/officeDocument/2006/relationships/image" Target="../media/image9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3" Type="http://schemas.openxmlformats.org/officeDocument/2006/relationships/customXml" Target="../ink/ink156.xml"/><Relationship Id="rId18" Type="http://schemas.openxmlformats.org/officeDocument/2006/relationships/image" Target="../media/image164.png"/><Relationship Id="rId26" Type="http://schemas.openxmlformats.org/officeDocument/2006/relationships/image" Target="../media/image168.png"/><Relationship Id="rId39" Type="http://schemas.openxmlformats.org/officeDocument/2006/relationships/customXml" Target="../ink/ink169.xml"/><Relationship Id="rId21" Type="http://schemas.openxmlformats.org/officeDocument/2006/relationships/customXml" Target="../ink/ink160.xml"/><Relationship Id="rId34" Type="http://schemas.openxmlformats.org/officeDocument/2006/relationships/image" Target="../media/image172.png"/><Relationship Id="rId42" Type="http://schemas.openxmlformats.org/officeDocument/2006/relationships/image" Target="../media/image176.png"/><Relationship Id="rId47" Type="http://schemas.openxmlformats.org/officeDocument/2006/relationships/customXml" Target="../ink/ink173.xml"/><Relationship Id="rId50" Type="http://schemas.openxmlformats.org/officeDocument/2006/relationships/image" Target="../media/image180.png"/><Relationship Id="rId55" Type="http://schemas.openxmlformats.org/officeDocument/2006/relationships/customXml" Target="../ink/ink177.xml"/><Relationship Id="rId7" Type="http://schemas.openxmlformats.org/officeDocument/2006/relationships/customXml" Target="../ink/ink153.xml"/><Relationship Id="rId2" Type="http://schemas.openxmlformats.org/officeDocument/2006/relationships/notesSlide" Target="../notesSlides/notesSlide10.xml"/><Relationship Id="rId16" Type="http://schemas.openxmlformats.org/officeDocument/2006/relationships/image" Target="../media/image163.png"/><Relationship Id="rId29" Type="http://schemas.openxmlformats.org/officeDocument/2006/relationships/customXml" Target="../ink/ink164.xml"/><Relationship Id="rId11" Type="http://schemas.openxmlformats.org/officeDocument/2006/relationships/customXml" Target="../ink/ink155.xml"/><Relationship Id="rId24" Type="http://schemas.openxmlformats.org/officeDocument/2006/relationships/image" Target="../media/image167.png"/><Relationship Id="rId32" Type="http://schemas.openxmlformats.org/officeDocument/2006/relationships/image" Target="../media/image171.png"/><Relationship Id="rId37" Type="http://schemas.openxmlformats.org/officeDocument/2006/relationships/customXml" Target="../ink/ink168.xml"/><Relationship Id="rId40" Type="http://schemas.openxmlformats.org/officeDocument/2006/relationships/image" Target="../media/image175.png"/><Relationship Id="rId45" Type="http://schemas.openxmlformats.org/officeDocument/2006/relationships/customXml" Target="../ink/ink172.xml"/><Relationship Id="rId53" Type="http://schemas.openxmlformats.org/officeDocument/2006/relationships/customXml" Target="../ink/ink176.xml"/><Relationship Id="rId58" Type="http://schemas.openxmlformats.org/officeDocument/2006/relationships/image" Target="../media/image184.png"/><Relationship Id="rId5" Type="http://schemas.openxmlformats.org/officeDocument/2006/relationships/customXml" Target="../ink/ink152.xml"/><Relationship Id="rId19" Type="http://schemas.openxmlformats.org/officeDocument/2006/relationships/customXml" Target="../ink/ink159.xml"/><Relationship Id="rId4" Type="http://schemas.openxmlformats.org/officeDocument/2006/relationships/image" Target="../media/image157.png"/><Relationship Id="rId9" Type="http://schemas.openxmlformats.org/officeDocument/2006/relationships/customXml" Target="../ink/ink154.xml"/><Relationship Id="rId14" Type="http://schemas.openxmlformats.org/officeDocument/2006/relationships/image" Target="../media/image162.png"/><Relationship Id="rId22" Type="http://schemas.openxmlformats.org/officeDocument/2006/relationships/image" Target="../media/image166.png"/><Relationship Id="rId27" Type="http://schemas.openxmlformats.org/officeDocument/2006/relationships/customXml" Target="../ink/ink163.xml"/><Relationship Id="rId30" Type="http://schemas.openxmlformats.org/officeDocument/2006/relationships/image" Target="../media/image170.png"/><Relationship Id="rId35" Type="http://schemas.openxmlformats.org/officeDocument/2006/relationships/customXml" Target="../ink/ink167.xml"/><Relationship Id="rId43" Type="http://schemas.openxmlformats.org/officeDocument/2006/relationships/customXml" Target="../ink/ink171.xml"/><Relationship Id="rId48" Type="http://schemas.openxmlformats.org/officeDocument/2006/relationships/image" Target="../media/image179.png"/><Relationship Id="rId56" Type="http://schemas.openxmlformats.org/officeDocument/2006/relationships/image" Target="../media/image183.png"/><Relationship Id="rId8" Type="http://schemas.openxmlformats.org/officeDocument/2006/relationships/image" Target="../media/image159.png"/><Relationship Id="rId51" Type="http://schemas.openxmlformats.org/officeDocument/2006/relationships/customXml" Target="../ink/ink175.xml"/><Relationship Id="rId3" Type="http://schemas.openxmlformats.org/officeDocument/2006/relationships/customXml" Target="../ink/ink151.xml"/><Relationship Id="rId12" Type="http://schemas.openxmlformats.org/officeDocument/2006/relationships/image" Target="../media/image161.png"/><Relationship Id="rId17" Type="http://schemas.openxmlformats.org/officeDocument/2006/relationships/customXml" Target="../ink/ink158.xml"/><Relationship Id="rId25" Type="http://schemas.openxmlformats.org/officeDocument/2006/relationships/customXml" Target="../ink/ink162.xml"/><Relationship Id="rId33" Type="http://schemas.openxmlformats.org/officeDocument/2006/relationships/customXml" Target="../ink/ink166.xml"/><Relationship Id="rId38" Type="http://schemas.openxmlformats.org/officeDocument/2006/relationships/image" Target="../media/image174.png"/><Relationship Id="rId46" Type="http://schemas.openxmlformats.org/officeDocument/2006/relationships/image" Target="../media/image178.png"/><Relationship Id="rId20" Type="http://schemas.openxmlformats.org/officeDocument/2006/relationships/image" Target="../media/image165.png"/><Relationship Id="rId41" Type="http://schemas.openxmlformats.org/officeDocument/2006/relationships/customXml" Target="../ink/ink170.xml"/><Relationship Id="rId54" Type="http://schemas.openxmlformats.org/officeDocument/2006/relationships/image" Target="../media/image182.png"/><Relationship Id="rId1" Type="http://schemas.openxmlformats.org/officeDocument/2006/relationships/slideLayout" Target="../slideLayouts/slideLayout1.xml"/><Relationship Id="rId6" Type="http://schemas.openxmlformats.org/officeDocument/2006/relationships/image" Target="../media/image158.png"/><Relationship Id="rId15" Type="http://schemas.openxmlformats.org/officeDocument/2006/relationships/customXml" Target="../ink/ink157.xml"/><Relationship Id="rId23" Type="http://schemas.openxmlformats.org/officeDocument/2006/relationships/customXml" Target="../ink/ink161.xml"/><Relationship Id="rId28" Type="http://schemas.openxmlformats.org/officeDocument/2006/relationships/image" Target="../media/image169.png"/><Relationship Id="rId36" Type="http://schemas.openxmlformats.org/officeDocument/2006/relationships/image" Target="../media/image173.png"/><Relationship Id="rId49" Type="http://schemas.openxmlformats.org/officeDocument/2006/relationships/customXml" Target="../ink/ink174.xml"/><Relationship Id="rId57" Type="http://schemas.openxmlformats.org/officeDocument/2006/relationships/customXml" Target="../ink/ink178.xml"/><Relationship Id="rId10" Type="http://schemas.openxmlformats.org/officeDocument/2006/relationships/image" Target="../media/image160.png"/><Relationship Id="rId31" Type="http://schemas.openxmlformats.org/officeDocument/2006/relationships/customXml" Target="../ink/ink165.xml"/><Relationship Id="rId44" Type="http://schemas.openxmlformats.org/officeDocument/2006/relationships/image" Target="../media/image177.png"/><Relationship Id="rId52" Type="http://schemas.openxmlformats.org/officeDocument/2006/relationships/image" Target="../media/image181.png"/></Relationships>
</file>

<file path=ppt/slides/_rels/slide14.xml.rels><?xml version="1.0" encoding="UTF-8" standalone="yes"?>
<Relationships xmlns="http://schemas.openxmlformats.org/package/2006/relationships"><Relationship Id="rId13" Type="http://schemas.openxmlformats.org/officeDocument/2006/relationships/customXml" Target="../ink/ink184.xml"/><Relationship Id="rId18" Type="http://schemas.openxmlformats.org/officeDocument/2006/relationships/image" Target="../media/image192.png"/><Relationship Id="rId26" Type="http://schemas.openxmlformats.org/officeDocument/2006/relationships/image" Target="../media/image196.png"/><Relationship Id="rId39" Type="http://schemas.openxmlformats.org/officeDocument/2006/relationships/customXml" Target="../ink/ink197.xml"/><Relationship Id="rId21" Type="http://schemas.openxmlformats.org/officeDocument/2006/relationships/customXml" Target="../ink/ink188.xml"/><Relationship Id="rId34" Type="http://schemas.openxmlformats.org/officeDocument/2006/relationships/image" Target="../media/image200.png"/><Relationship Id="rId42" Type="http://schemas.openxmlformats.org/officeDocument/2006/relationships/image" Target="../media/image204.png"/><Relationship Id="rId47" Type="http://schemas.openxmlformats.org/officeDocument/2006/relationships/customXml" Target="../ink/ink201.xml"/><Relationship Id="rId50" Type="http://schemas.openxmlformats.org/officeDocument/2006/relationships/image" Target="../media/image208.png"/><Relationship Id="rId7" Type="http://schemas.openxmlformats.org/officeDocument/2006/relationships/customXml" Target="../ink/ink181.xml"/><Relationship Id="rId2" Type="http://schemas.openxmlformats.org/officeDocument/2006/relationships/notesSlide" Target="../notesSlides/notesSlide11.xml"/><Relationship Id="rId16" Type="http://schemas.openxmlformats.org/officeDocument/2006/relationships/image" Target="../media/image191.png"/><Relationship Id="rId29" Type="http://schemas.openxmlformats.org/officeDocument/2006/relationships/customXml" Target="../ink/ink192.xml"/><Relationship Id="rId11" Type="http://schemas.openxmlformats.org/officeDocument/2006/relationships/customXml" Target="../ink/ink183.xml"/><Relationship Id="rId24" Type="http://schemas.openxmlformats.org/officeDocument/2006/relationships/image" Target="../media/image195.png"/><Relationship Id="rId32" Type="http://schemas.openxmlformats.org/officeDocument/2006/relationships/image" Target="../media/image199.png"/><Relationship Id="rId37" Type="http://schemas.openxmlformats.org/officeDocument/2006/relationships/customXml" Target="../ink/ink196.xml"/><Relationship Id="rId40" Type="http://schemas.openxmlformats.org/officeDocument/2006/relationships/image" Target="../media/image203.png"/><Relationship Id="rId45" Type="http://schemas.openxmlformats.org/officeDocument/2006/relationships/customXml" Target="../ink/ink200.xml"/><Relationship Id="rId53" Type="http://schemas.openxmlformats.org/officeDocument/2006/relationships/customXml" Target="../ink/ink204.xml"/><Relationship Id="rId5" Type="http://schemas.openxmlformats.org/officeDocument/2006/relationships/customXml" Target="../ink/ink180.xml"/><Relationship Id="rId10" Type="http://schemas.openxmlformats.org/officeDocument/2006/relationships/image" Target="../media/image188.png"/><Relationship Id="rId19" Type="http://schemas.openxmlformats.org/officeDocument/2006/relationships/customXml" Target="../ink/ink187.xml"/><Relationship Id="rId31" Type="http://schemas.openxmlformats.org/officeDocument/2006/relationships/customXml" Target="../ink/ink193.xml"/><Relationship Id="rId44" Type="http://schemas.openxmlformats.org/officeDocument/2006/relationships/image" Target="../media/image205.png"/><Relationship Id="rId52" Type="http://schemas.openxmlformats.org/officeDocument/2006/relationships/image" Target="../media/image209.png"/><Relationship Id="rId4" Type="http://schemas.openxmlformats.org/officeDocument/2006/relationships/image" Target="../media/image185.png"/><Relationship Id="rId9" Type="http://schemas.openxmlformats.org/officeDocument/2006/relationships/customXml" Target="../ink/ink182.xml"/><Relationship Id="rId14" Type="http://schemas.openxmlformats.org/officeDocument/2006/relationships/image" Target="../media/image190.png"/><Relationship Id="rId22" Type="http://schemas.openxmlformats.org/officeDocument/2006/relationships/image" Target="../media/image194.png"/><Relationship Id="rId27" Type="http://schemas.openxmlformats.org/officeDocument/2006/relationships/customXml" Target="../ink/ink191.xml"/><Relationship Id="rId30" Type="http://schemas.openxmlformats.org/officeDocument/2006/relationships/image" Target="../media/image198.png"/><Relationship Id="rId35" Type="http://schemas.openxmlformats.org/officeDocument/2006/relationships/customXml" Target="../ink/ink195.xml"/><Relationship Id="rId43" Type="http://schemas.openxmlformats.org/officeDocument/2006/relationships/customXml" Target="../ink/ink199.xml"/><Relationship Id="rId48" Type="http://schemas.openxmlformats.org/officeDocument/2006/relationships/image" Target="../media/image207.png"/><Relationship Id="rId8" Type="http://schemas.openxmlformats.org/officeDocument/2006/relationships/image" Target="../media/image187.png"/><Relationship Id="rId51" Type="http://schemas.openxmlformats.org/officeDocument/2006/relationships/customXml" Target="../ink/ink203.xml"/><Relationship Id="rId3" Type="http://schemas.openxmlformats.org/officeDocument/2006/relationships/customXml" Target="../ink/ink179.xml"/><Relationship Id="rId12" Type="http://schemas.openxmlformats.org/officeDocument/2006/relationships/image" Target="../media/image189.png"/><Relationship Id="rId17" Type="http://schemas.openxmlformats.org/officeDocument/2006/relationships/customXml" Target="../ink/ink186.xml"/><Relationship Id="rId25" Type="http://schemas.openxmlformats.org/officeDocument/2006/relationships/customXml" Target="../ink/ink190.xml"/><Relationship Id="rId33" Type="http://schemas.openxmlformats.org/officeDocument/2006/relationships/customXml" Target="../ink/ink194.xml"/><Relationship Id="rId38" Type="http://schemas.openxmlformats.org/officeDocument/2006/relationships/image" Target="../media/image202.png"/><Relationship Id="rId46" Type="http://schemas.openxmlformats.org/officeDocument/2006/relationships/image" Target="../media/image206.png"/><Relationship Id="rId20" Type="http://schemas.openxmlformats.org/officeDocument/2006/relationships/image" Target="../media/image193.png"/><Relationship Id="rId41" Type="http://schemas.openxmlformats.org/officeDocument/2006/relationships/customXml" Target="../ink/ink198.xml"/><Relationship Id="rId54" Type="http://schemas.openxmlformats.org/officeDocument/2006/relationships/image" Target="../media/image210.png"/><Relationship Id="rId1" Type="http://schemas.openxmlformats.org/officeDocument/2006/relationships/slideLayout" Target="../slideLayouts/slideLayout1.xml"/><Relationship Id="rId6" Type="http://schemas.openxmlformats.org/officeDocument/2006/relationships/image" Target="../media/image186.png"/><Relationship Id="rId15" Type="http://schemas.openxmlformats.org/officeDocument/2006/relationships/customXml" Target="../ink/ink185.xml"/><Relationship Id="rId23" Type="http://schemas.openxmlformats.org/officeDocument/2006/relationships/customXml" Target="../ink/ink189.xml"/><Relationship Id="rId28" Type="http://schemas.openxmlformats.org/officeDocument/2006/relationships/image" Target="../media/image197.png"/><Relationship Id="rId36" Type="http://schemas.openxmlformats.org/officeDocument/2006/relationships/image" Target="../media/image201.png"/><Relationship Id="rId49" Type="http://schemas.openxmlformats.org/officeDocument/2006/relationships/customXml" Target="../ink/ink20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ypGr4YdMTR4"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a:spLocks noGrp="1"/>
          </p:cNvSpPr>
          <p:nvPr>
            <p:ph type="title"/>
          </p:nvPr>
        </p:nvSpPr>
        <p:spPr>
          <a:xfrm>
            <a:off x="858585" y="908326"/>
            <a:ext cx="10114215" cy="1593441"/>
          </a:xfrm>
        </p:spPr>
        <p:txBody>
          <a:bodyPr>
            <a:noAutofit/>
          </a:bodyPr>
          <a:lstStyle/>
          <a:p>
            <a: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t>Lecture 8: Equity valuation models </a:t>
            </a:r>
            <a:b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br>
            <a:endParaRPr lang="en-US" sz="4000" dirty="0">
              <a:solidFill>
                <a:schemeClr val="accent2">
                  <a:lumMod val="75000"/>
                </a:schemeClr>
              </a:solidFill>
            </a:endParaRPr>
          </a:p>
        </p:txBody>
      </p:sp>
      <p:sp>
        <p:nvSpPr>
          <p:cNvPr id="2" name="TextBox 1"/>
          <p:cNvSpPr txBox="1"/>
          <p:nvPr/>
        </p:nvSpPr>
        <p:spPr>
          <a:xfrm>
            <a:off x="12966184" y="1136501"/>
            <a:ext cx="184731" cy="461665"/>
          </a:xfrm>
          <a:prstGeom prst="rect">
            <a:avLst/>
          </a:prstGeom>
          <a:noFill/>
        </p:spPr>
        <p:txBody>
          <a:bodyPr wrap="none" rtlCol="0">
            <a:spAutoFit/>
          </a:bodyPr>
          <a:lstStyle/>
          <a:p>
            <a:pPr defTabSz="1219170"/>
            <a:endParaRPr lang="en-US" sz="2400" dirty="0">
              <a:solidFill>
                <a:prstClr val="white"/>
              </a:solidFill>
              <a:latin typeface="Tw Cen MT"/>
            </a:endParaRPr>
          </a:p>
        </p:txBody>
      </p:sp>
      <p:sp>
        <p:nvSpPr>
          <p:cNvPr id="5" name="Subtitle 2"/>
          <p:cNvSpPr txBox="1">
            <a:spLocks/>
          </p:cNvSpPr>
          <p:nvPr/>
        </p:nvSpPr>
        <p:spPr>
          <a:xfrm>
            <a:off x="365393" y="6070600"/>
            <a:ext cx="2590800" cy="685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733" dirty="0">
                <a:latin typeface="Tw Cen MT"/>
              </a:rPr>
              <a:t>HE Tai-</a:t>
            </a:r>
            <a:r>
              <a:rPr lang="en-US" sz="3733" dirty="0" err="1">
                <a:latin typeface="Tw Cen MT"/>
              </a:rPr>
              <a:t>Sen</a:t>
            </a:r>
            <a:endParaRPr lang="en-US" sz="3733" dirty="0">
              <a:latin typeface="Tw Cen MT"/>
            </a:endParaRPr>
          </a:p>
        </p:txBody>
      </p:sp>
      <p:sp>
        <p:nvSpPr>
          <p:cNvPr id="7" name="Subtitle 2"/>
          <p:cNvSpPr txBox="1">
            <a:spLocks/>
          </p:cNvSpPr>
          <p:nvPr/>
        </p:nvSpPr>
        <p:spPr>
          <a:xfrm>
            <a:off x="5177794" y="5973618"/>
            <a:ext cx="4963734" cy="812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067" b="1" dirty="0">
                <a:latin typeface="Tw Cen MT"/>
                <a:cs typeface="Tw Cen MT"/>
              </a:rPr>
              <a:t>FINANCIAL ECONOMICS</a:t>
            </a:r>
          </a:p>
        </p:txBody>
      </p:sp>
      <p:pic>
        <p:nvPicPr>
          <p:cNvPr id="8" name="Picture 7">
            <a:extLst>
              <a:ext uri="{FF2B5EF4-FFF2-40B4-BE49-F238E27FC236}">
                <a16:creationId xmlns:a16="http://schemas.microsoft.com/office/drawing/2014/main" id="{934D2AD3-44D9-3A23-EEA2-6477B4188B63}"/>
              </a:ext>
            </a:extLst>
          </p:cNvPr>
          <p:cNvPicPr>
            <a:picLocks noChangeAspect="1"/>
          </p:cNvPicPr>
          <p:nvPr/>
        </p:nvPicPr>
        <p:blipFill>
          <a:blip r:embed="rId3"/>
          <a:stretch>
            <a:fillRect/>
          </a:stretch>
        </p:blipFill>
        <p:spPr>
          <a:xfrm>
            <a:off x="5926549" y="2493374"/>
            <a:ext cx="6182454" cy="34646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Outline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270494" y="688438"/>
            <a:ext cx="11176000" cy="5652986"/>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Intrinsic Value vs. Market Price (18.2)</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Dividend Discount Models (18.3)</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Free Cash Flow Valuation Approaches (18.5)</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Valuation by Comparable (18.1)</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Business Valuation in the Real World</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72365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Intrinsic Value vs. Market Price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88266" y="656819"/>
            <a:ext cx="1162546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srgbClr val="DA1F28">
                    <a:lumMod val="60000"/>
                    <a:lumOff val="40000"/>
                  </a:srgbClr>
                </a:solidFill>
                <a:effectLst/>
                <a:uLnTx/>
                <a:uFillTx/>
                <a:latin typeface="Tw Cen MT"/>
                <a:ea typeface="+mn-ea"/>
                <a:cs typeface="Tw Cen MT"/>
              </a:rPr>
              <a:t>Intrinsic value</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 the present value of all cash payments to the investor in the stock, including dividends as well as the proceeds from the ultimate sale of stock, discounted at the appropriate risk-adjusted interest rate.</a:t>
            </a:r>
          </a:p>
          <a:p>
            <a:pPr lvl="1">
              <a:spcBef>
                <a:spcPts val="700"/>
              </a:spcBef>
              <a:buClr>
                <a:srgbClr val="DA1F28"/>
              </a:buClr>
              <a:buSzPct val="60000"/>
              <a:buFont typeface="Arial" panose="020B0604020202020204" pitchFamily="34" charset="0"/>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Tw Cen MT"/>
              </a:rPr>
              <a:t>If intrinsic value (V) &gt; market price (P) =&gt; Undervalued =&gt; </a:t>
            </a:r>
            <a:r>
              <a:rPr kumimoji="0" lang="en-US" sz="2800" b="0" i="0" u="none" strike="noStrike" kern="1200" cap="none" spc="0" normalizeH="0" baseline="0" noProof="0" dirty="0">
                <a:ln>
                  <a:noFill/>
                </a:ln>
                <a:solidFill>
                  <a:srgbClr val="EC767C"/>
                </a:solidFill>
                <a:effectLst/>
                <a:uLnTx/>
                <a:uFillTx/>
                <a:latin typeface="Tw Cen MT"/>
                <a:ea typeface="+mn-ea"/>
                <a:cs typeface="Tw Cen MT"/>
              </a:rPr>
              <a:t>Buy</a:t>
            </a:r>
          </a:p>
          <a:p>
            <a:pPr lvl="1">
              <a:spcBef>
                <a:spcPts val="700"/>
              </a:spcBef>
              <a:buClr>
                <a:srgbClr val="DA1F28"/>
              </a:buClr>
              <a:buSzPct val="60000"/>
              <a:buFont typeface="Arial" panose="020B0604020202020204" pitchFamily="34" charset="0"/>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Tw Cen MT"/>
              </a:rPr>
              <a:t>If intrinsic value (V) &lt; market price (P) =&gt; Overvalued =&gt; </a:t>
            </a:r>
            <a:r>
              <a:rPr kumimoji="0" lang="en-US" sz="2800" b="0" i="0" u="none" strike="noStrike" kern="1200" cap="none" spc="0" normalizeH="0" baseline="0" noProof="0" dirty="0">
                <a:ln>
                  <a:noFill/>
                </a:ln>
                <a:solidFill>
                  <a:srgbClr val="2DA2BF"/>
                </a:solidFill>
                <a:effectLst/>
                <a:uLnTx/>
                <a:uFillTx/>
                <a:latin typeface="Tw Cen MT"/>
                <a:ea typeface="+mn-ea"/>
                <a:cs typeface="Tw Cen MT"/>
              </a:rPr>
              <a:t>Sell short</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552892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Dividend Discount Models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0" y="6453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Tw Cen MT"/>
              </a:rPr>
              <a:t>1. The constant-growth DDM (Gordon model)</a:t>
            </a:r>
          </a:p>
          <a:p>
            <a:pPr marL="426710" lvl="1" indent="0">
              <a:buClr>
                <a:srgbClr val="DA1F28"/>
              </a:buClr>
              <a:buNone/>
              <a:defRPr/>
            </a:pPr>
            <a:endParaRPr lang="en-US" sz="2800" dirty="0">
              <a:solidFill>
                <a:sysClr val="windowText" lastClr="000000"/>
              </a:solidFill>
              <a:latin typeface="Tw Cen MT"/>
            </a:endParaRPr>
          </a:p>
        </p:txBody>
      </p:sp>
      <p:cxnSp>
        <p:nvCxnSpPr>
          <p:cNvPr id="3" name="Straight Arrow Connector 2">
            <a:extLst>
              <a:ext uri="{FF2B5EF4-FFF2-40B4-BE49-F238E27FC236}">
                <a16:creationId xmlns:a16="http://schemas.microsoft.com/office/drawing/2014/main" id="{7F41409A-4789-39A1-BB35-CB20FDC44843}"/>
              </a:ext>
            </a:extLst>
          </p:cNvPr>
          <p:cNvCxnSpPr>
            <a:cxnSpLocks/>
          </p:cNvCxnSpPr>
          <p:nvPr/>
        </p:nvCxnSpPr>
        <p:spPr>
          <a:xfrm>
            <a:off x="3139006" y="2409968"/>
            <a:ext cx="0" cy="5080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4" name="Straight Arrow Connector 3">
            <a:extLst>
              <a:ext uri="{FF2B5EF4-FFF2-40B4-BE49-F238E27FC236}">
                <a16:creationId xmlns:a16="http://schemas.microsoft.com/office/drawing/2014/main" id="{A92B5969-6FA7-619D-E49F-03A60A2603F6}"/>
              </a:ext>
            </a:extLst>
          </p:cNvPr>
          <p:cNvCxnSpPr>
            <a:cxnSpLocks/>
          </p:cNvCxnSpPr>
          <p:nvPr/>
        </p:nvCxnSpPr>
        <p:spPr>
          <a:xfrm>
            <a:off x="4155006" y="2409968"/>
            <a:ext cx="0" cy="5080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6" name="Straight Arrow Connector 5">
            <a:extLst>
              <a:ext uri="{FF2B5EF4-FFF2-40B4-BE49-F238E27FC236}">
                <a16:creationId xmlns:a16="http://schemas.microsoft.com/office/drawing/2014/main" id="{F4667F9E-E45D-04CC-7761-0C84E835F7CC}"/>
              </a:ext>
            </a:extLst>
          </p:cNvPr>
          <p:cNvCxnSpPr>
            <a:cxnSpLocks/>
          </p:cNvCxnSpPr>
          <p:nvPr/>
        </p:nvCxnSpPr>
        <p:spPr>
          <a:xfrm>
            <a:off x="5171006" y="2409968"/>
            <a:ext cx="0" cy="5080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9" name="Straight Arrow Connector 8">
            <a:extLst>
              <a:ext uri="{FF2B5EF4-FFF2-40B4-BE49-F238E27FC236}">
                <a16:creationId xmlns:a16="http://schemas.microsoft.com/office/drawing/2014/main" id="{6A470872-9319-F63E-D0AA-53E620B6CAE4}"/>
              </a:ext>
            </a:extLst>
          </p:cNvPr>
          <p:cNvCxnSpPr>
            <a:cxnSpLocks/>
          </p:cNvCxnSpPr>
          <p:nvPr/>
        </p:nvCxnSpPr>
        <p:spPr>
          <a:xfrm>
            <a:off x="6288606" y="2409968"/>
            <a:ext cx="0" cy="5080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10" name="Straight Arrow Connector 9">
            <a:extLst>
              <a:ext uri="{FF2B5EF4-FFF2-40B4-BE49-F238E27FC236}">
                <a16:creationId xmlns:a16="http://schemas.microsoft.com/office/drawing/2014/main" id="{AA25B0A8-BD05-E3BD-0047-0D4736536854}"/>
              </a:ext>
            </a:extLst>
          </p:cNvPr>
          <p:cNvCxnSpPr>
            <a:cxnSpLocks/>
          </p:cNvCxnSpPr>
          <p:nvPr/>
        </p:nvCxnSpPr>
        <p:spPr>
          <a:xfrm>
            <a:off x="7507806" y="2409968"/>
            <a:ext cx="0" cy="5080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
        <p:nvSpPr>
          <p:cNvPr id="11" name="Oval 10">
            <a:extLst>
              <a:ext uri="{FF2B5EF4-FFF2-40B4-BE49-F238E27FC236}">
                <a16:creationId xmlns:a16="http://schemas.microsoft.com/office/drawing/2014/main" id="{0591269B-E4D3-A05A-0AD7-19646373E6DF}"/>
              </a:ext>
            </a:extLst>
          </p:cNvPr>
          <p:cNvSpPr/>
          <p:nvPr/>
        </p:nvSpPr>
        <p:spPr>
          <a:xfrm>
            <a:off x="2805011" y="3019568"/>
            <a:ext cx="856011" cy="1016000"/>
          </a:xfrm>
          <a:prstGeom prst="ellipse">
            <a:avLst/>
          </a:prstGeom>
          <a:solidFill>
            <a:srgbClr val="FFFF00"/>
          </a:solidFill>
          <a:ln w="10000" cap="flat" cmpd="sng" algn="ctr">
            <a:solidFill>
              <a:srgbClr val="FFFF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FF0000"/>
                </a:solidFill>
                <a:effectLst/>
                <a:uLnTx/>
                <a:uFillTx/>
                <a:latin typeface="Tw Cen MT"/>
                <a:ea typeface="+mn-ea"/>
                <a:cs typeface="+mn-cs"/>
              </a:rPr>
              <a:t>D</a:t>
            </a:r>
            <a:r>
              <a:rPr kumimoji="0" lang="en-US" sz="2133" b="0" i="0" u="none" strike="noStrike" kern="0" cap="none" spc="0" normalizeH="0" baseline="-25000" noProof="0" dirty="0">
                <a:ln>
                  <a:noFill/>
                </a:ln>
                <a:solidFill>
                  <a:srgbClr val="FF0000"/>
                </a:solidFill>
                <a:effectLst/>
                <a:uLnTx/>
                <a:uFillTx/>
                <a:latin typeface="Tw Cen MT"/>
                <a:ea typeface="+mn-ea"/>
                <a:cs typeface="+mn-cs"/>
              </a:rPr>
              <a:t>1</a:t>
            </a:r>
            <a:endParaRPr kumimoji="0" lang="en-US" sz="2133" b="0" i="0" u="none" strike="noStrike" kern="0" cap="none" spc="0" normalizeH="0" baseline="0" noProof="0" dirty="0">
              <a:ln>
                <a:noFill/>
              </a:ln>
              <a:solidFill>
                <a:srgbClr val="FF0000"/>
              </a:solidFill>
              <a:effectLst/>
              <a:uLnTx/>
              <a:uFillTx/>
              <a:latin typeface="Tw Cen MT"/>
              <a:ea typeface="+mn-ea"/>
              <a:cs typeface="+mn-cs"/>
            </a:endParaRPr>
          </a:p>
        </p:txBody>
      </p:sp>
      <p:sp>
        <p:nvSpPr>
          <p:cNvPr id="12" name="Oval 11">
            <a:extLst>
              <a:ext uri="{FF2B5EF4-FFF2-40B4-BE49-F238E27FC236}">
                <a16:creationId xmlns:a16="http://schemas.microsoft.com/office/drawing/2014/main" id="{712062F3-6CED-2DC6-C15F-08BBC52A0244}"/>
              </a:ext>
            </a:extLst>
          </p:cNvPr>
          <p:cNvSpPr/>
          <p:nvPr/>
        </p:nvSpPr>
        <p:spPr>
          <a:xfrm>
            <a:off x="3821011" y="3019568"/>
            <a:ext cx="841995" cy="1016000"/>
          </a:xfrm>
          <a:prstGeom prst="ellipse">
            <a:avLst/>
          </a:prstGeom>
          <a:solidFill>
            <a:srgbClr val="FFFF00"/>
          </a:solidFill>
          <a:ln w="10000" cap="flat" cmpd="sng" algn="ctr">
            <a:solidFill>
              <a:srgbClr val="FFFF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FF0000"/>
                </a:solidFill>
                <a:effectLst/>
                <a:uLnTx/>
                <a:uFillTx/>
                <a:latin typeface="Tw Cen MT"/>
                <a:ea typeface="+mn-ea"/>
                <a:cs typeface="+mn-cs"/>
              </a:rPr>
              <a:t>D</a:t>
            </a:r>
            <a:r>
              <a:rPr kumimoji="0" lang="en-US" sz="2133" b="0" i="0" u="none" strike="noStrike" kern="0" cap="none" spc="0" normalizeH="0" baseline="-25000" noProof="0" dirty="0">
                <a:ln>
                  <a:noFill/>
                </a:ln>
                <a:solidFill>
                  <a:srgbClr val="FF0000"/>
                </a:solidFill>
                <a:effectLst/>
                <a:uLnTx/>
                <a:uFillTx/>
                <a:latin typeface="Tw Cen MT"/>
                <a:ea typeface="+mn-ea"/>
                <a:cs typeface="+mn-cs"/>
              </a:rPr>
              <a:t>2</a:t>
            </a:r>
            <a:endParaRPr kumimoji="0" lang="en-US" sz="2133" b="0" i="0" u="none" strike="noStrike" kern="0" cap="none" spc="0" normalizeH="0" baseline="0" noProof="0" dirty="0">
              <a:ln>
                <a:noFill/>
              </a:ln>
              <a:solidFill>
                <a:srgbClr val="FF0000"/>
              </a:solidFill>
              <a:effectLst/>
              <a:uLnTx/>
              <a:uFillTx/>
              <a:latin typeface="Tw Cen MT"/>
              <a:ea typeface="+mn-ea"/>
              <a:cs typeface="+mn-cs"/>
            </a:endParaRPr>
          </a:p>
        </p:txBody>
      </p:sp>
      <p:sp>
        <p:nvSpPr>
          <p:cNvPr id="13" name="Oval 12">
            <a:extLst>
              <a:ext uri="{FF2B5EF4-FFF2-40B4-BE49-F238E27FC236}">
                <a16:creationId xmlns:a16="http://schemas.microsoft.com/office/drawing/2014/main" id="{54921509-8669-A619-20D7-4C2BA9D0EAA2}"/>
              </a:ext>
            </a:extLst>
          </p:cNvPr>
          <p:cNvSpPr/>
          <p:nvPr/>
        </p:nvSpPr>
        <p:spPr>
          <a:xfrm>
            <a:off x="4822414" y="3019568"/>
            <a:ext cx="754992" cy="1016000"/>
          </a:xfrm>
          <a:prstGeom prst="ellipse">
            <a:avLst/>
          </a:prstGeom>
          <a:solidFill>
            <a:srgbClr val="FFFF00"/>
          </a:solidFill>
          <a:ln w="10000" cap="flat" cmpd="sng" algn="ctr">
            <a:solidFill>
              <a:srgbClr val="FFFF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FF0000"/>
                </a:solidFill>
                <a:effectLst/>
                <a:uLnTx/>
                <a:uFillTx/>
                <a:latin typeface="Tw Cen MT"/>
                <a:ea typeface="+mn-ea"/>
                <a:cs typeface="+mn-cs"/>
              </a:rPr>
              <a:t>D</a:t>
            </a:r>
            <a:r>
              <a:rPr kumimoji="0" lang="en-US" sz="2133" b="0" i="0" u="none" strike="noStrike" kern="0" cap="none" spc="0" normalizeH="0" baseline="-25000" noProof="0" dirty="0">
                <a:ln>
                  <a:noFill/>
                </a:ln>
                <a:solidFill>
                  <a:srgbClr val="FF0000"/>
                </a:solidFill>
                <a:effectLst/>
                <a:uLnTx/>
                <a:uFillTx/>
                <a:latin typeface="Tw Cen MT"/>
                <a:ea typeface="+mn-ea"/>
                <a:cs typeface="+mn-cs"/>
              </a:rPr>
              <a:t>3</a:t>
            </a:r>
            <a:endParaRPr kumimoji="0" lang="en-US" sz="2133" b="0" i="0" u="none" strike="noStrike" kern="0" cap="none" spc="0" normalizeH="0" baseline="0" noProof="0" dirty="0">
              <a:ln>
                <a:noFill/>
              </a:ln>
              <a:solidFill>
                <a:srgbClr val="FF0000"/>
              </a:solidFill>
              <a:effectLst/>
              <a:uLnTx/>
              <a:uFillTx/>
              <a:latin typeface="Tw Cen MT"/>
              <a:ea typeface="+mn-ea"/>
              <a:cs typeface="+mn-cs"/>
            </a:endParaRPr>
          </a:p>
        </p:txBody>
      </p:sp>
      <p:sp>
        <p:nvSpPr>
          <p:cNvPr id="14" name="Oval 13">
            <a:extLst>
              <a:ext uri="{FF2B5EF4-FFF2-40B4-BE49-F238E27FC236}">
                <a16:creationId xmlns:a16="http://schemas.microsoft.com/office/drawing/2014/main" id="{24077AB4-688A-FE23-80AA-9487D480F7C7}"/>
              </a:ext>
            </a:extLst>
          </p:cNvPr>
          <p:cNvSpPr/>
          <p:nvPr/>
        </p:nvSpPr>
        <p:spPr>
          <a:xfrm>
            <a:off x="5940014" y="3019568"/>
            <a:ext cx="754992" cy="1016000"/>
          </a:xfrm>
          <a:prstGeom prst="ellipse">
            <a:avLst/>
          </a:prstGeom>
          <a:solidFill>
            <a:srgbClr val="FFFF00"/>
          </a:solidFill>
          <a:ln w="10000" cap="flat" cmpd="sng" algn="ctr">
            <a:solidFill>
              <a:srgbClr val="FFFF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FF0000"/>
                </a:solidFill>
                <a:effectLst/>
                <a:uLnTx/>
                <a:uFillTx/>
                <a:latin typeface="Tw Cen MT"/>
                <a:ea typeface="+mn-ea"/>
                <a:cs typeface="+mn-cs"/>
              </a:rPr>
              <a:t>D</a:t>
            </a:r>
            <a:r>
              <a:rPr kumimoji="0" lang="en-US" sz="2133" b="0" i="0" u="none" strike="noStrike" kern="0" cap="none" spc="0" normalizeH="0" baseline="-25000" noProof="0" dirty="0">
                <a:ln>
                  <a:noFill/>
                </a:ln>
                <a:solidFill>
                  <a:srgbClr val="FF0000"/>
                </a:solidFill>
                <a:effectLst/>
                <a:uLnTx/>
                <a:uFillTx/>
                <a:latin typeface="Tw Cen MT"/>
                <a:ea typeface="+mn-ea"/>
                <a:cs typeface="+mn-cs"/>
              </a:rPr>
              <a:t>4</a:t>
            </a:r>
            <a:endParaRPr kumimoji="0" lang="en-US" sz="2133" b="0" i="0" u="none" strike="noStrike" kern="0" cap="none" spc="0" normalizeH="0" baseline="0" noProof="0" dirty="0">
              <a:ln>
                <a:noFill/>
              </a:ln>
              <a:solidFill>
                <a:srgbClr val="FF0000"/>
              </a:solidFill>
              <a:effectLst/>
              <a:uLnTx/>
              <a:uFillTx/>
              <a:latin typeface="Tw Cen MT"/>
              <a:ea typeface="+mn-ea"/>
              <a:cs typeface="+mn-cs"/>
            </a:endParaRPr>
          </a:p>
        </p:txBody>
      </p:sp>
      <p:sp>
        <p:nvSpPr>
          <p:cNvPr id="15" name="Oval 14">
            <a:extLst>
              <a:ext uri="{FF2B5EF4-FFF2-40B4-BE49-F238E27FC236}">
                <a16:creationId xmlns:a16="http://schemas.microsoft.com/office/drawing/2014/main" id="{86C29828-44E4-333E-E281-56BDE2351951}"/>
              </a:ext>
            </a:extLst>
          </p:cNvPr>
          <p:cNvSpPr/>
          <p:nvPr/>
        </p:nvSpPr>
        <p:spPr>
          <a:xfrm>
            <a:off x="7173811" y="3019568"/>
            <a:ext cx="841995" cy="1016000"/>
          </a:xfrm>
          <a:prstGeom prst="ellipse">
            <a:avLst/>
          </a:prstGeom>
          <a:solidFill>
            <a:srgbClr val="FFFF00"/>
          </a:solidFill>
          <a:ln w="10000" cap="flat" cmpd="sng" algn="ctr">
            <a:solidFill>
              <a:srgbClr val="FFFF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FF0000"/>
                </a:solidFill>
                <a:effectLst/>
                <a:uLnTx/>
                <a:uFillTx/>
                <a:latin typeface="Tw Cen MT"/>
                <a:ea typeface="+mn-ea"/>
                <a:cs typeface="+mn-cs"/>
              </a:rPr>
              <a:t>D</a:t>
            </a:r>
            <a:r>
              <a:rPr kumimoji="0" lang="en-US" sz="2133" b="0" i="0" u="none" strike="noStrike" kern="0" cap="none" spc="0" normalizeH="0" baseline="-25000" noProof="0" dirty="0">
                <a:ln>
                  <a:noFill/>
                </a:ln>
                <a:solidFill>
                  <a:srgbClr val="FF0000"/>
                </a:solidFill>
                <a:effectLst/>
                <a:uLnTx/>
                <a:uFillTx/>
                <a:latin typeface="Tw Cen MT"/>
                <a:ea typeface="+mn-ea"/>
                <a:cs typeface="+mn-cs"/>
              </a:rPr>
              <a:t>5</a:t>
            </a:r>
            <a:endParaRPr kumimoji="0" lang="en-US" sz="2133" b="0" i="0" u="none" strike="noStrike" kern="0" cap="none" spc="0" normalizeH="0" baseline="0" noProof="0" dirty="0">
              <a:ln>
                <a:noFill/>
              </a:ln>
              <a:solidFill>
                <a:srgbClr val="FF0000"/>
              </a:solidFill>
              <a:effectLst/>
              <a:uLnTx/>
              <a:uFillTx/>
              <a:latin typeface="Tw Cen MT"/>
              <a:ea typeface="+mn-ea"/>
              <a:cs typeface="+mn-cs"/>
            </a:endParaRPr>
          </a:p>
        </p:txBody>
      </p:sp>
      <p:cxnSp>
        <p:nvCxnSpPr>
          <p:cNvPr id="16" name="Straight Connector 15">
            <a:extLst>
              <a:ext uri="{FF2B5EF4-FFF2-40B4-BE49-F238E27FC236}">
                <a16:creationId xmlns:a16="http://schemas.microsoft.com/office/drawing/2014/main" id="{BD21AAF5-2B57-16AA-4175-05FDD48A2EBD}"/>
              </a:ext>
            </a:extLst>
          </p:cNvPr>
          <p:cNvCxnSpPr>
            <a:cxnSpLocks/>
          </p:cNvCxnSpPr>
          <p:nvPr/>
        </p:nvCxnSpPr>
        <p:spPr>
          <a:xfrm>
            <a:off x="2123006" y="2206768"/>
            <a:ext cx="0" cy="406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7" name="Straight Arrow Connector 16">
            <a:extLst>
              <a:ext uri="{FF2B5EF4-FFF2-40B4-BE49-F238E27FC236}">
                <a16:creationId xmlns:a16="http://schemas.microsoft.com/office/drawing/2014/main" id="{AB62BCD0-377D-58B1-A003-615A5BC3BACD}"/>
              </a:ext>
            </a:extLst>
          </p:cNvPr>
          <p:cNvCxnSpPr>
            <a:cxnSpLocks/>
          </p:cNvCxnSpPr>
          <p:nvPr/>
        </p:nvCxnSpPr>
        <p:spPr>
          <a:xfrm>
            <a:off x="2123006" y="2409968"/>
            <a:ext cx="6096000"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
        <p:nvSpPr>
          <p:cNvPr id="19" name="Rectangle 18">
            <a:extLst>
              <a:ext uri="{FF2B5EF4-FFF2-40B4-BE49-F238E27FC236}">
                <a16:creationId xmlns:a16="http://schemas.microsoft.com/office/drawing/2014/main" id="{22DFB11C-2E68-1F65-57B4-D770BAAAA2FE}"/>
              </a:ext>
            </a:extLst>
          </p:cNvPr>
          <p:cNvSpPr/>
          <p:nvPr/>
        </p:nvSpPr>
        <p:spPr>
          <a:xfrm>
            <a:off x="1273310" y="1356365"/>
            <a:ext cx="1523999" cy="907829"/>
          </a:xfrm>
          <a:prstGeom prst="rect">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algn="ctr" defTabSz="1219170">
              <a:defRPr/>
            </a:pPr>
            <a:r>
              <a:rPr kumimoji="0" lang="en-US" sz="2400" b="0" i="0" u="none" strike="noStrike" kern="0" cap="none" spc="0" normalizeH="0" baseline="0" noProof="0" dirty="0">
                <a:ln>
                  <a:noFill/>
                </a:ln>
                <a:solidFill>
                  <a:schemeClr val="bg1"/>
                </a:solidFill>
                <a:effectLst/>
                <a:uLnTx/>
                <a:uFillTx/>
                <a:latin typeface="Tw Cen MT"/>
                <a:ea typeface="+mn-ea"/>
                <a:cs typeface="+mn-cs"/>
              </a:rPr>
              <a:t>Stock (V</a:t>
            </a:r>
            <a:r>
              <a:rPr kumimoji="0" lang="en-US" sz="2400" b="0" i="0" u="none" strike="noStrike" kern="0" cap="none" spc="0" normalizeH="0" baseline="-25000" noProof="0" dirty="0">
                <a:ln>
                  <a:noFill/>
                </a:ln>
                <a:solidFill>
                  <a:schemeClr val="bg1"/>
                </a:solidFill>
                <a:effectLst/>
                <a:uLnTx/>
                <a:uFillTx/>
                <a:latin typeface="Tw Cen MT"/>
                <a:ea typeface="+mn-ea"/>
                <a:cs typeface="+mn-cs"/>
              </a:rPr>
              <a:t>0</a:t>
            </a:r>
            <a:r>
              <a:rPr kumimoji="0" lang="en-US" sz="2400" b="0" i="0" u="none" strike="noStrike" kern="0" cap="none" spc="0" normalizeH="0" baseline="0" noProof="0" dirty="0">
                <a:ln>
                  <a:noFill/>
                </a:ln>
                <a:solidFill>
                  <a:schemeClr val="bg1"/>
                </a:solidFill>
                <a:effectLst/>
                <a:uLnTx/>
                <a:uFillTx/>
                <a:latin typeface="Tw Cen MT"/>
                <a:ea typeface="+mn-ea"/>
                <a:cs typeface="+mn-cs"/>
              </a:rPr>
              <a:t>)</a:t>
            </a:r>
          </a:p>
        </p:txBody>
      </p:sp>
      <p:sp>
        <p:nvSpPr>
          <p:cNvPr id="2" name="Content Placeholder 2">
            <a:extLst>
              <a:ext uri="{FF2B5EF4-FFF2-40B4-BE49-F238E27FC236}">
                <a16:creationId xmlns:a16="http://schemas.microsoft.com/office/drawing/2014/main" id="{905ADF72-65BA-E4C3-8CBA-F9D4E8F45AA4}"/>
              </a:ext>
            </a:extLst>
          </p:cNvPr>
          <p:cNvSpPr txBox="1">
            <a:spLocks/>
          </p:cNvSpPr>
          <p:nvPr/>
        </p:nvSpPr>
        <p:spPr>
          <a:xfrm>
            <a:off x="885570" y="4174614"/>
            <a:ext cx="10964684" cy="1567142"/>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indent="-320040">
              <a:spcBef>
                <a:spcPts val="700"/>
              </a:spcBef>
              <a:buClr>
                <a:srgbClr val="DA1F28"/>
              </a:buClr>
              <a:defRPr/>
            </a:pPr>
            <a:r>
              <a:rPr kumimoji="0" lang="en-US" sz="2600" i="0" u="none" strike="noStrike" kern="1200" cap="none" spc="0" normalizeH="0" baseline="0" noProof="0" dirty="0">
                <a:ln>
                  <a:noFill/>
                </a:ln>
                <a:effectLst/>
                <a:uLnTx/>
                <a:uFillTx/>
                <a:latin typeface="Tw Cen MT"/>
                <a:ea typeface="+mn-ea"/>
                <a:cs typeface="Tw Cen MT"/>
              </a:rPr>
              <a:t>Assume that </a:t>
            </a:r>
            <a:r>
              <a:rPr lang="en-US" sz="2600" dirty="0">
                <a:solidFill>
                  <a:prstClr val="black"/>
                </a:solidFill>
                <a:latin typeface="Tw Cen MT"/>
              </a:rPr>
              <a:t>divided grow at </a:t>
            </a:r>
            <a:r>
              <a:rPr lang="en-US" sz="2600" b="1" dirty="0">
                <a:solidFill>
                  <a:prstClr val="black"/>
                </a:solidFill>
                <a:latin typeface="Tw Cen MT"/>
              </a:rPr>
              <a:t>g (%).</a:t>
            </a:r>
          </a:p>
          <a:p>
            <a:pPr marL="320040" indent="-320040">
              <a:spcBef>
                <a:spcPts val="700"/>
              </a:spcBef>
              <a:buClr>
                <a:srgbClr val="DA1F28"/>
              </a:buClr>
              <a:defRPr/>
            </a:pPr>
            <a:r>
              <a:rPr lang="en-US" sz="2600" dirty="0">
                <a:solidFill>
                  <a:prstClr val="black"/>
                </a:solidFill>
                <a:latin typeface="Tw Cen MT"/>
              </a:rPr>
              <a:t>Market capitalization rate </a:t>
            </a:r>
            <a:r>
              <a:rPr lang="en-US" sz="2600" b="1" dirty="0">
                <a:solidFill>
                  <a:prstClr val="black"/>
                </a:solidFill>
                <a:latin typeface="Tw Cen MT"/>
              </a:rPr>
              <a:t>k (%): </a:t>
            </a:r>
            <a:r>
              <a:rPr kumimoji="0" lang="en-US" sz="2600" b="0" i="0" u="none" strike="noStrike" kern="1200" cap="none" spc="0" normalizeH="0" baseline="0" noProof="0" dirty="0">
                <a:ln>
                  <a:noFill/>
                </a:ln>
                <a:solidFill>
                  <a:prstClr val="black"/>
                </a:solidFill>
                <a:effectLst/>
                <a:uLnTx/>
                <a:uFillTx/>
                <a:latin typeface="Tw Cen MT"/>
                <a:ea typeface="+mn-ea"/>
                <a:cs typeface="Tw Cen MT"/>
              </a:rPr>
              <a:t>market consensus value of the required rate of return</a:t>
            </a:r>
            <a:endParaRPr kumimoji="0" lang="en-US" sz="2600" i="0" u="none" strike="noStrike" kern="1200" cap="none" spc="0" normalizeH="0" baseline="0" noProof="0" dirty="0">
              <a:ln>
                <a:noFill/>
              </a:ln>
              <a:effectLst/>
              <a:uLnTx/>
              <a:uFillTx/>
              <a:latin typeface="Tw Cen MT"/>
              <a:ea typeface="+mn-ea"/>
              <a:cs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600" i="0" u="none" strike="noStrike" kern="1200" cap="none" spc="0" normalizeH="0" baseline="0" noProof="0" dirty="0">
                <a:ln>
                  <a:noFill/>
                </a:ln>
                <a:effectLst/>
                <a:uLnTx/>
                <a:uFillTx/>
                <a:latin typeface="Tw Cen MT"/>
                <a:ea typeface="+mn-ea"/>
                <a:cs typeface="Tw Cen MT"/>
              </a:rPr>
              <a:t>We evaluate the stock at t=0, </a:t>
            </a:r>
            <a:r>
              <a:rPr kumimoji="0" lang="en-US" sz="2600" i="0" u="none" strike="noStrike" kern="1200" cap="none" spc="0" normalizeH="0" baseline="0" noProof="0" dirty="0">
                <a:ln>
                  <a:noFill/>
                </a:ln>
                <a:solidFill>
                  <a:srgbClr val="FF0000"/>
                </a:solidFill>
                <a:effectLst/>
                <a:uLnTx/>
                <a:uFillTx/>
                <a:latin typeface="Tw Cen MT"/>
                <a:ea typeface="+mn-ea"/>
                <a:cs typeface="Tw Cen MT"/>
              </a:rPr>
              <a:t>immediately after</a:t>
            </a:r>
            <a:r>
              <a:rPr kumimoji="0" lang="en-US" sz="2600" i="0" u="none" strike="noStrike" kern="1200" cap="none" spc="0" normalizeH="0" baseline="0" noProof="0" dirty="0">
                <a:ln>
                  <a:noFill/>
                </a:ln>
                <a:effectLst/>
                <a:uLnTx/>
                <a:uFillTx/>
                <a:latin typeface="Tw Cen MT"/>
                <a:ea typeface="+mn-ea"/>
                <a:cs typeface="Tw Cen MT"/>
              </a:rPr>
              <a:t> the divided (</a:t>
            </a:r>
            <a:r>
              <a:rPr kumimoji="0" lang="en-US" sz="2600" i="0" u="none" strike="noStrike" kern="0" cap="none" spc="0" normalizeH="0" baseline="0" noProof="0" dirty="0">
                <a:ln>
                  <a:noFill/>
                </a:ln>
                <a:effectLst/>
                <a:uLnTx/>
                <a:uFillTx/>
                <a:latin typeface="Tw Cen MT"/>
                <a:ea typeface="+mn-ea"/>
                <a:cs typeface="+mn-cs"/>
              </a:rPr>
              <a:t>D</a:t>
            </a:r>
            <a:r>
              <a:rPr kumimoji="0" lang="en-US" sz="2600" i="0" u="none" strike="noStrike" kern="0" cap="none" spc="0" normalizeH="0" baseline="-25000" noProof="0" dirty="0">
                <a:ln>
                  <a:noFill/>
                </a:ln>
                <a:effectLst/>
                <a:uLnTx/>
                <a:uFillTx/>
                <a:latin typeface="Tw Cen MT"/>
                <a:ea typeface="+mn-ea"/>
                <a:cs typeface="+mn-cs"/>
              </a:rPr>
              <a:t>0</a:t>
            </a:r>
            <a:r>
              <a:rPr kumimoji="0" lang="en-US" sz="2600" i="0" u="none" strike="noStrike" kern="1200" cap="none" spc="0" normalizeH="0" baseline="0" noProof="0" dirty="0">
                <a:ln>
                  <a:noFill/>
                </a:ln>
                <a:effectLst/>
                <a:uLnTx/>
                <a:uFillTx/>
                <a:latin typeface="Tw Cen MT"/>
                <a:ea typeface="+mn-ea"/>
                <a:cs typeface="Tw Cen MT"/>
              </a:rPr>
              <a:t>) has been paid to investors. Therefore, the valuation should </a:t>
            </a:r>
            <a:r>
              <a:rPr kumimoji="0" lang="en-US" sz="2600" i="0" u="none" strike="noStrike" kern="1200" cap="none" spc="0" normalizeH="0" baseline="0" noProof="0" dirty="0">
                <a:ln>
                  <a:noFill/>
                </a:ln>
                <a:solidFill>
                  <a:srgbClr val="FF0000"/>
                </a:solidFill>
                <a:effectLst/>
                <a:uLnTx/>
                <a:uFillTx/>
                <a:latin typeface="Tw Cen MT"/>
                <a:ea typeface="+mn-ea"/>
                <a:cs typeface="Tw Cen MT"/>
              </a:rPr>
              <a:t>not</a:t>
            </a:r>
            <a:r>
              <a:rPr kumimoji="0" lang="en-US" sz="2600" i="0" u="none" strike="noStrike" kern="1200" cap="none" spc="0" normalizeH="0" baseline="0" noProof="0" dirty="0">
                <a:ln>
                  <a:noFill/>
                </a:ln>
                <a:effectLst/>
                <a:uLnTx/>
                <a:uFillTx/>
                <a:latin typeface="Tw Cen MT"/>
                <a:ea typeface="+mn-ea"/>
                <a:cs typeface="Tw Cen MT"/>
              </a:rPr>
              <a:t> include the dividend (</a:t>
            </a:r>
            <a:r>
              <a:rPr kumimoji="0" lang="en-US" sz="2600" i="0" u="none" strike="noStrike" kern="0" cap="none" spc="0" normalizeH="0" baseline="0" noProof="0" dirty="0">
                <a:ln>
                  <a:noFill/>
                </a:ln>
                <a:effectLst/>
                <a:uLnTx/>
                <a:uFillTx/>
                <a:latin typeface="Tw Cen MT"/>
                <a:ea typeface="+mn-ea"/>
                <a:cs typeface="+mn-cs"/>
              </a:rPr>
              <a:t>D</a:t>
            </a:r>
            <a:r>
              <a:rPr kumimoji="0" lang="en-US" sz="2600" i="0" u="none" strike="noStrike" kern="0" cap="none" spc="0" normalizeH="0" baseline="-25000" noProof="0" dirty="0">
                <a:ln>
                  <a:noFill/>
                </a:ln>
                <a:effectLst/>
                <a:uLnTx/>
                <a:uFillTx/>
                <a:latin typeface="Tw Cen MT"/>
                <a:ea typeface="+mn-ea"/>
                <a:cs typeface="+mn-cs"/>
              </a:rPr>
              <a:t>0</a:t>
            </a:r>
            <a:r>
              <a:rPr kumimoji="0" lang="en-US" sz="2600" i="0" u="none" strike="noStrike" kern="1200" cap="none" spc="0" normalizeH="0" baseline="0" noProof="0" dirty="0">
                <a:ln>
                  <a:noFill/>
                </a:ln>
                <a:effectLst/>
                <a:uLnTx/>
                <a:uFillTx/>
                <a:latin typeface="Tw Cen MT"/>
                <a:ea typeface="+mn-ea"/>
                <a:cs typeface="Tw Cen MT"/>
              </a:rPr>
              <a:t>) paid at t=0</a:t>
            </a:r>
            <a:r>
              <a:rPr kumimoji="0" lang="en-US" sz="2600" i="0" u="none" strike="noStrike" kern="0" cap="none" spc="0" normalizeH="0" baseline="-25000" noProof="0" dirty="0">
                <a:ln>
                  <a:noFill/>
                </a:ln>
                <a:effectLst/>
                <a:uLnTx/>
                <a:uFillTx/>
                <a:latin typeface="Tw Cen MT"/>
                <a:ea typeface="+mn-ea"/>
                <a:cs typeface="+mn-cs"/>
              </a:rPr>
              <a:t>. </a:t>
            </a:r>
            <a:endParaRPr lang="en-US" sz="2600" dirty="0">
              <a:latin typeface="Tw Cen MT"/>
            </a:endParaRPr>
          </a:p>
        </p:txBody>
      </p:sp>
    </p:spTree>
    <p:extLst>
      <p:ext uri="{BB962C8B-B14F-4D97-AF65-F5344CB8AC3E}">
        <p14:creationId xmlns:p14="http://schemas.microsoft.com/office/powerpoint/2010/main" val="330252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Dividend Discount Models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graphicFrame>
        <p:nvGraphicFramePr>
          <p:cNvPr id="21" name="Object 20">
            <a:extLst>
              <a:ext uri="{FF2B5EF4-FFF2-40B4-BE49-F238E27FC236}">
                <a16:creationId xmlns:a16="http://schemas.microsoft.com/office/drawing/2014/main" id="{5C903E7B-C022-1479-D71F-072E23F2E2D3}"/>
              </a:ext>
            </a:extLst>
          </p:cNvPr>
          <p:cNvGraphicFramePr>
            <a:graphicFrameLocks noChangeAspect="1"/>
          </p:cNvGraphicFramePr>
          <p:nvPr>
            <p:extLst>
              <p:ext uri="{D42A27DB-BD31-4B8C-83A1-F6EECF244321}">
                <p14:modId xmlns:p14="http://schemas.microsoft.com/office/powerpoint/2010/main" val="1086016187"/>
              </p:ext>
            </p:extLst>
          </p:nvPr>
        </p:nvGraphicFramePr>
        <p:xfrm>
          <a:off x="999834" y="951487"/>
          <a:ext cx="8402427" cy="1334965"/>
        </p:xfrm>
        <a:graphic>
          <a:graphicData uri="http://schemas.openxmlformats.org/presentationml/2006/ole">
            <mc:AlternateContent xmlns:mc="http://schemas.openxmlformats.org/markup-compatibility/2006">
              <mc:Choice xmlns:v="urn:schemas-microsoft-com:vml" Requires="v">
                <p:oleObj name="Equation" r:id="rId3" imgW="2717800" imgH="431800" progId="Equation.3">
                  <p:embed/>
                </p:oleObj>
              </mc:Choice>
              <mc:Fallback>
                <p:oleObj name="Equation" r:id="rId3" imgW="2717800" imgH="431800" progId="Equation.3">
                  <p:embed/>
                  <p:pic>
                    <p:nvPicPr>
                      <p:cNvPr id="21" name="Object 20">
                        <a:extLst>
                          <a:ext uri="{FF2B5EF4-FFF2-40B4-BE49-F238E27FC236}">
                            <a16:creationId xmlns:a16="http://schemas.microsoft.com/office/drawing/2014/main" id="{5C903E7B-C022-1479-D71F-072E23F2E2D3}"/>
                          </a:ext>
                        </a:extLst>
                      </p:cNvPr>
                      <p:cNvPicPr/>
                      <p:nvPr/>
                    </p:nvPicPr>
                    <p:blipFill>
                      <a:blip r:embed="rId4"/>
                      <a:stretch>
                        <a:fillRect/>
                      </a:stretch>
                    </p:blipFill>
                    <p:spPr>
                      <a:xfrm>
                        <a:off x="999834" y="951487"/>
                        <a:ext cx="8402427" cy="1334965"/>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C97E486A-756C-20B1-E587-499C45C008EC}"/>
              </a:ext>
            </a:extLst>
          </p:cNvPr>
          <p:cNvSpPr txBox="1"/>
          <p:nvPr/>
        </p:nvSpPr>
        <p:spPr>
          <a:xfrm>
            <a:off x="1895003" y="2652953"/>
            <a:ext cx="785608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w Cen MT"/>
                <a:ea typeface="+mn-ea"/>
                <a:cs typeface="+mn-cs"/>
              </a:rPr>
              <a:t>It’s an infinite geometric series with a constant ratio between successive terms. </a:t>
            </a:r>
            <a:r>
              <a:rPr kumimoji="0" lang="en-US" sz="2400" b="1" i="0" u="none" strike="noStrike" kern="1200" cap="none" spc="0" normalizeH="0" baseline="0" noProof="0" dirty="0">
                <a:ln>
                  <a:noFill/>
                </a:ln>
                <a:solidFill>
                  <a:prstClr val="black"/>
                </a:solidFill>
                <a:effectLst/>
                <a:uLnTx/>
                <a:uFillTx/>
                <a:latin typeface="Tw Cen MT"/>
                <a:ea typeface="+mn-ea"/>
                <a:cs typeface="+mn-cs"/>
              </a:rPr>
              <a:t>Y= First term / (1-common ratio)</a:t>
            </a:r>
          </a:p>
        </p:txBody>
      </p:sp>
      <p:graphicFrame>
        <p:nvGraphicFramePr>
          <p:cNvPr id="24" name="Object 23">
            <a:extLst>
              <a:ext uri="{FF2B5EF4-FFF2-40B4-BE49-F238E27FC236}">
                <a16:creationId xmlns:a16="http://schemas.microsoft.com/office/drawing/2014/main" id="{7FCB97C9-DD55-41E2-CB5E-8050A87CDE5A}"/>
              </a:ext>
            </a:extLst>
          </p:cNvPr>
          <p:cNvGraphicFramePr>
            <a:graphicFrameLocks noChangeAspect="1"/>
          </p:cNvGraphicFramePr>
          <p:nvPr>
            <p:extLst>
              <p:ext uri="{D42A27DB-BD31-4B8C-83A1-F6EECF244321}">
                <p14:modId xmlns:p14="http://schemas.microsoft.com/office/powerpoint/2010/main" val="2743772761"/>
              </p:ext>
            </p:extLst>
          </p:nvPr>
        </p:nvGraphicFramePr>
        <p:xfrm>
          <a:off x="1517071" y="5154769"/>
          <a:ext cx="1803617" cy="943542"/>
        </p:xfrm>
        <a:graphic>
          <a:graphicData uri="http://schemas.openxmlformats.org/presentationml/2006/ole">
            <mc:AlternateContent xmlns:mc="http://schemas.openxmlformats.org/markup-compatibility/2006">
              <mc:Choice xmlns:v="urn:schemas-microsoft-com:vml" Requires="v">
                <p:oleObj name="Equation" r:id="rId5" imgW="825500" imgH="431800" progId="Equation.3">
                  <p:embed/>
                </p:oleObj>
              </mc:Choice>
              <mc:Fallback>
                <p:oleObj name="Equation" r:id="rId5" imgW="825500" imgH="431800" progId="Equation.3">
                  <p:embed/>
                  <p:pic>
                    <p:nvPicPr>
                      <p:cNvPr id="24" name="Object 23">
                        <a:extLst>
                          <a:ext uri="{FF2B5EF4-FFF2-40B4-BE49-F238E27FC236}">
                            <a16:creationId xmlns:a16="http://schemas.microsoft.com/office/drawing/2014/main" id="{7FCB97C9-DD55-41E2-CB5E-8050A87CDE5A}"/>
                          </a:ext>
                        </a:extLst>
                      </p:cNvPr>
                      <p:cNvPicPr/>
                      <p:nvPr/>
                    </p:nvPicPr>
                    <p:blipFill>
                      <a:blip r:embed="rId6"/>
                      <a:stretch>
                        <a:fillRect/>
                      </a:stretch>
                    </p:blipFill>
                    <p:spPr>
                      <a:xfrm>
                        <a:off x="1517071" y="5154769"/>
                        <a:ext cx="1803617" cy="943542"/>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E3A20431-57F4-890F-2B38-43AFF1F5AEBF}"/>
              </a:ext>
            </a:extLst>
          </p:cNvPr>
          <p:cNvSpPr txBox="1"/>
          <p:nvPr/>
        </p:nvSpPr>
        <p:spPr>
          <a:xfrm>
            <a:off x="3521031" y="5321738"/>
            <a:ext cx="133007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EC767C"/>
                </a:solidFill>
                <a:effectLst/>
                <a:uLnTx/>
                <a:uFillTx/>
                <a:latin typeface="Tw Cen MT (Body)"/>
                <a:ea typeface="+mn-ea"/>
                <a:cs typeface="Tw Cen MT (Body)"/>
              </a:rPr>
              <a:t>if k&gt;g</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C3EA77A-670C-D413-AD24-22171C0B439C}"/>
                  </a:ext>
                </a:extLst>
              </p:cNvPr>
              <p:cNvSpPr txBox="1"/>
              <p:nvPr/>
            </p:nvSpPr>
            <p:spPr>
              <a:xfrm>
                <a:off x="1373316" y="3778838"/>
                <a:ext cx="6955574" cy="1059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0</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0</m:t>
                                  </m:r>
                                </m:sub>
                              </m:sSub>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𝑔</m:t>
                                  </m:r>
                                </m:e>
                              </m:d>
                            </m:num>
                            <m:den>
                              <m:r>
                                <a:rPr lang="en-US" i="0">
                                  <a:latin typeface="Cambria Math" panose="02040503050406030204" pitchFamily="18" charset="0"/>
                                </a:rPr>
                                <m:t>1+</m:t>
                              </m:r>
                              <m:r>
                                <a:rPr lang="en-US" i="1">
                                  <a:latin typeface="Cambria Math" panose="02040503050406030204" pitchFamily="18" charset="0"/>
                                </a:rPr>
                                <m:t>𝑘</m:t>
                              </m:r>
                            </m:den>
                          </m:f>
                        </m:num>
                        <m:den>
                          <m:r>
                            <a:rPr lang="en-US" i="0">
                              <a:latin typeface="Cambria Math" panose="02040503050406030204" pitchFamily="18" charset="0"/>
                            </a:rPr>
                            <m:t>1−</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r>
                                <a:rPr lang="en-US" i="1">
                                  <a:latin typeface="Cambria Math" panose="02040503050406030204" pitchFamily="18" charset="0"/>
                                </a:rPr>
                                <m:t>𝑔</m:t>
                              </m:r>
                            </m:num>
                            <m:den>
                              <m:r>
                                <a:rPr lang="en-US" i="0">
                                  <a:latin typeface="Cambria Math" panose="02040503050406030204" pitchFamily="18" charset="0"/>
                                </a:rPr>
                                <m:t>1+</m:t>
                              </m:r>
                              <m:r>
                                <a:rPr lang="en-US" i="1">
                                  <a:latin typeface="Cambria Math" panose="02040503050406030204" pitchFamily="18" charset="0"/>
                                </a:rPr>
                                <m:t>𝑘</m:t>
                              </m:r>
                            </m:den>
                          </m:f>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0</m:t>
                                  </m:r>
                                </m:sub>
                              </m:sSub>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𝑔</m:t>
                                  </m:r>
                                </m:e>
                              </m:d>
                            </m:num>
                            <m:den>
                              <m:r>
                                <a:rPr lang="en-US" i="0">
                                  <a:latin typeface="Cambria Math" panose="02040503050406030204" pitchFamily="18" charset="0"/>
                                </a:rPr>
                                <m:t>1+</m:t>
                              </m:r>
                              <m:r>
                                <a:rPr lang="en-US" i="1">
                                  <a:latin typeface="Cambria Math" panose="02040503050406030204" pitchFamily="18" charset="0"/>
                                </a:rPr>
                                <m:t>𝑘</m:t>
                              </m:r>
                            </m:den>
                          </m:f>
                        </m:num>
                        <m:den>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r>
                                <a:rPr lang="en-US" i="1">
                                  <a:latin typeface="Cambria Math" panose="02040503050406030204" pitchFamily="18" charset="0"/>
                                </a:rPr>
                                <m:t>𝑘</m:t>
                              </m:r>
                              <m:r>
                                <a:rPr lang="en-US" i="0">
                                  <a:latin typeface="Cambria Math" panose="02040503050406030204" pitchFamily="18" charset="0"/>
                                </a:rPr>
                                <m:t>−1−</m:t>
                              </m:r>
                              <m:r>
                                <a:rPr lang="en-US" i="1">
                                  <a:latin typeface="Cambria Math" panose="02040503050406030204" pitchFamily="18" charset="0"/>
                                </a:rPr>
                                <m:t>𝑔</m:t>
                              </m:r>
                            </m:num>
                            <m:den>
                              <m:r>
                                <a:rPr lang="en-US" i="0">
                                  <a:latin typeface="Cambria Math" panose="02040503050406030204" pitchFamily="18" charset="0"/>
                                </a:rPr>
                                <m:t>1+</m:t>
                              </m:r>
                              <m:r>
                                <a:rPr lang="en-US" i="1">
                                  <a:latin typeface="Cambria Math" panose="02040503050406030204" pitchFamily="18" charset="0"/>
                                </a:rPr>
                                <m:t>𝑘</m:t>
                              </m:r>
                            </m:den>
                          </m:f>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0</m:t>
                              </m:r>
                            </m:sub>
                          </m:sSub>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𝑔</m:t>
                              </m:r>
                            </m:e>
                          </m:d>
                        </m:num>
                        <m:den>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𝑔</m:t>
                          </m:r>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𝑔</m:t>
                          </m:r>
                        </m:den>
                      </m:f>
                    </m:oMath>
                  </m:oMathPara>
                </a14:m>
                <a:endParaRPr lang="en-US" dirty="0"/>
              </a:p>
            </p:txBody>
          </p:sp>
        </mc:Choice>
        <mc:Fallback xmlns="">
          <p:sp>
            <p:nvSpPr>
              <p:cNvPr id="3" name="TextBox 2">
                <a:extLst>
                  <a:ext uri="{FF2B5EF4-FFF2-40B4-BE49-F238E27FC236}">
                    <a16:creationId xmlns:a16="http://schemas.microsoft.com/office/drawing/2014/main" id="{AC3EA77A-670C-D413-AD24-22171C0B439C}"/>
                  </a:ext>
                </a:extLst>
              </p:cNvPr>
              <p:cNvSpPr txBox="1">
                <a:spLocks noRot="1" noChangeAspect="1" noMove="1" noResize="1" noEditPoints="1" noAdjustHandles="1" noChangeArrowheads="1" noChangeShapeType="1" noTextEdit="1"/>
              </p:cNvSpPr>
              <p:nvPr/>
            </p:nvSpPr>
            <p:spPr>
              <a:xfrm>
                <a:off x="1373316" y="3778838"/>
                <a:ext cx="6955574" cy="1059777"/>
              </a:xfrm>
              <a:prstGeom prst="rect">
                <a:avLst/>
              </a:prstGeom>
              <a:blipFill>
                <a:blip r:embed="rId7"/>
                <a:stretch>
                  <a:fillRect b="-2353"/>
                </a:stretch>
              </a:blipFill>
            </p:spPr>
            <p:txBody>
              <a:bodyPr/>
              <a:lstStyle/>
              <a:p>
                <a:r>
                  <a:rPr lang="en-US">
                    <a:noFill/>
                  </a:rPr>
                  <a:t> </a:t>
                </a:r>
              </a:p>
            </p:txBody>
          </p:sp>
        </mc:Fallback>
      </mc:AlternateContent>
    </p:spTree>
    <p:extLst>
      <p:ext uri="{BB962C8B-B14F-4D97-AF65-F5344CB8AC3E}">
        <p14:creationId xmlns:p14="http://schemas.microsoft.com/office/powerpoint/2010/main" val="78105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Dividend Discount Models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610411C9-6552-2EB1-7CAB-F40B5D90FE96}"/>
              </a:ext>
            </a:extLst>
          </p:cNvPr>
          <p:cNvSpPr txBox="1"/>
          <p:nvPr/>
        </p:nvSpPr>
        <p:spPr>
          <a:xfrm>
            <a:off x="250874" y="648027"/>
            <a:ext cx="11444654" cy="4467890"/>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The constant-growth DDM implies that a stock’s </a:t>
            </a:r>
            <a:r>
              <a:rPr lang="en-US" sz="3200" dirty="0">
                <a:solidFill>
                  <a:prstClr val="black"/>
                </a:solidFill>
                <a:latin typeface="Tw Cen MT"/>
                <a:cs typeface="Tw Cen MT"/>
              </a:rPr>
              <a:t>valuation</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 will be greater</a:t>
            </a:r>
            <a:r>
              <a:rPr lang="en-US" sz="3200" dirty="0">
                <a:solidFill>
                  <a:prstClr val="black"/>
                </a:solidFill>
                <a:latin typeface="Tw Cen MT"/>
                <a:cs typeface="Tw Cen MT"/>
              </a:rPr>
              <a:t>:</a:t>
            </a:r>
            <a:endParaRPr kumimoji="0" lang="en-US" sz="3200" b="0" i="0" u="none" strike="noStrike" kern="1200" cap="none" spc="0" normalizeH="0" baseline="0" noProof="0" dirty="0">
              <a:ln>
                <a:noFill/>
              </a:ln>
              <a:solidFill>
                <a:prstClr val="black"/>
              </a:solidFill>
              <a:effectLst/>
              <a:uLnTx/>
              <a:uFillTx/>
              <a:latin typeface="Tw Cen MT"/>
              <a:ea typeface="+mn-ea"/>
              <a:cs typeface="Tw Cen MT"/>
            </a:endParaRPr>
          </a:p>
          <a:p>
            <a:pPr marL="1051560" marR="0" lvl="2" indent="-457200" algn="l" defTabSz="914400" rtl="0" eaLnBrk="1" fontAlgn="auto" latinLnBrk="0" hangingPunct="1">
              <a:lnSpc>
                <a:spcPct val="100000"/>
              </a:lnSpc>
              <a:spcBef>
                <a:spcPts val="500"/>
              </a:spcBef>
              <a:spcAft>
                <a:spcPts val="0"/>
              </a:spcAft>
              <a:buClr>
                <a:srgbClr val="DA1F28"/>
              </a:buClr>
              <a:buSzPct val="75000"/>
              <a:buFont typeface="+mj-lt"/>
              <a:buAutoNum type="arabicPeriod"/>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The ____ its expected dividend per share</a:t>
            </a:r>
          </a:p>
          <a:p>
            <a:pPr marL="1051560" marR="0" lvl="2" indent="-457200" algn="l" defTabSz="914400" rtl="0" eaLnBrk="1" fontAlgn="auto" latinLnBrk="0" hangingPunct="1">
              <a:lnSpc>
                <a:spcPct val="100000"/>
              </a:lnSpc>
              <a:spcBef>
                <a:spcPts val="500"/>
              </a:spcBef>
              <a:spcAft>
                <a:spcPts val="0"/>
              </a:spcAft>
              <a:buClr>
                <a:srgbClr val="DA1F28"/>
              </a:buClr>
              <a:buSzPct val="75000"/>
              <a:buFont typeface="+mj-lt"/>
              <a:buAutoNum type="arabicPeriod"/>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The ____ the market capitalization rate</a:t>
            </a:r>
          </a:p>
          <a:p>
            <a:pPr marL="1051560" marR="0" lvl="2" indent="-457200" algn="l" defTabSz="914400" rtl="0" eaLnBrk="1" fontAlgn="auto" latinLnBrk="0" hangingPunct="1">
              <a:lnSpc>
                <a:spcPct val="100000"/>
              </a:lnSpc>
              <a:spcBef>
                <a:spcPts val="500"/>
              </a:spcBef>
              <a:spcAft>
                <a:spcPts val="0"/>
              </a:spcAft>
              <a:buClr>
                <a:srgbClr val="DA1F28"/>
              </a:buClr>
              <a:buSzPct val="75000"/>
              <a:buFont typeface="+mj-lt"/>
              <a:buAutoNum type="arabicPeriod"/>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The ____ the expected growth rate of dividends</a:t>
            </a:r>
          </a:p>
          <a:p>
            <a:pPr marL="594360" marR="0" lvl="2" algn="l" defTabSz="914400" rtl="0" eaLnBrk="1" fontAlgn="auto" latinLnBrk="0" hangingPunct="1">
              <a:lnSpc>
                <a:spcPct val="100000"/>
              </a:lnSpc>
              <a:spcBef>
                <a:spcPts val="500"/>
              </a:spcBef>
              <a:spcAft>
                <a:spcPts val="0"/>
              </a:spcAft>
              <a:buClr>
                <a:srgbClr val="DA1F28"/>
              </a:buClr>
              <a:buSzPct val="75000"/>
              <a:tabLst/>
              <a:defRPr/>
            </a:pPr>
            <a:endParaRPr kumimoji="0" lang="en-US" sz="3200" b="0" i="0" u="none" strike="noStrike" kern="1200" cap="none" spc="0" normalizeH="0" baseline="0" noProof="0" dirty="0">
              <a:ln>
                <a:noFill/>
              </a:ln>
              <a:solidFill>
                <a:prstClr val="black"/>
              </a:solidFill>
              <a:effectLst/>
              <a:uLnTx/>
              <a:uFillTx/>
              <a:latin typeface="Tw Cen MT"/>
              <a:ea typeface="+mn-ea"/>
              <a:cs typeface="Tw Cen MT"/>
            </a:endParaRPr>
          </a:p>
          <a:p>
            <a:pPr marL="320040" indent="-320040">
              <a:spcBef>
                <a:spcPts val="700"/>
              </a:spcBef>
              <a:buClr>
                <a:srgbClr val="DA1F28"/>
              </a:buClr>
              <a:buSzPct val="60000"/>
              <a:buFont typeface="Wingdings"/>
              <a:buChar char=""/>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A special case: if g=0, then V</a:t>
            </a:r>
            <a:r>
              <a:rPr kumimoji="0" lang="en-US" sz="3200" b="0" i="0" u="none" strike="noStrike" kern="1200" cap="none" spc="0" normalizeH="0" baseline="-25000" noProof="0" dirty="0">
                <a:ln>
                  <a:noFill/>
                </a:ln>
                <a:solidFill>
                  <a:prstClr val="black"/>
                </a:solidFill>
                <a:effectLst/>
                <a:uLnTx/>
                <a:uFillTx/>
                <a:latin typeface="Tw Cen MT"/>
                <a:ea typeface="+mn-ea"/>
                <a:cs typeface="Tw Cen MT"/>
              </a:rPr>
              <a:t>0</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=_____ .</a:t>
            </a:r>
          </a:p>
          <a:p>
            <a:pPr>
              <a:spcBef>
                <a:spcPts val="700"/>
              </a:spcBef>
              <a:buClr>
                <a:srgbClr val="DA1F28"/>
              </a:buClr>
              <a:buSzPct val="60000"/>
              <a:defRPr/>
            </a:pPr>
            <a:endParaRPr lang="en-US" sz="3200" dirty="0">
              <a:solidFill>
                <a:prstClr val="black"/>
              </a:solidFill>
              <a:latin typeface="Tw Cen MT"/>
              <a:cs typeface="Tw Cen MT"/>
            </a:endParaRPr>
          </a:p>
        </p:txBody>
      </p:sp>
      <p:grpSp>
        <p:nvGrpSpPr>
          <p:cNvPr id="11" name="Group 10">
            <a:extLst>
              <a:ext uri="{FF2B5EF4-FFF2-40B4-BE49-F238E27FC236}">
                <a16:creationId xmlns:a16="http://schemas.microsoft.com/office/drawing/2014/main" id="{C4EC5887-6F62-B8E7-6EBC-A4DC620F905D}"/>
              </a:ext>
            </a:extLst>
          </p:cNvPr>
          <p:cNvGrpSpPr/>
          <p:nvPr/>
        </p:nvGrpSpPr>
        <p:grpSpPr>
          <a:xfrm>
            <a:off x="2145320" y="1679880"/>
            <a:ext cx="742320" cy="395280"/>
            <a:chOff x="2145320" y="1679880"/>
            <a:chExt cx="742320" cy="39528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417D655-C1F2-F040-FE3C-3AF58C617A79}"/>
                    </a:ext>
                  </a:extLst>
                </p14:cNvPr>
                <p14:cNvContentPartPr/>
                <p14:nvPr/>
              </p14:nvContentPartPr>
              <p14:xfrm>
                <a:off x="2145320" y="1695000"/>
                <a:ext cx="95400" cy="286560"/>
              </p14:xfrm>
            </p:contentPart>
          </mc:Choice>
          <mc:Fallback>
            <p:pic>
              <p:nvPicPr>
                <p:cNvPr id="2" name="Ink 1">
                  <a:extLst>
                    <a:ext uri="{FF2B5EF4-FFF2-40B4-BE49-F238E27FC236}">
                      <a16:creationId xmlns:a16="http://schemas.microsoft.com/office/drawing/2014/main" id="{B417D655-C1F2-F040-FE3C-3AF58C617A79}"/>
                    </a:ext>
                  </a:extLst>
                </p:cNvPr>
                <p:cNvPicPr/>
                <p:nvPr/>
              </p:nvPicPr>
              <p:blipFill>
                <a:blip r:embed="rId4"/>
                <a:stretch>
                  <a:fillRect/>
                </a:stretch>
              </p:blipFill>
              <p:spPr>
                <a:xfrm>
                  <a:off x="2139200" y="1688880"/>
                  <a:ext cx="10764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D7E156A0-D6D5-90A0-4149-3F6D9D9BE748}"/>
                    </a:ext>
                  </a:extLst>
                </p14:cNvPr>
                <p14:cNvContentPartPr/>
                <p14:nvPr/>
              </p14:nvContentPartPr>
              <p14:xfrm>
                <a:off x="2263400" y="1900920"/>
                <a:ext cx="33480" cy="83880"/>
              </p14:xfrm>
            </p:contentPart>
          </mc:Choice>
          <mc:Fallback>
            <p:pic>
              <p:nvPicPr>
                <p:cNvPr id="4" name="Ink 3">
                  <a:extLst>
                    <a:ext uri="{FF2B5EF4-FFF2-40B4-BE49-F238E27FC236}">
                      <a16:creationId xmlns:a16="http://schemas.microsoft.com/office/drawing/2014/main" id="{D7E156A0-D6D5-90A0-4149-3F6D9D9BE748}"/>
                    </a:ext>
                  </a:extLst>
                </p:cNvPr>
                <p:cNvPicPr/>
                <p:nvPr/>
              </p:nvPicPr>
              <p:blipFill>
                <a:blip r:embed="rId6"/>
                <a:stretch>
                  <a:fillRect/>
                </a:stretch>
              </p:blipFill>
              <p:spPr>
                <a:xfrm>
                  <a:off x="2257280" y="1894800"/>
                  <a:ext cx="4572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8746D393-9A72-CEED-EF62-2692E9EC3DB3}"/>
                    </a:ext>
                  </a:extLst>
                </p14:cNvPr>
                <p14:cNvContentPartPr/>
                <p14:nvPr/>
              </p14:nvContentPartPr>
              <p14:xfrm>
                <a:off x="2292920" y="1794720"/>
                <a:ext cx="16560" cy="44280"/>
              </p14:xfrm>
            </p:contentPart>
          </mc:Choice>
          <mc:Fallback>
            <p:pic>
              <p:nvPicPr>
                <p:cNvPr id="6" name="Ink 5">
                  <a:extLst>
                    <a:ext uri="{FF2B5EF4-FFF2-40B4-BE49-F238E27FC236}">
                      <a16:creationId xmlns:a16="http://schemas.microsoft.com/office/drawing/2014/main" id="{8746D393-9A72-CEED-EF62-2692E9EC3DB3}"/>
                    </a:ext>
                  </a:extLst>
                </p:cNvPr>
                <p:cNvPicPr/>
                <p:nvPr/>
              </p:nvPicPr>
              <p:blipFill>
                <a:blip r:embed="rId8"/>
                <a:stretch>
                  <a:fillRect/>
                </a:stretch>
              </p:blipFill>
              <p:spPr>
                <a:xfrm>
                  <a:off x="2286800" y="1788600"/>
                  <a:ext cx="2880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EF133CEA-A61B-5619-53BF-91104D63998A}"/>
                    </a:ext>
                  </a:extLst>
                </p14:cNvPr>
                <p14:cNvContentPartPr/>
                <p14:nvPr/>
              </p14:nvContentPartPr>
              <p14:xfrm>
                <a:off x="2324240" y="1850880"/>
                <a:ext cx="144000" cy="224280"/>
              </p14:xfrm>
            </p:contentPart>
          </mc:Choice>
          <mc:Fallback>
            <p:pic>
              <p:nvPicPr>
                <p:cNvPr id="9" name="Ink 8">
                  <a:extLst>
                    <a:ext uri="{FF2B5EF4-FFF2-40B4-BE49-F238E27FC236}">
                      <a16:creationId xmlns:a16="http://schemas.microsoft.com/office/drawing/2014/main" id="{EF133CEA-A61B-5619-53BF-91104D63998A}"/>
                    </a:ext>
                  </a:extLst>
                </p:cNvPr>
                <p:cNvPicPr/>
                <p:nvPr/>
              </p:nvPicPr>
              <p:blipFill>
                <a:blip r:embed="rId10"/>
                <a:stretch>
                  <a:fillRect/>
                </a:stretch>
              </p:blipFill>
              <p:spPr>
                <a:xfrm>
                  <a:off x="2318120" y="1844760"/>
                  <a:ext cx="15624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F68C9188-E271-9726-72C3-093CD916C21E}"/>
                    </a:ext>
                  </a:extLst>
                </p14:cNvPr>
                <p14:cNvContentPartPr/>
                <p14:nvPr/>
              </p14:nvContentPartPr>
              <p14:xfrm>
                <a:off x="2570480" y="1679880"/>
                <a:ext cx="317160" cy="326160"/>
              </p14:xfrm>
            </p:contentPart>
          </mc:Choice>
          <mc:Fallback>
            <p:pic>
              <p:nvPicPr>
                <p:cNvPr id="10" name="Ink 9">
                  <a:extLst>
                    <a:ext uri="{FF2B5EF4-FFF2-40B4-BE49-F238E27FC236}">
                      <a16:creationId xmlns:a16="http://schemas.microsoft.com/office/drawing/2014/main" id="{F68C9188-E271-9726-72C3-093CD916C21E}"/>
                    </a:ext>
                  </a:extLst>
                </p:cNvPr>
                <p:cNvPicPr/>
                <p:nvPr/>
              </p:nvPicPr>
              <p:blipFill>
                <a:blip r:embed="rId12"/>
                <a:stretch>
                  <a:fillRect/>
                </a:stretch>
              </p:blipFill>
              <p:spPr>
                <a:xfrm>
                  <a:off x="2564360" y="1673760"/>
                  <a:ext cx="329400" cy="338400"/>
                </a:xfrm>
                <a:prstGeom prst="rect">
                  <a:avLst/>
                </a:prstGeom>
              </p:spPr>
            </p:pic>
          </mc:Fallback>
        </mc:AlternateContent>
      </p:grpSp>
      <p:grpSp>
        <p:nvGrpSpPr>
          <p:cNvPr id="15" name="Group 14">
            <a:extLst>
              <a:ext uri="{FF2B5EF4-FFF2-40B4-BE49-F238E27FC236}">
                <a16:creationId xmlns:a16="http://schemas.microsoft.com/office/drawing/2014/main" id="{35C874C0-F4D3-F592-9F1E-501086C780EA}"/>
              </a:ext>
            </a:extLst>
          </p:cNvPr>
          <p:cNvGrpSpPr/>
          <p:nvPr/>
        </p:nvGrpSpPr>
        <p:grpSpPr>
          <a:xfrm>
            <a:off x="2128040" y="2327880"/>
            <a:ext cx="650880" cy="290880"/>
            <a:chOff x="2128040" y="2327880"/>
            <a:chExt cx="650880" cy="290880"/>
          </a:xfrm>
        </p:grpSpPr>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1EF66529-9724-8479-D1F5-BA15CEF36ACC}"/>
                    </a:ext>
                  </a:extLst>
                </p14:cNvPr>
                <p14:cNvContentPartPr/>
                <p14:nvPr/>
              </p14:nvContentPartPr>
              <p14:xfrm>
                <a:off x="2128040" y="2327880"/>
                <a:ext cx="25200" cy="199080"/>
              </p14:xfrm>
            </p:contentPart>
          </mc:Choice>
          <mc:Fallback>
            <p:pic>
              <p:nvPicPr>
                <p:cNvPr id="12" name="Ink 11">
                  <a:extLst>
                    <a:ext uri="{FF2B5EF4-FFF2-40B4-BE49-F238E27FC236}">
                      <a16:creationId xmlns:a16="http://schemas.microsoft.com/office/drawing/2014/main" id="{1EF66529-9724-8479-D1F5-BA15CEF36ACC}"/>
                    </a:ext>
                  </a:extLst>
                </p:cNvPr>
                <p:cNvPicPr/>
                <p:nvPr/>
              </p:nvPicPr>
              <p:blipFill>
                <a:blip r:embed="rId14"/>
                <a:stretch>
                  <a:fillRect/>
                </a:stretch>
              </p:blipFill>
              <p:spPr>
                <a:xfrm>
                  <a:off x="2121920" y="2321760"/>
                  <a:ext cx="3744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93CF2D12-79D9-EE92-3DF9-9D1E5D5F06A5}"/>
                    </a:ext>
                  </a:extLst>
                </p14:cNvPr>
                <p14:cNvContentPartPr/>
                <p14:nvPr/>
              </p14:nvContentPartPr>
              <p14:xfrm>
                <a:off x="2192840" y="2437320"/>
                <a:ext cx="90360" cy="123480"/>
              </p14:xfrm>
            </p:contentPart>
          </mc:Choice>
          <mc:Fallback>
            <p:pic>
              <p:nvPicPr>
                <p:cNvPr id="13" name="Ink 12">
                  <a:extLst>
                    <a:ext uri="{FF2B5EF4-FFF2-40B4-BE49-F238E27FC236}">
                      <a16:creationId xmlns:a16="http://schemas.microsoft.com/office/drawing/2014/main" id="{93CF2D12-79D9-EE92-3DF9-9D1E5D5F06A5}"/>
                    </a:ext>
                  </a:extLst>
                </p:cNvPr>
                <p:cNvPicPr/>
                <p:nvPr/>
              </p:nvPicPr>
              <p:blipFill>
                <a:blip r:embed="rId16"/>
                <a:stretch>
                  <a:fillRect/>
                </a:stretch>
              </p:blipFill>
              <p:spPr>
                <a:xfrm>
                  <a:off x="2186720" y="2431200"/>
                  <a:ext cx="1026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DCA62A66-B596-FBF7-90F9-8DC5608C3955}"/>
                    </a:ext>
                  </a:extLst>
                </p14:cNvPr>
                <p14:cNvContentPartPr/>
                <p14:nvPr/>
              </p14:nvContentPartPr>
              <p14:xfrm>
                <a:off x="2350520" y="2433360"/>
                <a:ext cx="428400" cy="185400"/>
              </p14:xfrm>
            </p:contentPart>
          </mc:Choice>
          <mc:Fallback>
            <p:pic>
              <p:nvPicPr>
                <p:cNvPr id="14" name="Ink 13">
                  <a:extLst>
                    <a:ext uri="{FF2B5EF4-FFF2-40B4-BE49-F238E27FC236}">
                      <a16:creationId xmlns:a16="http://schemas.microsoft.com/office/drawing/2014/main" id="{DCA62A66-B596-FBF7-90F9-8DC5608C3955}"/>
                    </a:ext>
                  </a:extLst>
                </p:cNvPr>
                <p:cNvPicPr/>
                <p:nvPr/>
              </p:nvPicPr>
              <p:blipFill>
                <a:blip r:embed="rId18"/>
                <a:stretch>
                  <a:fillRect/>
                </a:stretch>
              </p:blipFill>
              <p:spPr>
                <a:xfrm>
                  <a:off x="2344400" y="2427240"/>
                  <a:ext cx="440640" cy="197640"/>
                </a:xfrm>
                <a:prstGeom prst="rect">
                  <a:avLst/>
                </a:prstGeom>
              </p:spPr>
            </p:pic>
          </mc:Fallback>
        </mc:AlternateContent>
      </p:grpSp>
      <p:grpSp>
        <p:nvGrpSpPr>
          <p:cNvPr id="22" name="Group 21">
            <a:extLst>
              <a:ext uri="{FF2B5EF4-FFF2-40B4-BE49-F238E27FC236}">
                <a16:creationId xmlns:a16="http://schemas.microsoft.com/office/drawing/2014/main" id="{44B40703-7E6D-423F-6771-870A4826DC02}"/>
              </a:ext>
            </a:extLst>
          </p:cNvPr>
          <p:cNvGrpSpPr/>
          <p:nvPr/>
        </p:nvGrpSpPr>
        <p:grpSpPr>
          <a:xfrm>
            <a:off x="2152520" y="2780400"/>
            <a:ext cx="805320" cy="436680"/>
            <a:chOff x="2152520" y="2780400"/>
            <a:chExt cx="805320" cy="436680"/>
          </a:xfrm>
        </p:grpSpPr>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6BFCFE29-2D2A-0A30-C5E4-7348FAD2F75F}"/>
                    </a:ext>
                  </a:extLst>
                </p14:cNvPr>
                <p14:cNvContentPartPr/>
                <p14:nvPr/>
              </p14:nvContentPartPr>
              <p14:xfrm>
                <a:off x="2152520" y="2780400"/>
                <a:ext cx="131040" cy="284760"/>
              </p14:xfrm>
            </p:contentPart>
          </mc:Choice>
          <mc:Fallback>
            <p:pic>
              <p:nvPicPr>
                <p:cNvPr id="16" name="Ink 15">
                  <a:extLst>
                    <a:ext uri="{FF2B5EF4-FFF2-40B4-BE49-F238E27FC236}">
                      <a16:creationId xmlns:a16="http://schemas.microsoft.com/office/drawing/2014/main" id="{6BFCFE29-2D2A-0A30-C5E4-7348FAD2F75F}"/>
                    </a:ext>
                  </a:extLst>
                </p:cNvPr>
                <p:cNvPicPr/>
                <p:nvPr/>
              </p:nvPicPr>
              <p:blipFill>
                <a:blip r:embed="rId20"/>
                <a:stretch>
                  <a:fillRect/>
                </a:stretch>
              </p:blipFill>
              <p:spPr>
                <a:xfrm>
                  <a:off x="2146400" y="2774280"/>
                  <a:ext cx="14328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276DB1A7-966B-17D9-EE0D-C82F6E10472C}"/>
                    </a:ext>
                  </a:extLst>
                </p14:cNvPr>
                <p14:cNvContentPartPr/>
                <p14:nvPr/>
              </p14:nvContentPartPr>
              <p14:xfrm>
                <a:off x="2318840" y="2993160"/>
                <a:ext cx="21600" cy="59760"/>
              </p14:xfrm>
            </p:contentPart>
          </mc:Choice>
          <mc:Fallback>
            <p:pic>
              <p:nvPicPr>
                <p:cNvPr id="17" name="Ink 16">
                  <a:extLst>
                    <a:ext uri="{FF2B5EF4-FFF2-40B4-BE49-F238E27FC236}">
                      <a16:creationId xmlns:a16="http://schemas.microsoft.com/office/drawing/2014/main" id="{276DB1A7-966B-17D9-EE0D-C82F6E10472C}"/>
                    </a:ext>
                  </a:extLst>
                </p:cNvPr>
                <p:cNvPicPr/>
                <p:nvPr/>
              </p:nvPicPr>
              <p:blipFill>
                <a:blip r:embed="rId22"/>
                <a:stretch>
                  <a:fillRect/>
                </a:stretch>
              </p:blipFill>
              <p:spPr>
                <a:xfrm>
                  <a:off x="2312720" y="2987040"/>
                  <a:ext cx="3384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3E88E800-8367-2B34-A9A3-C2645A52CF99}"/>
                    </a:ext>
                  </a:extLst>
                </p14:cNvPr>
                <p14:cNvContentPartPr/>
                <p14:nvPr/>
              </p14:nvContentPartPr>
              <p14:xfrm>
                <a:off x="2339000" y="2918280"/>
                <a:ext cx="41040" cy="22320"/>
              </p14:xfrm>
            </p:contentPart>
          </mc:Choice>
          <mc:Fallback>
            <p:pic>
              <p:nvPicPr>
                <p:cNvPr id="18" name="Ink 17">
                  <a:extLst>
                    <a:ext uri="{FF2B5EF4-FFF2-40B4-BE49-F238E27FC236}">
                      <a16:creationId xmlns:a16="http://schemas.microsoft.com/office/drawing/2014/main" id="{3E88E800-8367-2B34-A9A3-C2645A52CF99}"/>
                    </a:ext>
                  </a:extLst>
                </p:cNvPr>
                <p:cNvPicPr/>
                <p:nvPr/>
              </p:nvPicPr>
              <p:blipFill>
                <a:blip r:embed="rId24"/>
                <a:stretch>
                  <a:fillRect/>
                </a:stretch>
              </p:blipFill>
              <p:spPr>
                <a:xfrm>
                  <a:off x="2332880" y="2912160"/>
                  <a:ext cx="5328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8B5926AD-8FF9-98BD-D357-51FE56683DBF}"/>
                    </a:ext>
                  </a:extLst>
                </p14:cNvPr>
                <p14:cNvContentPartPr/>
                <p14:nvPr/>
              </p14:nvContentPartPr>
              <p14:xfrm>
                <a:off x="2389040" y="2972280"/>
                <a:ext cx="117360" cy="244800"/>
              </p14:xfrm>
            </p:contentPart>
          </mc:Choice>
          <mc:Fallback>
            <p:pic>
              <p:nvPicPr>
                <p:cNvPr id="19" name="Ink 18">
                  <a:extLst>
                    <a:ext uri="{FF2B5EF4-FFF2-40B4-BE49-F238E27FC236}">
                      <a16:creationId xmlns:a16="http://schemas.microsoft.com/office/drawing/2014/main" id="{8B5926AD-8FF9-98BD-D357-51FE56683DBF}"/>
                    </a:ext>
                  </a:extLst>
                </p:cNvPr>
                <p:cNvPicPr/>
                <p:nvPr/>
              </p:nvPicPr>
              <p:blipFill>
                <a:blip r:embed="rId26"/>
                <a:stretch>
                  <a:fillRect/>
                </a:stretch>
              </p:blipFill>
              <p:spPr>
                <a:xfrm>
                  <a:off x="2382920" y="2966160"/>
                  <a:ext cx="12960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53704C1E-0EA6-ED2D-AD2C-2DF540DC18BC}"/>
                    </a:ext>
                  </a:extLst>
                </p14:cNvPr>
                <p14:cNvContentPartPr/>
                <p14:nvPr/>
              </p14:nvContentPartPr>
              <p14:xfrm>
                <a:off x="2553200" y="2916120"/>
                <a:ext cx="275040" cy="275040"/>
              </p14:xfrm>
            </p:contentPart>
          </mc:Choice>
          <mc:Fallback>
            <p:pic>
              <p:nvPicPr>
                <p:cNvPr id="20" name="Ink 19">
                  <a:extLst>
                    <a:ext uri="{FF2B5EF4-FFF2-40B4-BE49-F238E27FC236}">
                      <a16:creationId xmlns:a16="http://schemas.microsoft.com/office/drawing/2014/main" id="{53704C1E-0EA6-ED2D-AD2C-2DF540DC18BC}"/>
                    </a:ext>
                  </a:extLst>
                </p:cNvPr>
                <p:cNvPicPr/>
                <p:nvPr/>
              </p:nvPicPr>
              <p:blipFill>
                <a:blip r:embed="rId28"/>
                <a:stretch>
                  <a:fillRect/>
                </a:stretch>
              </p:blipFill>
              <p:spPr>
                <a:xfrm>
                  <a:off x="2547080" y="2910000"/>
                  <a:ext cx="28728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931082C5-F953-F6D6-B1B6-44F4572DC8FD}"/>
                    </a:ext>
                  </a:extLst>
                </p14:cNvPr>
                <p14:cNvContentPartPr/>
                <p14:nvPr/>
              </p14:nvContentPartPr>
              <p14:xfrm>
                <a:off x="2848040" y="3091800"/>
                <a:ext cx="109800" cy="102240"/>
              </p14:xfrm>
            </p:contentPart>
          </mc:Choice>
          <mc:Fallback>
            <p:pic>
              <p:nvPicPr>
                <p:cNvPr id="21" name="Ink 20">
                  <a:extLst>
                    <a:ext uri="{FF2B5EF4-FFF2-40B4-BE49-F238E27FC236}">
                      <a16:creationId xmlns:a16="http://schemas.microsoft.com/office/drawing/2014/main" id="{931082C5-F953-F6D6-B1B6-44F4572DC8FD}"/>
                    </a:ext>
                  </a:extLst>
                </p:cNvPr>
                <p:cNvPicPr/>
                <p:nvPr/>
              </p:nvPicPr>
              <p:blipFill>
                <a:blip r:embed="rId30"/>
                <a:stretch>
                  <a:fillRect/>
                </a:stretch>
              </p:blipFill>
              <p:spPr>
                <a:xfrm>
                  <a:off x="2841920" y="3085680"/>
                  <a:ext cx="122040" cy="114480"/>
                </a:xfrm>
                <a:prstGeom prst="rect">
                  <a:avLst/>
                </a:prstGeom>
              </p:spPr>
            </p:pic>
          </mc:Fallback>
        </mc:AlternateContent>
      </p:grpSp>
      <p:grpSp>
        <p:nvGrpSpPr>
          <p:cNvPr id="33" name="Group 32">
            <a:extLst>
              <a:ext uri="{FF2B5EF4-FFF2-40B4-BE49-F238E27FC236}">
                <a16:creationId xmlns:a16="http://schemas.microsoft.com/office/drawing/2014/main" id="{77A5B238-F33B-3912-2464-14BECB0A5FA4}"/>
              </a:ext>
            </a:extLst>
          </p:cNvPr>
          <p:cNvGrpSpPr/>
          <p:nvPr/>
        </p:nvGrpSpPr>
        <p:grpSpPr>
          <a:xfrm>
            <a:off x="6048080" y="3419400"/>
            <a:ext cx="703080" cy="873360"/>
            <a:chOff x="6048080" y="3419400"/>
            <a:chExt cx="703080" cy="873360"/>
          </a:xfrm>
        </p:grpSpPr>
        <mc:AlternateContent xmlns:mc="http://schemas.openxmlformats.org/markup-compatibility/2006">
          <mc:Choice xmlns:p14="http://schemas.microsoft.com/office/powerpoint/2010/main" Requires="p14">
            <p:contentPart p14:bwMode="auto" r:id="rId31">
              <p14:nvContentPartPr>
                <p14:cNvPr id="23" name="Ink 22">
                  <a:extLst>
                    <a:ext uri="{FF2B5EF4-FFF2-40B4-BE49-F238E27FC236}">
                      <a16:creationId xmlns:a16="http://schemas.microsoft.com/office/drawing/2014/main" id="{8EF55909-93F7-D68C-138A-DA5755443240}"/>
                    </a:ext>
                  </a:extLst>
                </p14:cNvPr>
                <p14:cNvContentPartPr/>
                <p14:nvPr/>
              </p14:nvContentPartPr>
              <p14:xfrm>
                <a:off x="6167600" y="3419400"/>
                <a:ext cx="138240" cy="284760"/>
              </p14:xfrm>
            </p:contentPart>
          </mc:Choice>
          <mc:Fallback>
            <p:pic>
              <p:nvPicPr>
                <p:cNvPr id="23" name="Ink 22">
                  <a:extLst>
                    <a:ext uri="{FF2B5EF4-FFF2-40B4-BE49-F238E27FC236}">
                      <a16:creationId xmlns:a16="http://schemas.microsoft.com/office/drawing/2014/main" id="{8EF55909-93F7-D68C-138A-DA5755443240}"/>
                    </a:ext>
                  </a:extLst>
                </p:cNvPr>
                <p:cNvPicPr/>
                <p:nvPr/>
              </p:nvPicPr>
              <p:blipFill>
                <a:blip r:embed="rId32"/>
                <a:stretch>
                  <a:fillRect/>
                </a:stretch>
              </p:blipFill>
              <p:spPr>
                <a:xfrm>
                  <a:off x="6161480" y="3413280"/>
                  <a:ext cx="15048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7" name="Ink 26">
                  <a:extLst>
                    <a:ext uri="{FF2B5EF4-FFF2-40B4-BE49-F238E27FC236}">
                      <a16:creationId xmlns:a16="http://schemas.microsoft.com/office/drawing/2014/main" id="{E8EC2D56-0390-11B9-240F-0EDB46DE31D3}"/>
                    </a:ext>
                  </a:extLst>
                </p14:cNvPr>
                <p14:cNvContentPartPr/>
                <p14:nvPr/>
              </p14:nvContentPartPr>
              <p14:xfrm>
                <a:off x="6432200" y="3693720"/>
                <a:ext cx="42480" cy="99720"/>
              </p14:xfrm>
            </p:contentPart>
          </mc:Choice>
          <mc:Fallback>
            <p:pic>
              <p:nvPicPr>
                <p:cNvPr id="27" name="Ink 26">
                  <a:extLst>
                    <a:ext uri="{FF2B5EF4-FFF2-40B4-BE49-F238E27FC236}">
                      <a16:creationId xmlns:a16="http://schemas.microsoft.com/office/drawing/2014/main" id="{E8EC2D56-0390-11B9-240F-0EDB46DE31D3}"/>
                    </a:ext>
                  </a:extLst>
                </p:cNvPr>
                <p:cNvPicPr/>
                <p:nvPr/>
              </p:nvPicPr>
              <p:blipFill>
                <a:blip r:embed="rId34"/>
                <a:stretch>
                  <a:fillRect/>
                </a:stretch>
              </p:blipFill>
              <p:spPr>
                <a:xfrm>
                  <a:off x="6426080" y="3687600"/>
                  <a:ext cx="5472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8" name="Ink 27">
                  <a:extLst>
                    <a:ext uri="{FF2B5EF4-FFF2-40B4-BE49-F238E27FC236}">
                      <a16:creationId xmlns:a16="http://schemas.microsoft.com/office/drawing/2014/main" id="{381C10D6-DC96-5E24-C5E4-5D9FDC84838C}"/>
                    </a:ext>
                  </a:extLst>
                </p14:cNvPr>
                <p14:cNvContentPartPr/>
                <p14:nvPr/>
              </p14:nvContentPartPr>
              <p14:xfrm>
                <a:off x="6393320" y="3678960"/>
                <a:ext cx="46440" cy="67680"/>
              </p14:xfrm>
            </p:contentPart>
          </mc:Choice>
          <mc:Fallback>
            <p:pic>
              <p:nvPicPr>
                <p:cNvPr id="28" name="Ink 27">
                  <a:extLst>
                    <a:ext uri="{FF2B5EF4-FFF2-40B4-BE49-F238E27FC236}">
                      <a16:creationId xmlns:a16="http://schemas.microsoft.com/office/drawing/2014/main" id="{381C10D6-DC96-5E24-C5E4-5D9FDC84838C}"/>
                    </a:ext>
                  </a:extLst>
                </p:cNvPr>
                <p:cNvPicPr/>
                <p:nvPr/>
              </p:nvPicPr>
              <p:blipFill>
                <a:blip r:embed="rId36"/>
                <a:stretch>
                  <a:fillRect/>
                </a:stretch>
              </p:blipFill>
              <p:spPr>
                <a:xfrm>
                  <a:off x="6387200" y="3672840"/>
                  <a:ext cx="586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9" name="Ink 28">
                  <a:extLst>
                    <a:ext uri="{FF2B5EF4-FFF2-40B4-BE49-F238E27FC236}">
                      <a16:creationId xmlns:a16="http://schemas.microsoft.com/office/drawing/2014/main" id="{4FF45F40-1D40-B0E1-1465-BCFCFB0B7C2C}"/>
                    </a:ext>
                  </a:extLst>
                </p14:cNvPr>
                <p14:cNvContentPartPr/>
                <p14:nvPr/>
              </p14:nvContentPartPr>
              <p14:xfrm>
                <a:off x="6388280" y="3797400"/>
                <a:ext cx="201960" cy="18720"/>
              </p14:xfrm>
            </p:contentPart>
          </mc:Choice>
          <mc:Fallback>
            <p:pic>
              <p:nvPicPr>
                <p:cNvPr id="29" name="Ink 28">
                  <a:extLst>
                    <a:ext uri="{FF2B5EF4-FFF2-40B4-BE49-F238E27FC236}">
                      <a16:creationId xmlns:a16="http://schemas.microsoft.com/office/drawing/2014/main" id="{4FF45F40-1D40-B0E1-1465-BCFCFB0B7C2C}"/>
                    </a:ext>
                  </a:extLst>
                </p:cNvPr>
                <p:cNvPicPr/>
                <p:nvPr/>
              </p:nvPicPr>
              <p:blipFill>
                <a:blip r:embed="rId38"/>
                <a:stretch>
                  <a:fillRect/>
                </a:stretch>
              </p:blipFill>
              <p:spPr>
                <a:xfrm>
                  <a:off x="6382160" y="3791280"/>
                  <a:ext cx="2142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0" name="Ink 29">
                  <a:extLst>
                    <a:ext uri="{FF2B5EF4-FFF2-40B4-BE49-F238E27FC236}">
                      <a16:creationId xmlns:a16="http://schemas.microsoft.com/office/drawing/2014/main" id="{D4427DCB-8E4F-9A35-9A64-87B95AABA1B2}"/>
                    </a:ext>
                  </a:extLst>
                </p14:cNvPr>
                <p14:cNvContentPartPr/>
                <p14:nvPr/>
              </p14:nvContentPartPr>
              <p14:xfrm>
                <a:off x="6048080" y="3902160"/>
                <a:ext cx="703080" cy="36000"/>
              </p14:xfrm>
            </p:contentPart>
          </mc:Choice>
          <mc:Fallback>
            <p:pic>
              <p:nvPicPr>
                <p:cNvPr id="30" name="Ink 29">
                  <a:extLst>
                    <a:ext uri="{FF2B5EF4-FFF2-40B4-BE49-F238E27FC236}">
                      <a16:creationId xmlns:a16="http://schemas.microsoft.com/office/drawing/2014/main" id="{D4427DCB-8E4F-9A35-9A64-87B95AABA1B2}"/>
                    </a:ext>
                  </a:extLst>
                </p:cNvPr>
                <p:cNvPicPr/>
                <p:nvPr/>
              </p:nvPicPr>
              <p:blipFill>
                <a:blip r:embed="rId40"/>
                <a:stretch>
                  <a:fillRect/>
                </a:stretch>
              </p:blipFill>
              <p:spPr>
                <a:xfrm>
                  <a:off x="6041960" y="3896040"/>
                  <a:ext cx="7153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1" name="Ink 30">
                  <a:extLst>
                    <a:ext uri="{FF2B5EF4-FFF2-40B4-BE49-F238E27FC236}">
                      <a16:creationId xmlns:a16="http://schemas.microsoft.com/office/drawing/2014/main" id="{B54591D8-5AA6-0F76-40AC-82FB96500B09}"/>
                    </a:ext>
                  </a:extLst>
                </p14:cNvPr>
                <p14:cNvContentPartPr/>
                <p14:nvPr/>
              </p14:nvContentPartPr>
              <p14:xfrm>
                <a:off x="6314120" y="3983160"/>
                <a:ext cx="13680" cy="273240"/>
              </p14:xfrm>
            </p:contentPart>
          </mc:Choice>
          <mc:Fallback>
            <p:pic>
              <p:nvPicPr>
                <p:cNvPr id="31" name="Ink 30">
                  <a:extLst>
                    <a:ext uri="{FF2B5EF4-FFF2-40B4-BE49-F238E27FC236}">
                      <a16:creationId xmlns:a16="http://schemas.microsoft.com/office/drawing/2014/main" id="{B54591D8-5AA6-0F76-40AC-82FB96500B09}"/>
                    </a:ext>
                  </a:extLst>
                </p:cNvPr>
                <p:cNvPicPr/>
                <p:nvPr/>
              </p:nvPicPr>
              <p:blipFill>
                <a:blip r:embed="rId42"/>
                <a:stretch>
                  <a:fillRect/>
                </a:stretch>
              </p:blipFill>
              <p:spPr>
                <a:xfrm>
                  <a:off x="6308000" y="3977040"/>
                  <a:ext cx="2592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2" name="Ink 31">
                  <a:extLst>
                    <a:ext uri="{FF2B5EF4-FFF2-40B4-BE49-F238E27FC236}">
                      <a16:creationId xmlns:a16="http://schemas.microsoft.com/office/drawing/2014/main" id="{88C5017D-13CD-56C5-0C5F-DB0ED7D852DA}"/>
                    </a:ext>
                  </a:extLst>
                </p14:cNvPr>
                <p14:cNvContentPartPr/>
                <p14:nvPr/>
              </p14:nvContentPartPr>
              <p14:xfrm>
                <a:off x="6343640" y="4076400"/>
                <a:ext cx="187200" cy="216360"/>
              </p14:xfrm>
            </p:contentPart>
          </mc:Choice>
          <mc:Fallback>
            <p:pic>
              <p:nvPicPr>
                <p:cNvPr id="32" name="Ink 31">
                  <a:extLst>
                    <a:ext uri="{FF2B5EF4-FFF2-40B4-BE49-F238E27FC236}">
                      <a16:creationId xmlns:a16="http://schemas.microsoft.com/office/drawing/2014/main" id="{88C5017D-13CD-56C5-0C5F-DB0ED7D852DA}"/>
                    </a:ext>
                  </a:extLst>
                </p:cNvPr>
                <p:cNvPicPr/>
                <p:nvPr/>
              </p:nvPicPr>
              <p:blipFill>
                <a:blip r:embed="rId44"/>
                <a:stretch>
                  <a:fillRect/>
                </a:stretch>
              </p:blipFill>
              <p:spPr>
                <a:xfrm>
                  <a:off x="6337520" y="4070280"/>
                  <a:ext cx="199440" cy="228600"/>
                </a:xfrm>
                <a:prstGeom prst="rect">
                  <a:avLst/>
                </a:prstGeom>
              </p:spPr>
            </p:pic>
          </mc:Fallback>
        </mc:AlternateContent>
      </p:grpSp>
    </p:spTree>
    <p:extLst>
      <p:ext uri="{BB962C8B-B14F-4D97-AF65-F5344CB8AC3E}">
        <p14:creationId xmlns:p14="http://schemas.microsoft.com/office/powerpoint/2010/main" val="3557165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Dividend Discount Models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610411C9-6552-2EB1-7CAB-F40B5D90FE96}"/>
              </a:ext>
            </a:extLst>
          </p:cNvPr>
          <p:cNvSpPr txBox="1"/>
          <p:nvPr/>
        </p:nvSpPr>
        <p:spPr>
          <a:xfrm>
            <a:off x="250874" y="648027"/>
            <a:ext cx="11444654" cy="5309146"/>
          </a:xfrm>
          <a:prstGeom prst="rect">
            <a:avLst/>
          </a:prstGeom>
          <a:noFill/>
        </p:spPr>
        <p:txBody>
          <a:bodyPr wrap="square">
            <a:spAutoFit/>
          </a:bodyPr>
          <a:lstStyle/>
          <a:p>
            <a:pPr marL="320040" marR="0" lvl="1"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Based on the constant-growth DDM, what should be the price of the stock next year?  </a:t>
            </a:r>
          </a:p>
          <a:p>
            <a:pPr marL="0" marR="0" lvl="1" algn="l" defTabSz="914400" rtl="0" eaLnBrk="1" fontAlgn="auto" latinLnBrk="0" hangingPunct="1">
              <a:lnSpc>
                <a:spcPct val="150000"/>
              </a:lnSpc>
              <a:spcBef>
                <a:spcPts val="700"/>
              </a:spcBef>
              <a:spcAft>
                <a:spcPts val="0"/>
              </a:spcAft>
              <a:buClr>
                <a:srgbClr val="DA1F28"/>
              </a:buClr>
              <a:buSzPct val="60000"/>
              <a:tabLst/>
              <a:defRPr/>
            </a:pPr>
            <a:r>
              <a:rPr lang="en-US" sz="3200" dirty="0">
                <a:solidFill>
                  <a:prstClr val="black"/>
                </a:solidFill>
                <a:latin typeface="Tw Cen MT"/>
                <a:cs typeface="Tw Cen MT"/>
              </a:rPr>
              <a:t>       </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V</a:t>
            </a:r>
            <a:r>
              <a:rPr kumimoji="0" lang="en-US" sz="3200" b="0" i="0" u="none" strike="noStrike" kern="1200" cap="none" spc="0" normalizeH="0" baseline="-25000" noProof="0" dirty="0">
                <a:ln>
                  <a:noFill/>
                </a:ln>
                <a:solidFill>
                  <a:prstClr val="black"/>
                </a:solidFill>
                <a:effectLst/>
                <a:uLnTx/>
                <a:uFillTx/>
                <a:latin typeface="Tw Cen MT"/>
                <a:ea typeface="+mn-ea"/>
                <a:cs typeface="Tw Cen MT"/>
              </a:rPr>
              <a:t>1</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 ________ </a:t>
            </a:r>
            <a:endParaRPr lang="en-US" sz="3200" dirty="0">
              <a:solidFill>
                <a:prstClr val="black"/>
              </a:solidFill>
              <a:latin typeface="Tw Cen MT"/>
              <a:cs typeface="Tw Cen MT"/>
            </a:endParaRPr>
          </a:p>
          <a:p>
            <a:pPr marL="320040" indent="-320040">
              <a:spcBef>
                <a:spcPts val="700"/>
              </a:spcBef>
              <a:buClr>
                <a:srgbClr val="DA1F28"/>
              </a:buClr>
              <a:buSzPct val="60000"/>
              <a:buFont typeface="Wingdings"/>
              <a:buChar char=""/>
              <a:defRPr/>
            </a:pPr>
            <a:endParaRPr kumimoji="0" lang="en-US" sz="3200" b="0" i="0" u="none" strike="noStrike" kern="1200" cap="none" spc="0" normalizeH="0" baseline="0" noProof="0" dirty="0">
              <a:ln>
                <a:noFill/>
              </a:ln>
              <a:solidFill>
                <a:prstClr val="black"/>
              </a:solidFill>
              <a:effectLst/>
              <a:uLnTx/>
              <a:uFillTx/>
              <a:latin typeface="Tw Cen MT"/>
              <a:ea typeface="+mn-ea"/>
              <a:cs typeface="Tw Cen MT"/>
            </a:endParaRPr>
          </a:p>
          <a:p>
            <a:pPr marL="320040" indent="-320040">
              <a:spcBef>
                <a:spcPts val="700"/>
              </a:spcBef>
              <a:buClr>
                <a:srgbClr val="DA1F28"/>
              </a:buClr>
              <a:buSzPct val="60000"/>
              <a:buFont typeface="Wingdings"/>
              <a:buChar char=""/>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Based on the constant-growth DDM, what is the expected 1-yr return? ______. Can you provide </a:t>
            </a:r>
            <a:r>
              <a:rPr kumimoji="0" lang="en-US" sz="3200" b="0" i="0" u="none" strike="noStrike" kern="1200" cap="none" spc="0" normalizeH="0" baseline="0" noProof="0" dirty="0" err="1">
                <a:ln>
                  <a:noFill/>
                </a:ln>
                <a:solidFill>
                  <a:prstClr val="black"/>
                </a:solidFill>
                <a:effectLst/>
                <a:uLnTx/>
                <a:uFillTx/>
                <a:latin typeface="Tw Cen MT"/>
                <a:ea typeface="+mn-ea"/>
                <a:cs typeface="Tw Cen MT"/>
              </a:rPr>
              <a:t>th</a:t>
            </a:r>
            <a:r>
              <a:rPr lang="en-US" sz="3200" dirty="0">
                <a:solidFill>
                  <a:prstClr val="black"/>
                </a:solidFill>
                <a:latin typeface="Tw Cen MT"/>
                <a:cs typeface="Tw Cen MT"/>
              </a:rPr>
              <a:t>e </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intuition </a:t>
            </a:r>
            <a:r>
              <a:rPr kumimoji="0" lang="en-US" sz="3200" b="0" i="0" u="none" strike="noStrike" kern="1200" cap="none" spc="0" normalizeH="0" baseline="0" noProof="0" dirty="0" err="1">
                <a:ln>
                  <a:noFill/>
                </a:ln>
                <a:solidFill>
                  <a:prstClr val="black"/>
                </a:solidFill>
                <a:effectLst/>
                <a:uLnTx/>
                <a:uFillTx/>
                <a:latin typeface="Tw Cen MT"/>
                <a:ea typeface="+mn-ea"/>
                <a:cs typeface="Tw Cen MT"/>
              </a:rPr>
              <a:t>behin</a:t>
            </a:r>
            <a:r>
              <a:rPr lang="en-US" sz="3200" dirty="0">
                <a:solidFill>
                  <a:prstClr val="black"/>
                </a:solidFill>
                <a:latin typeface="Tw Cen MT"/>
                <a:cs typeface="Tw Cen MT"/>
              </a:rPr>
              <a:t>d </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the answer?</a:t>
            </a:r>
          </a:p>
          <a:p>
            <a:pPr marL="320040" indent="-320040">
              <a:spcBef>
                <a:spcPts val="700"/>
              </a:spcBef>
              <a:buClr>
                <a:srgbClr val="DA1F28"/>
              </a:buClr>
              <a:buSzPct val="60000"/>
              <a:buFont typeface="Wingdings"/>
              <a:buChar char=""/>
              <a:defRPr/>
            </a:pPr>
            <a:endParaRPr lang="en-US" sz="3200" dirty="0">
              <a:solidFill>
                <a:prstClr val="black"/>
              </a:solidFill>
              <a:latin typeface="Tw Cen MT"/>
              <a:cs typeface="Tw Cen MT"/>
            </a:endParaRPr>
          </a:p>
          <a:p>
            <a:pPr marL="320040" indent="-320040">
              <a:spcBef>
                <a:spcPts val="700"/>
              </a:spcBef>
              <a:buClr>
                <a:srgbClr val="DA1F28"/>
              </a:buClr>
              <a:buSzPct val="60000"/>
              <a:buFont typeface="Wingdings"/>
              <a:buChar char=""/>
              <a:defRPr/>
            </a:pPr>
            <a:endParaRPr kumimoji="0" lang="en-US" sz="3200" b="0" i="0" u="none" strike="noStrike" kern="1200" cap="none" spc="0" normalizeH="0" baseline="0" noProof="0" dirty="0">
              <a:ln>
                <a:noFill/>
              </a:ln>
              <a:solidFill>
                <a:prstClr val="black"/>
              </a:solidFill>
              <a:effectLst/>
              <a:uLnTx/>
              <a:uFillTx/>
              <a:latin typeface="Tw Cen MT"/>
              <a:ea typeface="+mn-ea"/>
              <a:cs typeface="Tw Cen MT"/>
            </a:endParaRPr>
          </a:p>
          <a:p>
            <a:pPr>
              <a:spcBef>
                <a:spcPts val="700"/>
              </a:spcBef>
              <a:buClr>
                <a:srgbClr val="DA1F28"/>
              </a:buClr>
              <a:buSzPct val="60000"/>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6D62AC-0878-9C26-CDD2-029162A1A378}"/>
                  </a:ext>
                </a:extLst>
              </p:cNvPr>
              <p:cNvSpPr txBox="1"/>
              <p:nvPr/>
            </p:nvSpPr>
            <p:spPr>
              <a:xfrm>
                <a:off x="250874" y="4390425"/>
                <a:ext cx="11045311" cy="11148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𝑅𝑅</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=0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=1)</m:t>
                      </m:r>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0</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0</m:t>
                              </m:r>
                            </m:sub>
                          </m:sSub>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0</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0</m:t>
                              </m:r>
                            </m:sub>
                          </m:sSub>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US" i="0">
                                  <a:latin typeface="Cambria Math" panose="02040503050406030204" pitchFamily="18" charset="0"/>
                                </a:rPr>
                                <m:t>0</m:t>
                              </m:r>
                            </m:sub>
                          </m:sSub>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num>
                            <m:den>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𝑔</m:t>
                              </m:r>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𝑔</m:t>
                              </m:r>
                            </m:den>
                          </m:f>
                        </m:num>
                        <m:den>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𝑔</m:t>
                              </m:r>
                            </m:den>
                          </m:f>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𝑔</m:t>
                              </m:r>
                            </m:den>
                          </m:f>
                        </m:den>
                      </m:f>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den>
                      </m:f>
                      <m:r>
                        <a:rPr lang="en-US" i="0">
                          <a:latin typeface="Cambria Math" panose="02040503050406030204" pitchFamily="18" charset="0"/>
                        </a:rPr>
                        <m:t>+</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𝑔</m:t>
                          </m:r>
                        </m:e>
                      </m:d>
                      <m:r>
                        <a:rPr lang="en-US" i="0">
                          <a:latin typeface="Cambria Math" panose="02040503050406030204" pitchFamily="18" charset="0"/>
                        </a:rPr>
                        <m:t>=</m:t>
                      </m:r>
                      <m:r>
                        <a:rPr lang="en-US" i="1">
                          <a:latin typeface="Cambria Math" panose="02040503050406030204" pitchFamily="18" charset="0"/>
                        </a:rPr>
                        <m:t>𝑘</m:t>
                      </m:r>
                    </m:oMath>
                  </m:oMathPara>
                </a14:m>
                <a:endParaRPr lang="en-US" dirty="0"/>
              </a:p>
            </p:txBody>
          </p:sp>
        </mc:Choice>
        <mc:Fallback xmlns="">
          <p:sp>
            <p:nvSpPr>
              <p:cNvPr id="4" name="TextBox 3">
                <a:extLst>
                  <a:ext uri="{FF2B5EF4-FFF2-40B4-BE49-F238E27FC236}">
                    <a16:creationId xmlns:a16="http://schemas.microsoft.com/office/drawing/2014/main" id="{496D62AC-0878-9C26-CDD2-029162A1A378}"/>
                  </a:ext>
                </a:extLst>
              </p:cNvPr>
              <p:cNvSpPr txBox="1">
                <a:spLocks noRot="1" noChangeAspect="1" noMove="1" noResize="1" noEditPoints="1" noAdjustHandles="1" noChangeArrowheads="1" noChangeShapeType="1" noTextEdit="1"/>
              </p:cNvSpPr>
              <p:nvPr/>
            </p:nvSpPr>
            <p:spPr>
              <a:xfrm>
                <a:off x="250874" y="4390425"/>
                <a:ext cx="11045311" cy="1114857"/>
              </a:xfrm>
              <a:prstGeom prst="rect">
                <a:avLst/>
              </a:prstGeom>
              <a:blipFill>
                <a:blip r:embed="rId3"/>
                <a:stretch>
                  <a:fillRect/>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320A4A01-947F-E6E2-794C-F6C48CD12789}"/>
              </a:ext>
            </a:extLst>
          </p:cNvPr>
          <p:cNvGrpSpPr/>
          <p:nvPr/>
        </p:nvGrpSpPr>
        <p:grpSpPr>
          <a:xfrm>
            <a:off x="2521520" y="1662520"/>
            <a:ext cx="725760" cy="788040"/>
            <a:chOff x="2521520" y="1662520"/>
            <a:chExt cx="725760" cy="78804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4EBEF20-F41A-850C-1214-9E06B99A924E}"/>
                    </a:ext>
                  </a:extLst>
                </p14:cNvPr>
                <p14:cNvContentPartPr/>
                <p14:nvPr/>
              </p14:nvContentPartPr>
              <p14:xfrm>
                <a:off x="2688560" y="1662520"/>
                <a:ext cx="112680" cy="204120"/>
              </p14:xfrm>
            </p:contentPart>
          </mc:Choice>
          <mc:Fallback>
            <p:pic>
              <p:nvPicPr>
                <p:cNvPr id="2" name="Ink 1">
                  <a:extLst>
                    <a:ext uri="{FF2B5EF4-FFF2-40B4-BE49-F238E27FC236}">
                      <a16:creationId xmlns:a16="http://schemas.microsoft.com/office/drawing/2014/main" id="{E4EBEF20-F41A-850C-1214-9E06B99A924E}"/>
                    </a:ext>
                  </a:extLst>
                </p:cNvPr>
                <p:cNvPicPr/>
                <p:nvPr/>
              </p:nvPicPr>
              <p:blipFill>
                <a:blip r:embed="rId5"/>
                <a:stretch>
                  <a:fillRect/>
                </a:stretch>
              </p:blipFill>
              <p:spPr>
                <a:xfrm>
                  <a:off x="2682440" y="1656400"/>
                  <a:ext cx="12492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AB5E435B-05A5-5B78-A8FB-D4085BD4E6AF}"/>
                    </a:ext>
                  </a:extLst>
                </p14:cNvPr>
                <p14:cNvContentPartPr/>
                <p14:nvPr/>
              </p14:nvContentPartPr>
              <p14:xfrm>
                <a:off x="2788280" y="1859080"/>
                <a:ext cx="109080" cy="144000"/>
              </p14:xfrm>
            </p:contentPart>
          </mc:Choice>
          <mc:Fallback>
            <p:pic>
              <p:nvPicPr>
                <p:cNvPr id="6" name="Ink 5">
                  <a:extLst>
                    <a:ext uri="{FF2B5EF4-FFF2-40B4-BE49-F238E27FC236}">
                      <a16:creationId xmlns:a16="http://schemas.microsoft.com/office/drawing/2014/main" id="{AB5E435B-05A5-5B78-A8FB-D4085BD4E6AF}"/>
                    </a:ext>
                  </a:extLst>
                </p:cNvPr>
                <p:cNvPicPr/>
                <p:nvPr/>
              </p:nvPicPr>
              <p:blipFill>
                <a:blip r:embed="rId7"/>
                <a:stretch>
                  <a:fillRect/>
                </a:stretch>
              </p:blipFill>
              <p:spPr>
                <a:xfrm>
                  <a:off x="2782160" y="1852960"/>
                  <a:ext cx="1213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E65E5361-83A2-2870-7BF3-BD678BA05056}"/>
                    </a:ext>
                  </a:extLst>
                </p14:cNvPr>
                <p14:cNvContentPartPr/>
                <p14:nvPr/>
              </p14:nvContentPartPr>
              <p14:xfrm>
                <a:off x="2521520" y="2039440"/>
                <a:ext cx="725760" cy="40680"/>
              </p14:xfrm>
            </p:contentPart>
          </mc:Choice>
          <mc:Fallback>
            <p:pic>
              <p:nvPicPr>
                <p:cNvPr id="9" name="Ink 8">
                  <a:extLst>
                    <a:ext uri="{FF2B5EF4-FFF2-40B4-BE49-F238E27FC236}">
                      <a16:creationId xmlns:a16="http://schemas.microsoft.com/office/drawing/2014/main" id="{E65E5361-83A2-2870-7BF3-BD678BA05056}"/>
                    </a:ext>
                  </a:extLst>
                </p:cNvPr>
                <p:cNvPicPr/>
                <p:nvPr/>
              </p:nvPicPr>
              <p:blipFill>
                <a:blip r:embed="rId9"/>
                <a:stretch>
                  <a:fillRect/>
                </a:stretch>
              </p:blipFill>
              <p:spPr>
                <a:xfrm>
                  <a:off x="2515400" y="2033320"/>
                  <a:ext cx="7380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B6F6C8C2-95ED-5A85-2F30-F2EB32934E6C}"/>
                    </a:ext>
                  </a:extLst>
                </p14:cNvPr>
                <p14:cNvContentPartPr/>
                <p14:nvPr/>
              </p14:nvContentPartPr>
              <p14:xfrm>
                <a:off x="2682080" y="2095240"/>
                <a:ext cx="15480" cy="148320"/>
              </p14:xfrm>
            </p:contentPart>
          </mc:Choice>
          <mc:Fallback>
            <p:pic>
              <p:nvPicPr>
                <p:cNvPr id="10" name="Ink 9">
                  <a:extLst>
                    <a:ext uri="{FF2B5EF4-FFF2-40B4-BE49-F238E27FC236}">
                      <a16:creationId xmlns:a16="http://schemas.microsoft.com/office/drawing/2014/main" id="{B6F6C8C2-95ED-5A85-2F30-F2EB32934E6C}"/>
                    </a:ext>
                  </a:extLst>
                </p:cNvPr>
                <p:cNvPicPr/>
                <p:nvPr/>
              </p:nvPicPr>
              <p:blipFill>
                <a:blip r:embed="rId11"/>
                <a:stretch>
                  <a:fillRect/>
                </a:stretch>
              </p:blipFill>
              <p:spPr>
                <a:xfrm>
                  <a:off x="2675960" y="2089120"/>
                  <a:ext cx="2772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1C8F0659-E292-FF1E-40E8-8C660FC7978C}"/>
                    </a:ext>
                  </a:extLst>
                </p14:cNvPr>
                <p14:cNvContentPartPr/>
                <p14:nvPr/>
              </p14:nvContentPartPr>
              <p14:xfrm>
                <a:off x="2735000" y="2178040"/>
                <a:ext cx="99000" cy="107280"/>
              </p14:xfrm>
            </p:contentPart>
          </mc:Choice>
          <mc:Fallback>
            <p:pic>
              <p:nvPicPr>
                <p:cNvPr id="11" name="Ink 10">
                  <a:extLst>
                    <a:ext uri="{FF2B5EF4-FFF2-40B4-BE49-F238E27FC236}">
                      <a16:creationId xmlns:a16="http://schemas.microsoft.com/office/drawing/2014/main" id="{1C8F0659-E292-FF1E-40E8-8C660FC7978C}"/>
                    </a:ext>
                  </a:extLst>
                </p:cNvPr>
                <p:cNvPicPr/>
                <p:nvPr/>
              </p:nvPicPr>
              <p:blipFill>
                <a:blip r:embed="rId13"/>
                <a:stretch>
                  <a:fillRect/>
                </a:stretch>
              </p:blipFill>
              <p:spPr>
                <a:xfrm>
                  <a:off x="2728880" y="2171920"/>
                  <a:ext cx="11124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C620218A-63C3-436A-E6F1-BCF1038DB976}"/>
                    </a:ext>
                  </a:extLst>
                </p14:cNvPr>
                <p14:cNvContentPartPr/>
                <p14:nvPr/>
              </p14:nvContentPartPr>
              <p14:xfrm>
                <a:off x="2872160" y="2250040"/>
                <a:ext cx="107280" cy="13320"/>
              </p14:xfrm>
            </p:contentPart>
          </mc:Choice>
          <mc:Fallback>
            <p:pic>
              <p:nvPicPr>
                <p:cNvPr id="12" name="Ink 11">
                  <a:extLst>
                    <a:ext uri="{FF2B5EF4-FFF2-40B4-BE49-F238E27FC236}">
                      <a16:creationId xmlns:a16="http://schemas.microsoft.com/office/drawing/2014/main" id="{C620218A-63C3-436A-E6F1-BCF1038DB976}"/>
                    </a:ext>
                  </a:extLst>
                </p:cNvPr>
                <p:cNvPicPr/>
                <p:nvPr/>
              </p:nvPicPr>
              <p:blipFill>
                <a:blip r:embed="rId15"/>
                <a:stretch>
                  <a:fillRect/>
                </a:stretch>
              </p:blipFill>
              <p:spPr>
                <a:xfrm>
                  <a:off x="2866040" y="2243920"/>
                  <a:ext cx="1195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1598BE79-C7F5-9FEA-F40C-C0FC5CE86841}"/>
                    </a:ext>
                  </a:extLst>
                </p14:cNvPr>
                <p14:cNvContentPartPr/>
                <p14:nvPr/>
              </p14:nvContentPartPr>
              <p14:xfrm>
                <a:off x="2962520" y="2231680"/>
                <a:ext cx="186480" cy="218880"/>
              </p14:xfrm>
            </p:contentPart>
          </mc:Choice>
          <mc:Fallback>
            <p:pic>
              <p:nvPicPr>
                <p:cNvPr id="13" name="Ink 12">
                  <a:extLst>
                    <a:ext uri="{FF2B5EF4-FFF2-40B4-BE49-F238E27FC236}">
                      <a16:creationId xmlns:a16="http://schemas.microsoft.com/office/drawing/2014/main" id="{1598BE79-C7F5-9FEA-F40C-C0FC5CE86841}"/>
                    </a:ext>
                  </a:extLst>
                </p:cNvPr>
                <p:cNvPicPr/>
                <p:nvPr/>
              </p:nvPicPr>
              <p:blipFill>
                <a:blip r:embed="rId17"/>
                <a:stretch>
                  <a:fillRect/>
                </a:stretch>
              </p:blipFill>
              <p:spPr>
                <a:xfrm>
                  <a:off x="2956400" y="2225560"/>
                  <a:ext cx="198720" cy="231120"/>
                </a:xfrm>
                <a:prstGeom prst="rect">
                  <a:avLst/>
                </a:prstGeom>
              </p:spPr>
            </p:pic>
          </mc:Fallback>
        </mc:AlternateContent>
      </p:grpSp>
    </p:spTree>
    <p:extLst>
      <p:ext uri="{BB962C8B-B14F-4D97-AF65-F5344CB8AC3E}">
        <p14:creationId xmlns:p14="http://schemas.microsoft.com/office/powerpoint/2010/main" val="255321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Dividend Discount Models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610411C9-6552-2EB1-7CAB-F40B5D90FE96}"/>
              </a:ext>
            </a:extLst>
          </p:cNvPr>
          <p:cNvSpPr txBox="1"/>
          <p:nvPr/>
        </p:nvSpPr>
        <p:spPr>
          <a:xfrm>
            <a:off x="0" y="591303"/>
            <a:ext cx="11714284" cy="2693045"/>
          </a:xfrm>
          <a:prstGeom prst="rect">
            <a:avLst/>
          </a:prstGeom>
          <a:noFill/>
        </p:spPr>
        <p:txBody>
          <a:bodyPr wrap="square">
            <a:spAutoFit/>
          </a:bodyPr>
          <a:lstStyle/>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Tw Cen MT"/>
              </a:rPr>
              <a:t>2. Multistage growth models</a:t>
            </a:r>
            <a:endParaRPr kumimoji="0" lang="en-US" sz="3600" b="0" i="0" u="none" strike="noStrike" kern="1200" cap="none" spc="0" normalizeH="0" baseline="0" noProof="0" dirty="0">
              <a:ln>
                <a:noFill/>
              </a:ln>
              <a:solidFill>
                <a:prstClr val="black"/>
              </a:solidFill>
              <a:effectLst/>
              <a:uLnTx/>
              <a:uFillTx/>
              <a:latin typeface="Tw Cen MT"/>
              <a:ea typeface="+mn-ea"/>
              <a:cs typeface="Tw Cen MT"/>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The constant-growth DDM formula is based on a simplifying assumption that </a:t>
            </a:r>
            <a:r>
              <a:rPr kumimoji="0" lang="en-US" sz="3200" b="0" i="0" u="none" strike="noStrike" kern="1200" cap="none" spc="0" normalizeH="0" baseline="0" noProof="0" dirty="0">
                <a:ln>
                  <a:noFill/>
                </a:ln>
                <a:solidFill>
                  <a:srgbClr val="DA1F28">
                    <a:lumMod val="60000"/>
                    <a:lumOff val="40000"/>
                  </a:srgbClr>
                </a:solidFill>
                <a:effectLst/>
                <a:uLnTx/>
                <a:uFillTx/>
                <a:latin typeface="Tw Cen MT"/>
                <a:ea typeface="+mn-ea"/>
                <a:cs typeface="Tw Cen MT"/>
              </a:rPr>
              <a:t>the dividend growth rate will be constant forever</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 </a:t>
            </a:r>
            <a:r>
              <a:rPr kumimoji="0" lang="en-US" sz="3200" b="0" i="0" u="none" strike="noStrike" kern="1200" cap="none" spc="0" normalizeH="0" baseline="0" noProof="0" dirty="0">
                <a:ln>
                  <a:noFill/>
                </a:ln>
                <a:solidFill>
                  <a:prstClr val="black"/>
                </a:solidFill>
                <a:effectLst/>
                <a:uLnTx/>
                <a:uFillTx/>
                <a:latin typeface="Tw Cen MT"/>
                <a:ea typeface="+mn-ea"/>
                <a:cs typeface="+mn-cs"/>
              </a:rPr>
              <a:t>A more realistic situation is that the company grows at a higher rate for a few years then grows at a stable rate. </a:t>
            </a:r>
            <a:endParaRPr kumimoji="0" lang="en-US" sz="3200" b="0" i="0" u="none" strike="noStrike" kern="1200" cap="none" spc="0" normalizeH="0" baseline="0" noProof="0" dirty="0">
              <a:ln>
                <a:noFill/>
              </a:ln>
              <a:solidFill>
                <a:prstClr val="black"/>
              </a:solidFill>
              <a:effectLst/>
              <a:uLnTx/>
              <a:uFillTx/>
              <a:latin typeface="Tw Cen MT"/>
              <a:ea typeface="+mn-ea"/>
              <a:cs typeface="Tw Cen MT"/>
            </a:endParaRPr>
          </a:p>
        </p:txBody>
      </p:sp>
      <p:sp>
        <p:nvSpPr>
          <p:cNvPr id="4" name="TextBox 3">
            <a:extLst>
              <a:ext uri="{FF2B5EF4-FFF2-40B4-BE49-F238E27FC236}">
                <a16:creationId xmlns:a16="http://schemas.microsoft.com/office/drawing/2014/main" id="{9ABAE93F-97DF-CA72-55DE-612852B61C4B}"/>
              </a:ext>
            </a:extLst>
          </p:cNvPr>
          <p:cNvSpPr txBox="1"/>
          <p:nvPr/>
        </p:nvSpPr>
        <p:spPr>
          <a:xfrm>
            <a:off x="477715" y="3274944"/>
            <a:ext cx="11492612" cy="2331407"/>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Tw Cen MT"/>
              </a:rPr>
              <a:t>Example</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 </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	2010: $0.5    2011:$0.66    2012: $0.83   2013: $1.00</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        Dividends will grow at 7% after 2013</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        Market capitalization rate=11.1%</a:t>
            </a:r>
          </a:p>
        </p:txBody>
      </p:sp>
      <p:sp>
        <p:nvSpPr>
          <p:cNvPr id="6" name="TextBox 5">
            <a:extLst>
              <a:ext uri="{FF2B5EF4-FFF2-40B4-BE49-F238E27FC236}">
                <a16:creationId xmlns:a16="http://schemas.microsoft.com/office/drawing/2014/main" id="{50644BC3-BD1A-21A5-7F18-D555E444F212}"/>
              </a:ext>
            </a:extLst>
          </p:cNvPr>
          <p:cNvSpPr txBox="1"/>
          <p:nvPr/>
        </p:nvSpPr>
        <p:spPr>
          <a:xfrm>
            <a:off x="1712788" y="5912754"/>
            <a:ext cx="6137030" cy="707886"/>
          </a:xfrm>
          <a:prstGeom prst="rect">
            <a:avLst/>
          </a:prstGeom>
          <a:noFill/>
        </p:spPr>
        <p:txBody>
          <a:bodyPr wrap="square">
            <a:spAutoFit/>
          </a:bodyPr>
          <a:lstStyle/>
          <a:p>
            <a:r>
              <a:rPr kumimoji="0" lang="en-US" sz="4000" b="0" i="0" u="none" strike="noStrike" kern="1200" cap="none" spc="0" normalizeH="0" baseline="0" noProof="0" dirty="0">
                <a:ln>
                  <a:noFill/>
                </a:ln>
                <a:solidFill>
                  <a:prstClr val="black"/>
                </a:solidFill>
                <a:effectLst/>
                <a:uLnTx/>
                <a:uFillTx/>
                <a:latin typeface="Tw Cen MT"/>
                <a:ea typeface="+mn-ea"/>
                <a:cs typeface="Tw Cen MT"/>
              </a:rPr>
              <a:t>V</a:t>
            </a:r>
            <a:r>
              <a:rPr kumimoji="0" lang="en-US" sz="4000" b="0" i="0" u="none" strike="noStrike" kern="1200" cap="none" spc="0" normalizeH="0" baseline="-25000" noProof="0" dirty="0">
                <a:ln>
                  <a:noFill/>
                </a:ln>
                <a:solidFill>
                  <a:prstClr val="black"/>
                </a:solidFill>
                <a:effectLst/>
                <a:uLnTx/>
                <a:uFillTx/>
                <a:latin typeface="Tw Cen MT"/>
                <a:ea typeface="+mn-ea"/>
                <a:cs typeface="Tw Cen MT"/>
              </a:rPr>
              <a:t>0</a:t>
            </a:r>
            <a:r>
              <a:rPr kumimoji="0" lang="en-US" sz="4000" b="0" i="0" u="none" strike="noStrike" kern="1200" cap="none" spc="0" normalizeH="0" baseline="0" noProof="0" dirty="0">
                <a:ln>
                  <a:noFill/>
                </a:ln>
                <a:solidFill>
                  <a:prstClr val="black"/>
                </a:solidFill>
                <a:effectLst/>
                <a:uLnTx/>
                <a:uFillTx/>
                <a:latin typeface="Tw Cen MT"/>
                <a:ea typeface="+mn-ea"/>
                <a:cs typeface="Tw Cen MT"/>
              </a:rPr>
              <a:t>=</a:t>
            </a:r>
            <a:endParaRPr lang="en-SG" sz="4000" dirty="0"/>
          </a:p>
        </p:txBody>
      </p:sp>
      <p:pic>
        <p:nvPicPr>
          <p:cNvPr id="9" name="Picture 8">
            <a:extLst>
              <a:ext uri="{FF2B5EF4-FFF2-40B4-BE49-F238E27FC236}">
                <a16:creationId xmlns:a16="http://schemas.microsoft.com/office/drawing/2014/main" id="{1356F6FE-85EB-30A9-DE36-1393CF2AE465}"/>
              </a:ext>
            </a:extLst>
          </p:cNvPr>
          <p:cNvPicPr>
            <a:picLocks noChangeAspect="1"/>
          </p:cNvPicPr>
          <p:nvPr/>
        </p:nvPicPr>
        <p:blipFill>
          <a:blip r:embed="rId3"/>
          <a:stretch>
            <a:fillRect/>
          </a:stretch>
        </p:blipFill>
        <p:spPr>
          <a:xfrm>
            <a:off x="2655681" y="5540828"/>
            <a:ext cx="8625877" cy="1086725"/>
          </a:xfrm>
          <a:prstGeom prst="rect">
            <a:avLst/>
          </a:prstGeom>
        </p:spPr>
      </p:pic>
    </p:spTree>
    <p:extLst>
      <p:ext uri="{BB962C8B-B14F-4D97-AF65-F5344CB8AC3E}">
        <p14:creationId xmlns:p14="http://schemas.microsoft.com/office/powerpoint/2010/main" val="3098655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Free Cash Flow Valuation Approaches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2" name="Content Placeholder 2">
            <a:extLst>
              <a:ext uri="{FF2B5EF4-FFF2-40B4-BE49-F238E27FC236}">
                <a16:creationId xmlns:a16="http://schemas.microsoft.com/office/drawing/2014/main" id="{F0DF156D-5234-2A6C-B07F-AEB07025360F}"/>
              </a:ext>
            </a:extLst>
          </p:cNvPr>
          <p:cNvSpPr txBox="1">
            <a:spLocks/>
          </p:cNvSpPr>
          <p:nvPr/>
        </p:nvSpPr>
        <p:spPr>
          <a:xfrm>
            <a:off x="475673" y="630261"/>
            <a:ext cx="11240654" cy="5030665"/>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sysClr val="windowText" lastClr="000000"/>
                </a:solidFill>
                <a:effectLst/>
                <a:uLnTx/>
                <a:uFillTx/>
                <a:latin typeface="Tw Cen MT"/>
                <a:ea typeface="+mn-ea"/>
                <a:cs typeface="Tw Cen MT"/>
              </a:rPr>
              <a:t>This approach is particularly useful for </a:t>
            </a:r>
            <a:r>
              <a:rPr kumimoji="0" lang="en-US" sz="3200" b="0" i="0" u="none" strike="noStrike" kern="1200" cap="none" spc="0" normalizeH="0" baseline="0" noProof="0" dirty="0">
                <a:ln>
                  <a:noFill/>
                </a:ln>
                <a:solidFill>
                  <a:srgbClr val="EC767C"/>
                </a:solidFill>
                <a:effectLst/>
                <a:uLnTx/>
                <a:uFillTx/>
                <a:latin typeface="Tw Cen MT"/>
                <a:ea typeface="+mn-ea"/>
                <a:cs typeface="Tw Cen MT"/>
              </a:rPr>
              <a:t>companies that pay no dividends</a:t>
            </a:r>
            <a:r>
              <a:rPr kumimoji="0" lang="en-US" sz="3200" b="0" i="0" u="none" strike="noStrike" kern="1200" cap="none" spc="0" normalizeH="0" baseline="0" noProof="0" dirty="0">
                <a:ln>
                  <a:noFill/>
                </a:ln>
                <a:solidFill>
                  <a:sysClr val="windowText" lastClr="000000"/>
                </a:solidFill>
                <a:effectLst/>
                <a:uLnTx/>
                <a:uFillTx/>
                <a:latin typeface="Tw Cen MT"/>
                <a:ea typeface="+mn-ea"/>
                <a:cs typeface="Tw Cen MT"/>
              </a:rPr>
              <a:t>, for which the DDM would be difficult to implement.</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sysClr val="windowText" lastClr="000000"/>
                </a:solidFill>
                <a:effectLst/>
                <a:uLnTx/>
                <a:uFillTx/>
                <a:latin typeface="Tw Cen MT"/>
                <a:ea typeface="+mn-ea"/>
                <a:cs typeface="Tw Cen MT"/>
              </a:rPr>
              <a:t>If the company never pays out cash dividend, we couldn’t use the DDM to evaluate the business. In this case, what can we do?</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3200" dirty="0">
              <a:solidFill>
                <a:sysClr val="windowText" lastClr="000000"/>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2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3200" dirty="0">
              <a:solidFill>
                <a:sysClr val="windowText" lastClr="000000"/>
              </a:solidFill>
              <a:latin typeface="Tw Cen MT"/>
            </a:endParaRPr>
          </a:p>
          <a:p>
            <a:pPr>
              <a:buClr>
                <a:srgbClr val="DA1F28"/>
              </a:buClr>
              <a:defRPr/>
            </a:pPr>
            <a:r>
              <a:rPr kumimoji="0" lang="en-US" sz="3200" b="1" i="0" u="none" strike="noStrike" kern="1200" cap="none" spc="0" normalizeH="0" baseline="0" noProof="0" dirty="0">
                <a:ln>
                  <a:noFill/>
                </a:ln>
                <a:solidFill>
                  <a:prstClr val="black"/>
                </a:solidFill>
                <a:effectLst/>
                <a:uLnTx/>
                <a:uFillTx/>
                <a:latin typeface="Tw Cen MT"/>
                <a:ea typeface="+mn-ea"/>
                <a:cs typeface="Tw Cen MT"/>
              </a:rPr>
              <a:t>Free cash flow to equity holders (FCFE) </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is the cash flow available for distribution among equity holders.</a:t>
            </a:r>
          </a:p>
        </p:txBody>
      </p:sp>
      <p:sp>
        <p:nvSpPr>
          <p:cNvPr id="9" name="Rectangle 8">
            <a:extLst>
              <a:ext uri="{FF2B5EF4-FFF2-40B4-BE49-F238E27FC236}">
                <a16:creationId xmlns:a16="http://schemas.microsoft.com/office/drawing/2014/main" id="{5B672135-2D1A-2CFD-F15E-D3444A334A5C}"/>
              </a:ext>
            </a:extLst>
          </p:cNvPr>
          <p:cNvSpPr/>
          <p:nvPr/>
        </p:nvSpPr>
        <p:spPr>
          <a:xfrm>
            <a:off x="3641178" y="3238770"/>
            <a:ext cx="4909643" cy="769441"/>
          </a:xfrm>
          <a:prstGeom prst="rect">
            <a:avLst/>
          </a:prstGeom>
        </p:spPr>
        <p:txBody>
          <a:bodyPr wrap="square">
            <a:spAutoFit/>
          </a:bodyPr>
          <a:lstStyle/>
          <a:p>
            <a:r>
              <a:rPr lang="en-US" sz="4400" dirty="0">
                <a:solidFill>
                  <a:srgbClr val="DA1F28">
                    <a:lumMod val="60000"/>
                    <a:lumOff val="40000"/>
                  </a:srgbClr>
                </a:solidFill>
                <a:latin typeface="Tw Cen MT"/>
                <a:cs typeface="Tw Cen MT"/>
              </a:rPr>
              <a:t>FREE CASH FLOW</a:t>
            </a:r>
          </a:p>
        </p:txBody>
      </p:sp>
    </p:spTree>
    <p:extLst>
      <p:ext uri="{BB962C8B-B14F-4D97-AF65-F5344CB8AC3E}">
        <p14:creationId xmlns:p14="http://schemas.microsoft.com/office/powerpoint/2010/main" val="3846619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Free Cash Flow Valuation Approaches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68C2D3EE-F1CC-8F21-8388-EC22797AEA61}"/>
              </a:ext>
            </a:extLst>
          </p:cNvPr>
          <p:cNvSpPr txBox="1"/>
          <p:nvPr/>
        </p:nvSpPr>
        <p:spPr>
          <a:xfrm>
            <a:off x="341746" y="609599"/>
            <a:ext cx="11493012" cy="2228815"/>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3200" b="1" dirty="0">
                <a:solidFill>
                  <a:srgbClr val="000000"/>
                </a:solidFill>
                <a:latin typeface="Tw Cen MT"/>
              </a:rPr>
              <a:t>H</a:t>
            </a:r>
            <a:r>
              <a:rPr kumimoji="0" lang="en-US" sz="3200" b="1" i="0" u="none" strike="noStrike" kern="1200" cap="none" spc="0" normalizeH="0" baseline="0" noProof="0" dirty="0">
                <a:ln>
                  <a:noFill/>
                </a:ln>
                <a:solidFill>
                  <a:srgbClr val="000000"/>
                </a:solidFill>
                <a:effectLst/>
                <a:uLnTx/>
                <a:uFillTx/>
                <a:latin typeface="Tw Cen MT"/>
                <a:ea typeface="+mn-ea"/>
                <a:cs typeface="Tw Cen MT"/>
              </a:rPr>
              <a:t>ow to calculate FCFE?</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2400" b="0" i="0" u="none" strike="noStrike" kern="1200" cap="none" spc="0" normalizeH="0" baseline="0" noProof="0" dirty="0">
                <a:ln>
                  <a:noFill/>
                </a:ln>
                <a:solidFill>
                  <a:srgbClr val="EC767C"/>
                </a:solidFill>
                <a:effectLst/>
                <a:uLnTx/>
                <a:uFillTx/>
                <a:latin typeface="Tw Cen MT"/>
                <a:ea typeface="+mn-ea"/>
                <a:cs typeface="Tw Cen MT"/>
              </a:rPr>
              <a:t>Free cash flow to equity holders (FCFE)</a:t>
            </a:r>
            <a:r>
              <a:rPr kumimoji="0" lang="en-US" sz="2400" b="0" i="0" u="none" strike="noStrike" kern="1200" cap="none" spc="0" normalizeH="0" baseline="0" noProof="0" dirty="0">
                <a:ln>
                  <a:noFill/>
                </a:ln>
                <a:solidFill>
                  <a:prstClr val="black"/>
                </a:solidFill>
                <a:effectLst/>
                <a:uLnTx/>
                <a:uFillTx/>
                <a:latin typeface="Tw Cen MT"/>
                <a:ea typeface="+mn-ea"/>
                <a:cs typeface="Tw Cen MT"/>
              </a:rPr>
              <a:t>= EBIT (1- t) + Depreciation - Increase in Non-cash Net Working Capital Capital Expenditure - Interest Expense(1- t) + Increase in Net Debt</a:t>
            </a:r>
          </a:p>
          <a:p>
            <a:pPr marL="800100" lvl="1" indent="-342900">
              <a:spcBef>
                <a:spcPts val="700"/>
              </a:spcBef>
              <a:buClr>
                <a:srgbClr val="DA1F28"/>
              </a:buClr>
              <a:buSzPct val="60000"/>
              <a:buFont typeface="Wingdings" pitchFamily="2" charset="2"/>
              <a:buChar char="Ø"/>
              <a:defRPr/>
            </a:pPr>
            <a:r>
              <a:rPr kumimoji="0" lang="en-US" sz="2400" b="0" i="0" u="none" strike="noStrike" kern="1200" cap="none" spc="0" normalizeH="0" baseline="0" noProof="0" dirty="0">
                <a:ln>
                  <a:noFill/>
                </a:ln>
                <a:solidFill>
                  <a:srgbClr val="000000"/>
                </a:solidFill>
                <a:effectLst/>
                <a:uLnTx/>
                <a:uFillTx/>
                <a:latin typeface="Tw Cen MT"/>
                <a:ea typeface="+mn-ea"/>
                <a:cs typeface="Tw Cen MT"/>
              </a:rPr>
              <a:t>If the company has no debt (e.g. bank loan, corporate bonds), then </a:t>
            </a:r>
            <a:br>
              <a:rPr kumimoji="0" lang="en-US" sz="2400" b="0" i="0" u="none" strike="noStrike" kern="1200" cap="none" spc="0" normalizeH="0" baseline="0" noProof="0" dirty="0">
                <a:ln>
                  <a:noFill/>
                </a:ln>
                <a:solidFill>
                  <a:srgbClr val="000000"/>
                </a:solidFill>
                <a:effectLst/>
                <a:uLnTx/>
                <a:uFillTx/>
                <a:latin typeface="Tw Cen MT"/>
                <a:ea typeface="+mn-ea"/>
                <a:cs typeface="Tw Cen MT"/>
              </a:rPr>
            </a:br>
            <a:r>
              <a:rPr kumimoji="0" lang="en-US" sz="2400" b="0" i="0" u="none" strike="noStrike" kern="1200" cap="none" spc="0" normalizeH="0" baseline="0" noProof="0" dirty="0">
                <a:ln>
                  <a:noFill/>
                </a:ln>
                <a:solidFill>
                  <a:srgbClr val="DA1F28">
                    <a:lumMod val="60000"/>
                    <a:lumOff val="40000"/>
                  </a:srgbClr>
                </a:solidFill>
                <a:effectLst/>
                <a:uLnTx/>
                <a:uFillTx/>
                <a:latin typeface="Tw Cen MT"/>
                <a:ea typeface="+mn-ea"/>
                <a:cs typeface="Tw Cen MT"/>
              </a:rPr>
              <a:t>FCFE = Cash </a:t>
            </a:r>
            <a:r>
              <a:rPr kumimoji="0" lang="en-US" sz="2400" b="0" i="0" u="none" strike="noStrike" kern="1200" cap="none" spc="0" normalizeH="0" baseline="0" noProof="0" dirty="0">
                <a:ln>
                  <a:noFill/>
                </a:ln>
                <a:solidFill>
                  <a:srgbClr val="EC767C"/>
                </a:solidFill>
                <a:effectLst/>
                <a:uLnTx/>
                <a:uFillTx/>
                <a:latin typeface="Tw Cen MT"/>
                <a:ea typeface="+mn-ea"/>
                <a:cs typeface="Tw Cen MT"/>
              </a:rPr>
              <a:t>flows from operating activities+ Cash flows from investing activities</a:t>
            </a:r>
          </a:p>
        </p:txBody>
      </p:sp>
      <p:graphicFrame>
        <p:nvGraphicFramePr>
          <p:cNvPr id="2" name="Table 1">
            <a:extLst>
              <a:ext uri="{FF2B5EF4-FFF2-40B4-BE49-F238E27FC236}">
                <a16:creationId xmlns:a16="http://schemas.microsoft.com/office/drawing/2014/main" id="{83B4A1BF-67E6-3660-DF72-E12A679CE0DC}"/>
              </a:ext>
            </a:extLst>
          </p:cNvPr>
          <p:cNvGraphicFramePr>
            <a:graphicFrameLocks noGrp="1"/>
          </p:cNvGraphicFramePr>
          <p:nvPr/>
        </p:nvGraphicFramePr>
        <p:xfrm>
          <a:off x="2645239" y="3340514"/>
          <a:ext cx="7243267" cy="3262291"/>
        </p:xfrm>
        <a:graphic>
          <a:graphicData uri="http://schemas.openxmlformats.org/drawingml/2006/table">
            <a:tbl>
              <a:tblPr/>
              <a:tblGrid>
                <a:gridCol w="3007660">
                  <a:extLst>
                    <a:ext uri="{9D8B030D-6E8A-4147-A177-3AD203B41FA5}">
                      <a16:colId xmlns:a16="http://schemas.microsoft.com/office/drawing/2014/main" val="1271744450"/>
                    </a:ext>
                  </a:extLst>
                </a:gridCol>
                <a:gridCol w="1411869">
                  <a:extLst>
                    <a:ext uri="{9D8B030D-6E8A-4147-A177-3AD203B41FA5}">
                      <a16:colId xmlns:a16="http://schemas.microsoft.com/office/drawing/2014/main" val="2648178477"/>
                    </a:ext>
                  </a:extLst>
                </a:gridCol>
                <a:gridCol w="1411869">
                  <a:extLst>
                    <a:ext uri="{9D8B030D-6E8A-4147-A177-3AD203B41FA5}">
                      <a16:colId xmlns:a16="http://schemas.microsoft.com/office/drawing/2014/main" val="1919200018"/>
                    </a:ext>
                  </a:extLst>
                </a:gridCol>
                <a:gridCol w="1411869">
                  <a:extLst>
                    <a:ext uri="{9D8B030D-6E8A-4147-A177-3AD203B41FA5}">
                      <a16:colId xmlns:a16="http://schemas.microsoft.com/office/drawing/2014/main" val="2525364030"/>
                    </a:ext>
                  </a:extLst>
                </a:gridCol>
              </a:tblGrid>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dirty="0">
                          <a:effectLst/>
                        </a:rPr>
                        <a:t> </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000" u="none" strike="noStrike" dirty="0">
                          <a:effectLst/>
                        </a:rPr>
                        <a:t>Year 1</a:t>
                      </a:r>
                      <a:endParaRPr lang="en-SG" sz="2000" b="0" i="0" u="none" strike="noStrike" dirty="0">
                        <a:solidFill>
                          <a:srgbClr val="000000"/>
                        </a:solidFill>
                        <a:effectLst/>
                        <a:latin typeface="Calibri" panose="020F0502020204030204" pitchFamily="34" charset="0"/>
                      </a:endParaRPr>
                    </a:p>
                  </a:txBody>
                  <a:tcPr marL="16964" marR="16964" marT="16964"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000" u="none" strike="noStrike">
                          <a:effectLst/>
                        </a:rPr>
                        <a:t>Year 2</a:t>
                      </a:r>
                      <a:endParaRPr lang="en-SG" sz="2000" b="0" i="0" u="none" strike="noStrike">
                        <a:solidFill>
                          <a:srgbClr val="000000"/>
                        </a:solidFill>
                        <a:effectLst/>
                        <a:latin typeface="Calibri" panose="020F0502020204030204" pitchFamily="34" charset="0"/>
                      </a:endParaRPr>
                    </a:p>
                  </a:txBody>
                  <a:tcPr marL="16964" marR="16964" marT="16964"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000" u="none" strike="noStrike" dirty="0">
                          <a:effectLst/>
                        </a:rPr>
                        <a:t>Year 3</a:t>
                      </a:r>
                      <a:endParaRPr lang="en-SG" sz="2000" b="0" i="0" u="none" strike="noStrike" dirty="0">
                        <a:solidFill>
                          <a:srgbClr val="000000"/>
                        </a:solidFill>
                        <a:effectLst/>
                        <a:latin typeface="Calibri" panose="020F0502020204030204" pitchFamily="34" charset="0"/>
                      </a:endParaRPr>
                    </a:p>
                  </a:txBody>
                  <a:tcPr marL="16964" marR="16964" marT="16964"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840635963"/>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dirty="0">
                          <a:effectLst/>
                        </a:rPr>
                        <a:t>EBIT</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11000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22700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45400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668639400"/>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a:effectLst/>
                        </a:rPr>
                        <a:t>EBIT(1-10%)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9900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20430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40860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433265250"/>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a:effectLst/>
                        </a:rPr>
                        <a:t>Depreciation</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1000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1300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2600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080346751"/>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dirty="0">
                          <a:effectLst/>
                        </a:rPr>
                        <a:t>Capital Exp</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-10000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-3000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-13000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140268034"/>
                  </a:ext>
                </a:extLst>
              </a:tr>
              <a:tr h="366415">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dirty="0">
                          <a:effectLst/>
                        </a:rPr>
                        <a:t>Increase in non-cash NWC</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303902795"/>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b="1" u="none" strike="noStrike" dirty="0">
                          <a:effectLst/>
                        </a:rPr>
                        <a:t>FCFF</a:t>
                      </a:r>
                      <a:endParaRPr lang="en-SG" sz="2000" b="1" i="0" u="none" strike="noStrike" dirty="0">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900</a:t>
                      </a:r>
                      <a:endParaRPr lang="en-SG" sz="2000" b="0" i="0" u="none" strike="noStrike">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18730</a:t>
                      </a:r>
                      <a:endParaRPr lang="en-SG" sz="2000" b="0" i="0" u="none" strike="noStrike" dirty="0">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30460</a:t>
                      </a:r>
                      <a:endParaRPr lang="en-SG" sz="2000" b="0" i="0" u="none" strike="noStrike" dirty="0">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408677044"/>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a:effectLst/>
                        </a:rPr>
                        <a:t>Interest Exp (1-10%)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-450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-450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-450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4112032463"/>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u="none" strike="noStrike">
                          <a:effectLst/>
                        </a:rPr>
                        <a:t>Increase in New Debt</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5000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0</a:t>
                      </a:r>
                      <a:endParaRPr lang="en-SG" sz="2000" b="0" i="0" u="none" strike="noStrike">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0</a:t>
                      </a:r>
                      <a:endParaRPr lang="en-SG" sz="2000" b="0" i="0" u="none" strike="noStrike" dirty="0">
                        <a:solidFill>
                          <a:srgbClr val="00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22352403"/>
                  </a:ext>
                </a:extLst>
              </a:tr>
              <a:tr h="244308">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l" fontAlgn="b"/>
                      <a:r>
                        <a:rPr lang="en-SG" sz="2000" b="1" u="none" strike="noStrike" dirty="0">
                          <a:effectLst/>
                        </a:rPr>
                        <a:t>FCFE</a:t>
                      </a:r>
                      <a:endParaRPr lang="en-SG" sz="2000" b="1" i="0" u="none" strike="noStrike" dirty="0">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5450</a:t>
                      </a:r>
                      <a:endParaRPr lang="en-SG" sz="2000" b="0" i="0" u="none" strike="noStrike">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a:effectLst/>
                        </a:rPr>
                        <a:t>18280</a:t>
                      </a:r>
                      <a:endParaRPr lang="en-SG" sz="2000" b="0" i="0" u="none" strike="noStrike">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r" fontAlgn="b"/>
                      <a:r>
                        <a:rPr lang="en-SG" sz="2000" u="none" strike="noStrike" dirty="0">
                          <a:effectLst/>
                        </a:rPr>
                        <a:t>30010</a:t>
                      </a:r>
                      <a:endParaRPr lang="en-SG" sz="2000" b="0" i="0" u="none" strike="noStrike" dirty="0">
                        <a:solidFill>
                          <a:srgbClr val="FF0000"/>
                        </a:solidFill>
                        <a:effectLst/>
                        <a:latin typeface="Calibri" panose="020F0502020204030204" pitchFamily="34" charset="0"/>
                      </a:endParaRPr>
                    </a:p>
                  </a:txBody>
                  <a:tcPr marL="16964" marR="16964" marT="16964"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858440416"/>
                  </a:ext>
                </a:extLst>
              </a:tr>
            </a:tbl>
          </a:graphicData>
        </a:graphic>
      </p:graphicFrame>
      <p:sp>
        <p:nvSpPr>
          <p:cNvPr id="6" name="TextBox 5">
            <a:extLst>
              <a:ext uri="{FF2B5EF4-FFF2-40B4-BE49-F238E27FC236}">
                <a16:creationId xmlns:a16="http://schemas.microsoft.com/office/drawing/2014/main" id="{B2A69C59-C8D9-D7FA-9FDC-5BC1FD8CA15C}"/>
              </a:ext>
            </a:extLst>
          </p:cNvPr>
          <p:cNvSpPr txBox="1"/>
          <p:nvPr/>
        </p:nvSpPr>
        <p:spPr>
          <a:xfrm>
            <a:off x="2593622" y="2944172"/>
            <a:ext cx="6764867" cy="400110"/>
          </a:xfrm>
          <a:prstGeom prst="rect">
            <a:avLst/>
          </a:prstGeom>
          <a:noFill/>
        </p:spPr>
        <p:txBody>
          <a:bodyPr wrap="square">
            <a:spAutoFit/>
          </a:bodyPr>
          <a:lstStyle/>
          <a:p>
            <a:r>
              <a:rPr kumimoji="0" lang="en-US" sz="2000" b="1" i="0" u="none" strike="noStrike" kern="1200" cap="none" spc="0" normalizeH="0" baseline="0" noProof="0" dirty="0">
                <a:ln>
                  <a:noFill/>
                </a:ln>
                <a:solidFill>
                  <a:srgbClr val="000000"/>
                </a:solidFill>
                <a:effectLst/>
                <a:uLnTx/>
                <a:uFillTx/>
                <a:latin typeface="Tw Cen MT"/>
                <a:ea typeface="+mn-ea"/>
                <a:cs typeface="Tw Cen MT"/>
              </a:rPr>
              <a:t>FCFE for the tax services company during Year 1 – Year 3</a:t>
            </a:r>
            <a:endParaRPr lang="en-US" sz="2000" dirty="0"/>
          </a:p>
        </p:txBody>
      </p:sp>
    </p:spTree>
    <p:extLst>
      <p:ext uri="{BB962C8B-B14F-4D97-AF65-F5344CB8AC3E}">
        <p14:creationId xmlns:p14="http://schemas.microsoft.com/office/powerpoint/2010/main" val="3549618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Free Cash Flow Valuation Approaches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68C2D3EE-F1CC-8F21-8388-EC22797AEA61}"/>
              </a:ext>
            </a:extLst>
          </p:cNvPr>
          <p:cNvSpPr txBox="1"/>
          <p:nvPr/>
        </p:nvSpPr>
        <p:spPr>
          <a:xfrm>
            <a:off x="244010" y="671052"/>
            <a:ext cx="11493012" cy="584775"/>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Calibri"/>
                <a:ea typeface="+mn-ea"/>
                <a:cs typeface="Calibri"/>
              </a:rPr>
              <a:t>Applying the multistage model,</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099EE85-CF23-DDAB-2EA9-3BD28F062E24}"/>
                  </a:ext>
                </a:extLst>
              </p:cNvPr>
              <p:cNvSpPr/>
              <p:nvPr/>
            </p:nvSpPr>
            <p:spPr>
              <a:xfrm>
                <a:off x="244010" y="1400408"/>
                <a:ext cx="8765931" cy="13038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𝑉</m:t>
                          </m:r>
                        </m:e>
                        <m:sub>
                          <m:r>
                            <a:rPr lang="en-US" sz="2800" i="1">
                              <a:solidFill>
                                <a:prstClr val="black"/>
                              </a:solidFill>
                              <a:latin typeface="Cambria Math" panose="02040503050406030204" pitchFamily="18" charset="0"/>
                            </a:rPr>
                            <m:t>𝐸𝑞𝑢𝑖𝑡𝑦</m:t>
                          </m:r>
                        </m:sub>
                      </m:sSub>
                      <m:r>
                        <a:rPr lang="en-US" sz="2800">
                          <a:solidFill>
                            <a:prstClr val="black"/>
                          </a:solidFill>
                          <a:latin typeface="Cambria Math" panose="02040503050406030204" pitchFamily="18" charset="0"/>
                        </a:rPr>
                        <m:t>=</m:t>
                      </m:r>
                      <m:nary>
                        <m:naryPr>
                          <m:chr m:val="∑"/>
                          <m:limLoc m:val="undOvr"/>
                          <m:ctrlPr>
                            <a:rPr lang="en-US" sz="2800" i="1">
                              <a:solidFill>
                                <a:prstClr val="black"/>
                              </a:solidFill>
                              <a:latin typeface="Cambria Math" panose="02040503050406030204" pitchFamily="18" charset="0"/>
                            </a:rPr>
                          </m:ctrlPr>
                        </m:naryPr>
                        <m:sub>
                          <m:r>
                            <a:rPr lang="en-US" sz="2800" i="1">
                              <a:solidFill>
                                <a:prstClr val="black"/>
                              </a:solidFill>
                              <a:latin typeface="Cambria Math" panose="02040503050406030204" pitchFamily="18" charset="0"/>
                            </a:rPr>
                            <m:t>𝑡</m:t>
                          </m:r>
                          <m:r>
                            <a:rPr lang="en-US" sz="2800">
                              <a:solidFill>
                                <a:prstClr val="black"/>
                              </a:solidFill>
                              <a:latin typeface="Cambria Math" panose="02040503050406030204" pitchFamily="18" charset="0"/>
                            </a:rPr>
                            <m:t>=1</m:t>
                          </m:r>
                        </m:sub>
                        <m:sup>
                          <m:r>
                            <a:rPr lang="en-US" sz="2800">
                              <a:solidFill>
                                <a:prstClr val="black"/>
                              </a:solidFill>
                              <a:latin typeface="Cambria Math" panose="02040503050406030204" pitchFamily="18" charset="0"/>
                            </a:rPr>
                            <m:t>∞</m:t>
                          </m:r>
                        </m:sup>
                        <m:e>
                          <m:f>
                            <m:fPr>
                              <m:ctrlPr>
                                <a:rPr lang="en-US" sz="2800" i="1">
                                  <a:solidFill>
                                    <a:prstClr val="black"/>
                                  </a:solidFill>
                                  <a:latin typeface="Cambria Math" panose="02040503050406030204" pitchFamily="18" charset="0"/>
                                </a:rPr>
                              </m:ctrlPr>
                            </m:fPr>
                            <m:num>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𝐹𝐶𝐹𝐸</m:t>
                                  </m:r>
                                </m:e>
                                <m:sub>
                                  <m:r>
                                    <a:rPr lang="en-US" sz="2800" i="1">
                                      <a:solidFill>
                                        <a:prstClr val="black"/>
                                      </a:solidFill>
                                      <a:latin typeface="Cambria Math" panose="02040503050406030204" pitchFamily="18" charset="0"/>
                                    </a:rPr>
                                    <m:t>𝑡</m:t>
                                  </m:r>
                                </m:sub>
                              </m:sSub>
                            </m:num>
                            <m:den>
                              <m:sSup>
                                <m:sSupPr>
                                  <m:ctrlPr>
                                    <a:rPr lang="en-US" sz="2800" i="1">
                                      <a:solidFill>
                                        <a:prstClr val="black"/>
                                      </a:solidFill>
                                      <a:latin typeface="Cambria Math" panose="02040503050406030204" pitchFamily="18" charset="0"/>
                                    </a:rPr>
                                  </m:ctrlPr>
                                </m:sSupPr>
                                <m:e>
                                  <m:d>
                                    <m:dPr>
                                      <m:ctrlPr>
                                        <a:rPr lang="en-US" sz="2800" i="1">
                                          <a:solidFill>
                                            <a:prstClr val="black"/>
                                          </a:solidFill>
                                          <a:latin typeface="Cambria Math" panose="02040503050406030204" pitchFamily="18" charset="0"/>
                                        </a:rPr>
                                      </m:ctrlPr>
                                    </m:dPr>
                                    <m:e>
                                      <m:r>
                                        <a:rPr lang="en-US" sz="2800">
                                          <a:solidFill>
                                            <a:prstClr val="black"/>
                                          </a:solidFill>
                                          <a:latin typeface="Cambria Math" panose="02040503050406030204" pitchFamily="18" charset="0"/>
                                        </a:rPr>
                                        <m:t>1+</m:t>
                                      </m:r>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𝑘</m:t>
                                          </m:r>
                                        </m:e>
                                        <m:sub>
                                          <m:r>
                                            <a:rPr lang="en-US" sz="2800" i="1">
                                              <a:solidFill>
                                                <a:prstClr val="black"/>
                                              </a:solidFill>
                                              <a:latin typeface="Cambria Math" panose="02040503050406030204" pitchFamily="18" charset="0"/>
                                            </a:rPr>
                                            <m:t>𝑒</m:t>
                                          </m:r>
                                        </m:sub>
                                      </m:sSub>
                                    </m:e>
                                  </m:d>
                                </m:e>
                                <m:sup>
                                  <m:r>
                                    <a:rPr lang="en-US" sz="2800" i="1">
                                      <a:solidFill>
                                        <a:prstClr val="black"/>
                                      </a:solidFill>
                                      <a:latin typeface="Cambria Math" panose="02040503050406030204" pitchFamily="18" charset="0"/>
                                    </a:rPr>
                                    <m:t>𝑡</m:t>
                                  </m:r>
                                </m:sup>
                              </m:sSup>
                            </m:den>
                          </m:f>
                        </m:e>
                      </m:nary>
                      <m:r>
                        <a:rPr lang="en-US" sz="2800">
                          <a:solidFill>
                            <a:prstClr val="black"/>
                          </a:solidFill>
                          <a:latin typeface="Cambria Math" panose="02040503050406030204" pitchFamily="18" charset="0"/>
                        </a:rPr>
                        <m:t>=</m:t>
                      </m:r>
                      <m:nary>
                        <m:naryPr>
                          <m:chr m:val="∑"/>
                          <m:limLoc m:val="undOvr"/>
                          <m:ctrlPr>
                            <a:rPr lang="en-US" sz="2800" i="1">
                              <a:solidFill>
                                <a:prstClr val="black"/>
                              </a:solidFill>
                              <a:latin typeface="Cambria Math" panose="02040503050406030204" pitchFamily="18" charset="0"/>
                            </a:rPr>
                          </m:ctrlPr>
                        </m:naryPr>
                        <m:sub>
                          <m:r>
                            <a:rPr lang="en-US" sz="2800" i="1">
                              <a:solidFill>
                                <a:prstClr val="black"/>
                              </a:solidFill>
                              <a:latin typeface="Cambria Math" panose="02040503050406030204" pitchFamily="18" charset="0"/>
                            </a:rPr>
                            <m:t>𝑡</m:t>
                          </m:r>
                          <m:r>
                            <a:rPr lang="en-US" sz="2800">
                              <a:solidFill>
                                <a:prstClr val="black"/>
                              </a:solidFill>
                              <a:latin typeface="Cambria Math" panose="02040503050406030204" pitchFamily="18" charset="0"/>
                            </a:rPr>
                            <m:t>=1</m:t>
                          </m:r>
                        </m:sub>
                        <m:sup>
                          <m:r>
                            <a:rPr lang="en-US" sz="2800" i="1">
                              <a:solidFill>
                                <a:prstClr val="black"/>
                              </a:solidFill>
                              <a:latin typeface="Cambria Math" panose="02040503050406030204" pitchFamily="18" charset="0"/>
                            </a:rPr>
                            <m:t>𝑇</m:t>
                          </m:r>
                        </m:sup>
                        <m:e>
                          <m:f>
                            <m:fPr>
                              <m:ctrlPr>
                                <a:rPr lang="en-US" sz="2800" i="1">
                                  <a:solidFill>
                                    <a:prstClr val="black"/>
                                  </a:solidFill>
                                  <a:latin typeface="Cambria Math" panose="02040503050406030204" pitchFamily="18" charset="0"/>
                                </a:rPr>
                              </m:ctrlPr>
                            </m:fPr>
                            <m:num>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𝐹𝐶𝐹𝐸</m:t>
                                  </m:r>
                                </m:e>
                                <m:sub>
                                  <m:r>
                                    <a:rPr lang="en-US" sz="2800" i="1">
                                      <a:solidFill>
                                        <a:prstClr val="black"/>
                                      </a:solidFill>
                                      <a:latin typeface="Cambria Math" panose="02040503050406030204" pitchFamily="18" charset="0"/>
                                    </a:rPr>
                                    <m:t>𝑡</m:t>
                                  </m:r>
                                </m:sub>
                              </m:sSub>
                            </m:num>
                            <m:den>
                              <m:sSup>
                                <m:sSupPr>
                                  <m:ctrlPr>
                                    <a:rPr lang="en-US" sz="2800" i="1">
                                      <a:solidFill>
                                        <a:prstClr val="black"/>
                                      </a:solidFill>
                                      <a:latin typeface="Cambria Math" panose="02040503050406030204" pitchFamily="18" charset="0"/>
                                    </a:rPr>
                                  </m:ctrlPr>
                                </m:sSupPr>
                                <m:e>
                                  <m:d>
                                    <m:dPr>
                                      <m:ctrlPr>
                                        <a:rPr lang="en-US" sz="2800" i="1">
                                          <a:solidFill>
                                            <a:prstClr val="black"/>
                                          </a:solidFill>
                                          <a:latin typeface="Cambria Math" panose="02040503050406030204" pitchFamily="18" charset="0"/>
                                        </a:rPr>
                                      </m:ctrlPr>
                                    </m:dPr>
                                    <m:e>
                                      <m:r>
                                        <a:rPr lang="en-US" sz="2800">
                                          <a:solidFill>
                                            <a:prstClr val="black"/>
                                          </a:solidFill>
                                          <a:latin typeface="Cambria Math" panose="02040503050406030204" pitchFamily="18" charset="0"/>
                                        </a:rPr>
                                        <m:t>1+</m:t>
                                      </m:r>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𝑘</m:t>
                                          </m:r>
                                        </m:e>
                                        <m:sub>
                                          <m:r>
                                            <a:rPr lang="en-US" sz="2800" i="1">
                                              <a:solidFill>
                                                <a:prstClr val="black"/>
                                              </a:solidFill>
                                              <a:latin typeface="Cambria Math" panose="02040503050406030204" pitchFamily="18" charset="0"/>
                                            </a:rPr>
                                            <m:t>𝑒</m:t>
                                          </m:r>
                                        </m:sub>
                                      </m:sSub>
                                    </m:e>
                                  </m:d>
                                </m:e>
                                <m:sup>
                                  <m:r>
                                    <a:rPr lang="en-US" sz="2800" i="1">
                                      <a:solidFill>
                                        <a:prstClr val="black"/>
                                      </a:solidFill>
                                      <a:latin typeface="Cambria Math" panose="02040503050406030204" pitchFamily="18" charset="0"/>
                                    </a:rPr>
                                    <m:t>𝑡</m:t>
                                  </m:r>
                                </m:sup>
                              </m:sSup>
                            </m:den>
                          </m:f>
                        </m:e>
                      </m:nary>
                      <m:r>
                        <a:rPr lang="en-US" sz="2800">
                          <a:solidFill>
                            <a:prstClr val="black"/>
                          </a:solidFill>
                          <a:latin typeface="Cambria Math" panose="02040503050406030204" pitchFamily="18" charset="0"/>
                        </a:rPr>
                        <m:t> + </m:t>
                      </m:r>
                      <m:f>
                        <m:fPr>
                          <m:ctrlPr>
                            <a:rPr lang="en-US" sz="2800" i="1">
                              <a:solidFill>
                                <a:prstClr val="black"/>
                              </a:solidFill>
                              <a:latin typeface="Cambria Math" panose="02040503050406030204" pitchFamily="18" charset="0"/>
                            </a:rPr>
                          </m:ctrlPr>
                        </m:fPr>
                        <m:num>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𝑉</m:t>
                              </m:r>
                            </m:e>
                            <m:sub>
                              <m:r>
                                <a:rPr lang="en-US" sz="2800" i="1">
                                  <a:solidFill>
                                    <a:prstClr val="black"/>
                                  </a:solidFill>
                                  <a:latin typeface="Cambria Math" panose="02040503050406030204" pitchFamily="18" charset="0"/>
                                </a:rPr>
                                <m:t>𝑇</m:t>
                              </m:r>
                            </m:sub>
                          </m:sSub>
                        </m:num>
                        <m:den>
                          <m:sSup>
                            <m:sSupPr>
                              <m:ctrlPr>
                                <a:rPr lang="en-US" sz="2800" i="1">
                                  <a:solidFill>
                                    <a:prstClr val="black"/>
                                  </a:solidFill>
                                  <a:latin typeface="Cambria Math" panose="02040503050406030204" pitchFamily="18" charset="0"/>
                                </a:rPr>
                              </m:ctrlPr>
                            </m:sSupPr>
                            <m:e>
                              <m:d>
                                <m:dPr>
                                  <m:ctrlPr>
                                    <a:rPr lang="en-US" sz="2800" i="1">
                                      <a:solidFill>
                                        <a:prstClr val="black"/>
                                      </a:solidFill>
                                      <a:latin typeface="Cambria Math" panose="02040503050406030204" pitchFamily="18" charset="0"/>
                                    </a:rPr>
                                  </m:ctrlPr>
                                </m:dPr>
                                <m:e>
                                  <m:r>
                                    <a:rPr lang="en-US" sz="2800">
                                      <a:solidFill>
                                        <a:prstClr val="black"/>
                                      </a:solidFill>
                                      <a:latin typeface="Cambria Math" panose="02040503050406030204" pitchFamily="18" charset="0"/>
                                    </a:rPr>
                                    <m:t>1+</m:t>
                                  </m:r>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𝑘</m:t>
                                      </m:r>
                                    </m:e>
                                    <m:sub>
                                      <m:r>
                                        <a:rPr lang="en-US" sz="2800" i="1">
                                          <a:solidFill>
                                            <a:prstClr val="black"/>
                                          </a:solidFill>
                                          <a:latin typeface="Cambria Math" panose="02040503050406030204" pitchFamily="18" charset="0"/>
                                        </a:rPr>
                                        <m:t>𝑒</m:t>
                                      </m:r>
                                    </m:sub>
                                  </m:sSub>
                                </m:e>
                              </m:d>
                            </m:e>
                            <m:sup>
                              <m:r>
                                <a:rPr lang="en-US" sz="2800" i="1">
                                  <a:solidFill>
                                    <a:prstClr val="black"/>
                                  </a:solidFill>
                                  <a:latin typeface="Cambria Math" panose="02040503050406030204" pitchFamily="18" charset="0"/>
                                </a:rPr>
                                <m:t>𝑇</m:t>
                              </m:r>
                            </m:sup>
                          </m:sSup>
                        </m:den>
                      </m:f>
                    </m:oMath>
                  </m:oMathPara>
                </a14:m>
                <a:endParaRPr lang="en-US" dirty="0">
                  <a:solidFill>
                    <a:prstClr val="black"/>
                  </a:solidFill>
                  <a:latin typeface="Tw Cen MT"/>
                </a:endParaRPr>
              </a:p>
            </p:txBody>
          </p:sp>
        </mc:Choice>
        <mc:Fallback xmlns="">
          <p:sp>
            <p:nvSpPr>
              <p:cNvPr id="6" name="Rectangle 5">
                <a:extLst>
                  <a:ext uri="{FF2B5EF4-FFF2-40B4-BE49-F238E27FC236}">
                    <a16:creationId xmlns:a16="http://schemas.microsoft.com/office/drawing/2014/main" id="{6099EE85-CF23-DDAB-2EA9-3BD28F062E24}"/>
                  </a:ext>
                </a:extLst>
              </p:cNvPr>
              <p:cNvSpPr>
                <a:spLocks noRot="1" noChangeAspect="1" noMove="1" noResize="1" noEditPoints="1" noAdjustHandles="1" noChangeArrowheads="1" noChangeShapeType="1" noTextEdit="1"/>
              </p:cNvSpPr>
              <p:nvPr/>
            </p:nvSpPr>
            <p:spPr>
              <a:xfrm>
                <a:off x="244010" y="1400408"/>
                <a:ext cx="8765931" cy="1303883"/>
              </a:xfrm>
              <a:prstGeom prst="rect">
                <a:avLst/>
              </a:prstGeom>
              <a:blipFill>
                <a:blip r:embed="rId3"/>
                <a:stretch>
                  <a:fillRect t="-100962" b="-157692"/>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52101C4E-8C91-E45B-F56F-A89C1FAB44DE}"/>
              </a:ext>
            </a:extLst>
          </p:cNvPr>
          <p:cNvCxnSpPr>
            <a:cxnSpLocks/>
          </p:cNvCxnSpPr>
          <p:nvPr/>
        </p:nvCxnSpPr>
        <p:spPr>
          <a:xfrm flipH="1">
            <a:off x="8231857" y="1532607"/>
            <a:ext cx="1078398" cy="161221"/>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graphicFrame>
        <p:nvGraphicFramePr>
          <p:cNvPr id="11" name="Object 10">
            <a:extLst>
              <a:ext uri="{FF2B5EF4-FFF2-40B4-BE49-F238E27FC236}">
                <a16:creationId xmlns:a16="http://schemas.microsoft.com/office/drawing/2014/main" id="{0770EDB8-0E53-CB18-9060-FC15FD1CEEEB}"/>
              </a:ext>
            </a:extLst>
          </p:cNvPr>
          <p:cNvGraphicFramePr>
            <a:graphicFrameLocks noChangeAspect="1"/>
          </p:cNvGraphicFramePr>
          <p:nvPr/>
        </p:nvGraphicFramePr>
        <p:xfrm>
          <a:off x="9469315" y="1178664"/>
          <a:ext cx="1696365" cy="707886"/>
        </p:xfrm>
        <a:graphic>
          <a:graphicData uri="http://schemas.openxmlformats.org/presentationml/2006/ole">
            <mc:AlternateContent xmlns:mc="http://schemas.openxmlformats.org/markup-compatibility/2006">
              <mc:Choice xmlns:v="urn:schemas-microsoft-com:vml" Requires="v">
                <p:oleObj name="Equation" r:id="rId4" imgW="1155700" imgH="482600" progId="Equation.3">
                  <p:embed/>
                </p:oleObj>
              </mc:Choice>
              <mc:Fallback>
                <p:oleObj name="Equation" r:id="rId4" imgW="1155700" imgH="482600" progId="Equation.3">
                  <p:embed/>
                  <p:pic>
                    <p:nvPicPr>
                      <p:cNvPr id="11" name="Object 10">
                        <a:extLst>
                          <a:ext uri="{FF2B5EF4-FFF2-40B4-BE49-F238E27FC236}">
                            <a16:creationId xmlns:a16="http://schemas.microsoft.com/office/drawing/2014/main" id="{0770EDB8-0E53-CB18-9060-FC15FD1CEEEB}"/>
                          </a:ext>
                        </a:extLst>
                      </p:cNvPr>
                      <p:cNvPicPr/>
                      <p:nvPr/>
                    </p:nvPicPr>
                    <p:blipFill>
                      <a:blip r:embed="rId5"/>
                      <a:stretch>
                        <a:fillRect/>
                      </a:stretch>
                    </p:blipFill>
                    <p:spPr>
                      <a:xfrm>
                        <a:off x="9469315" y="1178664"/>
                        <a:ext cx="1696365" cy="707886"/>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372BC900-0F0A-CA60-1662-F5B5E7773E46}"/>
              </a:ext>
            </a:extLst>
          </p:cNvPr>
          <p:cNvSpPr txBox="1"/>
          <p:nvPr/>
        </p:nvSpPr>
        <p:spPr>
          <a:xfrm>
            <a:off x="578985" y="2932514"/>
            <a:ext cx="9362945" cy="30469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Tw Cen MT"/>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2025: $100, 2026:$120; 2027: $140; 2028: $150.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FCFE will grow at 5% after 2028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Market capitalization rate=11.1%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Tw Cen MT"/>
              <a:ea typeface="+mn-ea"/>
              <a:cs typeface="Tw Cen 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prstClr val="black"/>
                </a:solidFill>
                <a:latin typeface="Tw Cen MT"/>
                <a:cs typeface="Tw Cen MT"/>
              </a:rPr>
              <a:t> </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V</a:t>
            </a:r>
            <a:r>
              <a:rPr kumimoji="0" lang="en-US" sz="3200" b="0" i="0" u="none" strike="noStrike" kern="1200" cap="none" spc="0" normalizeH="0" baseline="-25000" noProof="0" dirty="0">
                <a:ln>
                  <a:noFill/>
                </a:ln>
                <a:solidFill>
                  <a:prstClr val="black"/>
                </a:solidFill>
                <a:effectLst/>
                <a:uLnTx/>
                <a:uFillTx/>
                <a:latin typeface="Tw Cen MT"/>
                <a:ea typeface="+mn-ea"/>
                <a:cs typeface="Tw Cen MT"/>
              </a:rPr>
              <a:t>0 </a:t>
            </a:r>
            <a:r>
              <a:rPr kumimoji="0" lang="en-US" sz="3200" b="0" i="0" u="none" strike="noStrike" kern="1200" cap="none" spc="0" normalizeH="0" noProof="0" dirty="0">
                <a:ln>
                  <a:noFill/>
                </a:ln>
                <a:solidFill>
                  <a:prstClr val="black"/>
                </a:solidFill>
                <a:effectLst/>
                <a:uLnTx/>
                <a:uFillTx/>
                <a:latin typeface="Tw Cen MT"/>
                <a:ea typeface="+mn-ea"/>
                <a:cs typeface="Tw Cen MT"/>
              </a:rPr>
              <a:t>(</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V</a:t>
            </a:r>
            <a:r>
              <a:rPr kumimoji="0" lang="en-US" sz="3200" b="0" i="0" u="none" strike="noStrike" kern="1200" cap="none" spc="0" normalizeH="0" baseline="-25000" noProof="0" dirty="0">
                <a:ln>
                  <a:noFill/>
                </a:ln>
                <a:solidFill>
                  <a:prstClr val="black"/>
                </a:solidFill>
                <a:effectLst/>
                <a:uLnTx/>
                <a:uFillTx/>
                <a:latin typeface="Tw Cen MT"/>
                <a:ea typeface="+mn-ea"/>
                <a:cs typeface="Tw Cen MT"/>
              </a:rPr>
              <a:t>2024</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 =</a:t>
            </a:r>
            <a:endParaRPr kumimoji="0" lang="en-US" sz="3200" b="0" i="0" u="none" strike="noStrike" kern="1200" cap="none" spc="0" normalizeH="0" baseline="0" noProof="0" dirty="0">
              <a:ln>
                <a:noFill/>
              </a:ln>
              <a:solidFill>
                <a:prstClr val="black"/>
              </a:solidFill>
              <a:effectLst/>
              <a:uLnTx/>
              <a:uFillTx/>
              <a:latin typeface="Tw Cen MT"/>
              <a:ea typeface="+mn-ea"/>
              <a:cs typeface="+mn-cs"/>
            </a:endParaRPr>
          </a:p>
        </p:txBody>
      </p:sp>
      <p:grpSp>
        <p:nvGrpSpPr>
          <p:cNvPr id="129" name="Group 128">
            <a:extLst>
              <a:ext uri="{FF2B5EF4-FFF2-40B4-BE49-F238E27FC236}">
                <a16:creationId xmlns:a16="http://schemas.microsoft.com/office/drawing/2014/main" id="{0F0F41F0-12EF-D731-E456-15E5FE14A208}"/>
              </a:ext>
            </a:extLst>
          </p:cNvPr>
          <p:cNvGrpSpPr/>
          <p:nvPr/>
        </p:nvGrpSpPr>
        <p:grpSpPr>
          <a:xfrm>
            <a:off x="3055621" y="3842098"/>
            <a:ext cx="9073800" cy="2732400"/>
            <a:chOff x="3055621" y="3842098"/>
            <a:chExt cx="9073800" cy="2732400"/>
          </a:xfrm>
        </p:grpSpPr>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02967C72-2F62-3906-54A2-D14A77489B52}"/>
                    </a:ext>
                  </a:extLst>
                </p14:cNvPr>
                <p14:cNvContentPartPr/>
                <p14:nvPr/>
              </p14:nvContentPartPr>
              <p14:xfrm>
                <a:off x="3055621" y="5275978"/>
                <a:ext cx="47520" cy="219960"/>
              </p14:xfrm>
            </p:contentPart>
          </mc:Choice>
          <mc:Fallback>
            <p:pic>
              <p:nvPicPr>
                <p:cNvPr id="2" name="Ink 1">
                  <a:extLst>
                    <a:ext uri="{FF2B5EF4-FFF2-40B4-BE49-F238E27FC236}">
                      <a16:creationId xmlns:a16="http://schemas.microsoft.com/office/drawing/2014/main" id="{02967C72-2F62-3906-54A2-D14A77489B52}"/>
                    </a:ext>
                  </a:extLst>
                </p:cNvPr>
                <p:cNvPicPr/>
                <p:nvPr/>
              </p:nvPicPr>
              <p:blipFill>
                <a:blip r:embed="rId7"/>
                <a:stretch>
                  <a:fillRect/>
                </a:stretch>
              </p:blipFill>
              <p:spPr>
                <a:xfrm>
                  <a:off x="3049501" y="5269858"/>
                  <a:ext cx="597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81582343-32A8-A200-22D2-2678CC5B7584}"/>
                    </a:ext>
                  </a:extLst>
                </p14:cNvPr>
                <p14:cNvContentPartPr/>
                <p14:nvPr/>
              </p14:nvContentPartPr>
              <p14:xfrm>
                <a:off x="3230581" y="5260138"/>
                <a:ext cx="135000" cy="186480"/>
              </p14:xfrm>
            </p:contentPart>
          </mc:Choice>
          <mc:Fallback>
            <p:pic>
              <p:nvPicPr>
                <p:cNvPr id="3" name="Ink 2">
                  <a:extLst>
                    <a:ext uri="{FF2B5EF4-FFF2-40B4-BE49-F238E27FC236}">
                      <a16:creationId xmlns:a16="http://schemas.microsoft.com/office/drawing/2014/main" id="{81582343-32A8-A200-22D2-2678CC5B7584}"/>
                    </a:ext>
                  </a:extLst>
                </p:cNvPr>
                <p:cNvPicPr/>
                <p:nvPr/>
              </p:nvPicPr>
              <p:blipFill>
                <a:blip r:embed="rId9"/>
                <a:stretch>
                  <a:fillRect/>
                </a:stretch>
              </p:blipFill>
              <p:spPr>
                <a:xfrm>
                  <a:off x="3224461" y="5254018"/>
                  <a:ext cx="14724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F3E64670-EA64-2CFF-D0E7-E57BCCCF1964}"/>
                    </a:ext>
                  </a:extLst>
                </p14:cNvPr>
                <p14:cNvContentPartPr/>
                <p14:nvPr/>
              </p14:nvContentPartPr>
              <p14:xfrm>
                <a:off x="3511021" y="5266258"/>
                <a:ext cx="171720" cy="147240"/>
              </p14:xfrm>
            </p:contentPart>
          </mc:Choice>
          <mc:Fallback>
            <p:pic>
              <p:nvPicPr>
                <p:cNvPr id="10" name="Ink 9">
                  <a:extLst>
                    <a:ext uri="{FF2B5EF4-FFF2-40B4-BE49-F238E27FC236}">
                      <a16:creationId xmlns:a16="http://schemas.microsoft.com/office/drawing/2014/main" id="{F3E64670-EA64-2CFF-D0E7-E57BCCCF1964}"/>
                    </a:ext>
                  </a:extLst>
                </p:cNvPr>
                <p:cNvPicPr/>
                <p:nvPr/>
              </p:nvPicPr>
              <p:blipFill>
                <a:blip r:embed="rId11"/>
                <a:stretch>
                  <a:fillRect/>
                </a:stretch>
              </p:blipFill>
              <p:spPr>
                <a:xfrm>
                  <a:off x="3504901" y="5260138"/>
                  <a:ext cx="18396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44722722-10C1-A74B-35D9-372E0ADCB288}"/>
                    </a:ext>
                  </a:extLst>
                </p14:cNvPr>
                <p14:cNvContentPartPr/>
                <p14:nvPr/>
              </p14:nvContentPartPr>
              <p14:xfrm>
                <a:off x="3063901" y="5597818"/>
                <a:ext cx="867240" cy="48600"/>
              </p14:xfrm>
            </p:contentPart>
          </mc:Choice>
          <mc:Fallback>
            <p:pic>
              <p:nvPicPr>
                <p:cNvPr id="12" name="Ink 11">
                  <a:extLst>
                    <a:ext uri="{FF2B5EF4-FFF2-40B4-BE49-F238E27FC236}">
                      <a16:creationId xmlns:a16="http://schemas.microsoft.com/office/drawing/2014/main" id="{44722722-10C1-A74B-35D9-372E0ADCB288}"/>
                    </a:ext>
                  </a:extLst>
                </p:cNvPr>
                <p:cNvPicPr/>
                <p:nvPr/>
              </p:nvPicPr>
              <p:blipFill>
                <a:blip r:embed="rId13"/>
                <a:stretch>
                  <a:fillRect/>
                </a:stretch>
              </p:blipFill>
              <p:spPr>
                <a:xfrm>
                  <a:off x="3057781" y="5591698"/>
                  <a:ext cx="87948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 name="Ink 14">
                  <a:extLst>
                    <a:ext uri="{FF2B5EF4-FFF2-40B4-BE49-F238E27FC236}">
                      <a16:creationId xmlns:a16="http://schemas.microsoft.com/office/drawing/2014/main" id="{4CC6620C-C6F4-2303-7783-B7FBE46A3BDB}"/>
                    </a:ext>
                  </a:extLst>
                </p14:cNvPr>
                <p14:cNvContentPartPr/>
                <p14:nvPr/>
              </p14:nvContentPartPr>
              <p14:xfrm>
                <a:off x="3213661" y="5800858"/>
                <a:ext cx="12960" cy="213840"/>
              </p14:xfrm>
            </p:contentPart>
          </mc:Choice>
          <mc:Fallback>
            <p:pic>
              <p:nvPicPr>
                <p:cNvPr id="15" name="Ink 14">
                  <a:extLst>
                    <a:ext uri="{FF2B5EF4-FFF2-40B4-BE49-F238E27FC236}">
                      <a16:creationId xmlns:a16="http://schemas.microsoft.com/office/drawing/2014/main" id="{4CC6620C-C6F4-2303-7783-B7FBE46A3BDB}"/>
                    </a:ext>
                  </a:extLst>
                </p:cNvPr>
                <p:cNvPicPr/>
                <p:nvPr/>
              </p:nvPicPr>
              <p:blipFill>
                <a:blip r:embed="rId15"/>
                <a:stretch>
                  <a:fillRect/>
                </a:stretch>
              </p:blipFill>
              <p:spPr>
                <a:xfrm>
                  <a:off x="3207541" y="5794738"/>
                  <a:ext cx="2520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Ink 15">
                  <a:extLst>
                    <a:ext uri="{FF2B5EF4-FFF2-40B4-BE49-F238E27FC236}">
                      <a16:creationId xmlns:a16="http://schemas.microsoft.com/office/drawing/2014/main" id="{CC8B3F07-1E7C-250D-740C-2AECFC94FD9B}"/>
                    </a:ext>
                  </a:extLst>
                </p14:cNvPr>
                <p14:cNvContentPartPr/>
                <p14:nvPr/>
              </p14:nvContentPartPr>
              <p14:xfrm>
                <a:off x="3319861" y="5808418"/>
                <a:ext cx="23040" cy="160200"/>
              </p14:xfrm>
            </p:contentPart>
          </mc:Choice>
          <mc:Fallback>
            <p:pic>
              <p:nvPicPr>
                <p:cNvPr id="16" name="Ink 15">
                  <a:extLst>
                    <a:ext uri="{FF2B5EF4-FFF2-40B4-BE49-F238E27FC236}">
                      <a16:creationId xmlns:a16="http://schemas.microsoft.com/office/drawing/2014/main" id="{CC8B3F07-1E7C-250D-740C-2AECFC94FD9B}"/>
                    </a:ext>
                  </a:extLst>
                </p:cNvPr>
                <p:cNvPicPr/>
                <p:nvPr/>
              </p:nvPicPr>
              <p:blipFill>
                <a:blip r:embed="rId17"/>
                <a:stretch>
                  <a:fillRect/>
                </a:stretch>
              </p:blipFill>
              <p:spPr>
                <a:xfrm>
                  <a:off x="3313741" y="5802298"/>
                  <a:ext cx="3528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 name="Ink 16">
                  <a:extLst>
                    <a:ext uri="{FF2B5EF4-FFF2-40B4-BE49-F238E27FC236}">
                      <a16:creationId xmlns:a16="http://schemas.microsoft.com/office/drawing/2014/main" id="{2093D76C-5909-38F8-CADA-998AC0637390}"/>
                    </a:ext>
                  </a:extLst>
                </p14:cNvPr>
                <p14:cNvContentPartPr/>
                <p14:nvPr/>
              </p14:nvContentPartPr>
              <p14:xfrm>
                <a:off x="3279541" y="5879338"/>
                <a:ext cx="136800" cy="75240"/>
              </p14:xfrm>
            </p:contentPart>
          </mc:Choice>
          <mc:Fallback>
            <p:pic>
              <p:nvPicPr>
                <p:cNvPr id="17" name="Ink 16">
                  <a:extLst>
                    <a:ext uri="{FF2B5EF4-FFF2-40B4-BE49-F238E27FC236}">
                      <a16:creationId xmlns:a16="http://schemas.microsoft.com/office/drawing/2014/main" id="{2093D76C-5909-38F8-CADA-998AC0637390}"/>
                    </a:ext>
                  </a:extLst>
                </p:cNvPr>
                <p:cNvPicPr/>
                <p:nvPr/>
              </p:nvPicPr>
              <p:blipFill>
                <a:blip r:embed="rId19"/>
                <a:stretch>
                  <a:fillRect/>
                </a:stretch>
              </p:blipFill>
              <p:spPr>
                <a:xfrm>
                  <a:off x="3273421" y="5873218"/>
                  <a:ext cx="14904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282E828A-2D47-B8F9-6236-C38457ECD550}"/>
                    </a:ext>
                  </a:extLst>
                </p14:cNvPr>
                <p14:cNvContentPartPr/>
                <p14:nvPr/>
              </p14:nvContentPartPr>
              <p14:xfrm>
                <a:off x="3550261" y="5863858"/>
                <a:ext cx="10440" cy="178920"/>
              </p14:xfrm>
            </p:contentPart>
          </mc:Choice>
          <mc:Fallback>
            <p:pic>
              <p:nvPicPr>
                <p:cNvPr id="19" name="Ink 18">
                  <a:extLst>
                    <a:ext uri="{FF2B5EF4-FFF2-40B4-BE49-F238E27FC236}">
                      <a16:creationId xmlns:a16="http://schemas.microsoft.com/office/drawing/2014/main" id="{282E828A-2D47-B8F9-6236-C38457ECD550}"/>
                    </a:ext>
                  </a:extLst>
                </p:cNvPr>
                <p:cNvPicPr/>
                <p:nvPr/>
              </p:nvPicPr>
              <p:blipFill>
                <a:blip r:embed="rId21"/>
                <a:stretch>
                  <a:fillRect/>
                </a:stretch>
              </p:blipFill>
              <p:spPr>
                <a:xfrm>
                  <a:off x="3544141" y="5857738"/>
                  <a:ext cx="2268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859BAAB5-462B-E0FB-3B87-ED6F68C1A9B5}"/>
                    </a:ext>
                  </a:extLst>
                </p14:cNvPr>
                <p14:cNvContentPartPr/>
                <p14:nvPr/>
              </p14:nvContentPartPr>
              <p14:xfrm>
                <a:off x="3629821" y="5850538"/>
                <a:ext cx="9000" cy="132480"/>
              </p14:xfrm>
            </p:contentPart>
          </mc:Choice>
          <mc:Fallback>
            <p:pic>
              <p:nvPicPr>
                <p:cNvPr id="20" name="Ink 19">
                  <a:extLst>
                    <a:ext uri="{FF2B5EF4-FFF2-40B4-BE49-F238E27FC236}">
                      <a16:creationId xmlns:a16="http://schemas.microsoft.com/office/drawing/2014/main" id="{859BAAB5-462B-E0FB-3B87-ED6F68C1A9B5}"/>
                    </a:ext>
                  </a:extLst>
                </p:cNvPr>
                <p:cNvPicPr/>
                <p:nvPr/>
              </p:nvPicPr>
              <p:blipFill>
                <a:blip r:embed="rId23"/>
                <a:stretch>
                  <a:fillRect/>
                </a:stretch>
              </p:blipFill>
              <p:spPr>
                <a:xfrm>
                  <a:off x="3623701" y="5844418"/>
                  <a:ext cx="2124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DF68B736-54CE-542E-9813-3595C8905C48}"/>
                    </a:ext>
                  </a:extLst>
                </p14:cNvPr>
                <p14:cNvContentPartPr/>
                <p14:nvPr/>
              </p14:nvContentPartPr>
              <p14:xfrm>
                <a:off x="3688141" y="6022258"/>
                <a:ext cx="10080" cy="29880"/>
              </p14:xfrm>
            </p:contentPart>
          </mc:Choice>
          <mc:Fallback>
            <p:pic>
              <p:nvPicPr>
                <p:cNvPr id="21" name="Ink 20">
                  <a:extLst>
                    <a:ext uri="{FF2B5EF4-FFF2-40B4-BE49-F238E27FC236}">
                      <a16:creationId xmlns:a16="http://schemas.microsoft.com/office/drawing/2014/main" id="{DF68B736-54CE-542E-9813-3595C8905C48}"/>
                    </a:ext>
                  </a:extLst>
                </p:cNvPr>
                <p:cNvPicPr/>
                <p:nvPr/>
              </p:nvPicPr>
              <p:blipFill>
                <a:blip r:embed="rId25"/>
                <a:stretch>
                  <a:fillRect/>
                </a:stretch>
              </p:blipFill>
              <p:spPr>
                <a:xfrm>
                  <a:off x="3682021" y="6016138"/>
                  <a:ext cx="2232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2" name="Ink 21">
                  <a:extLst>
                    <a:ext uri="{FF2B5EF4-FFF2-40B4-BE49-F238E27FC236}">
                      <a16:creationId xmlns:a16="http://schemas.microsoft.com/office/drawing/2014/main" id="{6E086E7C-D110-6DAF-E623-BCA524614B7F}"/>
                    </a:ext>
                  </a:extLst>
                </p14:cNvPr>
                <p14:cNvContentPartPr/>
                <p14:nvPr/>
              </p14:nvContentPartPr>
              <p14:xfrm>
                <a:off x="3781021" y="5801218"/>
                <a:ext cx="15840" cy="61920"/>
              </p14:xfrm>
            </p:contentPart>
          </mc:Choice>
          <mc:Fallback>
            <p:pic>
              <p:nvPicPr>
                <p:cNvPr id="22" name="Ink 21">
                  <a:extLst>
                    <a:ext uri="{FF2B5EF4-FFF2-40B4-BE49-F238E27FC236}">
                      <a16:creationId xmlns:a16="http://schemas.microsoft.com/office/drawing/2014/main" id="{6E086E7C-D110-6DAF-E623-BCA524614B7F}"/>
                    </a:ext>
                  </a:extLst>
                </p:cNvPr>
                <p:cNvPicPr/>
                <p:nvPr/>
              </p:nvPicPr>
              <p:blipFill>
                <a:blip r:embed="rId27"/>
                <a:stretch>
                  <a:fillRect/>
                </a:stretch>
              </p:blipFill>
              <p:spPr>
                <a:xfrm>
                  <a:off x="3774901" y="5795098"/>
                  <a:ext cx="280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3" name="Ink 22">
                  <a:extLst>
                    <a:ext uri="{FF2B5EF4-FFF2-40B4-BE49-F238E27FC236}">
                      <a16:creationId xmlns:a16="http://schemas.microsoft.com/office/drawing/2014/main" id="{6ECF6804-0B1C-EBA7-C2EE-E7D9D2801BBE}"/>
                    </a:ext>
                  </a:extLst>
                </p14:cNvPr>
                <p14:cNvContentPartPr/>
                <p14:nvPr/>
              </p14:nvContentPartPr>
              <p14:xfrm>
                <a:off x="3790741" y="5796178"/>
                <a:ext cx="65160" cy="405360"/>
              </p14:xfrm>
            </p:contentPart>
          </mc:Choice>
          <mc:Fallback>
            <p:pic>
              <p:nvPicPr>
                <p:cNvPr id="23" name="Ink 22">
                  <a:extLst>
                    <a:ext uri="{FF2B5EF4-FFF2-40B4-BE49-F238E27FC236}">
                      <a16:creationId xmlns:a16="http://schemas.microsoft.com/office/drawing/2014/main" id="{6ECF6804-0B1C-EBA7-C2EE-E7D9D2801BBE}"/>
                    </a:ext>
                  </a:extLst>
                </p:cNvPr>
                <p:cNvPicPr/>
                <p:nvPr/>
              </p:nvPicPr>
              <p:blipFill>
                <a:blip r:embed="rId29"/>
                <a:stretch>
                  <a:fillRect/>
                </a:stretch>
              </p:blipFill>
              <p:spPr>
                <a:xfrm>
                  <a:off x="3784621" y="5790058"/>
                  <a:ext cx="77400" cy="4176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D0DD4B57-B94E-5AEC-72C2-631F8EDBABF1}"/>
                    </a:ext>
                  </a:extLst>
                </p14:cNvPr>
                <p14:cNvContentPartPr/>
                <p14:nvPr/>
              </p14:nvContentPartPr>
              <p14:xfrm>
                <a:off x="3916021" y="5813818"/>
                <a:ext cx="92880" cy="122760"/>
              </p14:xfrm>
            </p:contentPart>
          </mc:Choice>
          <mc:Fallback>
            <p:pic>
              <p:nvPicPr>
                <p:cNvPr id="24" name="Ink 23">
                  <a:extLst>
                    <a:ext uri="{FF2B5EF4-FFF2-40B4-BE49-F238E27FC236}">
                      <a16:creationId xmlns:a16="http://schemas.microsoft.com/office/drawing/2014/main" id="{D0DD4B57-B94E-5AEC-72C2-631F8EDBABF1}"/>
                    </a:ext>
                  </a:extLst>
                </p:cNvPr>
                <p:cNvPicPr/>
                <p:nvPr/>
              </p:nvPicPr>
              <p:blipFill>
                <a:blip r:embed="rId31"/>
                <a:stretch>
                  <a:fillRect/>
                </a:stretch>
              </p:blipFill>
              <p:spPr>
                <a:xfrm>
                  <a:off x="3909901" y="5807698"/>
                  <a:ext cx="10512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9F74F25F-4A68-2803-CEC8-CA32AFCBECFC}"/>
                    </a:ext>
                  </a:extLst>
                </p14:cNvPr>
                <p14:cNvContentPartPr/>
                <p14:nvPr/>
              </p14:nvContentPartPr>
              <p14:xfrm>
                <a:off x="3969301" y="5866738"/>
                <a:ext cx="106560" cy="175680"/>
              </p14:xfrm>
            </p:contentPart>
          </mc:Choice>
          <mc:Fallback>
            <p:pic>
              <p:nvPicPr>
                <p:cNvPr id="25" name="Ink 24">
                  <a:extLst>
                    <a:ext uri="{FF2B5EF4-FFF2-40B4-BE49-F238E27FC236}">
                      <a16:creationId xmlns:a16="http://schemas.microsoft.com/office/drawing/2014/main" id="{9F74F25F-4A68-2803-CEC8-CA32AFCBECFC}"/>
                    </a:ext>
                  </a:extLst>
                </p:cNvPr>
                <p:cNvPicPr/>
                <p:nvPr/>
              </p:nvPicPr>
              <p:blipFill>
                <a:blip r:embed="rId33"/>
                <a:stretch>
                  <a:fillRect/>
                </a:stretch>
              </p:blipFill>
              <p:spPr>
                <a:xfrm>
                  <a:off x="3963181" y="5860618"/>
                  <a:ext cx="1188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D851393A-5B4B-8BEE-08A5-F2D8D7A41FA6}"/>
                    </a:ext>
                  </a:extLst>
                </p14:cNvPr>
                <p14:cNvContentPartPr/>
                <p14:nvPr/>
              </p14:nvContentPartPr>
              <p14:xfrm>
                <a:off x="4010701" y="6070498"/>
                <a:ext cx="107640" cy="128880"/>
              </p14:xfrm>
            </p:contentPart>
          </mc:Choice>
          <mc:Fallback>
            <p:pic>
              <p:nvPicPr>
                <p:cNvPr id="26" name="Ink 25">
                  <a:extLst>
                    <a:ext uri="{FF2B5EF4-FFF2-40B4-BE49-F238E27FC236}">
                      <a16:creationId xmlns:a16="http://schemas.microsoft.com/office/drawing/2014/main" id="{D851393A-5B4B-8BEE-08A5-F2D8D7A41FA6}"/>
                    </a:ext>
                  </a:extLst>
                </p:cNvPr>
                <p:cNvPicPr/>
                <p:nvPr/>
              </p:nvPicPr>
              <p:blipFill>
                <a:blip r:embed="rId35"/>
                <a:stretch>
                  <a:fillRect/>
                </a:stretch>
              </p:blipFill>
              <p:spPr>
                <a:xfrm>
                  <a:off x="4004581" y="6064378"/>
                  <a:ext cx="1198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8" name="Ink 27">
                  <a:extLst>
                    <a:ext uri="{FF2B5EF4-FFF2-40B4-BE49-F238E27FC236}">
                      <a16:creationId xmlns:a16="http://schemas.microsoft.com/office/drawing/2014/main" id="{CC6467E1-C80C-952D-04B0-706CD5E7F56A}"/>
                    </a:ext>
                  </a:extLst>
                </p14:cNvPr>
                <p14:cNvContentPartPr/>
                <p14:nvPr/>
              </p14:nvContentPartPr>
              <p14:xfrm>
                <a:off x="4322101" y="5398018"/>
                <a:ext cx="37440" cy="408240"/>
              </p14:xfrm>
            </p:contentPart>
          </mc:Choice>
          <mc:Fallback>
            <p:pic>
              <p:nvPicPr>
                <p:cNvPr id="28" name="Ink 27">
                  <a:extLst>
                    <a:ext uri="{FF2B5EF4-FFF2-40B4-BE49-F238E27FC236}">
                      <a16:creationId xmlns:a16="http://schemas.microsoft.com/office/drawing/2014/main" id="{CC6467E1-C80C-952D-04B0-706CD5E7F56A}"/>
                    </a:ext>
                  </a:extLst>
                </p:cNvPr>
                <p:cNvPicPr/>
                <p:nvPr/>
              </p:nvPicPr>
              <p:blipFill>
                <a:blip r:embed="rId37"/>
                <a:stretch>
                  <a:fillRect/>
                </a:stretch>
              </p:blipFill>
              <p:spPr>
                <a:xfrm>
                  <a:off x="4315981" y="5391898"/>
                  <a:ext cx="49680" cy="4204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9" name="Ink 28">
                  <a:extLst>
                    <a:ext uri="{FF2B5EF4-FFF2-40B4-BE49-F238E27FC236}">
                      <a16:creationId xmlns:a16="http://schemas.microsoft.com/office/drawing/2014/main" id="{83FEC350-A928-956F-BCE6-31550C3660F4}"/>
                    </a:ext>
                  </a:extLst>
                </p14:cNvPr>
                <p14:cNvContentPartPr/>
                <p14:nvPr/>
              </p14:nvContentPartPr>
              <p14:xfrm>
                <a:off x="4209781" y="5510338"/>
                <a:ext cx="362520" cy="149040"/>
              </p14:xfrm>
            </p:contentPart>
          </mc:Choice>
          <mc:Fallback>
            <p:pic>
              <p:nvPicPr>
                <p:cNvPr id="29" name="Ink 28">
                  <a:extLst>
                    <a:ext uri="{FF2B5EF4-FFF2-40B4-BE49-F238E27FC236}">
                      <a16:creationId xmlns:a16="http://schemas.microsoft.com/office/drawing/2014/main" id="{83FEC350-A928-956F-BCE6-31550C3660F4}"/>
                    </a:ext>
                  </a:extLst>
                </p:cNvPr>
                <p:cNvPicPr/>
                <p:nvPr/>
              </p:nvPicPr>
              <p:blipFill>
                <a:blip r:embed="rId39"/>
                <a:stretch>
                  <a:fillRect/>
                </a:stretch>
              </p:blipFill>
              <p:spPr>
                <a:xfrm>
                  <a:off x="4203661" y="5504218"/>
                  <a:ext cx="3747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0" name="Ink 29">
                  <a:extLst>
                    <a:ext uri="{FF2B5EF4-FFF2-40B4-BE49-F238E27FC236}">
                      <a16:creationId xmlns:a16="http://schemas.microsoft.com/office/drawing/2014/main" id="{434A36E3-E053-FC4D-E238-1B681CBB5156}"/>
                    </a:ext>
                  </a:extLst>
                </p14:cNvPr>
                <p14:cNvContentPartPr/>
                <p14:nvPr/>
              </p14:nvContentPartPr>
              <p14:xfrm>
                <a:off x="4813501" y="5187058"/>
                <a:ext cx="25560" cy="215640"/>
              </p14:xfrm>
            </p:contentPart>
          </mc:Choice>
          <mc:Fallback>
            <p:pic>
              <p:nvPicPr>
                <p:cNvPr id="30" name="Ink 29">
                  <a:extLst>
                    <a:ext uri="{FF2B5EF4-FFF2-40B4-BE49-F238E27FC236}">
                      <a16:creationId xmlns:a16="http://schemas.microsoft.com/office/drawing/2014/main" id="{434A36E3-E053-FC4D-E238-1B681CBB5156}"/>
                    </a:ext>
                  </a:extLst>
                </p:cNvPr>
                <p:cNvPicPr/>
                <p:nvPr/>
              </p:nvPicPr>
              <p:blipFill>
                <a:blip r:embed="rId41"/>
                <a:stretch>
                  <a:fillRect/>
                </a:stretch>
              </p:blipFill>
              <p:spPr>
                <a:xfrm>
                  <a:off x="4807381" y="5180938"/>
                  <a:ext cx="3780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1" name="Ink 30">
                  <a:extLst>
                    <a:ext uri="{FF2B5EF4-FFF2-40B4-BE49-F238E27FC236}">
                      <a16:creationId xmlns:a16="http://schemas.microsoft.com/office/drawing/2014/main" id="{D12BE69F-6250-952E-78CA-96A6EE5716A0}"/>
                    </a:ext>
                  </a:extLst>
                </p14:cNvPr>
                <p14:cNvContentPartPr/>
                <p14:nvPr/>
              </p14:nvContentPartPr>
              <p14:xfrm>
                <a:off x="4877941" y="5263378"/>
                <a:ext cx="181800" cy="159480"/>
              </p14:xfrm>
            </p:contentPart>
          </mc:Choice>
          <mc:Fallback>
            <p:pic>
              <p:nvPicPr>
                <p:cNvPr id="31" name="Ink 30">
                  <a:extLst>
                    <a:ext uri="{FF2B5EF4-FFF2-40B4-BE49-F238E27FC236}">
                      <a16:creationId xmlns:a16="http://schemas.microsoft.com/office/drawing/2014/main" id="{D12BE69F-6250-952E-78CA-96A6EE5716A0}"/>
                    </a:ext>
                  </a:extLst>
                </p:cNvPr>
                <p:cNvPicPr/>
                <p:nvPr/>
              </p:nvPicPr>
              <p:blipFill>
                <a:blip r:embed="rId43"/>
                <a:stretch>
                  <a:fillRect/>
                </a:stretch>
              </p:blipFill>
              <p:spPr>
                <a:xfrm>
                  <a:off x="4871821" y="5257258"/>
                  <a:ext cx="1940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2" name="Ink 31">
                  <a:extLst>
                    <a:ext uri="{FF2B5EF4-FFF2-40B4-BE49-F238E27FC236}">
                      <a16:creationId xmlns:a16="http://schemas.microsoft.com/office/drawing/2014/main" id="{FAAEC5F3-6A18-51AB-EB09-39D80026EBA9}"/>
                    </a:ext>
                  </a:extLst>
                </p14:cNvPr>
                <p14:cNvContentPartPr/>
                <p14:nvPr/>
              </p14:nvContentPartPr>
              <p14:xfrm>
                <a:off x="5019781" y="5237818"/>
                <a:ext cx="209520" cy="158760"/>
              </p14:xfrm>
            </p:contentPart>
          </mc:Choice>
          <mc:Fallback>
            <p:pic>
              <p:nvPicPr>
                <p:cNvPr id="32" name="Ink 31">
                  <a:extLst>
                    <a:ext uri="{FF2B5EF4-FFF2-40B4-BE49-F238E27FC236}">
                      <a16:creationId xmlns:a16="http://schemas.microsoft.com/office/drawing/2014/main" id="{FAAEC5F3-6A18-51AB-EB09-39D80026EBA9}"/>
                    </a:ext>
                  </a:extLst>
                </p:cNvPr>
                <p:cNvPicPr/>
                <p:nvPr/>
              </p:nvPicPr>
              <p:blipFill>
                <a:blip r:embed="rId45"/>
                <a:stretch>
                  <a:fillRect/>
                </a:stretch>
              </p:blipFill>
              <p:spPr>
                <a:xfrm>
                  <a:off x="5013661" y="5231698"/>
                  <a:ext cx="2217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3" name="Ink 32">
                  <a:extLst>
                    <a:ext uri="{FF2B5EF4-FFF2-40B4-BE49-F238E27FC236}">
                      <a16:creationId xmlns:a16="http://schemas.microsoft.com/office/drawing/2014/main" id="{CE7AD1A3-6BA6-FC3E-C94F-6CCAC2F31E44}"/>
                    </a:ext>
                  </a:extLst>
                </p14:cNvPr>
                <p14:cNvContentPartPr/>
                <p14:nvPr/>
              </p14:nvContentPartPr>
              <p14:xfrm>
                <a:off x="4666261" y="5528338"/>
                <a:ext cx="911160" cy="223920"/>
              </p14:xfrm>
            </p:contentPart>
          </mc:Choice>
          <mc:Fallback>
            <p:pic>
              <p:nvPicPr>
                <p:cNvPr id="33" name="Ink 32">
                  <a:extLst>
                    <a:ext uri="{FF2B5EF4-FFF2-40B4-BE49-F238E27FC236}">
                      <a16:creationId xmlns:a16="http://schemas.microsoft.com/office/drawing/2014/main" id="{CE7AD1A3-6BA6-FC3E-C94F-6CCAC2F31E44}"/>
                    </a:ext>
                  </a:extLst>
                </p:cNvPr>
                <p:cNvPicPr/>
                <p:nvPr/>
              </p:nvPicPr>
              <p:blipFill>
                <a:blip r:embed="rId47"/>
                <a:stretch>
                  <a:fillRect/>
                </a:stretch>
              </p:blipFill>
              <p:spPr>
                <a:xfrm>
                  <a:off x="4660141" y="5522218"/>
                  <a:ext cx="92340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5" name="Ink 34">
                  <a:extLst>
                    <a:ext uri="{FF2B5EF4-FFF2-40B4-BE49-F238E27FC236}">
                      <a16:creationId xmlns:a16="http://schemas.microsoft.com/office/drawing/2014/main" id="{24A5389D-29B2-510A-232A-7C5149E875E7}"/>
                    </a:ext>
                  </a:extLst>
                </p14:cNvPr>
                <p14:cNvContentPartPr/>
                <p14:nvPr/>
              </p14:nvContentPartPr>
              <p14:xfrm>
                <a:off x="4850221" y="5989858"/>
                <a:ext cx="10800" cy="226440"/>
              </p14:xfrm>
            </p:contentPart>
          </mc:Choice>
          <mc:Fallback>
            <p:pic>
              <p:nvPicPr>
                <p:cNvPr id="35" name="Ink 34">
                  <a:extLst>
                    <a:ext uri="{FF2B5EF4-FFF2-40B4-BE49-F238E27FC236}">
                      <a16:creationId xmlns:a16="http://schemas.microsoft.com/office/drawing/2014/main" id="{24A5389D-29B2-510A-232A-7C5149E875E7}"/>
                    </a:ext>
                  </a:extLst>
                </p:cNvPr>
                <p:cNvPicPr/>
                <p:nvPr/>
              </p:nvPicPr>
              <p:blipFill>
                <a:blip r:embed="rId49"/>
                <a:stretch>
                  <a:fillRect/>
                </a:stretch>
              </p:blipFill>
              <p:spPr>
                <a:xfrm>
                  <a:off x="4844101" y="5983738"/>
                  <a:ext cx="2304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6" name="Ink 35">
                  <a:extLst>
                    <a:ext uri="{FF2B5EF4-FFF2-40B4-BE49-F238E27FC236}">
                      <a16:creationId xmlns:a16="http://schemas.microsoft.com/office/drawing/2014/main" id="{92B23BB1-3875-8D79-26B6-DEAB9D48C08D}"/>
                    </a:ext>
                  </a:extLst>
                </p14:cNvPr>
                <p14:cNvContentPartPr/>
                <p14:nvPr/>
              </p14:nvContentPartPr>
              <p14:xfrm>
                <a:off x="5024821" y="5972938"/>
                <a:ext cx="7200" cy="176040"/>
              </p14:xfrm>
            </p:contentPart>
          </mc:Choice>
          <mc:Fallback>
            <p:pic>
              <p:nvPicPr>
                <p:cNvPr id="36" name="Ink 35">
                  <a:extLst>
                    <a:ext uri="{FF2B5EF4-FFF2-40B4-BE49-F238E27FC236}">
                      <a16:creationId xmlns:a16="http://schemas.microsoft.com/office/drawing/2014/main" id="{92B23BB1-3875-8D79-26B6-DEAB9D48C08D}"/>
                    </a:ext>
                  </a:extLst>
                </p:cNvPr>
                <p:cNvPicPr/>
                <p:nvPr/>
              </p:nvPicPr>
              <p:blipFill>
                <a:blip r:embed="rId51"/>
                <a:stretch>
                  <a:fillRect/>
                </a:stretch>
              </p:blipFill>
              <p:spPr>
                <a:xfrm>
                  <a:off x="5018701" y="5966818"/>
                  <a:ext cx="194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7" name="Ink 36">
                  <a:extLst>
                    <a:ext uri="{FF2B5EF4-FFF2-40B4-BE49-F238E27FC236}">
                      <a16:creationId xmlns:a16="http://schemas.microsoft.com/office/drawing/2014/main" id="{3EA6FE71-6D4C-6B44-528B-40170A8D8EFA}"/>
                    </a:ext>
                  </a:extLst>
                </p14:cNvPr>
                <p14:cNvContentPartPr/>
                <p14:nvPr/>
              </p14:nvContentPartPr>
              <p14:xfrm>
                <a:off x="4956781" y="6033058"/>
                <a:ext cx="197280" cy="68400"/>
              </p14:xfrm>
            </p:contentPart>
          </mc:Choice>
          <mc:Fallback>
            <p:pic>
              <p:nvPicPr>
                <p:cNvPr id="37" name="Ink 36">
                  <a:extLst>
                    <a:ext uri="{FF2B5EF4-FFF2-40B4-BE49-F238E27FC236}">
                      <a16:creationId xmlns:a16="http://schemas.microsoft.com/office/drawing/2014/main" id="{3EA6FE71-6D4C-6B44-528B-40170A8D8EFA}"/>
                    </a:ext>
                  </a:extLst>
                </p:cNvPr>
                <p:cNvPicPr/>
                <p:nvPr/>
              </p:nvPicPr>
              <p:blipFill>
                <a:blip r:embed="rId53"/>
                <a:stretch>
                  <a:fillRect/>
                </a:stretch>
              </p:blipFill>
              <p:spPr>
                <a:xfrm>
                  <a:off x="4950661" y="6026938"/>
                  <a:ext cx="20952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9" name="Ink 38">
                  <a:extLst>
                    <a:ext uri="{FF2B5EF4-FFF2-40B4-BE49-F238E27FC236}">
                      <a16:creationId xmlns:a16="http://schemas.microsoft.com/office/drawing/2014/main" id="{76DE6994-A2F0-E275-FF8C-1130CB3FD362}"/>
                    </a:ext>
                  </a:extLst>
                </p14:cNvPr>
                <p14:cNvContentPartPr/>
                <p14:nvPr/>
              </p14:nvContentPartPr>
              <p14:xfrm>
                <a:off x="5185021" y="5981218"/>
                <a:ext cx="20520" cy="249840"/>
              </p14:xfrm>
            </p:contentPart>
          </mc:Choice>
          <mc:Fallback>
            <p:pic>
              <p:nvPicPr>
                <p:cNvPr id="39" name="Ink 38">
                  <a:extLst>
                    <a:ext uri="{FF2B5EF4-FFF2-40B4-BE49-F238E27FC236}">
                      <a16:creationId xmlns:a16="http://schemas.microsoft.com/office/drawing/2014/main" id="{76DE6994-A2F0-E275-FF8C-1130CB3FD362}"/>
                    </a:ext>
                  </a:extLst>
                </p:cNvPr>
                <p:cNvPicPr/>
                <p:nvPr/>
              </p:nvPicPr>
              <p:blipFill>
                <a:blip r:embed="rId55"/>
                <a:stretch>
                  <a:fillRect/>
                </a:stretch>
              </p:blipFill>
              <p:spPr>
                <a:xfrm>
                  <a:off x="5178901" y="5975098"/>
                  <a:ext cx="3276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0" name="Ink 39">
                  <a:extLst>
                    <a:ext uri="{FF2B5EF4-FFF2-40B4-BE49-F238E27FC236}">
                      <a16:creationId xmlns:a16="http://schemas.microsoft.com/office/drawing/2014/main" id="{AB38429D-7F35-5EDA-5D79-AF60D597CE8C}"/>
                    </a:ext>
                  </a:extLst>
                </p14:cNvPr>
                <p14:cNvContentPartPr/>
                <p14:nvPr/>
              </p14:nvContentPartPr>
              <p14:xfrm>
                <a:off x="5317501" y="5985178"/>
                <a:ext cx="15120" cy="230040"/>
              </p14:xfrm>
            </p:contentPart>
          </mc:Choice>
          <mc:Fallback>
            <p:pic>
              <p:nvPicPr>
                <p:cNvPr id="40" name="Ink 39">
                  <a:extLst>
                    <a:ext uri="{FF2B5EF4-FFF2-40B4-BE49-F238E27FC236}">
                      <a16:creationId xmlns:a16="http://schemas.microsoft.com/office/drawing/2014/main" id="{AB38429D-7F35-5EDA-5D79-AF60D597CE8C}"/>
                    </a:ext>
                  </a:extLst>
                </p:cNvPr>
                <p:cNvPicPr/>
                <p:nvPr/>
              </p:nvPicPr>
              <p:blipFill>
                <a:blip r:embed="rId57"/>
                <a:stretch>
                  <a:fillRect/>
                </a:stretch>
              </p:blipFill>
              <p:spPr>
                <a:xfrm>
                  <a:off x="5311381" y="5979058"/>
                  <a:ext cx="2736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1" name="Ink 40">
                  <a:extLst>
                    <a:ext uri="{FF2B5EF4-FFF2-40B4-BE49-F238E27FC236}">
                      <a16:creationId xmlns:a16="http://schemas.microsoft.com/office/drawing/2014/main" id="{765B4DFD-E63F-32A3-88F7-3239CE795542}"/>
                    </a:ext>
                  </a:extLst>
                </p14:cNvPr>
                <p14:cNvContentPartPr/>
                <p14:nvPr/>
              </p14:nvContentPartPr>
              <p14:xfrm>
                <a:off x="5406421" y="6198298"/>
                <a:ext cx="5760" cy="47520"/>
              </p14:xfrm>
            </p:contentPart>
          </mc:Choice>
          <mc:Fallback>
            <p:pic>
              <p:nvPicPr>
                <p:cNvPr id="41" name="Ink 40">
                  <a:extLst>
                    <a:ext uri="{FF2B5EF4-FFF2-40B4-BE49-F238E27FC236}">
                      <a16:creationId xmlns:a16="http://schemas.microsoft.com/office/drawing/2014/main" id="{765B4DFD-E63F-32A3-88F7-3239CE795542}"/>
                    </a:ext>
                  </a:extLst>
                </p:cNvPr>
                <p:cNvPicPr/>
                <p:nvPr/>
              </p:nvPicPr>
              <p:blipFill>
                <a:blip r:embed="rId59"/>
                <a:stretch>
                  <a:fillRect/>
                </a:stretch>
              </p:blipFill>
              <p:spPr>
                <a:xfrm>
                  <a:off x="5400301" y="6192178"/>
                  <a:ext cx="1800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2" name="Ink 41">
                  <a:extLst>
                    <a:ext uri="{FF2B5EF4-FFF2-40B4-BE49-F238E27FC236}">
                      <a16:creationId xmlns:a16="http://schemas.microsoft.com/office/drawing/2014/main" id="{FC0C5B24-158C-6218-A976-45BB47132442}"/>
                    </a:ext>
                  </a:extLst>
                </p14:cNvPr>
                <p14:cNvContentPartPr/>
                <p14:nvPr/>
              </p14:nvContentPartPr>
              <p14:xfrm>
                <a:off x="5518021" y="5924338"/>
                <a:ext cx="45720" cy="324360"/>
              </p14:xfrm>
            </p:contentPart>
          </mc:Choice>
          <mc:Fallback>
            <p:pic>
              <p:nvPicPr>
                <p:cNvPr id="42" name="Ink 41">
                  <a:extLst>
                    <a:ext uri="{FF2B5EF4-FFF2-40B4-BE49-F238E27FC236}">
                      <a16:creationId xmlns:a16="http://schemas.microsoft.com/office/drawing/2014/main" id="{FC0C5B24-158C-6218-A976-45BB47132442}"/>
                    </a:ext>
                  </a:extLst>
                </p:cNvPr>
                <p:cNvPicPr/>
                <p:nvPr/>
              </p:nvPicPr>
              <p:blipFill>
                <a:blip r:embed="rId61"/>
                <a:stretch>
                  <a:fillRect/>
                </a:stretch>
              </p:blipFill>
              <p:spPr>
                <a:xfrm>
                  <a:off x="5511901" y="5918218"/>
                  <a:ext cx="5796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3" name="Ink 42">
                  <a:extLst>
                    <a:ext uri="{FF2B5EF4-FFF2-40B4-BE49-F238E27FC236}">
                      <a16:creationId xmlns:a16="http://schemas.microsoft.com/office/drawing/2014/main" id="{C5BBAFD8-251F-A534-D3B6-F2FB8F7C880C}"/>
                    </a:ext>
                  </a:extLst>
                </p14:cNvPr>
                <p14:cNvContentPartPr/>
                <p14:nvPr/>
              </p14:nvContentPartPr>
              <p14:xfrm>
                <a:off x="5629261" y="5855938"/>
                <a:ext cx="89640" cy="176400"/>
              </p14:xfrm>
            </p:contentPart>
          </mc:Choice>
          <mc:Fallback>
            <p:pic>
              <p:nvPicPr>
                <p:cNvPr id="43" name="Ink 42">
                  <a:extLst>
                    <a:ext uri="{FF2B5EF4-FFF2-40B4-BE49-F238E27FC236}">
                      <a16:creationId xmlns:a16="http://schemas.microsoft.com/office/drawing/2014/main" id="{C5BBAFD8-251F-A534-D3B6-F2FB8F7C880C}"/>
                    </a:ext>
                  </a:extLst>
                </p:cNvPr>
                <p:cNvPicPr/>
                <p:nvPr/>
              </p:nvPicPr>
              <p:blipFill>
                <a:blip r:embed="rId63"/>
                <a:stretch>
                  <a:fillRect/>
                </a:stretch>
              </p:blipFill>
              <p:spPr>
                <a:xfrm>
                  <a:off x="5623141" y="5849818"/>
                  <a:ext cx="10188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4" name="Ink 43">
                  <a:extLst>
                    <a:ext uri="{FF2B5EF4-FFF2-40B4-BE49-F238E27FC236}">
                      <a16:creationId xmlns:a16="http://schemas.microsoft.com/office/drawing/2014/main" id="{B5783854-4FEB-D6C7-F3DE-1C1AD4AEEAD5}"/>
                    </a:ext>
                  </a:extLst>
                </p14:cNvPr>
                <p14:cNvContentPartPr/>
                <p14:nvPr/>
              </p14:nvContentPartPr>
              <p14:xfrm>
                <a:off x="5645821" y="5939458"/>
                <a:ext cx="239040" cy="200160"/>
              </p14:xfrm>
            </p:contentPart>
          </mc:Choice>
          <mc:Fallback>
            <p:pic>
              <p:nvPicPr>
                <p:cNvPr id="44" name="Ink 43">
                  <a:extLst>
                    <a:ext uri="{FF2B5EF4-FFF2-40B4-BE49-F238E27FC236}">
                      <a16:creationId xmlns:a16="http://schemas.microsoft.com/office/drawing/2014/main" id="{B5783854-4FEB-D6C7-F3DE-1C1AD4AEEAD5}"/>
                    </a:ext>
                  </a:extLst>
                </p:cNvPr>
                <p:cNvPicPr/>
                <p:nvPr/>
              </p:nvPicPr>
              <p:blipFill>
                <a:blip r:embed="rId65"/>
                <a:stretch>
                  <a:fillRect/>
                </a:stretch>
              </p:blipFill>
              <p:spPr>
                <a:xfrm>
                  <a:off x="5639701" y="5933338"/>
                  <a:ext cx="25128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5" name="Ink 44">
                  <a:extLst>
                    <a:ext uri="{FF2B5EF4-FFF2-40B4-BE49-F238E27FC236}">
                      <a16:creationId xmlns:a16="http://schemas.microsoft.com/office/drawing/2014/main" id="{7252B90B-B134-12A2-335B-9F4AEABC7529}"/>
                    </a:ext>
                  </a:extLst>
                </p14:cNvPr>
                <p14:cNvContentPartPr/>
                <p14:nvPr/>
              </p14:nvContentPartPr>
              <p14:xfrm>
                <a:off x="5726821" y="6126658"/>
                <a:ext cx="132840" cy="118440"/>
              </p14:xfrm>
            </p:contentPart>
          </mc:Choice>
          <mc:Fallback>
            <p:pic>
              <p:nvPicPr>
                <p:cNvPr id="45" name="Ink 44">
                  <a:extLst>
                    <a:ext uri="{FF2B5EF4-FFF2-40B4-BE49-F238E27FC236}">
                      <a16:creationId xmlns:a16="http://schemas.microsoft.com/office/drawing/2014/main" id="{7252B90B-B134-12A2-335B-9F4AEABC7529}"/>
                    </a:ext>
                  </a:extLst>
                </p:cNvPr>
                <p:cNvPicPr/>
                <p:nvPr/>
              </p:nvPicPr>
              <p:blipFill>
                <a:blip r:embed="rId67"/>
                <a:stretch>
                  <a:fillRect/>
                </a:stretch>
              </p:blipFill>
              <p:spPr>
                <a:xfrm>
                  <a:off x="5720701" y="6120538"/>
                  <a:ext cx="14508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7" name="Ink 46">
                  <a:extLst>
                    <a:ext uri="{FF2B5EF4-FFF2-40B4-BE49-F238E27FC236}">
                      <a16:creationId xmlns:a16="http://schemas.microsoft.com/office/drawing/2014/main" id="{9865B741-6183-2DA3-911C-6768DB2A6502}"/>
                    </a:ext>
                  </a:extLst>
                </p14:cNvPr>
                <p14:cNvContentPartPr/>
                <p14:nvPr/>
              </p14:nvContentPartPr>
              <p14:xfrm>
                <a:off x="4672021" y="5841178"/>
                <a:ext cx="183600" cy="654120"/>
              </p14:xfrm>
            </p:contentPart>
          </mc:Choice>
          <mc:Fallback>
            <p:pic>
              <p:nvPicPr>
                <p:cNvPr id="47" name="Ink 46">
                  <a:extLst>
                    <a:ext uri="{FF2B5EF4-FFF2-40B4-BE49-F238E27FC236}">
                      <a16:creationId xmlns:a16="http://schemas.microsoft.com/office/drawing/2014/main" id="{9865B741-6183-2DA3-911C-6768DB2A6502}"/>
                    </a:ext>
                  </a:extLst>
                </p:cNvPr>
                <p:cNvPicPr/>
                <p:nvPr/>
              </p:nvPicPr>
              <p:blipFill>
                <a:blip r:embed="rId69"/>
                <a:stretch>
                  <a:fillRect/>
                </a:stretch>
              </p:blipFill>
              <p:spPr>
                <a:xfrm>
                  <a:off x="4665901" y="5835058"/>
                  <a:ext cx="195840" cy="6663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8" name="Ink 47">
                  <a:extLst>
                    <a:ext uri="{FF2B5EF4-FFF2-40B4-BE49-F238E27FC236}">
                      <a16:creationId xmlns:a16="http://schemas.microsoft.com/office/drawing/2014/main" id="{E1CF771C-BE3F-E39D-F615-F3824A1AA158}"/>
                    </a:ext>
                  </a:extLst>
                </p14:cNvPr>
                <p14:cNvContentPartPr/>
                <p14:nvPr/>
              </p14:nvContentPartPr>
              <p14:xfrm>
                <a:off x="5974141" y="5794018"/>
                <a:ext cx="136800" cy="562680"/>
              </p14:xfrm>
            </p:contentPart>
          </mc:Choice>
          <mc:Fallback>
            <p:pic>
              <p:nvPicPr>
                <p:cNvPr id="48" name="Ink 47">
                  <a:extLst>
                    <a:ext uri="{FF2B5EF4-FFF2-40B4-BE49-F238E27FC236}">
                      <a16:creationId xmlns:a16="http://schemas.microsoft.com/office/drawing/2014/main" id="{E1CF771C-BE3F-E39D-F615-F3824A1AA158}"/>
                    </a:ext>
                  </a:extLst>
                </p:cNvPr>
                <p:cNvPicPr/>
                <p:nvPr/>
              </p:nvPicPr>
              <p:blipFill>
                <a:blip r:embed="rId71"/>
                <a:stretch>
                  <a:fillRect/>
                </a:stretch>
              </p:blipFill>
              <p:spPr>
                <a:xfrm>
                  <a:off x="5968021" y="5787898"/>
                  <a:ext cx="149040" cy="5749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9" name="Ink 48">
                  <a:extLst>
                    <a:ext uri="{FF2B5EF4-FFF2-40B4-BE49-F238E27FC236}">
                      <a16:creationId xmlns:a16="http://schemas.microsoft.com/office/drawing/2014/main" id="{69FAA57D-282A-A22D-F374-277DE3EAD9BA}"/>
                    </a:ext>
                  </a:extLst>
                </p14:cNvPr>
                <p14:cNvContentPartPr/>
                <p14:nvPr/>
              </p14:nvContentPartPr>
              <p14:xfrm>
                <a:off x="6118141" y="5624098"/>
                <a:ext cx="105480" cy="184680"/>
              </p14:xfrm>
            </p:contentPart>
          </mc:Choice>
          <mc:Fallback>
            <p:pic>
              <p:nvPicPr>
                <p:cNvPr id="49" name="Ink 48">
                  <a:extLst>
                    <a:ext uri="{FF2B5EF4-FFF2-40B4-BE49-F238E27FC236}">
                      <a16:creationId xmlns:a16="http://schemas.microsoft.com/office/drawing/2014/main" id="{69FAA57D-282A-A22D-F374-277DE3EAD9BA}"/>
                    </a:ext>
                  </a:extLst>
                </p:cNvPr>
                <p:cNvPicPr/>
                <p:nvPr/>
              </p:nvPicPr>
              <p:blipFill>
                <a:blip r:embed="rId73"/>
                <a:stretch>
                  <a:fillRect/>
                </a:stretch>
              </p:blipFill>
              <p:spPr>
                <a:xfrm>
                  <a:off x="6112021" y="5617978"/>
                  <a:ext cx="11772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1" name="Ink 50">
                  <a:extLst>
                    <a:ext uri="{FF2B5EF4-FFF2-40B4-BE49-F238E27FC236}">
                      <a16:creationId xmlns:a16="http://schemas.microsoft.com/office/drawing/2014/main" id="{0351516A-54D3-8118-CF52-372452F35351}"/>
                    </a:ext>
                  </a:extLst>
                </p14:cNvPr>
                <p14:cNvContentPartPr/>
                <p14:nvPr/>
              </p14:nvContentPartPr>
              <p14:xfrm>
                <a:off x="6387421" y="5246818"/>
                <a:ext cx="45000" cy="449640"/>
              </p14:xfrm>
            </p:contentPart>
          </mc:Choice>
          <mc:Fallback>
            <p:pic>
              <p:nvPicPr>
                <p:cNvPr id="51" name="Ink 50">
                  <a:extLst>
                    <a:ext uri="{FF2B5EF4-FFF2-40B4-BE49-F238E27FC236}">
                      <a16:creationId xmlns:a16="http://schemas.microsoft.com/office/drawing/2014/main" id="{0351516A-54D3-8118-CF52-372452F35351}"/>
                    </a:ext>
                  </a:extLst>
                </p:cNvPr>
                <p:cNvPicPr/>
                <p:nvPr/>
              </p:nvPicPr>
              <p:blipFill>
                <a:blip r:embed="rId75"/>
                <a:stretch>
                  <a:fillRect/>
                </a:stretch>
              </p:blipFill>
              <p:spPr>
                <a:xfrm>
                  <a:off x="6381301" y="5240698"/>
                  <a:ext cx="57240" cy="461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2" name="Ink 51">
                  <a:extLst>
                    <a:ext uri="{FF2B5EF4-FFF2-40B4-BE49-F238E27FC236}">
                      <a16:creationId xmlns:a16="http://schemas.microsoft.com/office/drawing/2014/main" id="{662646C8-B8A9-BEE8-1F7D-494FB5C1638A}"/>
                    </a:ext>
                  </a:extLst>
                </p14:cNvPr>
                <p14:cNvContentPartPr/>
                <p14:nvPr/>
              </p14:nvContentPartPr>
              <p14:xfrm>
                <a:off x="6316501" y="5434738"/>
                <a:ext cx="250560" cy="77040"/>
              </p14:xfrm>
            </p:contentPart>
          </mc:Choice>
          <mc:Fallback>
            <p:pic>
              <p:nvPicPr>
                <p:cNvPr id="52" name="Ink 51">
                  <a:extLst>
                    <a:ext uri="{FF2B5EF4-FFF2-40B4-BE49-F238E27FC236}">
                      <a16:creationId xmlns:a16="http://schemas.microsoft.com/office/drawing/2014/main" id="{662646C8-B8A9-BEE8-1F7D-494FB5C1638A}"/>
                    </a:ext>
                  </a:extLst>
                </p:cNvPr>
                <p:cNvPicPr/>
                <p:nvPr/>
              </p:nvPicPr>
              <p:blipFill>
                <a:blip r:embed="rId77"/>
                <a:stretch>
                  <a:fillRect/>
                </a:stretch>
              </p:blipFill>
              <p:spPr>
                <a:xfrm>
                  <a:off x="6310381" y="5428618"/>
                  <a:ext cx="26280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3" name="Ink 52">
                  <a:extLst>
                    <a:ext uri="{FF2B5EF4-FFF2-40B4-BE49-F238E27FC236}">
                      <a16:creationId xmlns:a16="http://schemas.microsoft.com/office/drawing/2014/main" id="{57CC2C4E-E008-07CD-66A3-BD2981C51173}"/>
                    </a:ext>
                  </a:extLst>
                </p14:cNvPr>
                <p14:cNvContentPartPr/>
                <p14:nvPr/>
              </p14:nvContentPartPr>
              <p14:xfrm>
                <a:off x="6667501" y="5255458"/>
                <a:ext cx="19800" cy="188280"/>
              </p14:xfrm>
            </p:contentPart>
          </mc:Choice>
          <mc:Fallback>
            <p:pic>
              <p:nvPicPr>
                <p:cNvPr id="53" name="Ink 52">
                  <a:extLst>
                    <a:ext uri="{FF2B5EF4-FFF2-40B4-BE49-F238E27FC236}">
                      <a16:creationId xmlns:a16="http://schemas.microsoft.com/office/drawing/2014/main" id="{57CC2C4E-E008-07CD-66A3-BD2981C51173}"/>
                    </a:ext>
                  </a:extLst>
                </p:cNvPr>
                <p:cNvPicPr/>
                <p:nvPr/>
              </p:nvPicPr>
              <p:blipFill>
                <a:blip r:embed="rId79"/>
                <a:stretch>
                  <a:fillRect/>
                </a:stretch>
              </p:blipFill>
              <p:spPr>
                <a:xfrm>
                  <a:off x="6661381" y="5249338"/>
                  <a:ext cx="3204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4" name="Ink 53">
                  <a:extLst>
                    <a:ext uri="{FF2B5EF4-FFF2-40B4-BE49-F238E27FC236}">
                      <a16:creationId xmlns:a16="http://schemas.microsoft.com/office/drawing/2014/main" id="{91422CCF-A981-EB74-F84C-AAF1725AA30F}"/>
                    </a:ext>
                  </a:extLst>
                </p14:cNvPr>
                <p14:cNvContentPartPr/>
                <p14:nvPr/>
              </p14:nvContentPartPr>
              <p14:xfrm>
                <a:off x="6754981" y="5300098"/>
                <a:ext cx="83160" cy="80640"/>
              </p14:xfrm>
            </p:contentPart>
          </mc:Choice>
          <mc:Fallback>
            <p:pic>
              <p:nvPicPr>
                <p:cNvPr id="54" name="Ink 53">
                  <a:extLst>
                    <a:ext uri="{FF2B5EF4-FFF2-40B4-BE49-F238E27FC236}">
                      <a16:creationId xmlns:a16="http://schemas.microsoft.com/office/drawing/2014/main" id="{91422CCF-A981-EB74-F84C-AAF1725AA30F}"/>
                    </a:ext>
                  </a:extLst>
                </p:cNvPr>
                <p:cNvPicPr/>
                <p:nvPr/>
              </p:nvPicPr>
              <p:blipFill>
                <a:blip r:embed="rId81"/>
                <a:stretch>
                  <a:fillRect/>
                </a:stretch>
              </p:blipFill>
              <p:spPr>
                <a:xfrm>
                  <a:off x="6748861" y="5293978"/>
                  <a:ext cx="9540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5" name="Ink 54">
                  <a:extLst>
                    <a:ext uri="{FF2B5EF4-FFF2-40B4-BE49-F238E27FC236}">
                      <a16:creationId xmlns:a16="http://schemas.microsoft.com/office/drawing/2014/main" id="{EBB9A133-792C-85C0-3E89-A4E3F0446552}"/>
                    </a:ext>
                  </a:extLst>
                </p14:cNvPr>
                <p14:cNvContentPartPr/>
                <p14:nvPr/>
              </p14:nvContentPartPr>
              <p14:xfrm>
                <a:off x="6784141" y="5277778"/>
                <a:ext cx="52200" cy="243000"/>
              </p14:xfrm>
            </p:contentPart>
          </mc:Choice>
          <mc:Fallback>
            <p:pic>
              <p:nvPicPr>
                <p:cNvPr id="55" name="Ink 54">
                  <a:extLst>
                    <a:ext uri="{FF2B5EF4-FFF2-40B4-BE49-F238E27FC236}">
                      <a16:creationId xmlns:a16="http://schemas.microsoft.com/office/drawing/2014/main" id="{EBB9A133-792C-85C0-3E89-A4E3F0446552}"/>
                    </a:ext>
                  </a:extLst>
                </p:cNvPr>
                <p:cNvPicPr/>
                <p:nvPr/>
              </p:nvPicPr>
              <p:blipFill>
                <a:blip r:embed="rId83"/>
                <a:stretch>
                  <a:fillRect/>
                </a:stretch>
              </p:blipFill>
              <p:spPr>
                <a:xfrm>
                  <a:off x="6778021" y="5271658"/>
                  <a:ext cx="6444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6" name="Ink 55">
                  <a:extLst>
                    <a:ext uri="{FF2B5EF4-FFF2-40B4-BE49-F238E27FC236}">
                      <a16:creationId xmlns:a16="http://schemas.microsoft.com/office/drawing/2014/main" id="{6F1608DD-4DC3-4D9A-68A8-026693BC5762}"/>
                    </a:ext>
                  </a:extLst>
                </p14:cNvPr>
                <p14:cNvContentPartPr/>
                <p14:nvPr/>
              </p14:nvContentPartPr>
              <p14:xfrm>
                <a:off x="6839941" y="5317018"/>
                <a:ext cx="172080" cy="152640"/>
              </p14:xfrm>
            </p:contentPart>
          </mc:Choice>
          <mc:Fallback>
            <p:pic>
              <p:nvPicPr>
                <p:cNvPr id="56" name="Ink 55">
                  <a:extLst>
                    <a:ext uri="{FF2B5EF4-FFF2-40B4-BE49-F238E27FC236}">
                      <a16:creationId xmlns:a16="http://schemas.microsoft.com/office/drawing/2014/main" id="{6F1608DD-4DC3-4D9A-68A8-026693BC5762}"/>
                    </a:ext>
                  </a:extLst>
                </p:cNvPr>
                <p:cNvPicPr/>
                <p:nvPr/>
              </p:nvPicPr>
              <p:blipFill>
                <a:blip r:embed="rId85"/>
                <a:stretch>
                  <a:fillRect/>
                </a:stretch>
              </p:blipFill>
              <p:spPr>
                <a:xfrm>
                  <a:off x="6833821" y="5310898"/>
                  <a:ext cx="18432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7" name="Ink 56">
                  <a:extLst>
                    <a:ext uri="{FF2B5EF4-FFF2-40B4-BE49-F238E27FC236}">
                      <a16:creationId xmlns:a16="http://schemas.microsoft.com/office/drawing/2014/main" id="{D19D48ED-4702-42B7-493A-BB7F25393D5A}"/>
                    </a:ext>
                  </a:extLst>
                </p14:cNvPr>
                <p14:cNvContentPartPr/>
                <p14:nvPr/>
              </p14:nvContentPartPr>
              <p14:xfrm>
                <a:off x="6652381" y="5637418"/>
                <a:ext cx="513000" cy="20880"/>
              </p14:xfrm>
            </p:contentPart>
          </mc:Choice>
          <mc:Fallback>
            <p:pic>
              <p:nvPicPr>
                <p:cNvPr id="57" name="Ink 56">
                  <a:extLst>
                    <a:ext uri="{FF2B5EF4-FFF2-40B4-BE49-F238E27FC236}">
                      <a16:creationId xmlns:a16="http://schemas.microsoft.com/office/drawing/2014/main" id="{D19D48ED-4702-42B7-493A-BB7F25393D5A}"/>
                    </a:ext>
                  </a:extLst>
                </p:cNvPr>
                <p:cNvPicPr/>
                <p:nvPr/>
              </p:nvPicPr>
              <p:blipFill>
                <a:blip r:embed="rId87"/>
                <a:stretch>
                  <a:fillRect/>
                </a:stretch>
              </p:blipFill>
              <p:spPr>
                <a:xfrm>
                  <a:off x="6646261" y="5631298"/>
                  <a:ext cx="52524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8" name="Ink 57">
                  <a:extLst>
                    <a:ext uri="{FF2B5EF4-FFF2-40B4-BE49-F238E27FC236}">
                      <a16:creationId xmlns:a16="http://schemas.microsoft.com/office/drawing/2014/main" id="{F76EBF24-497A-D22A-815D-CE7DE9BB618D}"/>
                    </a:ext>
                  </a:extLst>
                </p14:cNvPr>
                <p14:cNvContentPartPr/>
                <p14:nvPr/>
              </p14:nvContentPartPr>
              <p14:xfrm>
                <a:off x="6544381" y="5853778"/>
                <a:ext cx="87120" cy="276480"/>
              </p14:xfrm>
            </p:contentPart>
          </mc:Choice>
          <mc:Fallback>
            <p:pic>
              <p:nvPicPr>
                <p:cNvPr id="58" name="Ink 57">
                  <a:extLst>
                    <a:ext uri="{FF2B5EF4-FFF2-40B4-BE49-F238E27FC236}">
                      <a16:creationId xmlns:a16="http://schemas.microsoft.com/office/drawing/2014/main" id="{F76EBF24-497A-D22A-815D-CE7DE9BB618D}"/>
                    </a:ext>
                  </a:extLst>
                </p:cNvPr>
                <p:cNvPicPr/>
                <p:nvPr/>
              </p:nvPicPr>
              <p:blipFill>
                <a:blip r:embed="rId89"/>
                <a:stretch>
                  <a:fillRect/>
                </a:stretch>
              </p:blipFill>
              <p:spPr>
                <a:xfrm>
                  <a:off x="6538261" y="5847658"/>
                  <a:ext cx="9936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9" name="Ink 58">
                  <a:extLst>
                    <a:ext uri="{FF2B5EF4-FFF2-40B4-BE49-F238E27FC236}">
                      <a16:creationId xmlns:a16="http://schemas.microsoft.com/office/drawing/2014/main" id="{5A2496FC-EA7C-4CE8-B1B7-103884675882}"/>
                    </a:ext>
                  </a:extLst>
                </p14:cNvPr>
                <p14:cNvContentPartPr/>
                <p14:nvPr/>
              </p14:nvContentPartPr>
              <p14:xfrm>
                <a:off x="6724381" y="5878258"/>
                <a:ext cx="32040" cy="117720"/>
              </p14:xfrm>
            </p:contentPart>
          </mc:Choice>
          <mc:Fallback>
            <p:pic>
              <p:nvPicPr>
                <p:cNvPr id="59" name="Ink 58">
                  <a:extLst>
                    <a:ext uri="{FF2B5EF4-FFF2-40B4-BE49-F238E27FC236}">
                      <a16:creationId xmlns:a16="http://schemas.microsoft.com/office/drawing/2014/main" id="{5A2496FC-EA7C-4CE8-B1B7-103884675882}"/>
                    </a:ext>
                  </a:extLst>
                </p:cNvPr>
                <p:cNvPicPr/>
                <p:nvPr/>
              </p:nvPicPr>
              <p:blipFill>
                <a:blip r:embed="rId91"/>
                <a:stretch>
                  <a:fillRect/>
                </a:stretch>
              </p:blipFill>
              <p:spPr>
                <a:xfrm>
                  <a:off x="6718261" y="5872138"/>
                  <a:ext cx="4428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0" name="Ink 59">
                  <a:extLst>
                    <a:ext uri="{FF2B5EF4-FFF2-40B4-BE49-F238E27FC236}">
                      <a16:creationId xmlns:a16="http://schemas.microsoft.com/office/drawing/2014/main" id="{56666D8D-8048-BC5B-161F-235511B70107}"/>
                    </a:ext>
                  </a:extLst>
                </p14:cNvPr>
                <p14:cNvContentPartPr/>
                <p14:nvPr/>
              </p14:nvContentPartPr>
              <p14:xfrm>
                <a:off x="6827341" y="5878978"/>
                <a:ext cx="17280" cy="153720"/>
              </p14:xfrm>
            </p:contentPart>
          </mc:Choice>
          <mc:Fallback>
            <p:pic>
              <p:nvPicPr>
                <p:cNvPr id="60" name="Ink 59">
                  <a:extLst>
                    <a:ext uri="{FF2B5EF4-FFF2-40B4-BE49-F238E27FC236}">
                      <a16:creationId xmlns:a16="http://schemas.microsoft.com/office/drawing/2014/main" id="{56666D8D-8048-BC5B-161F-235511B70107}"/>
                    </a:ext>
                  </a:extLst>
                </p:cNvPr>
                <p:cNvPicPr/>
                <p:nvPr/>
              </p:nvPicPr>
              <p:blipFill>
                <a:blip r:embed="rId93"/>
                <a:stretch>
                  <a:fillRect/>
                </a:stretch>
              </p:blipFill>
              <p:spPr>
                <a:xfrm>
                  <a:off x="6821221" y="5872858"/>
                  <a:ext cx="295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1" name="Ink 60">
                  <a:extLst>
                    <a:ext uri="{FF2B5EF4-FFF2-40B4-BE49-F238E27FC236}">
                      <a16:creationId xmlns:a16="http://schemas.microsoft.com/office/drawing/2014/main" id="{0D4EBB2B-7E01-5596-258A-98E6088014A5}"/>
                    </a:ext>
                  </a:extLst>
                </p14:cNvPr>
                <p14:cNvContentPartPr/>
                <p14:nvPr/>
              </p14:nvContentPartPr>
              <p14:xfrm>
                <a:off x="6784501" y="5916778"/>
                <a:ext cx="138960" cy="52560"/>
              </p14:xfrm>
            </p:contentPart>
          </mc:Choice>
          <mc:Fallback>
            <p:pic>
              <p:nvPicPr>
                <p:cNvPr id="61" name="Ink 60">
                  <a:extLst>
                    <a:ext uri="{FF2B5EF4-FFF2-40B4-BE49-F238E27FC236}">
                      <a16:creationId xmlns:a16="http://schemas.microsoft.com/office/drawing/2014/main" id="{0D4EBB2B-7E01-5596-258A-98E6088014A5}"/>
                    </a:ext>
                  </a:extLst>
                </p:cNvPr>
                <p:cNvPicPr/>
                <p:nvPr/>
              </p:nvPicPr>
              <p:blipFill>
                <a:blip r:embed="rId95"/>
                <a:stretch>
                  <a:fillRect/>
                </a:stretch>
              </p:blipFill>
              <p:spPr>
                <a:xfrm>
                  <a:off x="6778381" y="5910658"/>
                  <a:ext cx="1512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2" name="Ink 61">
                  <a:extLst>
                    <a:ext uri="{FF2B5EF4-FFF2-40B4-BE49-F238E27FC236}">
                      <a16:creationId xmlns:a16="http://schemas.microsoft.com/office/drawing/2014/main" id="{B16A33E4-4266-39F2-7805-3C9780EB1F37}"/>
                    </a:ext>
                  </a:extLst>
                </p14:cNvPr>
                <p14:cNvContentPartPr/>
                <p14:nvPr/>
              </p14:nvContentPartPr>
              <p14:xfrm>
                <a:off x="6926341" y="5841178"/>
                <a:ext cx="25560" cy="175680"/>
              </p14:xfrm>
            </p:contentPart>
          </mc:Choice>
          <mc:Fallback>
            <p:pic>
              <p:nvPicPr>
                <p:cNvPr id="62" name="Ink 61">
                  <a:extLst>
                    <a:ext uri="{FF2B5EF4-FFF2-40B4-BE49-F238E27FC236}">
                      <a16:creationId xmlns:a16="http://schemas.microsoft.com/office/drawing/2014/main" id="{B16A33E4-4266-39F2-7805-3C9780EB1F37}"/>
                    </a:ext>
                  </a:extLst>
                </p:cNvPr>
                <p:cNvPicPr/>
                <p:nvPr/>
              </p:nvPicPr>
              <p:blipFill>
                <a:blip r:embed="rId97"/>
                <a:stretch>
                  <a:fillRect/>
                </a:stretch>
              </p:blipFill>
              <p:spPr>
                <a:xfrm>
                  <a:off x="6920221" y="5835058"/>
                  <a:ext cx="378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3" name="Ink 62">
                  <a:extLst>
                    <a:ext uri="{FF2B5EF4-FFF2-40B4-BE49-F238E27FC236}">
                      <a16:creationId xmlns:a16="http://schemas.microsoft.com/office/drawing/2014/main" id="{E4CB9640-74C4-4348-CF55-6DA9276346BC}"/>
                    </a:ext>
                  </a:extLst>
                </p14:cNvPr>
                <p14:cNvContentPartPr/>
                <p14:nvPr/>
              </p14:nvContentPartPr>
              <p14:xfrm>
                <a:off x="6996181" y="5894098"/>
                <a:ext cx="29160" cy="149040"/>
              </p14:xfrm>
            </p:contentPart>
          </mc:Choice>
          <mc:Fallback>
            <p:pic>
              <p:nvPicPr>
                <p:cNvPr id="63" name="Ink 62">
                  <a:extLst>
                    <a:ext uri="{FF2B5EF4-FFF2-40B4-BE49-F238E27FC236}">
                      <a16:creationId xmlns:a16="http://schemas.microsoft.com/office/drawing/2014/main" id="{E4CB9640-74C4-4348-CF55-6DA9276346BC}"/>
                    </a:ext>
                  </a:extLst>
                </p:cNvPr>
                <p:cNvPicPr/>
                <p:nvPr/>
              </p:nvPicPr>
              <p:blipFill>
                <a:blip r:embed="rId99"/>
                <a:stretch>
                  <a:fillRect/>
                </a:stretch>
              </p:blipFill>
              <p:spPr>
                <a:xfrm>
                  <a:off x="6990061" y="5887978"/>
                  <a:ext cx="4140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4" name="Ink 63">
                  <a:extLst>
                    <a:ext uri="{FF2B5EF4-FFF2-40B4-BE49-F238E27FC236}">
                      <a16:creationId xmlns:a16="http://schemas.microsoft.com/office/drawing/2014/main" id="{1DC003C6-05C8-7371-5919-EC77B12AAE0E}"/>
                    </a:ext>
                  </a:extLst>
                </p14:cNvPr>
                <p14:cNvContentPartPr/>
                <p14:nvPr/>
              </p14:nvContentPartPr>
              <p14:xfrm>
                <a:off x="7060981" y="6069418"/>
                <a:ext cx="12240" cy="31680"/>
              </p14:xfrm>
            </p:contentPart>
          </mc:Choice>
          <mc:Fallback>
            <p:pic>
              <p:nvPicPr>
                <p:cNvPr id="64" name="Ink 63">
                  <a:extLst>
                    <a:ext uri="{FF2B5EF4-FFF2-40B4-BE49-F238E27FC236}">
                      <a16:creationId xmlns:a16="http://schemas.microsoft.com/office/drawing/2014/main" id="{1DC003C6-05C8-7371-5919-EC77B12AAE0E}"/>
                    </a:ext>
                  </a:extLst>
                </p:cNvPr>
                <p:cNvPicPr/>
                <p:nvPr/>
              </p:nvPicPr>
              <p:blipFill>
                <a:blip r:embed="rId101"/>
                <a:stretch>
                  <a:fillRect/>
                </a:stretch>
              </p:blipFill>
              <p:spPr>
                <a:xfrm>
                  <a:off x="7054861" y="6063298"/>
                  <a:ext cx="2448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5" name="Ink 64">
                  <a:extLst>
                    <a:ext uri="{FF2B5EF4-FFF2-40B4-BE49-F238E27FC236}">
                      <a16:creationId xmlns:a16="http://schemas.microsoft.com/office/drawing/2014/main" id="{834FA56D-1AA6-71B2-CF0C-C115A52C8D34}"/>
                    </a:ext>
                  </a:extLst>
                </p14:cNvPr>
                <p14:cNvContentPartPr/>
                <p14:nvPr/>
              </p14:nvContentPartPr>
              <p14:xfrm>
                <a:off x="7118941" y="5903818"/>
                <a:ext cx="18000" cy="275400"/>
              </p14:xfrm>
            </p:contentPart>
          </mc:Choice>
          <mc:Fallback>
            <p:pic>
              <p:nvPicPr>
                <p:cNvPr id="65" name="Ink 64">
                  <a:extLst>
                    <a:ext uri="{FF2B5EF4-FFF2-40B4-BE49-F238E27FC236}">
                      <a16:creationId xmlns:a16="http://schemas.microsoft.com/office/drawing/2014/main" id="{834FA56D-1AA6-71B2-CF0C-C115A52C8D34}"/>
                    </a:ext>
                  </a:extLst>
                </p:cNvPr>
                <p:cNvPicPr/>
                <p:nvPr/>
              </p:nvPicPr>
              <p:blipFill>
                <a:blip r:embed="rId103"/>
                <a:stretch>
                  <a:fillRect/>
                </a:stretch>
              </p:blipFill>
              <p:spPr>
                <a:xfrm>
                  <a:off x="7112821" y="5897698"/>
                  <a:ext cx="3024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6" name="Ink 65">
                  <a:extLst>
                    <a:ext uri="{FF2B5EF4-FFF2-40B4-BE49-F238E27FC236}">
                      <a16:creationId xmlns:a16="http://schemas.microsoft.com/office/drawing/2014/main" id="{EA091EB8-A63A-4F03-A41D-E74712F3830B}"/>
                    </a:ext>
                  </a:extLst>
                </p14:cNvPr>
                <p14:cNvContentPartPr/>
                <p14:nvPr/>
              </p14:nvContentPartPr>
              <p14:xfrm>
                <a:off x="7203541" y="5882938"/>
                <a:ext cx="55800" cy="136800"/>
              </p14:xfrm>
            </p:contentPart>
          </mc:Choice>
          <mc:Fallback>
            <p:pic>
              <p:nvPicPr>
                <p:cNvPr id="66" name="Ink 65">
                  <a:extLst>
                    <a:ext uri="{FF2B5EF4-FFF2-40B4-BE49-F238E27FC236}">
                      <a16:creationId xmlns:a16="http://schemas.microsoft.com/office/drawing/2014/main" id="{EA091EB8-A63A-4F03-A41D-E74712F3830B}"/>
                    </a:ext>
                  </a:extLst>
                </p:cNvPr>
                <p:cNvPicPr/>
                <p:nvPr/>
              </p:nvPicPr>
              <p:blipFill>
                <a:blip r:embed="rId105"/>
                <a:stretch>
                  <a:fillRect/>
                </a:stretch>
              </p:blipFill>
              <p:spPr>
                <a:xfrm>
                  <a:off x="7197421" y="5876818"/>
                  <a:ext cx="6804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7" name="Ink 66">
                  <a:extLst>
                    <a:ext uri="{FF2B5EF4-FFF2-40B4-BE49-F238E27FC236}">
                      <a16:creationId xmlns:a16="http://schemas.microsoft.com/office/drawing/2014/main" id="{CAD4AF5B-16BB-D20F-8B58-DDEADA3B4753}"/>
                    </a:ext>
                  </a:extLst>
                </p14:cNvPr>
                <p14:cNvContentPartPr/>
                <p14:nvPr/>
              </p14:nvContentPartPr>
              <p14:xfrm>
                <a:off x="7229461" y="5923618"/>
                <a:ext cx="145800" cy="187200"/>
              </p14:xfrm>
            </p:contentPart>
          </mc:Choice>
          <mc:Fallback>
            <p:pic>
              <p:nvPicPr>
                <p:cNvPr id="67" name="Ink 66">
                  <a:extLst>
                    <a:ext uri="{FF2B5EF4-FFF2-40B4-BE49-F238E27FC236}">
                      <a16:creationId xmlns:a16="http://schemas.microsoft.com/office/drawing/2014/main" id="{CAD4AF5B-16BB-D20F-8B58-DDEADA3B4753}"/>
                    </a:ext>
                  </a:extLst>
                </p:cNvPr>
                <p:cNvPicPr/>
                <p:nvPr/>
              </p:nvPicPr>
              <p:blipFill>
                <a:blip r:embed="rId107"/>
                <a:stretch>
                  <a:fillRect/>
                </a:stretch>
              </p:blipFill>
              <p:spPr>
                <a:xfrm>
                  <a:off x="7223341" y="5917498"/>
                  <a:ext cx="15804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8" name="Ink 67">
                  <a:extLst>
                    <a:ext uri="{FF2B5EF4-FFF2-40B4-BE49-F238E27FC236}">
                      <a16:creationId xmlns:a16="http://schemas.microsoft.com/office/drawing/2014/main" id="{CB3409D8-565F-F27E-F66B-AB09F0C0B592}"/>
                    </a:ext>
                  </a:extLst>
                </p14:cNvPr>
                <p14:cNvContentPartPr/>
                <p14:nvPr/>
              </p14:nvContentPartPr>
              <p14:xfrm>
                <a:off x="7256101" y="6034498"/>
                <a:ext cx="120960" cy="155160"/>
              </p14:xfrm>
            </p:contentPart>
          </mc:Choice>
          <mc:Fallback>
            <p:pic>
              <p:nvPicPr>
                <p:cNvPr id="68" name="Ink 67">
                  <a:extLst>
                    <a:ext uri="{FF2B5EF4-FFF2-40B4-BE49-F238E27FC236}">
                      <a16:creationId xmlns:a16="http://schemas.microsoft.com/office/drawing/2014/main" id="{CB3409D8-565F-F27E-F66B-AB09F0C0B592}"/>
                    </a:ext>
                  </a:extLst>
                </p:cNvPr>
                <p:cNvPicPr/>
                <p:nvPr/>
              </p:nvPicPr>
              <p:blipFill>
                <a:blip r:embed="rId109"/>
                <a:stretch>
                  <a:fillRect/>
                </a:stretch>
              </p:blipFill>
              <p:spPr>
                <a:xfrm>
                  <a:off x="7249981" y="6028378"/>
                  <a:ext cx="1332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9" name="Ink 68">
                  <a:extLst>
                    <a:ext uri="{FF2B5EF4-FFF2-40B4-BE49-F238E27FC236}">
                      <a16:creationId xmlns:a16="http://schemas.microsoft.com/office/drawing/2014/main" id="{9FCCE4B2-EF2C-2D59-7C92-D675A52C9A65}"/>
                    </a:ext>
                  </a:extLst>
                </p14:cNvPr>
                <p14:cNvContentPartPr/>
                <p14:nvPr/>
              </p14:nvContentPartPr>
              <p14:xfrm>
                <a:off x="7372741" y="5815618"/>
                <a:ext cx="113040" cy="368280"/>
              </p14:xfrm>
            </p:contentPart>
          </mc:Choice>
          <mc:Fallback>
            <p:pic>
              <p:nvPicPr>
                <p:cNvPr id="69" name="Ink 68">
                  <a:extLst>
                    <a:ext uri="{FF2B5EF4-FFF2-40B4-BE49-F238E27FC236}">
                      <a16:creationId xmlns:a16="http://schemas.microsoft.com/office/drawing/2014/main" id="{9FCCE4B2-EF2C-2D59-7C92-D675A52C9A65}"/>
                    </a:ext>
                  </a:extLst>
                </p:cNvPr>
                <p:cNvPicPr/>
                <p:nvPr/>
              </p:nvPicPr>
              <p:blipFill>
                <a:blip r:embed="rId111"/>
                <a:stretch>
                  <a:fillRect/>
                </a:stretch>
              </p:blipFill>
              <p:spPr>
                <a:xfrm>
                  <a:off x="7366621" y="5809498"/>
                  <a:ext cx="125280" cy="3805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0" name="Ink 69">
                  <a:extLst>
                    <a:ext uri="{FF2B5EF4-FFF2-40B4-BE49-F238E27FC236}">
                      <a16:creationId xmlns:a16="http://schemas.microsoft.com/office/drawing/2014/main" id="{CCD7BC90-6759-2C79-EB43-4A4E1E16F70F}"/>
                    </a:ext>
                  </a:extLst>
                </p14:cNvPr>
                <p14:cNvContentPartPr/>
                <p14:nvPr/>
              </p14:nvContentPartPr>
              <p14:xfrm>
                <a:off x="7521421" y="5627698"/>
                <a:ext cx="76320" cy="164880"/>
              </p14:xfrm>
            </p:contentPart>
          </mc:Choice>
          <mc:Fallback>
            <p:pic>
              <p:nvPicPr>
                <p:cNvPr id="70" name="Ink 69">
                  <a:extLst>
                    <a:ext uri="{FF2B5EF4-FFF2-40B4-BE49-F238E27FC236}">
                      <a16:creationId xmlns:a16="http://schemas.microsoft.com/office/drawing/2014/main" id="{CCD7BC90-6759-2C79-EB43-4A4E1E16F70F}"/>
                    </a:ext>
                  </a:extLst>
                </p:cNvPr>
                <p:cNvPicPr/>
                <p:nvPr/>
              </p:nvPicPr>
              <p:blipFill>
                <a:blip r:embed="rId113"/>
                <a:stretch>
                  <a:fillRect/>
                </a:stretch>
              </p:blipFill>
              <p:spPr>
                <a:xfrm>
                  <a:off x="7515301" y="5621578"/>
                  <a:ext cx="8856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1" name="Ink 70">
                  <a:extLst>
                    <a:ext uri="{FF2B5EF4-FFF2-40B4-BE49-F238E27FC236}">
                      <a16:creationId xmlns:a16="http://schemas.microsoft.com/office/drawing/2014/main" id="{90AF92EC-252B-625A-D92C-2C0A31A6F41F}"/>
                    </a:ext>
                  </a:extLst>
                </p14:cNvPr>
                <p14:cNvContentPartPr/>
                <p14:nvPr/>
              </p14:nvContentPartPr>
              <p14:xfrm>
                <a:off x="7679101" y="5369578"/>
                <a:ext cx="46080" cy="443160"/>
              </p14:xfrm>
            </p:contentPart>
          </mc:Choice>
          <mc:Fallback>
            <p:pic>
              <p:nvPicPr>
                <p:cNvPr id="71" name="Ink 70">
                  <a:extLst>
                    <a:ext uri="{FF2B5EF4-FFF2-40B4-BE49-F238E27FC236}">
                      <a16:creationId xmlns:a16="http://schemas.microsoft.com/office/drawing/2014/main" id="{90AF92EC-252B-625A-D92C-2C0A31A6F41F}"/>
                    </a:ext>
                  </a:extLst>
                </p:cNvPr>
                <p:cNvPicPr/>
                <p:nvPr/>
              </p:nvPicPr>
              <p:blipFill>
                <a:blip r:embed="rId115"/>
                <a:stretch>
                  <a:fillRect/>
                </a:stretch>
              </p:blipFill>
              <p:spPr>
                <a:xfrm>
                  <a:off x="7672981" y="5363458"/>
                  <a:ext cx="58320" cy="4554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2" name="Ink 71">
                  <a:extLst>
                    <a:ext uri="{FF2B5EF4-FFF2-40B4-BE49-F238E27FC236}">
                      <a16:creationId xmlns:a16="http://schemas.microsoft.com/office/drawing/2014/main" id="{CE956840-4158-58E2-65DD-48E3E7D24370}"/>
                    </a:ext>
                  </a:extLst>
                </p14:cNvPr>
                <p14:cNvContentPartPr/>
                <p14:nvPr/>
              </p14:nvContentPartPr>
              <p14:xfrm>
                <a:off x="7603861" y="5574418"/>
                <a:ext cx="302760" cy="117360"/>
              </p14:xfrm>
            </p:contentPart>
          </mc:Choice>
          <mc:Fallback>
            <p:pic>
              <p:nvPicPr>
                <p:cNvPr id="72" name="Ink 71">
                  <a:extLst>
                    <a:ext uri="{FF2B5EF4-FFF2-40B4-BE49-F238E27FC236}">
                      <a16:creationId xmlns:a16="http://schemas.microsoft.com/office/drawing/2014/main" id="{CE956840-4158-58E2-65DD-48E3E7D24370}"/>
                    </a:ext>
                  </a:extLst>
                </p:cNvPr>
                <p:cNvPicPr/>
                <p:nvPr/>
              </p:nvPicPr>
              <p:blipFill>
                <a:blip r:embed="rId117"/>
                <a:stretch>
                  <a:fillRect/>
                </a:stretch>
              </p:blipFill>
              <p:spPr>
                <a:xfrm>
                  <a:off x="7597741" y="5568298"/>
                  <a:ext cx="3150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4" name="Ink 73">
                  <a:extLst>
                    <a:ext uri="{FF2B5EF4-FFF2-40B4-BE49-F238E27FC236}">
                      <a16:creationId xmlns:a16="http://schemas.microsoft.com/office/drawing/2014/main" id="{7A1F6EDE-9EC4-EE41-3F58-5F9420AFCAC8}"/>
                    </a:ext>
                  </a:extLst>
                </p14:cNvPr>
                <p14:cNvContentPartPr/>
                <p14:nvPr/>
              </p14:nvContentPartPr>
              <p14:xfrm>
                <a:off x="8065741" y="5301538"/>
                <a:ext cx="16920" cy="195480"/>
              </p14:xfrm>
            </p:contentPart>
          </mc:Choice>
          <mc:Fallback>
            <p:pic>
              <p:nvPicPr>
                <p:cNvPr id="74" name="Ink 73">
                  <a:extLst>
                    <a:ext uri="{FF2B5EF4-FFF2-40B4-BE49-F238E27FC236}">
                      <a16:creationId xmlns:a16="http://schemas.microsoft.com/office/drawing/2014/main" id="{7A1F6EDE-9EC4-EE41-3F58-5F9420AFCAC8}"/>
                    </a:ext>
                  </a:extLst>
                </p:cNvPr>
                <p:cNvPicPr/>
                <p:nvPr/>
              </p:nvPicPr>
              <p:blipFill>
                <a:blip r:embed="rId119"/>
                <a:stretch>
                  <a:fillRect/>
                </a:stretch>
              </p:blipFill>
              <p:spPr>
                <a:xfrm>
                  <a:off x="8059621" y="5295418"/>
                  <a:ext cx="291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5" name="Ink 74">
                  <a:extLst>
                    <a:ext uri="{FF2B5EF4-FFF2-40B4-BE49-F238E27FC236}">
                      <a16:creationId xmlns:a16="http://schemas.microsoft.com/office/drawing/2014/main" id="{05B5A710-CDC4-DB12-7EEB-0939472845B8}"/>
                    </a:ext>
                  </a:extLst>
                </p14:cNvPr>
                <p14:cNvContentPartPr/>
                <p14:nvPr/>
              </p14:nvContentPartPr>
              <p14:xfrm>
                <a:off x="8158261" y="5316658"/>
                <a:ext cx="123480" cy="245880"/>
              </p14:xfrm>
            </p:contentPart>
          </mc:Choice>
          <mc:Fallback>
            <p:pic>
              <p:nvPicPr>
                <p:cNvPr id="75" name="Ink 74">
                  <a:extLst>
                    <a:ext uri="{FF2B5EF4-FFF2-40B4-BE49-F238E27FC236}">
                      <a16:creationId xmlns:a16="http://schemas.microsoft.com/office/drawing/2014/main" id="{05B5A710-CDC4-DB12-7EEB-0939472845B8}"/>
                    </a:ext>
                  </a:extLst>
                </p:cNvPr>
                <p:cNvPicPr/>
                <p:nvPr/>
              </p:nvPicPr>
              <p:blipFill>
                <a:blip r:embed="rId121"/>
                <a:stretch>
                  <a:fillRect/>
                </a:stretch>
              </p:blipFill>
              <p:spPr>
                <a:xfrm>
                  <a:off x="8152141" y="5310538"/>
                  <a:ext cx="13572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6" name="Ink 75">
                  <a:extLst>
                    <a:ext uri="{FF2B5EF4-FFF2-40B4-BE49-F238E27FC236}">
                      <a16:creationId xmlns:a16="http://schemas.microsoft.com/office/drawing/2014/main" id="{F40445FE-BF52-028A-2782-32A33B953FDC}"/>
                    </a:ext>
                  </a:extLst>
                </p14:cNvPr>
                <p14:cNvContentPartPr/>
                <p14:nvPr/>
              </p14:nvContentPartPr>
              <p14:xfrm>
                <a:off x="8340421" y="5470378"/>
                <a:ext cx="196200" cy="94320"/>
              </p14:xfrm>
            </p:contentPart>
          </mc:Choice>
          <mc:Fallback>
            <p:pic>
              <p:nvPicPr>
                <p:cNvPr id="76" name="Ink 75">
                  <a:extLst>
                    <a:ext uri="{FF2B5EF4-FFF2-40B4-BE49-F238E27FC236}">
                      <a16:creationId xmlns:a16="http://schemas.microsoft.com/office/drawing/2014/main" id="{F40445FE-BF52-028A-2782-32A33B953FDC}"/>
                    </a:ext>
                  </a:extLst>
                </p:cNvPr>
                <p:cNvPicPr/>
                <p:nvPr/>
              </p:nvPicPr>
              <p:blipFill>
                <a:blip r:embed="rId123"/>
                <a:stretch>
                  <a:fillRect/>
                </a:stretch>
              </p:blipFill>
              <p:spPr>
                <a:xfrm>
                  <a:off x="8334301" y="5464258"/>
                  <a:ext cx="20844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7" name="Ink 76">
                  <a:extLst>
                    <a:ext uri="{FF2B5EF4-FFF2-40B4-BE49-F238E27FC236}">
                      <a16:creationId xmlns:a16="http://schemas.microsoft.com/office/drawing/2014/main" id="{E98733EC-FD79-963F-5AFB-FC77D274DF27}"/>
                    </a:ext>
                  </a:extLst>
                </p14:cNvPr>
                <p14:cNvContentPartPr/>
                <p14:nvPr/>
              </p14:nvContentPartPr>
              <p14:xfrm>
                <a:off x="7995901" y="5840098"/>
                <a:ext cx="870120" cy="103320"/>
              </p14:xfrm>
            </p:contentPart>
          </mc:Choice>
          <mc:Fallback>
            <p:pic>
              <p:nvPicPr>
                <p:cNvPr id="77" name="Ink 76">
                  <a:extLst>
                    <a:ext uri="{FF2B5EF4-FFF2-40B4-BE49-F238E27FC236}">
                      <a16:creationId xmlns:a16="http://schemas.microsoft.com/office/drawing/2014/main" id="{E98733EC-FD79-963F-5AFB-FC77D274DF27}"/>
                    </a:ext>
                  </a:extLst>
                </p:cNvPr>
                <p:cNvPicPr/>
                <p:nvPr/>
              </p:nvPicPr>
              <p:blipFill>
                <a:blip r:embed="rId125"/>
                <a:stretch>
                  <a:fillRect/>
                </a:stretch>
              </p:blipFill>
              <p:spPr>
                <a:xfrm>
                  <a:off x="7989781" y="5833978"/>
                  <a:ext cx="88236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9" name="Ink 78">
                  <a:extLst>
                    <a:ext uri="{FF2B5EF4-FFF2-40B4-BE49-F238E27FC236}">
                      <a16:creationId xmlns:a16="http://schemas.microsoft.com/office/drawing/2014/main" id="{CF397E38-6F15-000B-8493-41C39339EE8F}"/>
                    </a:ext>
                  </a:extLst>
                </p14:cNvPr>
                <p14:cNvContentPartPr/>
                <p14:nvPr/>
              </p14:nvContentPartPr>
              <p14:xfrm>
                <a:off x="7890421" y="6048898"/>
                <a:ext cx="132120" cy="315720"/>
              </p14:xfrm>
            </p:contentPart>
          </mc:Choice>
          <mc:Fallback>
            <p:pic>
              <p:nvPicPr>
                <p:cNvPr id="79" name="Ink 78">
                  <a:extLst>
                    <a:ext uri="{FF2B5EF4-FFF2-40B4-BE49-F238E27FC236}">
                      <a16:creationId xmlns:a16="http://schemas.microsoft.com/office/drawing/2014/main" id="{CF397E38-6F15-000B-8493-41C39339EE8F}"/>
                    </a:ext>
                  </a:extLst>
                </p:cNvPr>
                <p:cNvPicPr/>
                <p:nvPr/>
              </p:nvPicPr>
              <p:blipFill>
                <a:blip r:embed="rId127"/>
                <a:stretch>
                  <a:fillRect/>
                </a:stretch>
              </p:blipFill>
              <p:spPr>
                <a:xfrm>
                  <a:off x="7884301" y="6042778"/>
                  <a:ext cx="144360" cy="3279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0" name="Ink 79">
                  <a:extLst>
                    <a:ext uri="{FF2B5EF4-FFF2-40B4-BE49-F238E27FC236}">
                      <a16:creationId xmlns:a16="http://schemas.microsoft.com/office/drawing/2014/main" id="{65BD0EBF-0F42-BFEE-E1CB-57E761E31F5C}"/>
                    </a:ext>
                  </a:extLst>
                </p14:cNvPr>
                <p14:cNvContentPartPr/>
                <p14:nvPr/>
              </p14:nvContentPartPr>
              <p14:xfrm>
                <a:off x="8103181" y="6073378"/>
                <a:ext cx="22320" cy="271440"/>
              </p14:xfrm>
            </p:contentPart>
          </mc:Choice>
          <mc:Fallback>
            <p:pic>
              <p:nvPicPr>
                <p:cNvPr id="80" name="Ink 79">
                  <a:extLst>
                    <a:ext uri="{FF2B5EF4-FFF2-40B4-BE49-F238E27FC236}">
                      <a16:creationId xmlns:a16="http://schemas.microsoft.com/office/drawing/2014/main" id="{65BD0EBF-0F42-BFEE-E1CB-57E761E31F5C}"/>
                    </a:ext>
                  </a:extLst>
                </p:cNvPr>
                <p:cNvPicPr/>
                <p:nvPr/>
              </p:nvPicPr>
              <p:blipFill>
                <a:blip r:embed="rId129"/>
                <a:stretch>
                  <a:fillRect/>
                </a:stretch>
              </p:blipFill>
              <p:spPr>
                <a:xfrm>
                  <a:off x="8097061" y="6067258"/>
                  <a:ext cx="3456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1" name="Ink 80">
                  <a:extLst>
                    <a:ext uri="{FF2B5EF4-FFF2-40B4-BE49-F238E27FC236}">
                      <a16:creationId xmlns:a16="http://schemas.microsoft.com/office/drawing/2014/main" id="{9C9BC1A9-957F-64E4-4A6A-73AA819691CC}"/>
                    </a:ext>
                  </a:extLst>
                </p14:cNvPr>
                <p14:cNvContentPartPr/>
                <p14:nvPr/>
              </p14:nvContentPartPr>
              <p14:xfrm>
                <a:off x="8233501" y="6179938"/>
                <a:ext cx="25560" cy="172800"/>
              </p14:xfrm>
            </p:contentPart>
          </mc:Choice>
          <mc:Fallback>
            <p:pic>
              <p:nvPicPr>
                <p:cNvPr id="81" name="Ink 80">
                  <a:extLst>
                    <a:ext uri="{FF2B5EF4-FFF2-40B4-BE49-F238E27FC236}">
                      <a16:creationId xmlns:a16="http://schemas.microsoft.com/office/drawing/2014/main" id="{9C9BC1A9-957F-64E4-4A6A-73AA819691CC}"/>
                    </a:ext>
                  </a:extLst>
                </p:cNvPr>
                <p:cNvPicPr/>
                <p:nvPr/>
              </p:nvPicPr>
              <p:blipFill>
                <a:blip r:embed="rId131"/>
                <a:stretch>
                  <a:fillRect/>
                </a:stretch>
              </p:blipFill>
              <p:spPr>
                <a:xfrm>
                  <a:off x="8227381" y="6173818"/>
                  <a:ext cx="378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2" name="Ink 81">
                  <a:extLst>
                    <a:ext uri="{FF2B5EF4-FFF2-40B4-BE49-F238E27FC236}">
                      <a16:creationId xmlns:a16="http://schemas.microsoft.com/office/drawing/2014/main" id="{77A9FAE3-8F17-4305-345F-00E0FEC35E36}"/>
                    </a:ext>
                  </a:extLst>
                </p14:cNvPr>
                <p14:cNvContentPartPr/>
                <p14:nvPr/>
              </p14:nvContentPartPr>
              <p14:xfrm>
                <a:off x="8186341" y="6215218"/>
                <a:ext cx="187200" cy="117360"/>
              </p14:xfrm>
            </p:contentPart>
          </mc:Choice>
          <mc:Fallback>
            <p:pic>
              <p:nvPicPr>
                <p:cNvPr id="82" name="Ink 81">
                  <a:extLst>
                    <a:ext uri="{FF2B5EF4-FFF2-40B4-BE49-F238E27FC236}">
                      <a16:creationId xmlns:a16="http://schemas.microsoft.com/office/drawing/2014/main" id="{77A9FAE3-8F17-4305-345F-00E0FEC35E36}"/>
                    </a:ext>
                  </a:extLst>
                </p:cNvPr>
                <p:cNvPicPr/>
                <p:nvPr/>
              </p:nvPicPr>
              <p:blipFill>
                <a:blip r:embed="rId133"/>
                <a:stretch>
                  <a:fillRect/>
                </a:stretch>
              </p:blipFill>
              <p:spPr>
                <a:xfrm>
                  <a:off x="8180221" y="6209098"/>
                  <a:ext cx="19944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3" name="Ink 82">
                  <a:extLst>
                    <a:ext uri="{FF2B5EF4-FFF2-40B4-BE49-F238E27FC236}">
                      <a16:creationId xmlns:a16="http://schemas.microsoft.com/office/drawing/2014/main" id="{FA0D8791-8150-016E-6AA4-5FC8AAAF483E}"/>
                    </a:ext>
                  </a:extLst>
                </p14:cNvPr>
                <p14:cNvContentPartPr/>
                <p14:nvPr/>
              </p14:nvContentPartPr>
              <p14:xfrm>
                <a:off x="8361301" y="6145738"/>
                <a:ext cx="24480" cy="231840"/>
              </p14:xfrm>
            </p:contentPart>
          </mc:Choice>
          <mc:Fallback>
            <p:pic>
              <p:nvPicPr>
                <p:cNvPr id="83" name="Ink 82">
                  <a:extLst>
                    <a:ext uri="{FF2B5EF4-FFF2-40B4-BE49-F238E27FC236}">
                      <a16:creationId xmlns:a16="http://schemas.microsoft.com/office/drawing/2014/main" id="{FA0D8791-8150-016E-6AA4-5FC8AAAF483E}"/>
                    </a:ext>
                  </a:extLst>
                </p:cNvPr>
                <p:cNvPicPr/>
                <p:nvPr/>
              </p:nvPicPr>
              <p:blipFill>
                <a:blip r:embed="rId135"/>
                <a:stretch>
                  <a:fillRect/>
                </a:stretch>
              </p:blipFill>
              <p:spPr>
                <a:xfrm>
                  <a:off x="8355181" y="6139618"/>
                  <a:ext cx="3672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4" name="Ink 83">
                  <a:extLst>
                    <a:ext uri="{FF2B5EF4-FFF2-40B4-BE49-F238E27FC236}">
                      <a16:creationId xmlns:a16="http://schemas.microsoft.com/office/drawing/2014/main" id="{7DB9B465-B73F-AE14-3309-AC2E971477D2}"/>
                    </a:ext>
                  </a:extLst>
                </p14:cNvPr>
                <p14:cNvContentPartPr/>
                <p14:nvPr/>
              </p14:nvContentPartPr>
              <p14:xfrm>
                <a:off x="8517541" y="6437698"/>
                <a:ext cx="7200" cy="32760"/>
              </p14:xfrm>
            </p:contentPart>
          </mc:Choice>
          <mc:Fallback>
            <p:pic>
              <p:nvPicPr>
                <p:cNvPr id="84" name="Ink 83">
                  <a:extLst>
                    <a:ext uri="{FF2B5EF4-FFF2-40B4-BE49-F238E27FC236}">
                      <a16:creationId xmlns:a16="http://schemas.microsoft.com/office/drawing/2014/main" id="{7DB9B465-B73F-AE14-3309-AC2E971477D2}"/>
                    </a:ext>
                  </a:extLst>
                </p:cNvPr>
                <p:cNvPicPr/>
                <p:nvPr/>
              </p:nvPicPr>
              <p:blipFill>
                <a:blip r:embed="rId137"/>
                <a:stretch>
                  <a:fillRect/>
                </a:stretch>
              </p:blipFill>
              <p:spPr>
                <a:xfrm>
                  <a:off x="8511421" y="6431578"/>
                  <a:ext cx="1944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5" name="Ink 84">
                  <a:extLst>
                    <a:ext uri="{FF2B5EF4-FFF2-40B4-BE49-F238E27FC236}">
                      <a16:creationId xmlns:a16="http://schemas.microsoft.com/office/drawing/2014/main" id="{7AA68FD3-4432-1480-3045-C96CFA6B0501}"/>
                    </a:ext>
                  </a:extLst>
                </p14:cNvPr>
                <p14:cNvContentPartPr/>
                <p14:nvPr/>
              </p14:nvContentPartPr>
              <p14:xfrm>
                <a:off x="8563261" y="6340138"/>
                <a:ext cx="13680" cy="19800"/>
              </p14:xfrm>
            </p:contentPart>
          </mc:Choice>
          <mc:Fallback>
            <p:pic>
              <p:nvPicPr>
                <p:cNvPr id="85" name="Ink 84">
                  <a:extLst>
                    <a:ext uri="{FF2B5EF4-FFF2-40B4-BE49-F238E27FC236}">
                      <a16:creationId xmlns:a16="http://schemas.microsoft.com/office/drawing/2014/main" id="{7AA68FD3-4432-1480-3045-C96CFA6B0501}"/>
                    </a:ext>
                  </a:extLst>
                </p:cNvPr>
                <p:cNvPicPr/>
                <p:nvPr/>
              </p:nvPicPr>
              <p:blipFill>
                <a:blip r:embed="rId139"/>
                <a:stretch>
                  <a:fillRect/>
                </a:stretch>
              </p:blipFill>
              <p:spPr>
                <a:xfrm>
                  <a:off x="8557141" y="6334018"/>
                  <a:ext cx="259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7" name="Ink 86">
                  <a:extLst>
                    <a:ext uri="{FF2B5EF4-FFF2-40B4-BE49-F238E27FC236}">
                      <a16:creationId xmlns:a16="http://schemas.microsoft.com/office/drawing/2014/main" id="{5CAE093E-BC58-14F9-667A-13F9FF71FA89}"/>
                    </a:ext>
                  </a:extLst>
                </p14:cNvPr>
                <p14:cNvContentPartPr/>
                <p14:nvPr/>
              </p14:nvContentPartPr>
              <p14:xfrm>
                <a:off x="8485141" y="6092098"/>
                <a:ext cx="30600" cy="482400"/>
              </p14:xfrm>
            </p:contentPart>
          </mc:Choice>
          <mc:Fallback>
            <p:pic>
              <p:nvPicPr>
                <p:cNvPr id="87" name="Ink 86">
                  <a:extLst>
                    <a:ext uri="{FF2B5EF4-FFF2-40B4-BE49-F238E27FC236}">
                      <a16:creationId xmlns:a16="http://schemas.microsoft.com/office/drawing/2014/main" id="{5CAE093E-BC58-14F9-667A-13F9FF71FA89}"/>
                    </a:ext>
                  </a:extLst>
                </p:cNvPr>
                <p:cNvPicPr/>
                <p:nvPr/>
              </p:nvPicPr>
              <p:blipFill>
                <a:blip r:embed="rId141"/>
                <a:stretch>
                  <a:fillRect/>
                </a:stretch>
              </p:blipFill>
              <p:spPr>
                <a:xfrm>
                  <a:off x="8479021" y="6085978"/>
                  <a:ext cx="4284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8" name="Ink 87">
                  <a:extLst>
                    <a:ext uri="{FF2B5EF4-FFF2-40B4-BE49-F238E27FC236}">
                      <a16:creationId xmlns:a16="http://schemas.microsoft.com/office/drawing/2014/main" id="{25A6E1E1-7B47-A435-7E19-0FBF4A72A68A}"/>
                    </a:ext>
                  </a:extLst>
                </p14:cNvPr>
                <p14:cNvContentPartPr/>
                <p14:nvPr/>
              </p14:nvContentPartPr>
              <p14:xfrm>
                <a:off x="8588821" y="6431578"/>
                <a:ext cx="11520" cy="29880"/>
              </p14:xfrm>
            </p:contentPart>
          </mc:Choice>
          <mc:Fallback>
            <p:pic>
              <p:nvPicPr>
                <p:cNvPr id="88" name="Ink 87">
                  <a:extLst>
                    <a:ext uri="{FF2B5EF4-FFF2-40B4-BE49-F238E27FC236}">
                      <a16:creationId xmlns:a16="http://schemas.microsoft.com/office/drawing/2014/main" id="{25A6E1E1-7B47-A435-7E19-0FBF4A72A68A}"/>
                    </a:ext>
                  </a:extLst>
                </p:cNvPr>
                <p:cNvPicPr/>
                <p:nvPr/>
              </p:nvPicPr>
              <p:blipFill>
                <a:blip r:embed="rId101"/>
                <a:stretch>
                  <a:fillRect/>
                </a:stretch>
              </p:blipFill>
              <p:spPr>
                <a:xfrm>
                  <a:off x="8582701" y="6425458"/>
                  <a:ext cx="2376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9" name="Ink 88">
                  <a:extLst>
                    <a:ext uri="{FF2B5EF4-FFF2-40B4-BE49-F238E27FC236}">
                      <a16:creationId xmlns:a16="http://schemas.microsoft.com/office/drawing/2014/main" id="{F49EDA63-BC30-7292-F945-6E3C3A6F9056}"/>
                    </a:ext>
                  </a:extLst>
                </p14:cNvPr>
                <p14:cNvContentPartPr/>
                <p14:nvPr/>
              </p14:nvContentPartPr>
              <p14:xfrm>
                <a:off x="8688901" y="6064018"/>
                <a:ext cx="20520" cy="407880"/>
              </p14:xfrm>
            </p:contentPart>
          </mc:Choice>
          <mc:Fallback>
            <p:pic>
              <p:nvPicPr>
                <p:cNvPr id="89" name="Ink 88">
                  <a:extLst>
                    <a:ext uri="{FF2B5EF4-FFF2-40B4-BE49-F238E27FC236}">
                      <a16:creationId xmlns:a16="http://schemas.microsoft.com/office/drawing/2014/main" id="{F49EDA63-BC30-7292-F945-6E3C3A6F9056}"/>
                    </a:ext>
                  </a:extLst>
                </p:cNvPr>
                <p:cNvPicPr/>
                <p:nvPr/>
              </p:nvPicPr>
              <p:blipFill>
                <a:blip r:embed="rId144"/>
                <a:stretch>
                  <a:fillRect/>
                </a:stretch>
              </p:blipFill>
              <p:spPr>
                <a:xfrm>
                  <a:off x="8682781" y="6057898"/>
                  <a:ext cx="32760" cy="4201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90" name="Ink 89">
                  <a:extLst>
                    <a:ext uri="{FF2B5EF4-FFF2-40B4-BE49-F238E27FC236}">
                      <a16:creationId xmlns:a16="http://schemas.microsoft.com/office/drawing/2014/main" id="{5031D2F9-3D1E-362C-C2B5-CF4703CB91A9}"/>
                    </a:ext>
                  </a:extLst>
                </p14:cNvPr>
                <p14:cNvContentPartPr/>
                <p14:nvPr/>
              </p14:nvContentPartPr>
              <p14:xfrm>
                <a:off x="8798701" y="6103978"/>
                <a:ext cx="68040" cy="54000"/>
              </p14:xfrm>
            </p:contentPart>
          </mc:Choice>
          <mc:Fallback>
            <p:pic>
              <p:nvPicPr>
                <p:cNvPr id="90" name="Ink 89">
                  <a:extLst>
                    <a:ext uri="{FF2B5EF4-FFF2-40B4-BE49-F238E27FC236}">
                      <a16:creationId xmlns:a16="http://schemas.microsoft.com/office/drawing/2014/main" id="{5031D2F9-3D1E-362C-C2B5-CF4703CB91A9}"/>
                    </a:ext>
                  </a:extLst>
                </p:cNvPr>
                <p:cNvPicPr/>
                <p:nvPr/>
              </p:nvPicPr>
              <p:blipFill>
                <a:blip r:embed="rId146"/>
                <a:stretch>
                  <a:fillRect/>
                </a:stretch>
              </p:blipFill>
              <p:spPr>
                <a:xfrm>
                  <a:off x="8792581" y="6097858"/>
                  <a:ext cx="8028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91" name="Ink 90">
                  <a:extLst>
                    <a:ext uri="{FF2B5EF4-FFF2-40B4-BE49-F238E27FC236}">
                      <a16:creationId xmlns:a16="http://schemas.microsoft.com/office/drawing/2014/main" id="{69DCF0B8-6BE9-01F9-0223-96539F6D67E5}"/>
                    </a:ext>
                  </a:extLst>
                </p14:cNvPr>
                <p14:cNvContentPartPr/>
                <p14:nvPr/>
              </p14:nvContentPartPr>
              <p14:xfrm>
                <a:off x="8828941" y="6101818"/>
                <a:ext cx="187200" cy="245520"/>
              </p14:xfrm>
            </p:contentPart>
          </mc:Choice>
          <mc:Fallback>
            <p:pic>
              <p:nvPicPr>
                <p:cNvPr id="91" name="Ink 90">
                  <a:extLst>
                    <a:ext uri="{FF2B5EF4-FFF2-40B4-BE49-F238E27FC236}">
                      <a16:creationId xmlns:a16="http://schemas.microsoft.com/office/drawing/2014/main" id="{69DCF0B8-6BE9-01F9-0223-96539F6D67E5}"/>
                    </a:ext>
                  </a:extLst>
                </p:cNvPr>
                <p:cNvPicPr/>
                <p:nvPr/>
              </p:nvPicPr>
              <p:blipFill>
                <a:blip r:embed="rId148"/>
                <a:stretch>
                  <a:fillRect/>
                </a:stretch>
              </p:blipFill>
              <p:spPr>
                <a:xfrm>
                  <a:off x="8822821" y="6095698"/>
                  <a:ext cx="19944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92" name="Ink 91">
                  <a:extLst>
                    <a:ext uri="{FF2B5EF4-FFF2-40B4-BE49-F238E27FC236}">
                      <a16:creationId xmlns:a16="http://schemas.microsoft.com/office/drawing/2014/main" id="{6DC3C3D6-6E55-E01F-C5C6-17C0F62993C6}"/>
                    </a:ext>
                  </a:extLst>
                </p14:cNvPr>
                <p14:cNvContentPartPr/>
                <p14:nvPr/>
              </p14:nvContentPartPr>
              <p14:xfrm>
                <a:off x="8878621" y="6320698"/>
                <a:ext cx="139320" cy="117360"/>
              </p14:xfrm>
            </p:contentPart>
          </mc:Choice>
          <mc:Fallback>
            <p:pic>
              <p:nvPicPr>
                <p:cNvPr id="92" name="Ink 91">
                  <a:extLst>
                    <a:ext uri="{FF2B5EF4-FFF2-40B4-BE49-F238E27FC236}">
                      <a16:creationId xmlns:a16="http://schemas.microsoft.com/office/drawing/2014/main" id="{6DC3C3D6-6E55-E01F-C5C6-17C0F62993C6}"/>
                    </a:ext>
                  </a:extLst>
                </p:cNvPr>
                <p:cNvPicPr/>
                <p:nvPr/>
              </p:nvPicPr>
              <p:blipFill>
                <a:blip r:embed="rId150"/>
                <a:stretch>
                  <a:fillRect/>
                </a:stretch>
              </p:blipFill>
              <p:spPr>
                <a:xfrm>
                  <a:off x="8872501" y="6314578"/>
                  <a:ext cx="1515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93" name="Ink 92">
                  <a:extLst>
                    <a:ext uri="{FF2B5EF4-FFF2-40B4-BE49-F238E27FC236}">
                      <a16:creationId xmlns:a16="http://schemas.microsoft.com/office/drawing/2014/main" id="{7556297E-725D-87E1-E69C-59F83DB95E46}"/>
                    </a:ext>
                  </a:extLst>
                </p14:cNvPr>
                <p14:cNvContentPartPr/>
                <p14:nvPr/>
              </p14:nvContentPartPr>
              <p14:xfrm>
                <a:off x="9005341" y="6069778"/>
                <a:ext cx="165960" cy="477000"/>
              </p14:xfrm>
            </p:contentPart>
          </mc:Choice>
          <mc:Fallback>
            <p:pic>
              <p:nvPicPr>
                <p:cNvPr id="93" name="Ink 92">
                  <a:extLst>
                    <a:ext uri="{FF2B5EF4-FFF2-40B4-BE49-F238E27FC236}">
                      <a16:creationId xmlns:a16="http://schemas.microsoft.com/office/drawing/2014/main" id="{7556297E-725D-87E1-E69C-59F83DB95E46}"/>
                    </a:ext>
                  </a:extLst>
                </p:cNvPr>
                <p:cNvPicPr/>
                <p:nvPr/>
              </p:nvPicPr>
              <p:blipFill>
                <a:blip r:embed="rId152"/>
                <a:stretch>
                  <a:fillRect/>
                </a:stretch>
              </p:blipFill>
              <p:spPr>
                <a:xfrm>
                  <a:off x="8999221" y="6063658"/>
                  <a:ext cx="178200" cy="48924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4" name="Ink 93">
                  <a:extLst>
                    <a:ext uri="{FF2B5EF4-FFF2-40B4-BE49-F238E27FC236}">
                      <a16:creationId xmlns:a16="http://schemas.microsoft.com/office/drawing/2014/main" id="{B5A115CA-0249-3872-591A-671141A8A5A4}"/>
                    </a:ext>
                  </a:extLst>
                </p14:cNvPr>
                <p14:cNvContentPartPr/>
                <p14:nvPr/>
              </p14:nvContentPartPr>
              <p14:xfrm>
                <a:off x="9182101" y="5920018"/>
                <a:ext cx="148320" cy="156960"/>
              </p14:xfrm>
            </p:contentPart>
          </mc:Choice>
          <mc:Fallback>
            <p:pic>
              <p:nvPicPr>
                <p:cNvPr id="94" name="Ink 93">
                  <a:extLst>
                    <a:ext uri="{FF2B5EF4-FFF2-40B4-BE49-F238E27FC236}">
                      <a16:creationId xmlns:a16="http://schemas.microsoft.com/office/drawing/2014/main" id="{B5A115CA-0249-3872-591A-671141A8A5A4}"/>
                    </a:ext>
                  </a:extLst>
                </p:cNvPr>
                <p:cNvPicPr/>
                <p:nvPr/>
              </p:nvPicPr>
              <p:blipFill>
                <a:blip r:embed="rId154"/>
                <a:stretch>
                  <a:fillRect/>
                </a:stretch>
              </p:blipFill>
              <p:spPr>
                <a:xfrm>
                  <a:off x="9175981" y="5913898"/>
                  <a:ext cx="1605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95" name="Ink 94">
                  <a:extLst>
                    <a:ext uri="{FF2B5EF4-FFF2-40B4-BE49-F238E27FC236}">
                      <a16:creationId xmlns:a16="http://schemas.microsoft.com/office/drawing/2014/main" id="{14DD4A1A-DD69-A263-C011-68E63F295B91}"/>
                    </a:ext>
                  </a:extLst>
                </p14:cNvPr>
                <p14:cNvContentPartPr/>
                <p14:nvPr/>
              </p14:nvContentPartPr>
              <p14:xfrm>
                <a:off x="9260221" y="5950618"/>
                <a:ext cx="38520" cy="349560"/>
              </p14:xfrm>
            </p:contentPart>
          </mc:Choice>
          <mc:Fallback>
            <p:pic>
              <p:nvPicPr>
                <p:cNvPr id="95" name="Ink 94">
                  <a:extLst>
                    <a:ext uri="{FF2B5EF4-FFF2-40B4-BE49-F238E27FC236}">
                      <a16:creationId xmlns:a16="http://schemas.microsoft.com/office/drawing/2014/main" id="{14DD4A1A-DD69-A263-C011-68E63F295B91}"/>
                    </a:ext>
                  </a:extLst>
                </p:cNvPr>
                <p:cNvPicPr/>
                <p:nvPr/>
              </p:nvPicPr>
              <p:blipFill>
                <a:blip r:embed="rId156"/>
                <a:stretch>
                  <a:fillRect/>
                </a:stretch>
              </p:blipFill>
              <p:spPr>
                <a:xfrm>
                  <a:off x="9254101" y="5944498"/>
                  <a:ext cx="50760" cy="3618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7" name="Ink 96">
                  <a:extLst>
                    <a:ext uri="{FF2B5EF4-FFF2-40B4-BE49-F238E27FC236}">
                      <a16:creationId xmlns:a16="http://schemas.microsoft.com/office/drawing/2014/main" id="{91DD47FE-27F0-90D6-4A2B-EA48BADAE4AF}"/>
                    </a:ext>
                  </a:extLst>
                </p14:cNvPr>
                <p14:cNvContentPartPr/>
                <p14:nvPr/>
              </p14:nvContentPartPr>
              <p14:xfrm>
                <a:off x="9558661" y="5481178"/>
                <a:ext cx="49680" cy="579960"/>
              </p14:xfrm>
            </p:contentPart>
          </mc:Choice>
          <mc:Fallback>
            <p:pic>
              <p:nvPicPr>
                <p:cNvPr id="97" name="Ink 96">
                  <a:extLst>
                    <a:ext uri="{FF2B5EF4-FFF2-40B4-BE49-F238E27FC236}">
                      <a16:creationId xmlns:a16="http://schemas.microsoft.com/office/drawing/2014/main" id="{91DD47FE-27F0-90D6-4A2B-EA48BADAE4AF}"/>
                    </a:ext>
                  </a:extLst>
                </p:cNvPr>
                <p:cNvPicPr/>
                <p:nvPr/>
              </p:nvPicPr>
              <p:blipFill>
                <a:blip r:embed="rId158"/>
                <a:stretch>
                  <a:fillRect/>
                </a:stretch>
              </p:blipFill>
              <p:spPr>
                <a:xfrm>
                  <a:off x="9552541" y="5475058"/>
                  <a:ext cx="61920" cy="59220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8" name="Ink 97">
                  <a:extLst>
                    <a:ext uri="{FF2B5EF4-FFF2-40B4-BE49-F238E27FC236}">
                      <a16:creationId xmlns:a16="http://schemas.microsoft.com/office/drawing/2014/main" id="{9DBB6335-16F1-4C7B-7169-CDFD2FA6286E}"/>
                    </a:ext>
                  </a:extLst>
                </p14:cNvPr>
                <p14:cNvContentPartPr/>
                <p14:nvPr/>
              </p14:nvContentPartPr>
              <p14:xfrm>
                <a:off x="9433741" y="5817418"/>
                <a:ext cx="330840" cy="59400"/>
              </p14:xfrm>
            </p:contentPart>
          </mc:Choice>
          <mc:Fallback>
            <p:pic>
              <p:nvPicPr>
                <p:cNvPr id="98" name="Ink 97">
                  <a:extLst>
                    <a:ext uri="{FF2B5EF4-FFF2-40B4-BE49-F238E27FC236}">
                      <a16:creationId xmlns:a16="http://schemas.microsoft.com/office/drawing/2014/main" id="{9DBB6335-16F1-4C7B-7169-CDFD2FA6286E}"/>
                    </a:ext>
                  </a:extLst>
                </p:cNvPr>
                <p:cNvPicPr/>
                <p:nvPr/>
              </p:nvPicPr>
              <p:blipFill>
                <a:blip r:embed="rId160"/>
                <a:stretch>
                  <a:fillRect/>
                </a:stretch>
              </p:blipFill>
              <p:spPr>
                <a:xfrm>
                  <a:off x="9427621" y="5811298"/>
                  <a:ext cx="34308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00" name="Ink 99">
                  <a:extLst>
                    <a:ext uri="{FF2B5EF4-FFF2-40B4-BE49-F238E27FC236}">
                      <a16:creationId xmlns:a16="http://schemas.microsoft.com/office/drawing/2014/main" id="{7C2A39EA-AEEC-90F2-4935-6D00DEA26B8B}"/>
                    </a:ext>
                  </a:extLst>
                </p14:cNvPr>
                <p14:cNvContentPartPr/>
                <p14:nvPr/>
              </p14:nvContentPartPr>
              <p14:xfrm>
                <a:off x="10124221" y="3986458"/>
                <a:ext cx="16920" cy="203400"/>
              </p14:xfrm>
            </p:contentPart>
          </mc:Choice>
          <mc:Fallback>
            <p:pic>
              <p:nvPicPr>
                <p:cNvPr id="100" name="Ink 99">
                  <a:extLst>
                    <a:ext uri="{FF2B5EF4-FFF2-40B4-BE49-F238E27FC236}">
                      <a16:creationId xmlns:a16="http://schemas.microsoft.com/office/drawing/2014/main" id="{7C2A39EA-AEEC-90F2-4935-6D00DEA26B8B}"/>
                    </a:ext>
                  </a:extLst>
                </p:cNvPr>
                <p:cNvPicPr/>
                <p:nvPr/>
              </p:nvPicPr>
              <p:blipFill>
                <a:blip r:embed="rId162"/>
                <a:stretch>
                  <a:fillRect/>
                </a:stretch>
              </p:blipFill>
              <p:spPr>
                <a:xfrm>
                  <a:off x="10118101" y="3980338"/>
                  <a:ext cx="2916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01" name="Ink 100">
                  <a:extLst>
                    <a:ext uri="{FF2B5EF4-FFF2-40B4-BE49-F238E27FC236}">
                      <a16:creationId xmlns:a16="http://schemas.microsoft.com/office/drawing/2014/main" id="{5EC5C3B9-093C-E821-7807-8979E956AB89}"/>
                    </a:ext>
                  </a:extLst>
                </p14:cNvPr>
                <p14:cNvContentPartPr/>
                <p14:nvPr/>
              </p14:nvContentPartPr>
              <p14:xfrm>
                <a:off x="10184341" y="3950818"/>
                <a:ext cx="91080" cy="172800"/>
              </p14:xfrm>
            </p:contentPart>
          </mc:Choice>
          <mc:Fallback>
            <p:pic>
              <p:nvPicPr>
                <p:cNvPr id="101" name="Ink 100">
                  <a:extLst>
                    <a:ext uri="{FF2B5EF4-FFF2-40B4-BE49-F238E27FC236}">
                      <a16:creationId xmlns:a16="http://schemas.microsoft.com/office/drawing/2014/main" id="{5EC5C3B9-093C-E821-7807-8979E956AB89}"/>
                    </a:ext>
                  </a:extLst>
                </p:cNvPr>
                <p:cNvPicPr/>
                <p:nvPr/>
              </p:nvPicPr>
              <p:blipFill>
                <a:blip r:embed="rId164"/>
                <a:stretch>
                  <a:fillRect/>
                </a:stretch>
              </p:blipFill>
              <p:spPr>
                <a:xfrm>
                  <a:off x="10178221" y="3944698"/>
                  <a:ext cx="10332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02" name="Ink 101">
                  <a:extLst>
                    <a:ext uri="{FF2B5EF4-FFF2-40B4-BE49-F238E27FC236}">
                      <a16:creationId xmlns:a16="http://schemas.microsoft.com/office/drawing/2014/main" id="{8C84C087-0869-47BC-0ADF-584E5476885F}"/>
                    </a:ext>
                  </a:extLst>
                </p14:cNvPr>
                <p14:cNvContentPartPr/>
                <p14:nvPr/>
              </p14:nvContentPartPr>
              <p14:xfrm>
                <a:off x="10332301" y="4000138"/>
                <a:ext cx="114840" cy="115920"/>
              </p14:xfrm>
            </p:contentPart>
          </mc:Choice>
          <mc:Fallback>
            <p:pic>
              <p:nvPicPr>
                <p:cNvPr id="102" name="Ink 101">
                  <a:extLst>
                    <a:ext uri="{FF2B5EF4-FFF2-40B4-BE49-F238E27FC236}">
                      <a16:creationId xmlns:a16="http://schemas.microsoft.com/office/drawing/2014/main" id="{8C84C087-0869-47BC-0ADF-584E5476885F}"/>
                    </a:ext>
                  </a:extLst>
                </p:cNvPr>
                <p:cNvPicPr/>
                <p:nvPr/>
              </p:nvPicPr>
              <p:blipFill>
                <a:blip r:embed="rId166"/>
                <a:stretch>
                  <a:fillRect/>
                </a:stretch>
              </p:blipFill>
              <p:spPr>
                <a:xfrm>
                  <a:off x="10326181" y="3994018"/>
                  <a:ext cx="12708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03" name="Ink 102">
                  <a:extLst>
                    <a:ext uri="{FF2B5EF4-FFF2-40B4-BE49-F238E27FC236}">
                      <a16:creationId xmlns:a16="http://schemas.microsoft.com/office/drawing/2014/main" id="{B7BAF724-B3F2-A200-E0DC-E61387B46F82}"/>
                    </a:ext>
                  </a:extLst>
                </p14:cNvPr>
                <p14:cNvContentPartPr/>
                <p14:nvPr/>
              </p14:nvContentPartPr>
              <p14:xfrm>
                <a:off x="10588261" y="3934618"/>
                <a:ext cx="166320" cy="286920"/>
              </p14:xfrm>
            </p:contentPart>
          </mc:Choice>
          <mc:Fallback>
            <p:pic>
              <p:nvPicPr>
                <p:cNvPr id="103" name="Ink 102">
                  <a:extLst>
                    <a:ext uri="{FF2B5EF4-FFF2-40B4-BE49-F238E27FC236}">
                      <a16:creationId xmlns:a16="http://schemas.microsoft.com/office/drawing/2014/main" id="{B7BAF724-B3F2-A200-E0DC-E61387B46F82}"/>
                    </a:ext>
                  </a:extLst>
                </p:cNvPr>
                <p:cNvPicPr/>
                <p:nvPr/>
              </p:nvPicPr>
              <p:blipFill>
                <a:blip r:embed="rId168"/>
                <a:stretch>
                  <a:fillRect/>
                </a:stretch>
              </p:blipFill>
              <p:spPr>
                <a:xfrm>
                  <a:off x="10582141" y="3928498"/>
                  <a:ext cx="17856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04" name="Ink 103">
                  <a:extLst>
                    <a:ext uri="{FF2B5EF4-FFF2-40B4-BE49-F238E27FC236}">
                      <a16:creationId xmlns:a16="http://schemas.microsoft.com/office/drawing/2014/main" id="{E0D39702-593B-16C2-BC33-6885C61C76A8}"/>
                    </a:ext>
                  </a:extLst>
                </p14:cNvPr>
                <p14:cNvContentPartPr/>
                <p14:nvPr/>
              </p14:nvContentPartPr>
              <p14:xfrm>
                <a:off x="10850701" y="3888538"/>
                <a:ext cx="59040" cy="250200"/>
              </p14:xfrm>
            </p:contentPart>
          </mc:Choice>
          <mc:Fallback>
            <p:pic>
              <p:nvPicPr>
                <p:cNvPr id="104" name="Ink 103">
                  <a:extLst>
                    <a:ext uri="{FF2B5EF4-FFF2-40B4-BE49-F238E27FC236}">
                      <a16:creationId xmlns:a16="http://schemas.microsoft.com/office/drawing/2014/main" id="{E0D39702-593B-16C2-BC33-6885C61C76A8}"/>
                    </a:ext>
                  </a:extLst>
                </p:cNvPr>
                <p:cNvPicPr/>
                <p:nvPr/>
              </p:nvPicPr>
              <p:blipFill>
                <a:blip r:embed="rId170"/>
                <a:stretch>
                  <a:fillRect/>
                </a:stretch>
              </p:blipFill>
              <p:spPr>
                <a:xfrm>
                  <a:off x="10844581" y="3882418"/>
                  <a:ext cx="7128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05" name="Ink 104">
                  <a:extLst>
                    <a:ext uri="{FF2B5EF4-FFF2-40B4-BE49-F238E27FC236}">
                      <a16:creationId xmlns:a16="http://schemas.microsoft.com/office/drawing/2014/main" id="{317923A6-FEFB-473E-789E-998CC91A3D4B}"/>
                    </a:ext>
                  </a:extLst>
                </p14:cNvPr>
                <p14:cNvContentPartPr/>
                <p14:nvPr/>
              </p14:nvContentPartPr>
              <p14:xfrm>
                <a:off x="11011261" y="3937498"/>
                <a:ext cx="60480" cy="254160"/>
              </p14:xfrm>
            </p:contentPart>
          </mc:Choice>
          <mc:Fallback>
            <p:pic>
              <p:nvPicPr>
                <p:cNvPr id="105" name="Ink 104">
                  <a:extLst>
                    <a:ext uri="{FF2B5EF4-FFF2-40B4-BE49-F238E27FC236}">
                      <a16:creationId xmlns:a16="http://schemas.microsoft.com/office/drawing/2014/main" id="{317923A6-FEFB-473E-789E-998CC91A3D4B}"/>
                    </a:ext>
                  </a:extLst>
                </p:cNvPr>
                <p:cNvPicPr/>
                <p:nvPr/>
              </p:nvPicPr>
              <p:blipFill>
                <a:blip r:embed="rId172"/>
                <a:stretch>
                  <a:fillRect/>
                </a:stretch>
              </p:blipFill>
              <p:spPr>
                <a:xfrm>
                  <a:off x="11005141" y="3931378"/>
                  <a:ext cx="7272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6" name="Ink 105">
                  <a:extLst>
                    <a:ext uri="{FF2B5EF4-FFF2-40B4-BE49-F238E27FC236}">
                      <a16:creationId xmlns:a16="http://schemas.microsoft.com/office/drawing/2014/main" id="{DF5F71F6-5601-1428-9DCB-3822E3CD6B53}"/>
                    </a:ext>
                  </a:extLst>
                </p14:cNvPr>
                <p14:cNvContentPartPr/>
                <p14:nvPr/>
              </p14:nvContentPartPr>
              <p14:xfrm>
                <a:off x="10952581" y="4096978"/>
                <a:ext cx="221760" cy="22320"/>
              </p14:xfrm>
            </p:contentPart>
          </mc:Choice>
          <mc:Fallback>
            <p:pic>
              <p:nvPicPr>
                <p:cNvPr id="106" name="Ink 105">
                  <a:extLst>
                    <a:ext uri="{FF2B5EF4-FFF2-40B4-BE49-F238E27FC236}">
                      <a16:creationId xmlns:a16="http://schemas.microsoft.com/office/drawing/2014/main" id="{DF5F71F6-5601-1428-9DCB-3822E3CD6B53}"/>
                    </a:ext>
                  </a:extLst>
                </p:cNvPr>
                <p:cNvPicPr/>
                <p:nvPr/>
              </p:nvPicPr>
              <p:blipFill>
                <a:blip r:embed="rId174"/>
                <a:stretch>
                  <a:fillRect/>
                </a:stretch>
              </p:blipFill>
              <p:spPr>
                <a:xfrm>
                  <a:off x="10946461" y="4090858"/>
                  <a:ext cx="23400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7" name="Ink 106">
                  <a:extLst>
                    <a:ext uri="{FF2B5EF4-FFF2-40B4-BE49-F238E27FC236}">
                      <a16:creationId xmlns:a16="http://schemas.microsoft.com/office/drawing/2014/main" id="{BC7EC517-B11B-E5BE-2104-70A751BEF355}"/>
                    </a:ext>
                  </a:extLst>
                </p14:cNvPr>
                <p14:cNvContentPartPr/>
                <p14:nvPr/>
              </p14:nvContentPartPr>
              <p14:xfrm>
                <a:off x="11169661" y="3994738"/>
                <a:ext cx="181080" cy="241200"/>
              </p14:xfrm>
            </p:contentPart>
          </mc:Choice>
          <mc:Fallback>
            <p:pic>
              <p:nvPicPr>
                <p:cNvPr id="107" name="Ink 106">
                  <a:extLst>
                    <a:ext uri="{FF2B5EF4-FFF2-40B4-BE49-F238E27FC236}">
                      <a16:creationId xmlns:a16="http://schemas.microsoft.com/office/drawing/2014/main" id="{BC7EC517-B11B-E5BE-2104-70A751BEF355}"/>
                    </a:ext>
                  </a:extLst>
                </p:cNvPr>
                <p:cNvPicPr/>
                <p:nvPr/>
              </p:nvPicPr>
              <p:blipFill>
                <a:blip r:embed="rId176"/>
                <a:stretch>
                  <a:fillRect/>
                </a:stretch>
              </p:blipFill>
              <p:spPr>
                <a:xfrm>
                  <a:off x="11163541" y="3988618"/>
                  <a:ext cx="1933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8" name="Ink 107">
                  <a:extLst>
                    <a:ext uri="{FF2B5EF4-FFF2-40B4-BE49-F238E27FC236}">
                      <a16:creationId xmlns:a16="http://schemas.microsoft.com/office/drawing/2014/main" id="{99E88161-3B5A-D694-F7ED-9244ED754445}"/>
                    </a:ext>
                  </a:extLst>
                </p14:cNvPr>
                <p14:cNvContentPartPr/>
                <p14:nvPr/>
              </p14:nvContentPartPr>
              <p14:xfrm>
                <a:off x="11388541" y="3955138"/>
                <a:ext cx="108000" cy="80280"/>
              </p14:xfrm>
            </p:contentPart>
          </mc:Choice>
          <mc:Fallback>
            <p:pic>
              <p:nvPicPr>
                <p:cNvPr id="108" name="Ink 107">
                  <a:extLst>
                    <a:ext uri="{FF2B5EF4-FFF2-40B4-BE49-F238E27FC236}">
                      <a16:creationId xmlns:a16="http://schemas.microsoft.com/office/drawing/2014/main" id="{99E88161-3B5A-D694-F7ED-9244ED754445}"/>
                    </a:ext>
                  </a:extLst>
                </p:cNvPr>
                <p:cNvPicPr/>
                <p:nvPr/>
              </p:nvPicPr>
              <p:blipFill>
                <a:blip r:embed="rId178"/>
                <a:stretch>
                  <a:fillRect/>
                </a:stretch>
              </p:blipFill>
              <p:spPr>
                <a:xfrm>
                  <a:off x="11382421" y="3949018"/>
                  <a:ext cx="12024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9" name="Ink 108">
                  <a:extLst>
                    <a:ext uri="{FF2B5EF4-FFF2-40B4-BE49-F238E27FC236}">
                      <a16:creationId xmlns:a16="http://schemas.microsoft.com/office/drawing/2014/main" id="{38DD3F37-53C9-DE97-F80B-1202CD516D3F}"/>
                    </a:ext>
                  </a:extLst>
                </p14:cNvPr>
                <p14:cNvContentPartPr/>
                <p14:nvPr/>
              </p14:nvContentPartPr>
              <p14:xfrm>
                <a:off x="11459821" y="4051618"/>
                <a:ext cx="264960" cy="199080"/>
              </p14:xfrm>
            </p:contentPart>
          </mc:Choice>
          <mc:Fallback>
            <p:pic>
              <p:nvPicPr>
                <p:cNvPr id="109" name="Ink 108">
                  <a:extLst>
                    <a:ext uri="{FF2B5EF4-FFF2-40B4-BE49-F238E27FC236}">
                      <a16:creationId xmlns:a16="http://schemas.microsoft.com/office/drawing/2014/main" id="{38DD3F37-53C9-DE97-F80B-1202CD516D3F}"/>
                    </a:ext>
                  </a:extLst>
                </p:cNvPr>
                <p:cNvPicPr/>
                <p:nvPr/>
              </p:nvPicPr>
              <p:blipFill>
                <a:blip r:embed="rId180"/>
                <a:stretch>
                  <a:fillRect/>
                </a:stretch>
              </p:blipFill>
              <p:spPr>
                <a:xfrm>
                  <a:off x="11453701" y="4045498"/>
                  <a:ext cx="27720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10" name="Ink 109">
                  <a:extLst>
                    <a:ext uri="{FF2B5EF4-FFF2-40B4-BE49-F238E27FC236}">
                      <a16:creationId xmlns:a16="http://schemas.microsoft.com/office/drawing/2014/main" id="{625D024D-B919-FBB2-66BF-44A18D034177}"/>
                    </a:ext>
                  </a:extLst>
                </p14:cNvPr>
                <p14:cNvContentPartPr/>
                <p14:nvPr/>
              </p14:nvContentPartPr>
              <p14:xfrm>
                <a:off x="11556661" y="4161418"/>
                <a:ext cx="184680" cy="144720"/>
              </p14:xfrm>
            </p:contentPart>
          </mc:Choice>
          <mc:Fallback>
            <p:pic>
              <p:nvPicPr>
                <p:cNvPr id="110" name="Ink 109">
                  <a:extLst>
                    <a:ext uri="{FF2B5EF4-FFF2-40B4-BE49-F238E27FC236}">
                      <a16:creationId xmlns:a16="http://schemas.microsoft.com/office/drawing/2014/main" id="{625D024D-B919-FBB2-66BF-44A18D034177}"/>
                    </a:ext>
                  </a:extLst>
                </p:cNvPr>
                <p:cNvPicPr/>
                <p:nvPr/>
              </p:nvPicPr>
              <p:blipFill>
                <a:blip r:embed="rId182"/>
                <a:stretch>
                  <a:fillRect/>
                </a:stretch>
              </p:blipFill>
              <p:spPr>
                <a:xfrm>
                  <a:off x="11550541" y="4155298"/>
                  <a:ext cx="19692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11" name="Ink 110">
                  <a:extLst>
                    <a:ext uri="{FF2B5EF4-FFF2-40B4-BE49-F238E27FC236}">
                      <a16:creationId xmlns:a16="http://schemas.microsoft.com/office/drawing/2014/main" id="{99A81C39-5AEE-80DB-D349-F88A8407E5CF}"/>
                    </a:ext>
                  </a:extLst>
                </p14:cNvPr>
                <p14:cNvContentPartPr/>
                <p14:nvPr/>
              </p14:nvContentPartPr>
              <p14:xfrm>
                <a:off x="11719741" y="3936778"/>
                <a:ext cx="195480" cy="450000"/>
              </p14:xfrm>
            </p:contentPart>
          </mc:Choice>
          <mc:Fallback>
            <p:pic>
              <p:nvPicPr>
                <p:cNvPr id="111" name="Ink 110">
                  <a:extLst>
                    <a:ext uri="{FF2B5EF4-FFF2-40B4-BE49-F238E27FC236}">
                      <a16:creationId xmlns:a16="http://schemas.microsoft.com/office/drawing/2014/main" id="{99A81C39-5AEE-80DB-D349-F88A8407E5CF}"/>
                    </a:ext>
                  </a:extLst>
                </p:cNvPr>
                <p:cNvPicPr/>
                <p:nvPr/>
              </p:nvPicPr>
              <p:blipFill>
                <a:blip r:embed="rId184"/>
                <a:stretch>
                  <a:fillRect/>
                </a:stretch>
              </p:blipFill>
              <p:spPr>
                <a:xfrm>
                  <a:off x="11713621" y="3930658"/>
                  <a:ext cx="207720" cy="46224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12" name="Ink 111">
                  <a:extLst>
                    <a:ext uri="{FF2B5EF4-FFF2-40B4-BE49-F238E27FC236}">
                      <a16:creationId xmlns:a16="http://schemas.microsoft.com/office/drawing/2014/main" id="{0540DA39-03E1-CB71-7167-46DD11E6576A}"/>
                    </a:ext>
                  </a:extLst>
                </p14:cNvPr>
                <p14:cNvContentPartPr/>
                <p14:nvPr/>
              </p14:nvContentPartPr>
              <p14:xfrm>
                <a:off x="10039981" y="4440058"/>
                <a:ext cx="1702080" cy="248760"/>
              </p14:xfrm>
            </p:contentPart>
          </mc:Choice>
          <mc:Fallback>
            <p:pic>
              <p:nvPicPr>
                <p:cNvPr id="112" name="Ink 111">
                  <a:extLst>
                    <a:ext uri="{FF2B5EF4-FFF2-40B4-BE49-F238E27FC236}">
                      <a16:creationId xmlns:a16="http://schemas.microsoft.com/office/drawing/2014/main" id="{0540DA39-03E1-CB71-7167-46DD11E6576A}"/>
                    </a:ext>
                  </a:extLst>
                </p:cNvPr>
                <p:cNvPicPr/>
                <p:nvPr/>
              </p:nvPicPr>
              <p:blipFill>
                <a:blip r:embed="rId186"/>
                <a:stretch>
                  <a:fillRect/>
                </a:stretch>
              </p:blipFill>
              <p:spPr>
                <a:xfrm>
                  <a:off x="10033861" y="4433938"/>
                  <a:ext cx="171432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14" name="Ink 113">
                  <a:extLst>
                    <a:ext uri="{FF2B5EF4-FFF2-40B4-BE49-F238E27FC236}">
                      <a16:creationId xmlns:a16="http://schemas.microsoft.com/office/drawing/2014/main" id="{EBA4B831-A385-951E-F097-F2AA7CF8BD5E}"/>
                    </a:ext>
                  </a:extLst>
                </p14:cNvPr>
                <p14:cNvContentPartPr/>
                <p14:nvPr/>
              </p14:nvContentPartPr>
              <p14:xfrm>
                <a:off x="10361821" y="4747858"/>
                <a:ext cx="36000" cy="285840"/>
              </p14:xfrm>
            </p:contentPart>
          </mc:Choice>
          <mc:Fallback>
            <p:pic>
              <p:nvPicPr>
                <p:cNvPr id="114" name="Ink 113">
                  <a:extLst>
                    <a:ext uri="{FF2B5EF4-FFF2-40B4-BE49-F238E27FC236}">
                      <a16:creationId xmlns:a16="http://schemas.microsoft.com/office/drawing/2014/main" id="{EBA4B831-A385-951E-F097-F2AA7CF8BD5E}"/>
                    </a:ext>
                  </a:extLst>
                </p:cNvPr>
                <p:cNvPicPr/>
                <p:nvPr/>
              </p:nvPicPr>
              <p:blipFill>
                <a:blip r:embed="rId188"/>
                <a:stretch>
                  <a:fillRect/>
                </a:stretch>
              </p:blipFill>
              <p:spPr>
                <a:xfrm>
                  <a:off x="10355701" y="4741738"/>
                  <a:ext cx="48240" cy="29808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15" name="Ink 114">
                  <a:extLst>
                    <a:ext uri="{FF2B5EF4-FFF2-40B4-BE49-F238E27FC236}">
                      <a16:creationId xmlns:a16="http://schemas.microsoft.com/office/drawing/2014/main" id="{F6EDD0EA-26A2-9573-5CC9-DDE79EA31764}"/>
                    </a:ext>
                  </a:extLst>
                </p14:cNvPr>
                <p14:cNvContentPartPr/>
                <p14:nvPr/>
              </p14:nvContentPartPr>
              <p14:xfrm>
                <a:off x="10482781" y="4788898"/>
                <a:ext cx="23400" cy="211680"/>
              </p14:xfrm>
            </p:contentPart>
          </mc:Choice>
          <mc:Fallback>
            <p:pic>
              <p:nvPicPr>
                <p:cNvPr id="115" name="Ink 114">
                  <a:extLst>
                    <a:ext uri="{FF2B5EF4-FFF2-40B4-BE49-F238E27FC236}">
                      <a16:creationId xmlns:a16="http://schemas.microsoft.com/office/drawing/2014/main" id="{F6EDD0EA-26A2-9573-5CC9-DDE79EA31764}"/>
                    </a:ext>
                  </a:extLst>
                </p:cNvPr>
                <p:cNvPicPr/>
                <p:nvPr/>
              </p:nvPicPr>
              <p:blipFill>
                <a:blip r:embed="rId190"/>
                <a:stretch>
                  <a:fillRect/>
                </a:stretch>
              </p:blipFill>
              <p:spPr>
                <a:xfrm>
                  <a:off x="10476661" y="4782778"/>
                  <a:ext cx="3564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16" name="Ink 115">
                  <a:extLst>
                    <a:ext uri="{FF2B5EF4-FFF2-40B4-BE49-F238E27FC236}">
                      <a16:creationId xmlns:a16="http://schemas.microsoft.com/office/drawing/2014/main" id="{CF954DB3-A3B8-EE0B-9228-FD060A26DD23}"/>
                    </a:ext>
                  </a:extLst>
                </p14:cNvPr>
                <p14:cNvContentPartPr/>
                <p14:nvPr/>
              </p14:nvContentPartPr>
              <p14:xfrm>
                <a:off x="10543981" y="4990858"/>
                <a:ext cx="48600" cy="63360"/>
              </p14:xfrm>
            </p:contentPart>
          </mc:Choice>
          <mc:Fallback>
            <p:pic>
              <p:nvPicPr>
                <p:cNvPr id="116" name="Ink 115">
                  <a:extLst>
                    <a:ext uri="{FF2B5EF4-FFF2-40B4-BE49-F238E27FC236}">
                      <a16:creationId xmlns:a16="http://schemas.microsoft.com/office/drawing/2014/main" id="{CF954DB3-A3B8-EE0B-9228-FD060A26DD23}"/>
                    </a:ext>
                  </a:extLst>
                </p:cNvPr>
                <p:cNvPicPr/>
                <p:nvPr/>
              </p:nvPicPr>
              <p:blipFill>
                <a:blip r:embed="rId192"/>
                <a:stretch>
                  <a:fillRect/>
                </a:stretch>
              </p:blipFill>
              <p:spPr>
                <a:xfrm>
                  <a:off x="10537861" y="4984738"/>
                  <a:ext cx="6084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17" name="Ink 116">
                  <a:extLst>
                    <a:ext uri="{FF2B5EF4-FFF2-40B4-BE49-F238E27FC236}">
                      <a16:creationId xmlns:a16="http://schemas.microsoft.com/office/drawing/2014/main" id="{095A69AD-46A8-DBFA-01E6-598734E94E61}"/>
                    </a:ext>
                  </a:extLst>
                </p14:cNvPr>
                <p14:cNvContentPartPr/>
                <p14:nvPr/>
              </p14:nvContentPartPr>
              <p14:xfrm>
                <a:off x="10682221" y="4780618"/>
                <a:ext cx="6840" cy="262440"/>
              </p14:xfrm>
            </p:contentPart>
          </mc:Choice>
          <mc:Fallback>
            <p:pic>
              <p:nvPicPr>
                <p:cNvPr id="117" name="Ink 116">
                  <a:extLst>
                    <a:ext uri="{FF2B5EF4-FFF2-40B4-BE49-F238E27FC236}">
                      <a16:creationId xmlns:a16="http://schemas.microsoft.com/office/drawing/2014/main" id="{095A69AD-46A8-DBFA-01E6-598734E94E61}"/>
                    </a:ext>
                  </a:extLst>
                </p:cNvPr>
                <p:cNvPicPr/>
                <p:nvPr/>
              </p:nvPicPr>
              <p:blipFill>
                <a:blip r:embed="rId194"/>
                <a:stretch>
                  <a:fillRect/>
                </a:stretch>
              </p:blipFill>
              <p:spPr>
                <a:xfrm>
                  <a:off x="10676101" y="4774498"/>
                  <a:ext cx="1908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18" name="Ink 117">
                  <a:extLst>
                    <a:ext uri="{FF2B5EF4-FFF2-40B4-BE49-F238E27FC236}">
                      <a16:creationId xmlns:a16="http://schemas.microsoft.com/office/drawing/2014/main" id="{F349A382-B169-CB15-206D-CDADE42A17AF}"/>
                    </a:ext>
                  </a:extLst>
                </p14:cNvPr>
                <p14:cNvContentPartPr/>
                <p14:nvPr/>
              </p14:nvContentPartPr>
              <p14:xfrm>
                <a:off x="10802461" y="4717978"/>
                <a:ext cx="122040" cy="165960"/>
              </p14:xfrm>
            </p:contentPart>
          </mc:Choice>
          <mc:Fallback>
            <p:pic>
              <p:nvPicPr>
                <p:cNvPr id="118" name="Ink 117">
                  <a:extLst>
                    <a:ext uri="{FF2B5EF4-FFF2-40B4-BE49-F238E27FC236}">
                      <a16:creationId xmlns:a16="http://schemas.microsoft.com/office/drawing/2014/main" id="{F349A382-B169-CB15-206D-CDADE42A17AF}"/>
                    </a:ext>
                  </a:extLst>
                </p:cNvPr>
                <p:cNvPicPr/>
                <p:nvPr/>
              </p:nvPicPr>
              <p:blipFill>
                <a:blip r:embed="rId196"/>
                <a:stretch>
                  <a:fillRect/>
                </a:stretch>
              </p:blipFill>
              <p:spPr>
                <a:xfrm>
                  <a:off x="10796341" y="4711858"/>
                  <a:ext cx="1342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19" name="Ink 118">
                  <a:extLst>
                    <a:ext uri="{FF2B5EF4-FFF2-40B4-BE49-F238E27FC236}">
                      <a16:creationId xmlns:a16="http://schemas.microsoft.com/office/drawing/2014/main" id="{07B5132E-3A79-39AB-C446-CC57D6CAC974}"/>
                    </a:ext>
                  </a:extLst>
                </p14:cNvPr>
                <p14:cNvContentPartPr/>
                <p14:nvPr/>
              </p14:nvContentPartPr>
              <p14:xfrm>
                <a:off x="10849261" y="4789978"/>
                <a:ext cx="232200" cy="196200"/>
              </p14:xfrm>
            </p:contentPart>
          </mc:Choice>
          <mc:Fallback>
            <p:pic>
              <p:nvPicPr>
                <p:cNvPr id="119" name="Ink 118">
                  <a:extLst>
                    <a:ext uri="{FF2B5EF4-FFF2-40B4-BE49-F238E27FC236}">
                      <a16:creationId xmlns:a16="http://schemas.microsoft.com/office/drawing/2014/main" id="{07B5132E-3A79-39AB-C446-CC57D6CAC974}"/>
                    </a:ext>
                  </a:extLst>
                </p:cNvPr>
                <p:cNvPicPr/>
                <p:nvPr/>
              </p:nvPicPr>
              <p:blipFill>
                <a:blip r:embed="rId198"/>
                <a:stretch>
                  <a:fillRect/>
                </a:stretch>
              </p:blipFill>
              <p:spPr>
                <a:xfrm>
                  <a:off x="10843141" y="4783858"/>
                  <a:ext cx="24444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20" name="Ink 119">
                  <a:extLst>
                    <a:ext uri="{FF2B5EF4-FFF2-40B4-BE49-F238E27FC236}">
                      <a16:creationId xmlns:a16="http://schemas.microsoft.com/office/drawing/2014/main" id="{BFC639B7-91F2-524D-3756-C6B31FF0B440}"/>
                    </a:ext>
                  </a:extLst>
                </p14:cNvPr>
                <p14:cNvContentPartPr/>
                <p14:nvPr/>
              </p14:nvContentPartPr>
              <p14:xfrm>
                <a:off x="10943221" y="4973578"/>
                <a:ext cx="126000" cy="114480"/>
              </p14:xfrm>
            </p:contentPart>
          </mc:Choice>
          <mc:Fallback>
            <p:pic>
              <p:nvPicPr>
                <p:cNvPr id="120" name="Ink 119">
                  <a:extLst>
                    <a:ext uri="{FF2B5EF4-FFF2-40B4-BE49-F238E27FC236}">
                      <a16:creationId xmlns:a16="http://schemas.microsoft.com/office/drawing/2014/main" id="{BFC639B7-91F2-524D-3756-C6B31FF0B440}"/>
                    </a:ext>
                  </a:extLst>
                </p:cNvPr>
                <p:cNvPicPr/>
                <p:nvPr/>
              </p:nvPicPr>
              <p:blipFill>
                <a:blip r:embed="rId200"/>
                <a:stretch>
                  <a:fillRect/>
                </a:stretch>
              </p:blipFill>
              <p:spPr>
                <a:xfrm>
                  <a:off x="10937101" y="4967458"/>
                  <a:ext cx="1382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21" name="Ink 120">
                  <a:extLst>
                    <a:ext uri="{FF2B5EF4-FFF2-40B4-BE49-F238E27FC236}">
                      <a16:creationId xmlns:a16="http://schemas.microsoft.com/office/drawing/2014/main" id="{0F3FA5B1-AEC3-21ED-179A-DD8355CA5162}"/>
                    </a:ext>
                  </a:extLst>
                </p14:cNvPr>
                <p14:cNvContentPartPr/>
                <p14:nvPr/>
              </p14:nvContentPartPr>
              <p14:xfrm>
                <a:off x="11123941" y="4878538"/>
                <a:ext cx="198360" cy="94680"/>
              </p14:xfrm>
            </p:contentPart>
          </mc:Choice>
          <mc:Fallback>
            <p:pic>
              <p:nvPicPr>
                <p:cNvPr id="121" name="Ink 120">
                  <a:extLst>
                    <a:ext uri="{FF2B5EF4-FFF2-40B4-BE49-F238E27FC236}">
                      <a16:creationId xmlns:a16="http://schemas.microsoft.com/office/drawing/2014/main" id="{0F3FA5B1-AEC3-21ED-179A-DD8355CA5162}"/>
                    </a:ext>
                  </a:extLst>
                </p:cNvPr>
                <p:cNvPicPr/>
                <p:nvPr/>
              </p:nvPicPr>
              <p:blipFill>
                <a:blip r:embed="rId202"/>
                <a:stretch>
                  <a:fillRect/>
                </a:stretch>
              </p:blipFill>
              <p:spPr>
                <a:xfrm>
                  <a:off x="11117821" y="4872418"/>
                  <a:ext cx="21060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22" name="Ink 121">
                  <a:extLst>
                    <a:ext uri="{FF2B5EF4-FFF2-40B4-BE49-F238E27FC236}">
                      <a16:creationId xmlns:a16="http://schemas.microsoft.com/office/drawing/2014/main" id="{004E0F33-07EB-1161-F95D-B91D2D608199}"/>
                    </a:ext>
                  </a:extLst>
                </p14:cNvPr>
                <p14:cNvContentPartPr/>
                <p14:nvPr/>
              </p14:nvContentPartPr>
              <p14:xfrm>
                <a:off x="11380621" y="4783498"/>
                <a:ext cx="221400" cy="267480"/>
              </p14:xfrm>
            </p:contentPart>
          </mc:Choice>
          <mc:Fallback>
            <p:pic>
              <p:nvPicPr>
                <p:cNvPr id="122" name="Ink 121">
                  <a:extLst>
                    <a:ext uri="{FF2B5EF4-FFF2-40B4-BE49-F238E27FC236}">
                      <a16:creationId xmlns:a16="http://schemas.microsoft.com/office/drawing/2014/main" id="{004E0F33-07EB-1161-F95D-B91D2D608199}"/>
                    </a:ext>
                  </a:extLst>
                </p:cNvPr>
                <p:cNvPicPr/>
                <p:nvPr/>
              </p:nvPicPr>
              <p:blipFill>
                <a:blip r:embed="rId204"/>
                <a:stretch>
                  <a:fillRect/>
                </a:stretch>
              </p:blipFill>
              <p:spPr>
                <a:xfrm>
                  <a:off x="11374501" y="4777378"/>
                  <a:ext cx="23364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23" name="Ink 122">
                  <a:extLst>
                    <a:ext uri="{FF2B5EF4-FFF2-40B4-BE49-F238E27FC236}">
                      <a16:creationId xmlns:a16="http://schemas.microsoft.com/office/drawing/2014/main" id="{153E15AC-1E3D-6C7F-4365-A964D8C8F4FC}"/>
                    </a:ext>
                  </a:extLst>
                </p14:cNvPr>
                <p14:cNvContentPartPr/>
                <p14:nvPr/>
              </p14:nvContentPartPr>
              <p14:xfrm>
                <a:off x="11602381" y="4765498"/>
                <a:ext cx="129240" cy="159480"/>
              </p14:xfrm>
            </p:contentPart>
          </mc:Choice>
          <mc:Fallback>
            <p:pic>
              <p:nvPicPr>
                <p:cNvPr id="123" name="Ink 122">
                  <a:extLst>
                    <a:ext uri="{FF2B5EF4-FFF2-40B4-BE49-F238E27FC236}">
                      <a16:creationId xmlns:a16="http://schemas.microsoft.com/office/drawing/2014/main" id="{153E15AC-1E3D-6C7F-4365-A964D8C8F4FC}"/>
                    </a:ext>
                  </a:extLst>
                </p:cNvPr>
                <p:cNvPicPr/>
                <p:nvPr/>
              </p:nvPicPr>
              <p:blipFill>
                <a:blip r:embed="rId206"/>
                <a:stretch>
                  <a:fillRect/>
                </a:stretch>
              </p:blipFill>
              <p:spPr>
                <a:xfrm>
                  <a:off x="11596261" y="4759378"/>
                  <a:ext cx="1414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24" name="Ink 123">
                  <a:extLst>
                    <a:ext uri="{FF2B5EF4-FFF2-40B4-BE49-F238E27FC236}">
                      <a16:creationId xmlns:a16="http://schemas.microsoft.com/office/drawing/2014/main" id="{3F06482C-9B1A-002E-89FD-1731FBCD9D43}"/>
                    </a:ext>
                  </a:extLst>
                </p14:cNvPr>
                <p14:cNvContentPartPr/>
                <p14:nvPr/>
              </p14:nvContentPartPr>
              <p14:xfrm>
                <a:off x="11533261" y="4812658"/>
                <a:ext cx="324720" cy="304560"/>
              </p14:xfrm>
            </p:contentPart>
          </mc:Choice>
          <mc:Fallback>
            <p:pic>
              <p:nvPicPr>
                <p:cNvPr id="124" name="Ink 123">
                  <a:extLst>
                    <a:ext uri="{FF2B5EF4-FFF2-40B4-BE49-F238E27FC236}">
                      <a16:creationId xmlns:a16="http://schemas.microsoft.com/office/drawing/2014/main" id="{3F06482C-9B1A-002E-89FD-1731FBCD9D43}"/>
                    </a:ext>
                  </a:extLst>
                </p:cNvPr>
                <p:cNvPicPr/>
                <p:nvPr/>
              </p:nvPicPr>
              <p:blipFill>
                <a:blip r:embed="rId208"/>
                <a:stretch>
                  <a:fillRect/>
                </a:stretch>
              </p:blipFill>
              <p:spPr>
                <a:xfrm>
                  <a:off x="11527141" y="4806538"/>
                  <a:ext cx="33696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25" name="Ink 124">
                  <a:extLst>
                    <a:ext uri="{FF2B5EF4-FFF2-40B4-BE49-F238E27FC236}">
                      <a16:creationId xmlns:a16="http://schemas.microsoft.com/office/drawing/2014/main" id="{26DF383E-D373-FF8D-5B44-5ACD7BFDC212}"/>
                    </a:ext>
                  </a:extLst>
                </p14:cNvPr>
                <p14:cNvContentPartPr/>
                <p14:nvPr/>
              </p14:nvContentPartPr>
              <p14:xfrm>
                <a:off x="11656381" y="5063938"/>
                <a:ext cx="125280" cy="147240"/>
              </p14:xfrm>
            </p:contentPart>
          </mc:Choice>
          <mc:Fallback>
            <p:pic>
              <p:nvPicPr>
                <p:cNvPr id="125" name="Ink 124">
                  <a:extLst>
                    <a:ext uri="{FF2B5EF4-FFF2-40B4-BE49-F238E27FC236}">
                      <a16:creationId xmlns:a16="http://schemas.microsoft.com/office/drawing/2014/main" id="{26DF383E-D373-FF8D-5B44-5ACD7BFDC212}"/>
                    </a:ext>
                  </a:extLst>
                </p:cNvPr>
                <p:cNvPicPr/>
                <p:nvPr/>
              </p:nvPicPr>
              <p:blipFill>
                <a:blip r:embed="rId210"/>
                <a:stretch>
                  <a:fillRect/>
                </a:stretch>
              </p:blipFill>
              <p:spPr>
                <a:xfrm>
                  <a:off x="11650261" y="5057818"/>
                  <a:ext cx="1375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6" name="Ink 125">
                  <a:extLst>
                    <a:ext uri="{FF2B5EF4-FFF2-40B4-BE49-F238E27FC236}">
                      <a16:creationId xmlns:a16="http://schemas.microsoft.com/office/drawing/2014/main" id="{56A99C18-5378-1EE0-7978-AA55A752CFEF}"/>
                    </a:ext>
                  </a:extLst>
                </p14:cNvPr>
                <p14:cNvContentPartPr/>
                <p14:nvPr/>
              </p14:nvContentPartPr>
              <p14:xfrm>
                <a:off x="10318981" y="5328178"/>
                <a:ext cx="1810440" cy="160920"/>
              </p14:xfrm>
            </p:contentPart>
          </mc:Choice>
          <mc:Fallback>
            <p:pic>
              <p:nvPicPr>
                <p:cNvPr id="126" name="Ink 125">
                  <a:extLst>
                    <a:ext uri="{FF2B5EF4-FFF2-40B4-BE49-F238E27FC236}">
                      <a16:creationId xmlns:a16="http://schemas.microsoft.com/office/drawing/2014/main" id="{56A99C18-5378-1EE0-7978-AA55A752CFEF}"/>
                    </a:ext>
                  </a:extLst>
                </p:cNvPr>
                <p:cNvPicPr/>
                <p:nvPr/>
              </p:nvPicPr>
              <p:blipFill>
                <a:blip r:embed="rId212"/>
                <a:stretch>
                  <a:fillRect/>
                </a:stretch>
              </p:blipFill>
              <p:spPr>
                <a:xfrm>
                  <a:off x="10312861" y="5322058"/>
                  <a:ext cx="182268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27" name="Ink 126">
                  <a:extLst>
                    <a:ext uri="{FF2B5EF4-FFF2-40B4-BE49-F238E27FC236}">
                      <a16:creationId xmlns:a16="http://schemas.microsoft.com/office/drawing/2014/main" id="{5C98C6E3-8C3F-0139-7F1E-0D8B91A40F51}"/>
                    </a:ext>
                  </a:extLst>
                </p14:cNvPr>
                <p14:cNvContentPartPr/>
                <p14:nvPr/>
              </p14:nvContentPartPr>
              <p14:xfrm>
                <a:off x="9777541" y="4217218"/>
                <a:ext cx="389520" cy="1071360"/>
              </p14:xfrm>
            </p:contentPart>
          </mc:Choice>
          <mc:Fallback>
            <p:pic>
              <p:nvPicPr>
                <p:cNvPr id="127" name="Ink 126">
                  <a:extLst>
                    <a:ext uri="{FF2B5EF4-FFF2-40B4-BE49-F238E27FC236}">
                      <a16:creationId xmlns:a16="http://schemas.microsoft.com/office/drawing/2014/main" id="{5C98C6E3-8C3F-0139-7F1E-0D8B91A40F51}"/>
                    </a:ext>
                  </a:extLst>
                </p:cNvPr>
                <p:cNvPicPr/>
                <p:nvPr/>
              </p:nvPicPr>
              <p:blipFill>
                <a:blip r:embed="rId214"/>
                <a:stretch>
                  <a:fillRect/>
                </a:stretch>
              </p:blipFill>
              <p:spPr>
                <a:xfrm>
                  <a:off x="9771421" y="4211098"/>
                  <a:ext cx="401760" cy="108360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8" name="Ink 127">
                  <a:extLst>
                    <a:ext uri="{FF2B5EF4-FFF2-40B4-BE49-F238E27FC236}">
                      <a16:creationId xmlns:a16="http://schemas.microsoft.com/office/drawing/2014/main" id="{00E6F1FE-D973-A75E-1638-A5E884A65099}"/>
                    </a:ext>
                  </a:extLst>
                </p14:cNvPr>
                <p14:cNvContentPartPr/>
                <p14:nvPr/>
              </p14:nvContentPartPr>
              <p14:xfrm>
                <a:off x="11625781" y="3842098"/>
                <a:ext cx="277200" cy="1388160"/>
              </p14:xfrm>
            </p:contentPart>
          </mc:Choice>
          <mc:Fallback>
            <p:pic>
              <p:nvPicPr>
                <p:cNvPr id="128" name="Ink 127">
                  <a:extLst>
                    <a:ext uri="{FF2B5EF4-FFF2-40B4-BE49-F238E27FC236}">
                      <a16:creationId xmlns:a16="http://schemas.microsoft.com/office/drawing/2014/main" id="{00E6F1FE-D973-A75E-1638-A5E884A65099}"/>
                    </a:ext>
                  </a:extLst>
                </p:cNvPr>
                <p:cNvPicPr/>
                <p:nvPr/>
              </p:nvPicPr>
              <p:blipFill>
                <a:blip r:embed="rId216"/>
                <a:stretch>
                  <a:fillRect/>
                </a:stretch>
              </p:blipFill>
              <p:spPr>
                <a:xfrm>
                  <a:off x="11619661" y="3835978"/>
                  <a:ext cx="289440" cy="1400400"/>
                </a:xfrm>
                <a:prstGeom prst="rect">
                  <a:avLst/>
                </a:prstGeom>
              </p:spPr>
            </p:pic>
          </mc:Fallback>
        </mc:AlternateContent>
      </p:grpSp>
      <p:grpSp>
        <p:nvGrpSpPr>
          <p:cNvPr id="147" name="Group 146">
            <a:extLst>
              <a:ext uri="{FF2B5EF4-FFF2-40B4-BE49-F238E27FC236}">
                <a16:creationId xmlns:a16="http://schemas.microsoft.com/office/drawing/2014/main" id="{0BAD147D-2CE7-95C0-3598-74B48BE6486D}"/>
              </a:ext>
            </a:extLst>
          </p:cNvPr>
          <p:cNvGrpSpPr/>
          <p:nvPr/>
        </p:nvGrpSpPr>
        <p:grpSpPr>
          <a:xfrm>
            <a:off x="10445701" y="5544178"/>
            <a:ext cx="1710720" cy="762840"/>
            <a:chOff x="10445701" y="5544178"/>
            <a:chExt cx="1710720" cy="762840"/>
          </a:xfrm>
        </p:grpSpPr>
        <mc:AlternateContent xmlns:mc="http://schemas.openxmlformats.org/markup-compatibility/2006">
          <mc:Choice xmlns:p14="http://schemas.microsoft.com/office/powerpoint/2010/main" Requires="p14">
            <p:contentPart p14:bwMode="auto" r:id="rId217">
              <p14:nvContentPartPr>
                <p14:cNvPr id="130" name="Ink 129">
                  <a:extLst>
                    <a:ext uri="{FF2B5EF4-FFF2-40B4-BE49-F238E27FC236}">
                      <a16:creationId xmlns:a16="http://schemas.microsoft.com/office/drawing/2014/main" id="{0113650E-3BEA-C28C-17F0-CE15EC52B90A}"/>
                    </a:ext>
                  </a:extLst>
                </p14:cNvPr>
                <p14:cNvContentPartPr/>
                <p14:nvPr/>
              </p14:nvContentPartPr>
              <p14:xfrm>
                <a:off x="10445701" y="5746138"/>
                <a:ext cx="153720" cy="488160"/>
              </p14:xfrm>
            </p:contentPart>
          </mc:Choice>
          <mc:Fallback>
            <p:pic>
              <p:nvPicPr>
                <p:cNvPr id="130" name="Ink 129">
                  <a:extLst>
                    <a:ext uri="{FF2B5EF4-FFF2-40B4-BE49-F238E27FC236}">
                      <a16:creationId xmlns:a16="http://schemas.microsoft.com/office/drawing/2014/main" id="{0113650E-3BEA-C28C-17F0-CE15EC52B90A}"/>
                    </a:ext>
                  </a:extLst>
                </p:cNvPr>
                <p:cNvPicPr/>
                <p:nvPr/>
              </p:nvPicPr>
              <p:blipFill>
                <a:blip r:embed="rId218"/>
                <a:stretch>
                  <a:fillRect/>
                </a:stretch>
              </p:blipFill>
              <p:spPr>
                <a:xfrm>
                  <a:off x="10439581" y="5740018"/>
                  <a:ext cx="165960" cy="50040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31" name="Ink 130">
                  <a:extLst>
                    <a:ext uri="{FF2B5EF4-FFF2-40B4-BE49-F238E27FC236}">
                      <a16:creationId xmlns:a16="http://schemas.microsoft.com/office/drawing/2014/main" id="{783B3B2B-2E08-66AD-600E-398B4EA85730}"/>
                    </a:ext>
                  </a:extLst>
                </p14:cNvPr>
                <p14:cNvContentPartPr/>
                <p14:nvPr/>
              </p14:nvContentPartPr>
              <p14:xfrm>
                <a:off x="10687621" y="5824258"/>
                <a:ext cx="50400" cy="336960"/>
              </p14:xfrm>
            </p:contentPart>
          </mc:Choice>
          <mc:Fallback>
            <p:pic>
              <p:nvPicPr>
                <p:cNvPr id="131" name="Ink 130">
                  <a:extLst>
                    <a:ext uri="{FF2B5EF4-FFF2-40B4-BE49-F238E27FC236}">
                      <a16:creationId xmlns:a16="http://schemas.microsoft.com/office/drawing/2014/main" id="{783B3B2B-2E08-66AD-600E-398B4EA85730}"/>
                    </a:ext>
                  </a:extLst>
                </p:cNvPr>
                <p:cNvPicPr/>
                <p:nvPr/>
              </p:nvPicPr>
              <p:blipFill>
                <a:blip r:embed="rId220"/>
                <a:stretch>
                  <a:fillRect/>
                </a:stretch>
              </p:blipFill>
              <p:spPr>
                <a:xfrm>
                  <a:off x="10681501" y="5818138"/>
                  <a:ext cx="62640" cy="34920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32" name="Ink 131">
                  <a:extLst>
                    <a:ext uri="{FF2B5EF4-FFF2-40B4-BE49-F238E27FC236}">
                      <a16:creationId xmlns:a16="http://schemas.microsoft.com/office/drawing/2014/main" id="{3F0335E7-E975-3C68-BC9D-CD55A57B9A09}"/>
                    </a:ext>
                  </a:extLst>
                </p14:cNvPr>
                <p14:cNvContentPartPr/>
                <p14:nvPr/>
              </p14:nvContentPartPr>
              <p14:xfrm>
                <a:off x="10819021" y="5949178"/>
                <a:ext cx="37080" cy="247320"/>
              </p14:xfrm>
            </p:contentPart>
          </mc:Choice>
          <mc:Fallback>
            <p:pic>
              <p:nvPicPr>
                <p:cNvPr id="132" name="Ink 131">
                  <a:extLst>
                    <a:ext uri="{FF2B5EF4-FFF2-40B4-BE49-F238E27FC236}">
                      <a16:creationId xmlns:a16="http://schemas.microsoft.com/office/drawing/2014/main" id="{3F0335E7-E975-3C68-BC9D-CD55A57B9A09}"/>
                    </a:ext>
                  </a:extLst>
                </p:cNvPr>
                <p:cNvPicPr/>
                <p:nvPr/>
              </p:nvPicPr>
              <p:blipFill>
                <a:blip r:embed="rId222"/>
                <a:stretch>
                  <a:fillRect/>
                </a:stretch>
              </p:blipFill>
              <p:spPr>
                <a:xfrm>
                  <a:off x="10812901" y="5943058"/>
                  <a:ext cx="4932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33" name="Ink 132">
                  <a:extLst>
                    <a:ext uri="{FF2B5EF4-FFF2-40B4-BE49-F238E27FC236}">
                      <a16:creationId xmlns:a16="http://schemas.microsoft.com/office/drawing/2014/main" id="{888518AD-841C-41FD-FA8A-4F02CFE85B76}"/>
                    </a:ext>
                  </a:extLst>
                </p14:cNvPr>
                <p14:cNvContentPartPr/>
                <p14:nvPr/>
              </p14:nvContentPartPr>
              <p14:xfrm>
                <a:off x="10748101" y="6039898"/>
                <a:ext cx="254520" cy="123480"/>
              </p14:xfrm>
            </p:contentPart>
          </mc:Choice>
          <mc:Fallback>
            <p:pic>
              <p:nvPicPr>
                <p:cNvPr id="133" name="Ink 132">
                  <a:extLst>
                    <a:ext uri="{FF2B5EF4-FFF2-40B4-BE49-F238E27FC236}">
                      <a16:creationId xmlns:a16="http://schemas.microsoft.com/office/drawing/2014/main" id="{888518AD-841C-41FD-FA8A-4F02CFE85B76}"/>
                    </a:ext>
                  </a:extLst>
                </p:cNvPr>
                <p:cNvPicPr/>
                <p:nvPr/>
              </p:nvPicPr>
              <p:blipFill>
                <a:blip r:embed="rId224"/>
                <a:stretch>
                  <a:fillRect/>
                </a:stretch>
              </p:blipFill>
              <p:spPr>
                <a:xfrm>
                  <a:off x="10741981" y="6033778"/>
                  <a:ext cx="2667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34" name="Ink 133">
                  <a:extLst>
                    <a:ext uri="{FF2B5EF4-FFF2-40B4-BE49-F238E27FC236}">
                      <a16:creationId xmlns:a16="http://schemas.microsoft.com/office/drawing/2014/main" id="{4B2CD2B3-7B93-6C56-1CEA-6744EF76ECA0}"/>
                    </a:ext>
                  </a:extLst>
                </p14:cNvPr>
                <p14:cNvContentPartPr/>
                <p14:nvPr/>
              </p14:nvContentPartPr>
              <p14:xfrm>
                <a:off x="11080021" y="5888698"/>
                <a:ext cx="58320" cy="297360"/>
              </p14:xfrm>
            </p:contentPart>
          </mc:Choice>
          <mc:Fallback>
            <p:pic>
              <p:nvPicPr>
                <p:cNvPr id="134" name="Ink 133">
                  <a:extLst>
                    <a:ext uri="{FF2B5EF4-FFF2-40B4-BE49-F238E27FC236}">
                      <a16:creationId xmlns:a16="http://schemas.microsoft.com/office/drawing/2014/main" id="{4B2CD2B3-7B93-6C56-1CEA-6744EF76ECA0}"/>
                    </a:ext>
                  </a:extLst>
                </p:cNvPr>
                <p:cNvPicPr/>
                <p:nvPr/>
              </p:nvPicPr>
              <p:blipFill>
                <a:blip r:embed="rId226"/>
                <a:stretch>
                  <a:fillRect/>
                </a:stretch>
              </p:blipFill>
              <p:spPr>
                <a:xfrm>
                  <a:off x="11073901" y="5882578"/>
                  <a:ext cx="7056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5" name="Ink 134">
                  <a:extLst>
                    <a:ext uri="{FF2B5EF4-FFF2-40B4-BE49-F238E27FC236}">
                      <a16:creationId xmlns:a16="http://schemas.microsoft.com/office/drawing/2014/main" id="{922D8DBE-463E-3006-A35A-E6B2B1040AB9}"/>
                    </a:ext>
                  </a:extLst>
                </p14:cNvPr>
                <p14:cNvContentPartPr/>
                <p14:nvPr/>
              </p14:nvContentPartPr>
              <p14:xfrm>
                <a:off x="11162101" y="6211258"/>
                <a:ext cx="36360" cy="73800"/>
              </p14:xfrm>
            </p:contentPart>
          </mc:Choice>
          <mc:Fallback>
            <p:pic>
              <p:nvPicPr>
                <p:cNvPr id="135" name="Ink 134">
                  <a:extLst>
                    <a:ext uri="{FF2B5EF4-FFF2-40B4-BE49-F238E27FC236}">
                      <a16:creationId xmlns:a16="http://schemas.microsoft.com/office/drawing/2014/main" id="{922D8DBE-463E-3006-A35A-E6B2B1040AB9}"/>
                    </a:ext>
                  </a:extLst>
                </p:cNvPr>
                <p:cNvPicPr/>
                <p:nvPr/>
              </p:nvPicPr>
              <p:blipFill>
                <a:blip r:embed="rId228"/>
                <a:stretch>
                  <a:fillRect/>
                </a:stretch>
              </p:blipFill>
              <p:spPr>
                <a:xfrm>
                  <a:off x="11155981" y="6205138"/>
                  <a:ext cx="4860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6" name="Ink 135">
                  <a:extLst>
                    <a:ext uri="{FF2B5EF4-FFF2-40B4-BE49-F238E27FC236}">
                      <a16:creationId xmlns:a16="http://schemas.microsoft.com/office/drawing/2014/main" id="{DD44ADA6-540F-ED46-A774-078ABC690194}"/>
                    </a:ext>
                  </a:extLst>
                </p14:cNvPr>
                <p14:cNvContentPartPr/>
                <p14:nvPr/>
              </p14:nvContentPartPr>
              <p14:xfrm>
                <a:off x="11170741" y="5756578"/>
                <a:ext cx="87480" cy="550440"/>
              </p14:xfrm>
            </p:contentPart>
          </mc:Choice>
          <mc:Fallback>
            <p:pic>
              <p:nvPicPr>
                <p:cNvPr id="136" name="Ink 135">
                  <a:extLst>
                    <a:ext uri="{FF2B5EF4-FFF2-40B4-BE49-F238E27FC236}">
                      <a16:creationId xmlns:a16="http://schemas.microsoft.com/office/drawing/2014/main" id="{DD44ADA6-540F-ED46-A774-078ABC690194}"/>
                    </a:ext>
                  </a:extLst>
                </p:cNvPr>
                <p:cNvPicPr/>
                <p:nvPr/>
              </p:nvPicPr>
              <p:blipFill>
                <a:blip r:embed="rId230"/>
                <a:stretch>
                  <a:fillRect/>
                </a:stretch>
              </p:blipFill>
              <p:spPr>
                <a:xfrm>
                  <a:off x="11164621" y="5750458"/>
                  <a:ext cx="99720" cy="5626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7" name="Ink 136">
                  <a:extLst>
                    <a:ext uri="{FF2B5EF4-FFF2-40B4-BE49-F238E27FC236}">
                      <a16:creationId xmlns:a16="http://schemas.microsoft.com/office/drawing/2014/main" id="{BC44B835-5E19-1ABA-7C66-3C1476BFAE12}"/>
                    </a:ext>
                  </a:extLst>
                </p14:cNvPr>
                <p14:cNvContentPartPr/>
                <p14:nvPr/>
              </p14:nvContentPartPr>
              <p14:xfrm>
                <a:off x="11370901" y="6206218"/>
                <a:ext cx="27720" cy="35640"/>
              </p14:xfrm>
            </p:contentPart>
          </mc:Choice>
          <mc:Fallback>
            <p:pic>
              <p:nvPicPr>
                <p:cNvPr id="137" name="Ink 136">
                  <a:extLst>
                    <a:ext uri="{FF2B5EF4-FFF2-40B4-BE49-F238E27FC236}">
                      <a16:creationId xmlns:a16="http://schemas.microsoft.com/office/drawing/2014/main" id="{BC44B835-5E19-1ABA-7C66-3C1476BFAE12}"/>
                    </a:ext>
                  </a:extLst>
                </p:cNvPr>
                <p:cNvPicPr/>
                <p:nvPr/>
              </p:nvPicPr>
              <p:blipFill>
                <a:blip r:embed="rId232"/>
                <a:stretch>
                  <a:fillRect/>
                </a:stretch>
              </p:blipFill>
              <p:spPr>
                <a:xfrm>
                  <a:off x="11364781" y="6200098"/>
                  <a:ext cx="3996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38" name="Ink 137">
                  <a:extLst>
                    <a:ext uri="{FF2B5EF4-FFF2-40B4-BE49-F238E27FC236}">
                      <a16:creationId xmlns:a16="http://schemas.microsoft.com/office/drawing/2014/main" id="{64A5D7D9-0DF4-34B8-0AB5-3738E4F47009}"/>
                    </a:ext>
                  </a:extLst>
                </p14:cNvPr>
                <p14:cNvContentPartPr/>
                <p14:nvPr/>
              </p14:nvContentPartPr>
              <p14:xfrm>
                <a:off x="11468821" y="5667658"/>
                <a:ext cx="120240" cy="636480"/>
              </p14:xfrm>
            </p:contentPart>
          </mc:Choice>
          <mc:Fallback>
            <p:pic>
              <p:nvPicPr>
                <p:cNvPr id="138" name="Ink 137">
                  <a:extLst>
                    <a:ext uri="{FF2B5EF4-FFF2-40B4-BE49-F238E27FC236}">
                      <a16:creationId xmlns:a16="http://schemas.microsoft.com/office/drawing/2014/main" id="{64A5D7D9-0DF4-34B8-0AB5-3738E4F47009}"/>
                    </a:ext>
                  </a:extLst>
                </p:cNvPr>
                <p:cNvPicPr/>
                <p:nvPr/>
              </p:nvPicPr>
              <p:blipFill>
                <a:blip r:embed="rId234"/>
                <a:stretch>
                  <a:fillRect/>
                </a:stretch>
              </p:blipFill>
              <p:spPr>
                <a:xfrm>
                  <a:off x="11462701" y="5661538"/>
                  <a:ext cx="132480" cy="64872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39" name="Ink 138">
                  <a:extLst>
                    <a:ext uri="{FF2B5EF4-FFF2-40B4-BE49-F238E27FC236}">
                      <a16:creationId xmlns:a16="http://schemas.microsoft.com/office/drawing/2014/main" id="{F1F00450-DA84-D5E9-6E8C-C7F7027799D5}"/>
                    </a:ext>
                  </a:extLst>
                </p14:cNvPr>
                <p14:cNvContentPartPr/>
                <p14:nvPr/>
              </p14:nvContentPartPr>
              <p14:xfrm>
                <a:off x="11755021" y="5729938"/>
                <a:ext cx="93240" cy="124920"/>
              </p14:xfrm>
            </p:contentPart>
          </mc:Choice>
          <mc:Fallback>
            <p:pic>
              <p:nvPicPr>
                <p:cNvPr id="139" name="Ink 138">
                  <a:extLst>
                    <a:ext uri="{FF2B5EF4-FFF2-40B4-BE49-F238E27FC236}">
                      <a16:creationId xmlns:a16="http://schemas.microsoft.com/office/drawing/2014/main" id="{F1F00450-DA84-D5E9-6E8C-C7F7027799D5}"/>
                    </a:ext>
                  </a:extLst>
                </p:cNvPr>
                <p:cNvPicPr/>
                <p:nvPr/>
              </p:nvPicPr>
              <p:blipFill>
                <a:blip r:embed="rId236"/>
                <a:stretch>
                  <a:fillRect/>
                </a:stretch>
              </p:blipFill>
              <p:spPr>
                <a:xfrm>
                  <a:off x="11748901" y="5723818"/>
                  <a:ext cx="10548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40" name="Ink 139">
                  <a:extLst>
                    <a:ext uri="{FF2B5EF4-FFF2-40B4-BE49-F238E27FC236}">
                      <a16:creationId xmlns:a16="http://schemas.microsoft.com/office/drawing/2014/main" id="{8332696D-3BE5-B8D5-BB36-886E477101E1}"/>
                    </a:ext>
                  </a:extLst>
                </p14:cNvPr>
                <p14:cNvContentPartPr/>
                <p14:nvPr/>
              </p14:nvContentPartPr>
              <p14:xfrm>
                <a:off x="11654221" y="5856658"/>
                <a:ext cx="286560" cy="285840"/>
              </p14:xfrm>
            </p:contentPart>
          </mc:Choice>
          <mc:Fallback>
            <p:pic>
              <p:nvPicPr>
                <p:cNvPr id="140" name="Ink 139">
                  <a:extLst>
                    <a:ext uri="{FF2B5EF4-FFF2-40B4-BE49-F238E27FC236}">
                      <a16:creationId xmlns:a16="http://schemas.microsoft.com/office/drawing/2014/main" id="{8332696D-3BE5-B8D5-BB36-886E477101E1}"/>
                    </a:ext>
                  </a:extLst>
                </p:cNvPr>
                <p:cNvPicPr/>
                <p:nvPr/>
              </p:nvPicPr>
              <p:blipFill>
                <a:blip r:embed="rId238"/>
                <a:stretch>
                  <a:fillRect/>
                </a:stretch>
              </p:blipFill>
              <p:spPr>
                <a:xfrm>
                  <a:off x="11648101" y="5850538"/>
                  <a:ext cx="298800" cy="29808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41" name="Ink 140">
                  <a:extLst>
                    <a:ext uri="{FF2B5EF4-FFF2-40B4-BE49-F238E27FC236}">
                      <a16:creationId xmlns:a16="http://schemas.microsoft.com/office/drawing/2014/main" id="{D2F3FA21-7D6C-20E6-2A71-CB416CD65A8B}"/>
                    </a:ext>
                  </a:extLst>
                </p14:cNvPr>
                <p14:cNvContentPartPr/>
                <p14:nvPr/>
              </p14:nvContentPartPr>
              <p14:xfrm>
                <a:off x="11701381" y="6120538"/>
                <a:ext cx="120240" cy="186120"/>
              </p14:xfrm>
            </p:contentPart>
          </mc:Choice>
          <mc:Fallback>
            <p:pic>
              <p:nvPicPr>
                <p:cNvPr id="141" name="Ink 140">
                  <a:extLst>
                    <a:ext uri="{FF2B5EF4-FFF2-40B4-BE49-F238E27FC236}">
                      <a16:creationId xmlns:a16="http://schemas.microsoft.com/office/drawing/2014/main" id="{D2F3FA21-7D6C-20E6-2A71-CB416CD65A8B}"/>
                    </a:ext>
                  </a:extLst>
                </p:cNvPr>
                <p:cNvPicPr/>
                <p:nvPr/>
              </p:nvPicPr>
              <p:blipFill>
                <a:blip r:embed="rId240"/>
                <a:stretch>
                  <a:fillRect/>
                </a:stretch>
              </p:blipFill>
              <p:spPr>
                <a:xfrm>
                  <a:off x="11695261" y="6114418"/>
                  <a:ext cx="13248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42" name="Ink 141">
                  <a:extLst>
                    <a:ext uri="{FF2B5EF4-FFF2-40B4-BE49-F238E27FC236}">
                      <a16:creationId xmlns:a16="http://schemas.microsoft.com/office/drawing/2014/main" id="{FE06497C-87CE-B76B-2F07-22C16637936B}"/>
                    </a:ext>
                  </a:extLst>
                </p14:cNvPr>
                <p14:cNvContentPartPr/>
                <p14:nvPr/>
              </p14:nvContentPartPr>
              <p14:xfrm>
                <a:off x="11829181" y="5742178"/>
                <a:ext cx="211680" cy="531360"/>
              </p14:xfrm>
            </p:contentPart>
          </mc:Choice>
          <mc:Fallback>
            <p:pic>
              <p:nvPicPr>
                <p:cNvPr id="142" name="Ink 141">
                  <a:extLst>
                    <a:ext uri="{FF2B5EF4-FFF2-40B4-BE49-F238E27FC236}">
                      <a16:creationId xmlns:a16="http://schemas.microsoft.com/office/drawing/2014/main" id="{FE06497C-87CE-B76B-2F07-22C16637936B}"/>
                    </a:ext>
                  </a:extLst>
                </p:cNvPr>
                <p:cNvPicPr/>
                <p:nvPr/>
              </p:nvPicPr>
              <p:blipFill>
                <a:blip r:embed="rId242"/>
                <a:stretch>
                  <a:fillRect/>
                </a:stretch>
              </p:blipFill>
              <p:spPr>
                <a:xfrm>
                  <a:off x="11823061" y="5736058"/>
                  <a:ext cx="223920" cy="5436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43" name="Ink 142">
                  <a:extLst>
                    <a:ext uri="{FF2B5EF4-FFF2-40B4-BE49-F238E27FC236}">
                      <a16:creationId xmlns:a16="http://schemas.microsoft.com/office/drawing/2014/main" id="{8EBF46D7-E419-F2C8-7EC3-24F26820E623}"/>
                    </a:ext>
                  </a:extLst>
                </p14:cNvPr>
                <p14:cNvContentPartPr/>
                <p14:nvPr/>
              </p14:nvContentPartPr>
              <p14:xfrm>
                <a:off x="12070741" y="5544178"/>
                <a:ext cx="85680" cy="194400"/>
              </p14:xfrm>
            </p:contentPart>
          </mc:Choice>
          <mc:Fallback>
            <p:pic>
              <p:nvPicPr>
                <p:cNvPr id="143" name="Ink 142">
                  <a:extLst>
                    <a:ext uri="{FF2B5EF4-FFF2-40B4-BE49-F238E27FC236}">
                      <a16:creationId xmlns:a16="http://schemas.microsoft.com/office/drawing/2014/main" id="{8EBF46D7-E419-F2C8-7EC3-24F26820E623}"/>
                    </a:ext>
                  </a:extLst>
                </p:cNvPr>
                <p:cNvPicPr/>
                <p:nvPr/>
              </p:nvPicPr>
              <p:blipFill>
                <a:blip r:embed="rId244"/>
                <a:stretch>
                  <a:fillRect/>
                </a:stretch>
              </p:blipFill>
              <p:spPr>
                <a:xfrm>
                  <a:off x="12064621" y="5538058"/>
                  <a:ext cx="9792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44" name="Ink 143">
                  <a:extLst>
                    <a:ext uri="{FF2B5EF4-FFF2-40B4-BE49-F238E27FC236}">
                      <a16:creationId xmlns:a16="http://schemas.microsoft.com/office/drawing/2014/main" id="{3B7CDF55-1F08-67FA-DF23-B6BBED12E228}"/>
                    </a:ext>
                  </a:extLst>
                </p14:cNvPr>
                <p14:cNvContentPartPr/>
                <p14:nvPr/>
              </p14:nvContentPartPr>
              <p14:xfrm>
                <a:off x="12043741" y="5620858"/>
                <a:ext cx="57240" cy="390960"/>
              </p14:xfrm>
            </p:contentPart>
          </mc:Choice>
          <mc:Fallback>
            <p:pic>
              <p:nvPicPr>
                <p:cNvPr id="144" name="Ink 143">
                  <a:extLst>
                    <a:ext uri="{FF2B5EF4-FFF2-40B4-BE49-F238E27FC236}">
                      <a16:creationId xmlns:a16="http://schemas.microsoft.com/office/drawing/2014/main" id="{3B7CDF55-1F08-67FA-DF23-B6BBED12E228}"/>
                    </a:ext>
                  </a:extLst>
                </p:cNvPr>
                <p:cNvPicPr/>
                <p:nvPr/>
              </p:nvPicPr>
              <p:blipFill>
                <a:blip r:embed="rId246"/>
                <a:stretch>
                  <a:fillRect/>
                </a:stretch>
              </p:blipFill>
              <p:spPr>
                <a:xfrm>
                  <a:off x="12037621" y="5614738"/>
                  <a:ext cx="69480" cy="40320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46" name="Ink 145">
                  <a:extLst>
                    <a:ext uri="{FF2B5EF4-FFF2-40B4-BE49-F238E27FC236}">
                      <a16:creationId xmlns:a16="http://schemas.microsoft.com/office/drawing/2014/main" id="{EBAB9A26-DBDA-1A24-BBEC-4C0C19DA4285}"/>
                    </a:ext>
                  </a:extLst>
                </p14:cNvPr>
                <p14:cNvContentPartPr/>
                <p14:nvPr/>
              </p14:nvContentPartPr>
              <p14:xfrm>
                <a:off x="11953381" y="5574418"/>
                <a:ext cx="199800" cy="231120"/>
              </p14:xfrm>
            </p:contentPart>
          </mc:Choice>
          <mc:Fallback>
            <p:pic>
              <p:nvPicPr>
                <p:cNvPr id="146" name="Ink 145">
                  <a:extLst>
                    <a:ext uri="{FF2B5EF4-FFF2-40B4-BE49-F238E27FC236}">
                      <a16:creationId xmlns:a16="http://schemas.microsoft.com/office/drawing/2014/main" id="{EBAB9A26-DBDA-1A24-BBEC-4C0C19DA4285}"/>
                    </a:ext>
                  </a:extLst>
                </p:cNvPr>
                <p:cNvPicPr/>
                <p:nvPr/>
              </p:nvPicPr>
              <p:blipFill>
                <a:blip r:embed="rId248"/>
                <a:stretch>
                  <a:fillRect/>
                </a:stretch>
              </p:blipFill>
              <p:spPr>
                <a:xfrm>
                  <a:off x="11947261" y="5568298"/>
                  <a:ext cx="212040" cy="243360"/>
                </a:xfrm>
                <a:prstGeom prst="rect">
                  <a:avLst/>
                </a:prstGeom>
              </p:spPr>
            </p:pic>
          </mc:Fallback>
        </mc:AlternateContent>
      </p:grpSp>
    </p:spTree>
    <p:extLst>
      <p:ext uri="{BB962C8B-B14F-4D97-AF65-F5344CB8AC3E}">
        <p14:creationId xmlns:p14="http://schemas.microsoft.com/office/powerpoint/2010/main" val="4098066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Free Cash Flow Valuation Approaches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E8E9B016-CCBD-F4D1-5114-B5D9CC706B4F}"/>
              </a:ext>
            </a:extLst>
          </p:cNvPr>
          <p:cNvSpPr txBox="1"/>
          <p:nvPr/>
        </p:nvSpPr>
        <p:spPr>
          <a:xfrm>
            <a:off x="191654" y="648395"/>
            <a:ext cx="11658600" cy="5301451"/>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3200" b="1" dirty="0">
                <a:solidFill>
                  <a:srgbClr val="000000"/>
                </a:solidFill>
                <a:latin typeface="Tw Cen MT"/>
              </a:rPr>
              <a:t>Business</a:t>
            </a:r>
            <a:r>
              <a:rPr kumimoji="0" lang="en-US" sz="3200" b="1" i="0" u="none" strike="noStrike" kern="1200" cap="none" spc="0" normalizeH="0" baseline="0" noProof="0" dirty="0">
                <a:ln>
                  <a:noFill/>
                </a:ln>
                <a:solidFill>
                  <a:prstClr val="black"/>
                </a:solidFill>
                <a:effectLst/>
                <a:uLnTx/>
                <a:uFillTx/>
                <a:latin typeface="Tw Cen MT"/>
                <a:ea typeface="+mn-ea"/>
                <a:cs typeface="+mn-cs"/>
              </a:rPr>
              <a:t> Valuation </a:t>
            </a:r>
            <a:r>
              <a:rPr lang="en-US" sz="3200" b="1" dirty="0">
                <a:solidFill>
                  <a:prstClr val="black"/>
                </a:solidFill>
                <a:latin typeface="Tw Cen MT"/>
              </a:rPr>
              <a:t>Procedures</a:t>
            </a:r>
            <a:r>
              <a:rPr kumimoji="0" lang="en-US" sz="3200" b="1" i="0" u="none" strike="noStrike" kern="1200" cap="none" spc="0" normalizeH="0" baseline="0" noProof="0" dirty="0">
                <a:ln>
                  <a:noFill/>
                </a:ln>
                <a:solidFill>
                  <a:prstClr val="black"/>
                </a:solidFill>
                <a:effectLst/>
                <a:uLnTx/>
                <a:uFillTx/>
                <a:latin typeface="Tw Cen MT"/>
                <a:ea typeface="+mn-ea"/>
                <a:cs typeface="+mn-cs"/>
              </a:rPr>
              <a:t>:</a:t>
            </a: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3200" b="0" i="0" u="none" strike="noStrike" kern="1200" cap="none" spc="0" normalizeH="0" baseline="0" noProof="0" dirty="0">
                <a:ln>
                  <a:noFill/>
                </a:ln>
                <a:solidFill>
                  <a:srgbClr val="EC767C"/>
                </a:solidFill>
                <a:effectLst/>
                <a:uLnTx/>
                <a:uFillTx/>
                <a:latin typeface="Tw Cen MT"/>
                <a:ea typeface="+mn-ea"/>
                <a:cs typeface="+mn-cs"/>
              </a:rPr>
              <a:t>Choose a forecast period </a:t>
            </a:r>
            <a:r>
              <a:rPr kumimoji="0" lang="en-US" sz="3200" b="0" i="0" u="none" strike="noStrike" kern="1200" cap="none" spc="0" normalizeH="0" baseline="0" noProof="0" dirty="0">
                <a:ln>
                  <a:noFill/>
                </a:ln>
                <a:solidFill>
                  <a:prstClr val="black"/>
                </a:solidFill>
                <a:effectLst/>
                <a:uLnTx/>
                <a:uFillTx/>
                <a:latin typeface="Tw Cen MT"/>
                <a:ea typeface="+mn-ea"/>
                <a:cs typeface="+mn-cs"/>
              </a:rPr>
              <a:t>(3-10 years)</a:t>
            </a:r>
          </a:p>
          <a:p>
            <a:pPr marL="44450" marR="0" lvl="0" indent="0" algn="l" defTabSz="914400" rtl="0" eaLnBrk="1" fontAlgn="auto" latinLnBrk="0" hangingPunct="1">
              <a:lnSpc>
                <a:spcPct val="100000"/>
              </a:lnSpc>
              <a:spcBef>
                <a:spcPts val="700"/>
              </a:spcBef>
              <a:spcAft>
                <a:spcPts val="0"/>
              </a:spcAft>
              <a:buClr>
                <a:srgbClr val="DA1F28"/>
              </a:buClr>
              <a:buSzPct val="60000"/>
              <a:buFont typeface="Wingdings 2" charset="0"/>
              <a:buNone/>
              <a:tabLst/>
              <a:defRPr/>
            </a:pPr>
            <a:r>
              <a:rPr kumimoji="0" lang="en-US" sz="2500" b="0" i="0" u="none" strike="noStrike" kern="1200" cap="none" spc="0" normalizeH="0" baseline="0" noProof="0" dirty="0">
                <a:ln>
                  <a:noFill/>
                </a:ln>
                <a:solidFill>
                  <a:prstClr val="black"/>
                </a:solidFill>
                <a:effectLst/>
                <a:uLnTx/>
                <a:uFillTx/>
                <a:latin typeface="Tw Cen MT"/>
                <a:ea typeface="+mn-ea"/>
                <a:cs typeface="+mn-cs"/>
              </a:rPr>
              <a:t>       (1) How long before “entry barriers” will erode?</a:t>
            </a:r>
          </a:p>
          <a:p>
            <a:pPr marL="44450" marR="0" lvl="0" indent="0" algn="l" defTabSz="914400" rtl="0" eaLnBrk="1" fontAlgn="auto" latinLnBrk="0" hangingPunct="1">
              <a:lnSpc>
                <a:spcPct val="100000"/>
              </a:lnSpc>
              <a:spcBef>
                <a:spcPts val="700"/>
              </a:spcBef>
              <a:spcAft>
                <a:spcPts val="0"/>
              </a:spcAft>
              <a:buClr>
                <a:srgbClr val="DA1F28"/>
              </a:buClr>
              <a:buSzPct val="60000"/>
              <a:buFont typeface="Wingdings 2" charset="0"/>
              <a:buNone/>
              <a:tabLst/>
              <a:defRPr/>
            </a:pPr>
            <a:r>
              <a:rPr kumimoji="0" lang="en-US" sz="2500" b="0" i="0" u="none" strike="noStrike" kern="1200" cap="none" spc="0" normalizeH="0" baseline="0" noProof="0" dirty="0">
                <a:ln>
                  <a:noFill/>
                </a:ln>
                <a:solidFill>
                  <a:prstClr val="black"/>
                </a:solidFill>
                <a:effectLst/>
                <a:uLnTx/>
                <a:uFillTx/>
                <a:latin typeface="Tw Cen MT"/>
                <a:ea typeface="+mn-ea"/>
                <a:cs typeface="+mn-cs"/>
              </a:rPr>
              <a:t>       (2) How long your success will be mimicked by competitors</a:t>
            </a:r>
          </a:p>
          <a:p>
            <a:pPr marL="44450" marR="0" lvl="0" indent="0" algn="l" defTabSz="914400" rtl="0" eaLnBrk="1" fontAlgn="auto" latinLnBrk="0" hangingPunct="1">
              <a:lnSpc>
                <a:spcPct val="100000"/>
              </a:lnSpc>
              <a:spcBef>
                <a:spcPts val="700"/>
              </a:spcBef>
              <a:spcAft>
                <a:spcPts val="0"/>
              </a:spcAft>
              <a:buClr>
                <a:srgbClr val="DA1F28"/>
              </a:buClr>
              <a:buSzPct val="60000"/>
              <a:buFont typeface="Wingdings 2" charset="0"/>
              <a:buNone/>
              <a:tabLst/>
              <a:defRPr/>
            </a:pPr>
            <a:r>
              <a:rPr kumimoji="0" lang="en-US" sz="2500" b="0" i="0" u="none" strike="noStrike" kern="1200" cap="none" spc="0" normalizeH="0" baseline="0" noProof="0" dirty="0">
                <a:ln>
                  <a:noFill/>
                </a:ln>
                <a:solidFill>
                  <a:prstClr val="black"/>
                </a:solidFill>
                <a:effectLst/>
                <a:uLnTx/>
                <a:uFillTx/>
                <a:latin typeface="Tw Cen MT"/>
                <a:ea typeface="+mn-ea"/>
                <a:cs typeface="+mn-cs"/>
              </a:rPr>
              <a:t>       (3) How long you can be squeezed by suppliers or customers?</a:t>
            </a: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startAt="2"/>
              <a:tabLst/>
              <a:defRPr/>
            </a:pPr>
            <a:r>
              <a:rPr kumimoji="0" lang="en-US" sz="3200" b="0" i="0" u="none" strike="noStrike" kern="1200" cap="none" spc="0" normalizeH="0" baseline="0" noProof="0" dirty="0">
                <a:ln>
                  <a:noFill/>
                </a:ln>
                <a:solidFill>
                  <a:srgbClr val="EC767C"/>
                </a:solidFill>
                <a:effectLst/>
                <a:uLnTx/>
                <a:uFillTx/>
                <a:latin typeface="Tw Cen MT"/>
                <a:ea typeface="+mn-ea"/>
                <a:cs typeface="+mn-cs"/>
              </a:rPr>
              <a:t>Forecast financials for the forecast period</a:t>
            </a:r>
          </a:p>
          <a:p>
            <a:pPr marL="44450" marR="0" lvl="0" indent="0" algn="l" defTabSz="914400" rtl="0" eaLnBrk="1" fontAlgn="auto" latinLnBrk="0" hangingPunct="1">
              <a:lnSpc>
                <a:spcPct val="100000"/>
              </a:lnSpc>
              <a:spcBef>
                <a:spcPts val="700"/>
              </a:spcBef>
              <a:spcAft>
                <a:spcPts val="0"/>
              </a:spcAft>
              <a:buClr>
                <a:srgbClr val="DA1F28"/>
              </a:buClr>
              <a:buSzPct val="60000"/>
              <a:buFont typeface="Wingdings 2" charset="0"/>
              <a:buNone/>
              <a:tabLst/>
              <a:defRPr/>
            </a:pPr>
            <a:r>
              <a:rPr kumimoji="0" lang="en-US" sz="2500" b="0" i="0" u="none" strike="noStrike" kern="1200" cap="none" spc="0" normalizeH="0" baseline="0" noProof="0" dirty="0">
                <a:ln>
                  <a:noFill/>
                </a:ln>
                <a:solidFill>
                  <a:prstClr val="black"/>
                </a:solidFill>
                <a:effectLst/>
                <a:uLnTx/>
                <a:uFillTx/>
                <a:latin typeface="Tw Cen MT"/>
                <a:ea typeface="+mn-ea"/>
                <a:cs typeface="+mn-cs"/>
              </a:rPr>
              <a:t>      Shortcut method: Cash flows=CF from Operating Act. + CF from Investing Act.</a:t>
            </a: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startAt="3"/>
              <a:tabLst/>
              <a:defRPr/>
            </a:pPr>
            <a:r>
              <a:rPr kumimoji="0" lang="en-US" sz="3200" b="0" i="0" u="none" strike="noStrike" kern="1200" cap="none" spc="0" normalizeH="0" baseline="0" noProof="0" dirty="0">
                <a:ln>
                  <a:noFill/>
                </a:ln>
                <a:solidFill>
                  <a:srgbClr val="EC767C"/>
                </a:solidFill>
                <a:effectLst/>
                <a:uLnTx/>
                <a:uFillTx/>
                <a:latin typeface="Tw Cen MT"/>
                <a:ea typeface="+mn-ea"/>
                <a:cs typeface="+mn-cs"/>
              </a:rPr>
              <a:t>Determine a terminal value at the end of the period</a:t>
            </a:r>
          </a:p>
          <a:p>
            <a:pPr marL="4445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600" b="0" i="0" u="none" strike="noStrike" kern="1200" cap="none" spc="0" normalizeH="0" baseline="0" noProof="0" dirty="0">
                <a:ln>
                  <a:noFill/>
                </a:ln>
                <a:solidFill>
                  <a:srgbClr val="EC767C"/>
                </a:solidFill>
                <a:effectLst/>
                <a:uLnTx/>
                <a:uFillTx/>
                <a:latin typeface="Tw Cen MT"/>
                <a:ea typeface="+mn-ea"/>
                <a:cs typeface="+mn-cs"/>
              </a:rPr>
              <a:t>       </a:t>
            </a:r>
            <a:r>
              <a:rPr kumimoji="0" lang="en-US" sz="1800" b="1" i="0" u="none" strike="noStrike" kern="1200" cap="none" spc="0" normalizeH="0" baseline="0" noProof="0" dirty="0">
                <a:ln>
                  <a:noFill/>
                </a:ln>
                <a:solidFill>
                  <a:prstClr val="black"/>
                </a:solidFill>
                <a:effectLst/>
                <a:uLnTx/>
                <a:uFillTx/>
                <a:latin typeface="Tw Cen MT"/>
                <a:ea typeface="+mn-ea"/>
                <a:cs typeface="+mn-cs"/>
              </a:rPr>
              <a:t>g=the economy’s growth rate (In your project, please let g&lt;3%)</a:t>
            </a: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startAt="4"/>
              <a:tabLst/>
              <a:defRPr/>
            </a:pPr>
            <a:r>
              <a:rPr kumimoji="0" lang="en-US" sz="3200" b="0" i="0" u="none" strike="noStrike" kern="1200" cap="none" spc="0" normalizeH="0" baseline="0" noProof="0" dirty="0">
                <a:ln>
                  <a:noFill/>
                </a:ln>
                <a:solidFill>
                  <a:srgbClr val="EC767C"/>
                </a:solidFill>
                <a:effectLst/>
                <a:uLnTx/>
                <a:uFillTx/>
                <a:latin typeface="Tw Cen MT"/>
                <a:ea typeface="+mn-ea"/>
                <a:cs typeface="+mn-cs"/>
              </a:rPr>
              <a:t>Scenario Analysis </a:t>
            </a:r>
            <a:r>
              <a:rPr kumimoji="0" lang="en-US" sz="2500" b="0" i="0" u="none" strike="noStrike" kern="1200" cap="none" spc="0" normalizeH="0" baseline="0" noProof="0" dirty="0">
                <a:ln>
                  <a:noFill/>
                </a:ln>
                <a:solidFill>
                  <a:prstClr val="black"/>
                </a:solidFill>
                <a:effectLst/>
                <a:uLnTx/>
                <a:uFillTx/>
                <a:latin typeface="Tw Cen MT"/>
                <a:ea typeface="+mn-ea"/>
                <a:cs typeface="+mn-cs"/>
              </a:rPr>
              <a:t>(How robust is your valuation?)</a:t>
            </a:r>
          </a:p>
        </p:txBody>
      </p:sp>
      <p:sp>
        <p:nvSpPr>
          <p:cNvPr id="10" name="TextBox 9">
            <a:extLst>
              <a:ext uri="{FF2B5EF4-FFF2-40B4-BE49-F238E27FC236}">
                <a16:creationId xmlns:a16="http://schemas.microsoft.com/office/drawing/2014/main" id="{4449A2B5-E953-B420-79BD-9E15F7DDDB48}"/>
              </a:ext>
            </a:extLst>
          </p:cNvPr>
          <p:cNvSpPr txBox="1"/>
          <p:nvPr/>
        </p:nvSpPr>
        <p:spPr>
          <a:xfrm>
            <a:off x="9184247" y="5600140"/>
            <a:ext cx="2948377" cy="1200329"/>
          </a:xfrm>
          <a:prstGeom prst="rect">
            <a:avLst/>
          </a:prstGeom>
          <a:solidFill>
            <a:sysClr val="window" lastClr="FFFFFF"/>
          </a:solidFill>
          <a:ln w="19050" cap="flat" cmpd="sng" algn="ctr">
            <a:solidFill>
              <a:srgbClr val="2DA2BF"/>
            </a:solidFill>
            <a:prstDash val="solid"/>
          </a:ln>
          <a:effectLst/>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b="0" i="1" u="none" strike="noStrike" kern="0" cap="none" spc="0" normalizeH="0" baseline="0" noProof="0" dirty="0">
                <a:ln>
                  <a:noFill/>
                </a:ln>
                <a:solidFill>
                  <a:prstClr val="black"/>
                </a:solidFill>
                <a:effectLst/>
                <a:uLnTx/>
                <a:uFillTx/>
                <a:latin typeface="Tw Cen MT"/>
                <a:ea typeface="+mn-ea"/>
                <a:cs typeface="Abadi MT Condensed Extra Bold"/>
              </a:rPr>
              <a:t>The content in this slide is not in the assigned textbook. Please refer to Ivo Welch’s Corporate Finance (on-line edition is free)</a:t>
            </a:r>
          </a:p>
        </p:txBody>
      </p:sp>
    </p:spTree>
    <p:extLst>
      <p:ext uri="{BB962C8B-B14F-4D97-AF65-F5344CB8AC3E}">
        <p14:creationId xmlns:p14="http://schemas.microsoft.com/office/powerpoint/2010/main" val="3096517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Valuation by Comparables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E8E9B016-CCBD-F4D1-5114-B5D9CC706B4F}"/>
              </a:ext>
            </a:extLst>
          </p:cNvPr>
          <p:cNvSpPr txBox="1"/>
          <p:nvPr/>
        </p:nvSpPr>
        <p:spPr>
          <a:xfrm>
            <a:off x="191654" y="676145"/>
            <a:ext cx="11850254" cy="1166986"/>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Tw Cen MT"/>
              </a:rPr>
              <a:t>Valuation by </a:t>
            </a:r>
            <a:r>
              <a:rPr lang="en-US" sz="3200" b="1" dirty="0">
                <a:solidFill>
                  <a:prstClr val="black"/>
                </a:solidFill>
                <a:latin typeface="Tw Cen MT"/>
                <a:cs typeface="Tw Cen MT"/>
              </a:rPr>
              <a:t>C</a:t>
            </a:r>
            <a:r>
              <a:rPr kumimoji="0" lang="en-US" sz="3200" b="1" i="0" u="none" strike="noStrike" kern="1200" cap="none" spc="0" normalizeH="0" baseline="0" noProof="0" dirty="0" err="1">
                <a:ln>
                  <a:noFill/>
                </a:ln>
                <a:solidFill>
                  <a:prstClr val="black"/>
                </a:solidFill>
                <a:effectLst/>
                <a:uLnTx/>
                <a:uFillTx/>
                <a:latin typeface="Tw Cen MT"/>
                <a:ea typeface="+mn-ea"/>
                <a:cs typeface="Tw Cen MT"/>
              </a:rPr>
              <a:t>omparables</a:t>
            </a:r>
            <a:r>
              <a:rPr kumimoji="0" lang="en-US" sz="3200" b="1" i="0" u="none" strike="noStrike" kern="1200" cap="none" spc="0" normalizeH="0" baseline="0" noProof="0" dirty="0">
                <a:ln>
                  <a:noFill/>
                </a:ln>
                <a:solidFill>
                  <a:prstClr val="black"/>
                </a:solidFill>
                <a:effectLst/>
                <a:uLnTx/>
                <a:uFillTx/>
                <a:latin typeface="Tw Cen MT"/>
                <a:ea typeface="+mn-ea"/>
                <a:cs typeface="Tw Cen MT"/>
              </a:rPr>
              <a:t>: </a:t>
            </a:r>
            <a:r>
              <a:rPr kumimoji="0" lang="en-US" sz="3200" b="0" i="0" u="none" strike="noStrike" kern="1200" cap="none" spc="0" normalizeH="0" baseline="0" noProof="0" dirty="0">
                <a:ln>
                  <a:noFill/>
                </a:ln>
                <a:solidFill>
                  <a:prstClr val="black"/>
                </a:solidFill>
                <a:effectLst/>
                <a:uLnTx/>
                <a:uFillTx/>
                <a:latin typeface="Tw Cen MT"/>
                <a:ea typeface="+mn-ea"/>
                <a:cs typeface="Tw Cen MT"/>
              </a:rPr>
              <a:t>an alternative way to evaluate stocks.</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Tw Cen MT"/>
              </a:rPr>
              <a:t>Two commonly-used ratios:</a:t>
            </a:r>
          </a:p>
        </p:txBody>
      </p:sp>
      <p:sp>
        <p:nvSpPr>
          <p:cNvPr id="2" name="TextBox 1">
            <a:extLst>
              <a:ext uri="{FF2B5EF4-FFF2-40B4-BE49-F238E27FC236}">
                <a16:creationId xmlns:a16="http://schemas.microsoft.com/office/drawing/2014/main" id="{9E86BF60-69FC-B02E-ADA2-580CF5102167}"/>
              </a:ext>
            </a:extLst>
          </p:cNvPr>
          <p:cNvSpPr txBox="1"/>
          <p:nvPr/>
        </p:nvSpPr>
        <p:spPr>
          <a:xfrm>
            <a:off x="564739" y="1992804"/>
            <a:ext cx="10704945" cy="4167808"/>
          </a:xfrm>
          <a:prstGeom prst="rect">
            <a:avLst/>
          </a:prstGeom>
          <a:noFill/>
        </p:spPr>
        <p:txBody>
          <a:bodyPr wrap="square">
            <a:spAutoFit/>
          </a:bodyPr>
          <a:lstStyle/>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800" b="1" i="0" u="none" strike="noStrike" kern="1200" cap="none" spc="0" normalizeH="0" baseline="0" noProof="0" dirty="0">
                <a:ln>
                  <a:noFill/>
                </a:ln>
                <a:solidFill>
                  <a:srgbClr val="EC767C"/>
                </a:solidFill>
                <a:effectLst/>
                <a:uLnTx/>
                <a:uFillTx/>
                <a:latin typeface="Tw Cen MT"/>
                <a:ea typeface="+mn-ea"/>
                <a:cs typeface="Tw Cen MT"/>
              </a:rPr>
              <a:t>The Price/Earnings (P/E) ratio:</a:t>
            </a:r>
            <a:endParaRPr lang="en-US" sz="2800" dirty="0">
              <a:solidFill>
                <a:prstClr val="black"/>
              </a:solidFill>
              <a:latin typeface="Tw Cen MT"/>
              <a:cs typeface="Tw Cen MT"/>
            </a:endParaRPr>
          </a:p>
          <a:p>
            <a:pPr>
              <a:spcBef>
                <a:spcPts val="700"/>
              </a:spcBef>
              <a:buClr>
                <a:srgbClr val="DA1F28"/>
              </a:buClr>
              <a:buSzPct val="60000"/>
              <a:defRPr/>
            </a:pPr>
            <a:r>
              <a:rPr lang="en-US" sz="2800" dirty="0">
                <a:solidFill>
                  <a:prstClr val="black"/>
                </a:solidFill>
                <a:latin typeface="Tw Cen MT"/>
                <a:cs typeface="Tw Cen MT"/>
              </a:rPr>
              <a:t>	P/E=Price per share/EPS</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lang="en-US" sz="2800" dirty="0">
                <a:solidFill>
                  <a:prstClr val="black"/>
                </a:solidFill>
                <a:latin typeface="Tw Cen MT"/>
                <a:cs typeface="Tw Cen MT"/>
              </a:rPr>
              <a:t>	Earning per share = Net Income / No. of shares outstanding</a:t>
            </a:r>
            <a:endParaRPr kumimoji="0" lang="en-US" sz="2800" b="1" i="0" u="none" strike="noStrike" kern="1200" cap="none" spc="0" normalizeH="0" baseline="0" noProof="0" dirty="0">
              <a:ln>
                <a:noFill/>
              </a:ln>
              <a:solidFill>
                <a:prstClr val="black"/>
              </a:solidFill>
              <a:effectLst/>
              <a:uLnTx/>
              <a:uFillTx/>
              <a:latin typeface="Tw Cen MT"/>
              <a:ea typeface="+mn-ea"/>
              <a:cs typeface="Tw Cen MT"/>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Tw Cen MT"/>
              </a:rPr>
              <a:t>Example: </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Tw Cen MT"/>
              </a:rPr>
              <a:t>HES    EPS=10, Price = ____</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Tw Cen MT"/>
              </a:rPr>
              <a:t>CVX   EPS=12, Price = 118</a:t>
            </a:r>
            <a:endParaRPr kumimoji="0" lang="en-US" sz="2800" b="1" i="0" u="none" strike="noStrike" kern="1200" cap="none" spc="0" normalizeH="0" baseline="0" noProof="0" dirty="0">
              <a:ln>
                <a:noFill/>
              </a:ln>
              <a:solidFill>
                <a:srgbClr val="EC767C"/>
              </a:solidFill>
              <a:effectLst/>
              <a:uLnTx/>
              <a:uFillTx/>
              <a:latin typeface="Tw Cen MT"/>
              <a:ea typeface="+mn-ea"/>
              <a:cs typeface="Tw Cen MT"/>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1" i="0" u="none" strike="noStrike" kern="1200" cap="none" spc="0" normalizeH="0" baseline="0" noProof="0" dirty="0">
                <a:ln>
                  <a:noFill/>
                </a:ln>
                <a:solidFill>
                  <a:srgbClr val="EC767C"/>
                </a:solidFill>
                <a:effectLst/>
                <a:uLnTx/>
                <a:uFillTx/>
                <a:latin typeface="Tw Cen MT"/>
                <a:ea typeface="+mn-ea"/>
                <a:cs typeface="Tw Cen MT"/>
              </a:rPr>
              <a:t>P/E of HES= P/E of CVX =&gt;</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800" b="1" i="0" u="none" strike="noStrike" kern="1200" cap="none" spc="0" normalizeH="0" baseline="0" noProof="0" dirty="0">
              <a:ln>
                <a:noFill/>
              </a:ln>
              <a:solidFill>
                <a:srgbClr val="EC767C"/>
              </a:solidFill>
              <a:effectLst/>
              <a:uLnTx/>
              <a:uFillTx/>
              <a:latin typeface="Tw Cen MT"/>
              <a:ea typeface="+mn-ea"/>
              <a:cs typeface="Tw Cen MT"/>
            </a:endParaRPr>
          </a:p>
        </p:txBody>
      </p:sp>
      <p:grpSp>
        <p:nvGrpSpPr>
          <p:cNvPr id="18" name="Group 17">
            <a:extLst>
              <a:ext uri="{FF2B5EF4-FFF2-40B4-BE49-F238E27FC236}">
                <a16:creationId xmlns:a16="http://schemas.microsoft.com/office/drawing/2014/main" id="{66A1A6C1-0CDE-03F1-77AF-7165CDA6AC0D}"/>
              </a:ext>
            </a:extLst>
          </p:cNvPr>
          <p:cNvGrpSpPr/>
          <p:nvPr/>
        </p:nvGrpSpPr>
        <p:grpSpPr>
          <a:xfrm>
            <a:off x="5862541" y="6074458"/>
            <a:ext cx="293400" cy="267840"/>
            <a:chOff x="5862541" y="6074458"/>
            <a:chExt cx="293400" cy="267840"/>
          </a:xfrm>
        </p:grpSpPr>
        <mc:AlternateContent xmlns:mc="http://schemas.openxmlformats.org/markup-compatibility/2006">
          <mc:Choice xmlns:p14="http://schemas.microsoft.com/office/powerpoint/2010/main" Requires="p14">
            <p:contentPart p14:bwMode="auto" r:id="rId3">
              <p14:nvContentPartPr>
                <p14:cNvPr id="13" name="Ink 12">
                  <a:extLst>
                    <a:ext uri="{FF2B5EF4-FFF2-40B4-BE49-F238E27FC236}">
                      <a16:creationId xmlns:a16="http://schemas.microsoft.com/office/drawing/2014/main" id="{BD58AA2D-73B2-6931-344F-31D26429012D}"/>
                    </a:ext>
                  </a:extLst>
                </p14:cNvPr>
                <p14:cNvContentPartPr/>
                <p14:nvPr/>
              </p14:nvContentPartPr>
              <p14:xfrm>
                <a:off x="5862541" y="6074458"/>
                <a:ext cx="34200" cy="267840"/>
              </p14:xfrm>
            </p:contentPart>
          </mc:Choice>
          <mc:Fallback>
            <p:pic>
              <p:nvPicPr>
                <p:cNvPr id="13" name="Ink 12">
                  <a:extLst>
                    <a:ext uri="{FF2B5EF4-FFF2-40B4-BE49-F238E27FC236}">
                      <a16:creationId xmlns:a16="http://schemas.microsoft.com/office/drawing/2014/main" id="{BD58AA2D-73B2-6931-344F-31D26429012D}"/>
                    </a:ext>
                  </a:extLst>
                </p:cNvPr>
                <p:cNvPicPr/>
                <p:nvPr/>
              </p:nvPicPr>
              <p:blipFill>
                <a:blip r:embed="rId4"/>
                <a:stretch>
                  <a:fillRect/>
                </a:stretch>
              </p:blipFill>
              <p:spPr>
                <a:xfrm>
                  <a:off x="5856421" y="6068338"/>
                  <a:ext cx="4644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4" name="Ink 13">
                  <a:extLst>
                    <a:ext uri="{FF2B5EF4-FFF2-40B4-BE49-F238E27FC236}">
                      <a16:creationId xmlns:a16="http://schemas.microsoft.com/office/drawing/2014/main" id="{C5FB2FFF-D47C-F3D2-61F5-9C53C0DDE2DD}"/>
                    </a:ext>
                  </a:extLst>
                </p14:cNvPr>
                <p14:cNvContentPartPr/>
                <p14:nvPr/>
              </p14:nvContentPartPr>
              <p14:xfrm>
                <a:off x="5985661" y="6147538"/>
                <a:ext cx="170280" cy="158400"/>
              </p14:xfrm>
            </p:contentPart>
          </mc:Choice>
          <mc:Fallback>
            <p:pic>
              <p:nvPicPr>
                <p:cNvPr id="14" name="Ink 13">
                  <a:extLst>
                    <a:ext uri="{FF2B5EF4-FFF2-40B4-BE49-F238E27FC236}">
                      <a16:creationId xmlns:a16="http://schemas.microsoft.com/office/drawing/2014/main" id="{C5FB2FFF-D47C-F3D2-61F5-9C53C0DDE2DD}"/>
                    </a:ext>
                  </a:extLst>
                </p:cNvPr>
                <p:cNvPicPr/>
                <p:nvPr/>
              </p:nvPicPr>
              <p:blipFill>
                <a:blip r:embed="rId6"/>
                <a:stretch>
                  <a:fillRect/>
                </a:stretch>
              </p:blipFill>
              <p:spPr>
                <a:xfrm>
                  <a:off x="5979541" y="6141418"/>
                  <a:ext cx="182520" cy="170640"/>
                </a:xfrm>
                <a:prstGeom prst="rect">
                  <a:avLst/>
                </a:prstGeom>
              </p:spPr>
            </p:pic>
          </mc:Fallback>
        </mc:AlternateContent>
      </p:grpSp>
      <p:grpSp>
        <p:nvGrpSpPr>
          <p:cNvPr id="17" name="Group 16">
            <a:extLst>
              <a:ext uri="{FF2B5EF4-FFF2-40B4-BE49-F238E27FC236}">
                <a16:creationId xmlns:a16="http://schemas.microsoft.com/office/drawing/2014/main" id="{D4000771-94FC-0BCF-8FEB-7D842DBFF0CB}"/>
              </a:ext>
            </a:extLst>
          </p:cNvPr>
          <p:cNvGrpSpPr/>
          <p:nvPr/>
        </p:nvGrpSpPr>
        <p:grpSpPr>
          <a:xfrm>
            <a:off x="5465461" y="5012458"/>
            <a:ext cx="1371960" cy="904320"/>
            <a:chOff x="5465461" y="5012458"/>
            <a:chExt cx="1371960" cy="904320"/>
          </a:xfrm>
        </p:grpSpPr>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1C0AEE2B-940D-4A58-BFCD-EDC24DB00A52}"/>
                    </a:ext>
                  </a:extLst>
                </p14:cNvPr>
                <p14:cNvContentPartPr/>
                <p14:nvPr/>
              </p14:nvContentPartPr>
              <p14:xfrm>
                <a:off x="5533861" y="5012458"/>
                <a:ext cx="169200" cy="348480"/>
              </p14:xfrm>
            </p:contentPart>
          </mc:Choice>
          <mc:Fallback>
            <p:pic>
              <p:nvPicPr>
                <p:cNvPr id="4" name="Ink 3">
                  <a:extLst>
                    <a:ext uri="{FF2B5EF4-FFF2-40B4-BE49-F238E27FC236}">
                      <a16:creationId xmlns:a16="http://schemas.microsoft.com/office/drawing/2014/main" id="{1C0AEE2B-940D-4A58-BFCD-EDC24DB00A52}"/>
                    </a:ext>
                  </a:extLst>
                </p:cNvPr>
                <p:cNvPicPr/>
                <p:nvPr/>
              </p:nvPicPr>
              <p:blipFill>
                <a:blip r:embed="rId8"/>
                <a:stretch>
                  <a:fillRect/>
                </a:stretch>
              </p:blipFill>
              <p:spPr>
                <a:xfrm>
                  <a:off x="5527741" y="5006338"/>
                  <a:ext cx="181440" cy="3607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C715E475-944F-BF24-6270-1489E5F70CDD}"/>
                    </a:ext>
                  </a:extLst>
                </p14:cNvPr>
                <p14:cNvContentPartPr/>
                <p14:nvPr/>
              </p14:nvContentPartPr>
              <p14:xfrm>
                <a:off x="5732221" y="5318458"/>
                <a:ext cx="190800" cy="201240"/>
              </p14:xfrm>
            </p:contentPart>
          </mc:Choice>
          <mc:Fallback>
            <p:pic>
              <p:nvPicPr>
                <p:cNvPr id="6" name="Ink 5">
                  <a:extLst>
                    <a:ext uri="{FF2B5EF4-FFF2-40B4-BE49-F238E27FC236}">
                      <a16:creationId xmlns:a16="http://schemas.microsoft.com/office/drawing/2014/main" id="{C715E475-944F-BF24-6270-1489E5F70CDD}"/>
                    </a:ext>
                  </a:extLst>
                </p:cNvPr>
                <p:cNvPicPr/>
                <p:nvPr/>
              </p:nvPicPr>
              <p:blipFill>
                <a:blip r:embed="rId10"/>
                <a:stretch>
                  <a:fillRect/>
                </a:stretch>
              </p:blipFill>
              <p:spPr>
                <a:xfrm>
                  <a:off x="5726101" y="5312338"/>
                  <a:ext cx="20304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E5A52AA6-C406-5CE6-531D-1E06D067EA4B}"/>
                    </a:ext>
                  </a:extLst>
                </p14:cNvPr>
                <p14:cNvContentPartPr/>
                <p14:nvPr/>
              </p14:nvContentPartPr>
              <p14:xfrm>
                <a:off x="5970541" y="5367778"/>
                <a:ext cx="136080" cy="235080"/>
              </p14:xfrm>
            </p:contentPart>
          </mc:Choice>
          <mc:Fallback>
            <p:pic>
              <p:nvPicPr>
                <p:cNvPr id="9" name="Ink 8">
                  <a:extLst>
                    <a:ext uri="{FF2B5EF4-FFF2-40B4-BE49-F238E27FC236}">
                      <a16:creationId xmlns:a16="http://schemas.microsoft.com/office/drawing/2014/main" id="{E5A52AA6-C406-5CE6-531D-1E06D067EA4B}"/>
                    </a:ext>
                  </a:extLst>
                </p:cNvPr>
                <p:cNvPicPr/>
                <p:nvPr/>
              </p:nvPicPr>
              <p:blipFill>
                <a:blip r:embed="rId12"/>
                <a:stretch>
                  <a:fillRect/>
                </a:stretch>
              </p:blipFill>
              <p:spPr>
                <a:xfrm>
                  <a:off x="5964421" y="5361658"/>
                  <a:ext cx="1483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CD0ADA51-FB34-BBB3-B39C-D50AE839BDCE}"/>
                    </a:ext>
                  </a:extLst>
                </p14:cNvPr>
                <p14:cNvContentPartPr/>
                <p14:nvPr/>
              </p14:nvContentPartPr>
              <p14:xfrm>
                <a:off x="6072421" y="5340058"/>
                <a:ext cx="220320" cy="306360"/>
              </p14:xfrm>
            </p:contentPart>
          </mc:Choice>
          <mc:Fallback>
            <p:pic>
              <p:nvPicPr>
                <p:cNvPr id="10" name="Ink 9">
                  <a:extLst>
                    <a:ext uri="{FF2B5EF4-FFF2-40B4-BE49-F238E27FC236}">
                      <a16:creationId xmlns:a16="http://schemas.microsoft.com/office/drawing/2014/main" id="{CD0ADA51-FB34-BBB3-B39C-D50AE839BDCE}"/>
                    </a:ext>
                  </a:extLst>
                </p:cNvPr>
                <p:cNvPicPr/>
                <p:nvPr/>
              </p:nvPicPr>
              <p:blipFill>
                <a:blip r:embed="rId14"/>
                <a:stretch>
                  <a:fillRect/>
                </a:stretch>
              </p:blipFill>
              <p:spPr>
                <a:xfrm>
                  <a:off x="6066301" y="5333938"/>
                  <a:ext cx="23256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B627E121-5B01-850F-A6F9-A1E1BE5063BC}"/>
                    </a:ext>
                  </a:extLst>
                </p14:cNvPr>
                <p14:cNvContentPartPr/>
                <p14:nvPr/>
              </p14:nvContentPartPr>
              <p14:xfrm>
                <a:off x="5465461" y="5776018"/>
                <a:ext cx="1048320" cy="18000"/>
              </p14:xfrm>
            </p:contentPart>
          </mc:Choice>
          <mc:Fallback>
            <p:pic>
              <p:nvPicPr>
                <p:cNvPr id="11" name="Ink 10">
                  <a:extLst>
                    <a:ext uri="{FF2B5EF4-FFF2-40B4-BE49-F238E27FC236}">
                      <a16:creationId xmlns:a16="http://schemas.microsoft.com/office/drawing/2014/main" id="{B627E121-5B01-850F-A6F9-A1E1BE5063BC}"/>
                    </a:ext>
                  </a:extLst>
                </p:cNvPr>
                <p:cNvPicPr/>
                <p:nvPr/>
              </p:nvPicPr>
              <p:blipFill>
                <a:blip r:embed="rId16"/>
                <a:stretch>
                  <a:fillRect/>
                </a:stretch>
              </p:blipFill>
              <p:spPr>
                <a:xfrm>
                  <a:off x="5459341" y="5769898"/>
                  <a:ext cx="10605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59F26F29-E26D-19FB-A657-8ED7D5CACC4C}"/>
                    </a:ext>
                  </a:extLst>
                </p14:cNvPr>
                <p14:cNvContentPartPr/>
                <p14:nvPr/>
              </p14:nvContentPartPr>
              <p14:xfrm>
                <a:off x="6573541" y="5637058"/>
                <a:ext cx="136440" cy="110160"/>
              </p14:xfrm>
            </p:contentPart>
          </mc:Choice>
          <mc:Fallback>
            <p:pic>
              <p:nvPicPr>
                <p:cNvPr id="15" name="Ink 14">
                  <a:extLst>
                    <a:ext uri="{FF2B5EF4-FFF2-40B4-BE49-F238E27FC236}">
                      <a16:creationId xmlns:a16="http://schemas.microsoft.com/office/drawing/2014/main" id="{59F26F29-E26D-19FB-A657-8ED7D5CACC4C}"/>
                    </a:ext>
                  </a:extLst>
                </p:cNvPr>
                <p:cNvPicPr/>
                <p:nvPr/>
              </p:nvPicPr>
              <p:blipFill>
                <a:blip r:embed="rId18"/>
                <a:stretch>
                  <a:fillRect/>
                </a:stretch>
              </p:blipFill>
              <p:spPr>
                <a:xfrm>
                  <a:off x="6567421" y="5630938"/>
                  <a:ext cx="14868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E73C49A0-E915-4168-78DE-3FF36F9B05E7}"/>
                    </a:ext>
                  </a:extLst>
                </p14:cNvPr>
                <p14:cNvContentPartPr/>
                <p14:nvPr/>
              </p14:nvContentPartPr>
              <p14:xfrm>
                <a:off x="6630421" y="5845858"/>
                <a:ext cx="207000" cy="70920"/>
              </p14:xfrm>
            </p:contentPart>
          </mc:Choice>
          <mc:Fallback>
            <p:pic>
              <p:nvPicPr>
                <p:cNvPr id="16" name="Ink 15">
                  <a:extLst>
                    <a:ext uri="{FF2B5EF4-FFF2-40B4-BE49-F238E27FC236}">
                      <a16:creationId xmlns:a16="http://schemas.microsoft.com/office/drawing/2014/main" id="{E73C49A0-E915-4168-78DE-3FF36F9B05E7}"/>
                    </a:ext>
                  </a:extLst>
                </p:cNvPr>
                <p:cNvPicPr/>
                <p:nvPr/>
              </p:nvPicPr>
              <p:blipFill>
                <a:blip r:embed="rId20"/>
                <a:stretch>
                  <a:fillRect/>
                </a:stretch>
              </p:blipFill>
              <p:spPr>
                <a:xfrm>
                  <a:off x="6624301" y="5839738"/>
                  <a:ext cx="219240" cy="83160"/>
                </a:xfrm>
                <a:prstGeom prst="rect">
                  <a:avLst/>
                </a:prstGeom>
              </p:spPr>
            </p:pic>
          </mc:Fallback>
        </mc:AlternateContent>
      </p:grpSp>
      <p:grpSp>
        <p:nvGrpSpPr>
          <p:cNvPr id="26" name="Group 25">
            <a:extLst>
              <a:ext uri="{FF2B5EF4-FFF2-40B4-BE49-F238E27FC236}">
                <a16:creationId xmlns:a16="http://schemas.microsoft.com/office/drawing/2014/main" id="{A9ED1276-05D8-C20A-D770-B56191A3C565}"/>
              </a:ext>
            </a:extLst>
          </p:cNvPr>
          <p:cNvGrpSpPr/>
          <p:nvPr/>
        </p:nvGrpSpPr>
        <p:grpSpPr>
          <a:xfrm>
            <a:off x="7141981" y="5009938"/>
            <a:ext cx="607320" cy="372240"/>
            <a:chOff x="7141981" y="5009938"/>
            <a:chExt cx="607320" cy="372240"/>
          </a:xfrm>
        </p:grpSpPr>
        <mc:AlternateContent xmlns:mc="http://schemas.openxmlformats.org/markup-compatibility/2006">
          <mc:Choice xmlns:p14="http://schemas.microsoft.com/office/powerpoint/2010/main" Requires="p14">
            <p:contentPart p14:bwMode="auto" r:id="rId21">
              <p14:nvContentPartPr>
                <p14:cNvPr id="19" name="Ink 18">
                  <a:extLst>
                    <a:ext uri="{FF2B5EF4-FFF2-40B4-BE49-F238E27FC236}">
                      <a16:creationId xmlns:a16="http://schemas.microsoft.com/office/drawing/2014/main" id="{78D57E30-17E3-DD80-8250-B9C9AD167926}"/>
                    </a:ext>
                  </a:extLst>
                </p14:cNvPr>
                <p14:cNvContentPartPr/>
                <p14:nvPr/>
              </p14:nvContentPartPr>
              <p14:xfrm>
                <a:off x="7141981" y="5086258"/>
                <a:ext cx="48600" cy="295920"/>
              </p14:xfrm>
            </p:contentPart>
          </mc:Choice>
          <mc:Fallback>
            <p:pic>
              <p:nvPicPr>
                <p:cNvPr id="19" name="Ink 18">
                  <a:extLst>
                    <a:ext uri="{FF2B5EF4-FFF2-40B4-BE49-F238E27FC236}">
                      <a16:creationId xmlns:a16="http://schemas.microsoft.com/office/drawing/2014/main" id="{78D57E30-17E3-DD80-8250-B9C9AD167926}"/>
                    </a:ext>
                  </a:extLst>
                </p:cNvPr>
                <p:cNvPicPr/>
                <p:nvPr/>
              </p:nvPicPr>
              <p:blipFill>
                <a:blip r:embed="rId22"/>
                <a:stretch>
                  <a:fillRect/>
                </a:stretch>
              </p:blipFill>
              <p:spPr>
                <a:xfrm>
                  <a:off x="7135861" y="5080138"/>
                  <a:ext cx="60840" cy="3081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0" name="Ink 19">
                  <a:extLst>
                    <a:ext uri="{FF2B5EF4-FFF2-40B4-BE49-F238E27FC236}">
                      <a16:creationId xmlns:a16="http://schemas.microsoft.com/office/drawing/2014/main" id="{86DFF9DB-5A04-690E-CD91-B341CB428301}"/>
                    </a:ext>
                  </a:extLst>
                </p14:cNvPr>
                <p14:cNvContentPartPr/>
                <p14:nvPr/>
              </p14:nvContentPartPr>
              <p14:xfrm>
                <a:off x="7323421" y="5012098"/>
                <a:ext cx="57240" cy="236520"/>
              </p14:xfrm>
            </p:contentPart>
          </mc:Choice>
          <mc:Fallback>
            <p:pic>
              <p:nvPicPr>
                <p:cNvPr id="20" name="Ink 19">
                  <a:extLst>
                    <a:ext uri="{FF2B5EF4-FFF2-40B4-BE49-F238E27FC236}">
                      <a16:creationId xmlns:a16="http://schemas.microsoft.com/office/drawing/2014/main" id="{86DFF9DB-5A04-690E-CD91-B341CB428301}"/>
                    </a:ext>
                  </a:extLst>
                </p:cNvPr>
                <p:cNvPicPr/>
                <p:nvPr/>
              </p:nvPicPr>
              <p:blipFill>
                <a:blip r:embed="rId24"/>
                <a:stretch>
                  <a:fillRect/>
                </a:stretch>
              </p:blipFill>
              <p:spPr>
                <a:xfrm>
                  <a:off x="7317301" y="5005978"/>
                  <a:ext cx="6948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1" name="Ink 20">
                  <a:extLst>
                    <a:ext uri="{FF2B5EF4-FFF2-40B4-BE49-F238E27FC236}">
                      <a16:creationId xmlns:a16="http://schemas.microsoft.com/office/drawing/2014/main" id="{2BCE717D-2666-7971-8B52-A4F0483A22D0}"/>
                    </a:ext>
                  </a:extLst>
                </p14:cNvPr>
                <p14:cNvContentPartPr/>
                <p14:nvPr/>
              </p14:nvContentPartPr>
              <p14:xfrm>
                <a:off x="7544821" y="5009938"/>
                <a:ext cx="204480" cy="351360"/>
              </p14:xfrm>
            </p:contentPart>
          </mc:Choice>
          <mc:Fallback>
            <p:pic>
              <p:nvPicPr>
                <p:cNvPr id="21" name="Ink 20">
                  <a:extLst>
                    <a:ext uri="{FF2B5EF4-FFF2-40B4-BE49-F238E27FC236}">
                      <a16:creationId xmlns:a16="http://schemas.microsoft.com/office/drawing/2014/main" id="{2BCE717D-2666-7971-8B52-A4F0483A22D0}"/>
                    </a:ext>
                  </a:extLst>
                </p:cNvPr>
                <p:cNvPicPr/>
                <p:nvPr/>
              </p:nvPicPr>
              <p:blipFill>
                <a:blip r:embed="rId26"/>
                <a:stretch>
                  <a:fillRect/>
                </a:stretch>
              </p:blipFill>
              <p:spPr>
                <a:xfrm>
                  <a:off x="7538701" y="5003818"/>
                  <a:ext cx="216720" cy="363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
            <p14:nvContentPartPr>
              <p14:cNvPr id="22" name="Ink 21">
                <a:extLst>
                  <a:ext uri="{FF2B5EF4-FFF2-40B4-BE49-F238E27FC236}">
                    <a16:creationId xmlns:a16="http://schemas.microsoft.com/office/drawing/2014/main" id="{404DB79D-0483-48A9-5182-8BAFF00E5A01}"/>
                  </a:ext>
                </a:extLst>
              </p14:cNvPr>
              <p14:cNvContentPartPr/>
              <p14:nvPr/>
            </p14:nvContentPartPr>
            <p14:xfrm>
              <a:off x="7313701" y="5522218"/>
              <a:ext cx="640800" cy="81360"/>
            </p14:xfrm>
          </p:contentPart>
        </mc:Choice>
        <mc:Fallback>
          <p:pic>
            <p:nvPicPr>
              <p:cNvPr id="22" name="Ink 21">
                <a:extLst>
                  <a:ext uri="{FF2B5EF4-FFF2-40B4-BE49-F238E27FC236}">
                    <a16:creationId xmlns:a16="http://schemas.microsoft.com/office/drawing/2014/main" id="{404DB79D-0483-48A9-5182-8BAFF00E5A01}"/>
                  </a:ext>
                </a:extLst>
              </p:cNvPr>
              <p:cNvPicPr/>
              <p:nvPr/>
            </p:nvPicPr>
            <p:blipFill>
              <a:blip r:embed="rId28"/>
              <a:stretch>
                <a:fillRect/>
              </a:stretch>
            </p:blipFill>
            <p:spPr>
              <a:xfrm>
                <a:off x="7307581" y="5516098"/>
                <a:ext cx="653040" cy="93600"/>
              </a:xfrm>
              <a:prstGeom prst="rect">
                <a:avLst/>
              </a:prstGeom>
            </p:spPr>
          </p:pic>
        </mc:Fallback>
      </mc:AlternateContent>
      <p:grpSp>
        <p:nvGrpSpPr>
          <p:cNvPr id="25" name="Group 24">
            <a:extLst>
              <a:ext uri="{FF2B5EF4-FFF2-40B4-BE49-F238E27FC236}">
                <a16:creationId xmlns:a16="http://schemas.microsoft.com/office/drawing/2014/main" id="{E30AC103-8889-FB8E-4104-C196001B12AE}"/>
              </a:ext>
            </a:extLst>
          </p:cNvPr>
          <p:cNvGrpSpPr/>
          <p:nvPr/>
        </p:nvGrpSpPr>
        <p:grpSpPr>
          <a:xfrm>
            <a:off x="7552021" y="5721658"/>
            <a:ext cx="396000" cy="269280"/>
            <a:chOff x="7552021" y="5721658"/>
            <a:chExt cx="396000" cy="269280"/>
          </a:xfrm>
        </p:grpSpPr>
        <mc:AlternateContent xmlns:mc="http://schemas.openxmlformats.org/markup-compatibility/2006">
          <mc:Choice xmlns:p14="http://schemas.microsoft.com/office/powerpoint/2010/main" Requires="p14">
            <p:contentPart p14:bwMode="auto" r:id="rId29">
              <p14:nvContentPartPr>
                <p14:cNvPr id="23" name="Ink 22">
                  <a:extLst>
                    <a:ext uri="{FF2B5EF4-FFF2-40B4-BE49-F238E27FC236}">
                      <a16:creationId xmlns:a16="http://schemas.microsoft.com/office/drawing/2014/main" id="{565E2501-EEEA-CFD6-ACEA-4A03E1EF248B}"/>
                    </a:ext>
                  </a:extLst>
                </p14:cNvPr>
                <p14:cNvContentPartPr/>
                <p14:nvPr/>
              </p14:nvContentPartPr>
              <p14:xfrm>
                <a:off x="7552021" y="5736778"/>
                <a:ext cx="39600" cy="163080"/>
              </p14:xfrm>
            </p:contentPart>
          </mc:Choice>
          <mc:Fallback>
            <p:pic>
              <p:nvPicPr>
                <p:cNvPr id="23" name="Ink 22">
                  <a:extLst>
                    <a:ext uri="{FF2B5EF4-FFF2-40B4-BE49-F238E27FC236}">
                      <a16:creationId xmlns:a16="http://schemas.microsoft.com/office/drawing/2014/main" id="{565E2501-EEEA-CFD6-ACEA-4A03E1EF248B}"/>
                    </a:ext>
                  </a:extLst>
                </p:cNvPr>
                <p:cNvPicPr/>
                <p:nvPr/>
              </p:nvPicPr>
              <p:blipFill>
                <a:blip r:embed="rId30"/>
                <a:stretch>
                  <a:fillRect/>
                </a:stretch>
              </p:blipFill>
              <p:spPr>
                <a:xfrm>
                  <a:off x="7545901" y="5730658"/>
                  <a:ext cx="5184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4" name="Ink 23">
                  <a:extLst>
                    <a:ext uri="{FF2B5EF4-FFF2-40B4-BE49-F238E27FC236}">
                      <a16:creationId xmlns:a16="http://schemas.microsoft.com/office/drawing/2014/main" id="{5398F069-48D0-A169-249A-7EAE1789FF44}"/>
                    </a:ext>
                  </a:extLst>
                </p14:cNvPr>
                <p14:cNvContentPartPr/>
                <p14:nvPr/>
              </p14:nvContentPartPr>
              <p14:xfrm>
                <a:off x="7699621" y="5721658"/>
                <a:ext cx="248400" cy="269280"/>
              </p14:xfrm>
            </p:contentPart>
          </mc:Choice>
          <mc:Fallback>
            <p:pic>
              <p:nvPicPr>
                <p:cNvPr id="24" name="Ink 23">
                  <a:extLst>
                    <a:ext uri="{FF2B5EF4-FFF2-40B4-BE49-F238E27FC236}">
                      <a16:creationId xmlns:a16="http://schemas.microsoft.com/office/drawing/2014/main" id="{5398F069-48D0-A169-249A-7EAE1789FF44}"/>
                    </a:ext>
                  </a:extLst>
                </p:cNvPr>
                <p:cNvPicPr/>
                <p:nvPr/>
              </p:nvPicPr>
              <p:blipFill>
                <a:blip r:embed="rId32"/>
                <a:stretch>
                  <a:fillRect/>
                </a:stretch>
              </p:blipFill>
              <p:spPr>
                <a:xfrm>
                  <a:off x="7693501" y="5715538"/>
                  <a:ext cx="260640" cy="281520"/>
                </a:xfrm>
                <a:prstGeom prst="rect">
                  <a:avLst/>
                </a:prstGeom>
              </p:spPr>
            </p:pic>
          </mc:Fallback>
        </mc:AlternateContent>
      </p:grpSp>
      <p:grpSp>
        <p:nvGrpSpPr>
          <p:cNvPr id="43" name="Group 42">
            <a:extLst>
              <a:ext uri="{FF2B5EF4-FFF2-40B4-BE49-F238E27FC236}">
                <a16:creationId xmlns:a16="http://schemas.microsoft.com/office/drawing/2014/main" id="{2B378CC0-F4E1-B675-1953-D6A50C9B8018}"/>
              </a:ext>
            </a:extLst>
          </p:cNvPr>
          <p:cNvGrpSpPr/>
          <p:nvPr/>
        </p:nvGrpSpPr>
        <p:grpSpPr>
          <a:xfrm>
            <a:off x="8482981" y="4861978"/>
            <a:ext cx="1927080" cy="768600"/>
            <a:chOff x="8482981" y="4861978"/>
            <a:chExt cx="1927080" cy="768600"/>
          </a:xfrm>
        </p:grpSpPr>
        <mc:AlternateContent xmlns:mc="http://schemas.openxmlformats.org/markup-compatibility/2006">
          <mc:Choice xmlns:p14="http://schemas.microsoft.com/office/powerpoint/2010/main" Requires="p14">
            <p:contentPart p14:bwMode="auto" r:id="rId33">
              <p14:nvContentPartPr>
                <p14:cNvPr id="27" name="Ink 26">
                  <a:extLst>
                    <a:ext uri="{FF2B5EF4-FFF2-40B4-BE49-F238E27FC236}">
                      <a16:creationId xmlns:a16="http://schemas.microsoft.com/office/drawing/2014/main" id="{A8199971-D8E6-F758-8B1B-5F7919F1CFC8}"/>
                    </a:ext>
                  </a:extLst>
                </p14:cNvPr>
                <p14:cNvContentPartPr/>
                <p14:nvPr/>
              </p14:nvContentPartPr>
              <p14:xfrm>
                <a:off x="8482981" y="5200378"/>
                <a:ext cx="223560" cy="50400"/>
              </p14:xfrm>
            </p:contentPart>
          </mc:Choice>
          <mc:Fallback>
            <p:pic>
              <p:nvPicPr>
                <p:cNvPr id="27" name="Ink 26">
                  <a:extLst>
                    <a:ext uri="{FF2B5EF4-FFF2-40B4-BE49-F238E27FC236}">
                      <a16:creationId xmlns:a16="http://schemas.microsoft.com/office/drawing/2014/main" id="{A8199971-D8E6-F758-8B1B-5F7919F1CFC8}"/>
                    </a:ext>
                  </a:extLst>
                </p:cNvPr>
                <p:cNvPicPr/>
                <p:nvPr/>
              </p:nvPicPr>
              <p:blipFill>
                <a:blip r:embed="rId34"/>
                <a:stretch>
                  <a:fillRect/>
                </a:stretch>
              </p:blipFill>
              <p:spPr>
                <a:xfrm>
                  <a:off x="8476861" y="5194258"/>
                  <a:ext cx="23580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8" name="Ink 27">
                  <a:extLst>
                    <a:ext uri="{FF2B5EF4-FFF2-40B4-BE49-F238E27FC236}">
                      <a16:creationId xmlns:a16="http://schemas.microsoft.com/office/drawing/2014/main" id="{8B9998CB-7586-CE7C-EE5C-0A024AC9B8DB}"/>
                    </a:ext>
                  </a:extLst>
                </p14:cNvPr>
                <p14:cNvContentPartPr/>
                <p14:nvPr/>
              </p14:nvContentPartPr>
              <p14:xfrm>
                <a:off x="8572621" y="5371738"/>
                <a:ext cx="198000" cy="93240"/>
              </p14:xfrm>
            </p:contentPart>
          </mc:Choice>
          <mc:Fallback>
            <p:pic>
              <p:nvPicPr>
                <p:cNvPr id="28" name="Ink 27">
                  <a:extLst>
                    <a:ext uri="{FF2B5EF4-FFF2-40B4-BE49-F238E27FC236}">
                      <a16:creationId xmlns:a16="http://schemas.microsoft.com/office/drawing/2014/main" id="{8B9998CB-7586-CE7C-EE5C-0A024AC9B8DB}"/>
                    </a:ext>
                  </a:extLst>
                </p:cNvPr>
                <p:cNvPicPr/>
                <p:nvPr/>
              </p:nvPicPr>
              <p:blipFill>
                <a:blip r:embed="rId36"/>
                <a:stretch>
                  <a:fillRect/>
                </a:stretch>
              </p:blipFill>
              <p:spPr>
                <a:xfrm>
                  <a:off x="8566501" y="5365618"/>
                  <a:ext cx="2102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9" name="Ink 28">
                  <a:extLst>
                    <a:ext uri="{FF2B5EF4-FFF2-40B4-BE49-F238E27FC236}">
                      <a16:creationId xmlns:a16="http://schemas.microsoft.com/office/drawing/2014/main" id="{404E6A60-1E82-B59B-F6C3-F3793540147E}"/>
                    </a:ext>
                  </a:extLst>
                </p14:cNvPr>
                <p14:cNvContentPartPr/>
                <p14:nvPr/>
              </p14:nvContentPartPr>
              <p14:xfrm>
                <a:off x="8771701" y="4983298"/>
                <a:ext cx="255960" cy="523800"/>
              </p14:xfrm>
            </p:contentPart>
          </mc:Choice>
          <mc:Fallback>
            <p:pic>
              <p:nvPicPr>
                <p:cNvPr id="29" name="Ink 28">
                  <a:extLst>
                    <a:ext uri="{FF2B5EF4-FFF2-40B4-BE49-F238E27FC236}">
                      <a16:creationId xmlns:a16="http://schemas.microsoft.com/office/drawing/2014/main" id="{404E6A60-1E82-B59B-F6C3-F3793540147E}"/>
                    </a:ext>
                  </a:extLst>
                </p:cNvPr>
                <p:cNvPicPr/>
                <p:nvPr/>
              </p:nvPicPr>
              <p:blipFill>
                <a:blip r:embed="rId38"/>
                <a:stretch>
                  <a:fillRect/>
                </a:stretch>
              </p:blipFill>
              <p:spPr>
                <a:xfrm>
                  <a:off x="8765581" y="4977178"/>
                  <a:ext cx="268200" cy="5360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0" name="Ink 29">
                  <a:extLst>
                    <a:ext uri="{FF2B5EF4-FFF2-40B4-BE49-F238E27FC236}">
                      <a16:creationId xmlns:a16="http://schemas.microsoft.com/office/drawing/2014/main" id="{C105F3EA-8BB1-5DCB-C7CC-9C8EDD11F941}"/>
                    </a:ext>
                  </a:extLst>
                </p14:cNvPr>
                <p14:cNvContentPartPr/>
                <p14:nvPr/>
              </p14:nvContentPartPr>
              <p14:xfrm>
                <a:off x="9241861" y="4861978"/>
                <a:ext cx="232200" cy="585360"/>
              </p14:xfrm>
            </p:contentPart>
          </mc:Choice>
          <mc:Fallback>
            <p:pic>
              <p:nvPicPr>
                <p:cNvPr id="30" name="Ink 29">
                  <a:extLst>
                    <a:ext uri="{FF2B5EF4-FFF2-40B4-BE49-F238E27FC236}">
                      <a16:creationId xmlns:a16="http://schemas.microsoft.com/office/drawing/2014/main" id="{C105F3EA-8BB1-5DCB-C7CC-9C8EDD11F941}"/>
                    </a:ext>
                  </a:extLst>
                </p:cNvPr>
                <p:cNvPicPr/>
                <p:nvPr/>
              </p:nvPicPr>
              <p:blipFill>
                <a:blip r:embed="rId40"/>
                <a:stretch>
                  <a:fillRect/>
                </a:stretch>
              </p:blipFill>
              <p:spPr>
                <a:xfrm>
                  <a:off x="9235741" y="4855858"/>
                  <a:ext cx="244440" cy="5976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1" name="Ink 30">
                  <a:extLst>
                    <a:ext uri="{FF2B5EF4-FFF2-40B4-BE49-F238E27FC236}">
                      <a16:creationId xmlns:a16="http://schemas.microsoft.com/office/drawing/2014/main" id="{9BCBC389-59AD-91EA-8341-739622C59E2B}"/>
                    </a:ext>
                  </a:extLst>
                </p14:cNvPr>
                <p14:cNvContentPartPr/>
                <p14:nvPr/>
              </p14:nvContentPartPr>
              <p14:xfrm>
                <a:off x="9411061" y="5319178"/>
                <a:ext cx="139320" cy="257400"/>
              </p14:xfrm>
            </p:contentPart>
          </mc:Choice>
          <mc:Fallback>
            <p:pic>
              <p:nvPicPr>
                <p:cNvPr id="31" name="Ink 30">
                  <a:extLst>
                    <a:ext uri="{FF2B5EF4-FFF2-40B4-BE49-F238E27FC236}">
                      <a16:creationId xmlns:a16="http://schemas.microsoft.com/office/drawing/2014/main" id="{9BCBC389-59AD-91EA-8341-739622C59E2B}"/>
                    </a:ext>
                  </a:extLst>
                </p:cNvPr>
                <p:cNvPicPr/>
                <p:nvPr/>
              </p:nvPicPr>
              <p:blipFill>
                <a:blip r:embed="rId42"/>
                <a:stretch>
                  <a:fillRect/>
                </a:stretch>
              </p:blipFill>
              <p:spPr>
                <a:xfrm>
                  <a:off x="9404941" y="5313058"/>
                  <a:ext cx="15156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2" name="Ink 31">
                  <a:extLst>
                    <a:ext uri="{FF2B5EF4-FFF2-40B4-BE49-F238E27FC236}">
                      <a16:creationId xmlns:a16="http://schemas.microsoft.com/office/drawing/2014/main" id="{04252F0E-2172-0DDC-7030-72A55F24A3FC}"/>
                    </a:ext>
                  </a:extLst>
                </p14:cNvPr>
                <p14:cNvContentPartPr/>
                <p14:nvPr/>
              </p14:nvContentPartPr>
              <p14:xfrm>
                <a:off x="9642901" y="5385418"/>
                <a:ext cx="87840" cy="226800"/>
              </p14:xfrm>
            </p:contentPart>
          </mc:Choice>
          <mc:Fallback>
            <p:pic>
              <p:nvPicPr>
                <p:cNvPr id="32" name="Ink 31">
                  <a:extLst>
                    <a:ext uri="{FF2B5EF4-FFF2-40B4-BE49-F238E27FC236}">
                      <a16:creationId xmlns:a16="http://schemas.microsoft.com/office/drawing/2014/main" id="{04252F0E-2172-0DDC-7030-72A55F24A3FC}"/>
                    </a:ext>
                  </a:extLst>
                </p:cNvPr>
                <p:cNvPicPr/>
                <p:nvPr/>
              </p:nvPicPr>
              <p:blipFill>
                <a:blip r:embed="rId44"/>
                <a:stretch>
                  <a:fillRect/>
                </a:stretch>
              </p:blipFill>
              <p:spPr>
                <a:xfrm>
                  <a:off x="9636781" y="5379298"/>
                  <a:ext cx="10008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3" name="Ink 32">
                  <a:extLst>
                    <a:ext uri="{FF2B5EF4-FFF2-40B4-BE49-F238E27FC236}">
                      <a16:creationId xmlns:a16="http://schemas.microsoft.com/office/drawing/2014/main" id="{28162A9F-AE49-66FA-8646-9E8825D79392}"/>
                    </a:ext>
                  </a:extLst>
                </p14:cNvPr>
                <p14:cNvContentPartPr/>
                <p14:nvPr/>
              </p14:nvContentPartPr>
              <p14:xfrm>
                <a:off x="9812461" y="5335378"/>
                <a:ext cx="176400" cy="295200"/>
              </p14:xfrm>
            </p:contentPart>
          </mc:Choice>
          <mc:Fallback>
            <p:pic>
              <p:nvPicPr>
                <p:cNvPr id="33" name="Ink 32">
                  <a:extLst>
                    <a:ext uri="{FF2B5EF4-FFF2-40B4-BE49-F238E27FC236}">
                      <a16:creationId xmlns:a16="http://schemas.microsoft.com/office/drawing/2014/main" id="{28162A9F-AE49-66FA-8646-9E8825D79392}"/>
                    </a:ext>
                  </a:extLst>
                </p:cNvPr>
                <p:cNvPicPr/>
                <p:nvPr/>
              </p:nvPicPr>
              <p:blipFill>
                <a:blip r:embed="rId46"/>
                <a:stretch>
                  <a:fillRect/>
                </a:stretch>
              </p:blipFill>
              <p:spPr>
                <a:xfrm>
                  <a:off x="9806341" y="5329258"/>
                  <a:ext cx="18864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4" name="Ink 33">
                  <a:extLst>
                    <a:ext uri="{FF2B5EF4-FFF2-40B4-BE49-F238E27FC236}">
                      <a16:creationId xmlns:a16="http://schemas.microsoft.com/office/drawing/2014/main" id="{3ABDB1D9-DE96-A120-7743-C7F18E2BAF72}"/>
                    </a:ext>
                  </a:extLst>
                </p14:cNvPr>
                <p14:cNvContentPartPr/>
                <p14:nvPr/>
              </p14:nvContentPartPr>
              <p14:xfrm>
                <a:off x="10214221" y="4978258"/>
                <a:ext cx="114480" cy="54000"/>
              </p14:xfrm>
            </p:contentPart>
          </mc:Choice>
          <mc:Fallback>
            <p:pic>
              <p:nvPicPr>
                <p:cNvPr id="34" name="Ink 33">
                  <a:extLst>
                    <a:ext uri="{FF2B5EF4-FFF2-40B4-BE49-F238E27FC236}">
                      <a16:creationId xmlns:a16="http://schemas.microsoft.com/office/drawing/2014/main" id="{3ABDB1D9-DE96-A120-7743-C7F18E2BAF72}"/>
                    </a:ext>
                  </a:extLst>
                </p:cNvPr>
                <p:cNvPicPr/>
                <p:nvPr/>
              </p:nvPicPr>
              <p:blipFill>
                <a:blip r:embed="rId48"/>
                <a:stretch>
                  <a:fillRect/>
                </a:stretch>
              </p:blipFill>
              <p:spPr>
                <a:xfrm>
                  <a:off x="10208101" y="4972138"/>
                  <a:ext cx="12672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5" name="Ink 34">
                  <a:extLst>
                    <a:ext uri="{FF2B5EF4-FFF2-40B4-BE49-F238E27FC236}">
                      <a16:creationId xmlns:a16="http://schemas.microsoft.com/office/drawing/2014/main" id="{12F19E61-607F-C7E5-3642-ED802B9F2CD3}"/>
                    </a:ext>
                  </a:extLst>
                </p14:cNvPr>
                <p14:cNvContentPartPr/>
                <p14:nvPr/>
              </p14:nvContentPartPr>
              <p14:xfrm>
                <a:off x="10220701" y="5175898"/>
                <a:ext cx="189360" cy="42840"/>
              </p14:xfrm>
            </p:contentPart>
          </mc:Choice>
          <mc:Fallback>
            <p:pic>
              <p:nvPicPr>
                <p:cNvPr id="35" name="Ink 34">
                  <a:extLst>
                    <a:ext uri="{FF2B5EF4-FFF2-40B4-BE49-F238E27FC236}">
                      <a16:creationId xmlns:a16="http://schemas.microsoft.com/office/drawing/2014/main" id="{12F19E61-607F-C7E5-3642-ED802B9F2CD3}"/>
                    </a:ext>
                  </a:extLst>
                </p:cNvPr>
                <p:cNvPicPr/>
                <p:nvPr/>
              </p:nvPicPr>
              <p:blipFill>
                <a:blip r:embed="rId50"/>
                <a:stretch>
                  <a:fillRect/>
                </a:stretch>
              </p:blipFill>
              <p:spPr>
                <a:xfrm>
                  <a:off x="10214581" y="5169778"/>
                  <a:ext cx="201600" cy="55080"/>
                </a:xfrm>
                <a:prstGeom prst="rect">
                  <a:avLst/>
                </a:prstGeom>
              </p:spPr>
            </p:pic>
          </mc:Fallback>
        </mc:AlternateContent>
      </p:grpSp>
      <p:grpSp>
        <p:nvGrpSpPr>
          <p:cNvPr id="40" name="Group 39">
            <a:extLst>
              <a:ext uri="{FF2B5EF4-FFF2-40B4-BE49-F238E27FC236}">
                <a16:creationId xmlns:a16="http://schemas.microsoft.com/office/drawing/2014/main" id="{B9476147-2FFD-5B33-14C4-346D56DF9E32}"/>
              </a:ext>
            </a:extLst>
          </p:cNvPr>
          <p:cNvGrpSpPr/>
          <p:nvPr/>
        </p:nvGrpSpPr>
        <p:grpSpPr>
          <a:xfrm>
            <a:off x="10642261" y="4652458"/>
            <a:ext cx="835200" cy="565920"/>
            <a:chOff x="10642261" y="4652458"/>
            <a:chExt cx="835200" cy="565920"/>
          </a:xfrm>
        </p:grpSpPr>
        <mc:AlternateContent xmlns:mc="http://schemas.openxmlformats.org/markup-compatibility/2006">
          <mc:Choice xmlns:p14="http://schemas.microsoft.com/office/powerpoint/2010/main" Requires="p14">
            <p:contentPart p14:bwMode="auto" r:id="rId51">
              <p14:nvContentPartPr>
                <p14:cNvPr id="36" name="Ink 35">
                  <a:extLst>
                    <a:ext uri="{FF2B5EF4-FFF2-40B4-BE49-F238E27FC236}">
                      <a16:creationId xmlns:a16="http://schemas.microsoft.com/office/drawing/2014/main" id="{14229A5E-1680-EE1E-E8A8-44E4E4EE94D7}"/>
                    </a:ext>
                  </a:extLst>
                </p14:cNvPr>
                <p14:cNvContentPartPr/>
                <p14:nvPr/>
              </p14:nvContentPartPr>
              <p14:xfrm>
                <a:off x="10642261" y="4666138"/>
                <a:ext cx="151560" cy="399240"/>
              </p14:xfrm>
            </p:contentPart>
          </mc:Choice>
          <mc:Fallback>
            <p:pic>
              <p:nvPicPr>
                <p:cNvPr id="36" name="Ink 35">
                  <a:extLst>
                    <a:ext uri="{FF2B5EF4-FFF2-40B4-BE49-F238E27FC236}">
                      <a16:creationId xmlns:a16="http://schemas.microsoft.com/office/drawing/2014/main" id="{14229A5E-1680-EE1E-E8A8-44E4E4EE94D7}"/>
                    </a:ext>
                  </a:extLst>
                </p:cNvPr>
                <p:cNvPicPr/>
                <p:nvPr/>
              </p:nvPicPr>
              <p:blipFill>
                <a:blip r:embed="rId52"/>
                <a:stretch>
                  <a:fillRect/>
                </a:stretch>
              </p:blipFill>
              <p:spPr>
                <a:xfrm>
                  <a:off x="10636141" y="4660018"/>
                  <a:ext cx="163800" cy="4114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7" name="Ink 36">
                  <a:extLst>
                    <a:ext uri="{FF2B5EF4-FFF2-40B4-BE49-F238E27FC236}">
                      <a16:creationId xmlns:a16="http://schemas.microsoft.com/office/drawing/2014/main" id="{233B48C6-EA5E-33F2-6D1C-BB7EB7FA3E37}"/>
                    </a:ext>
                  </a:extLst>
                </p14:cNvPr>
                <p14:cNvContentPartPr/>
                <p14:nvPr/>
              </p14:nvContentPartPr>
              <p14:xfrm>
                <a:off x="10929541" y="4735258"/>
                <a:ext cx="224280" cy="312120"/>
              </p14:xfrm>
            </p:contentPart>
          </mc:Choice>
          <mc:Fallback>
            <p:pic>
              <p:nvPicPr>
                <p:cNvPr id="37" name="Ink 36">
                  <a:extLst>
                    <a:ext uri="{FF2B5EF4-FFF2-40B4-BE49-F238E27FC236}">
                      <a16:creationId xmlns:a16="http://schemas.microsoft.com/office/drawing/2014/main" id="{233B48C6-EA5E-33F2-6D1C-BB7EB7FA3E37}"/>
                    </a:ext>
                  </a:extLst>
                </p:cNvPr>
                <p:cNvPicPr/>
                <p:nvPr/>
              </p:nvPicPr>
              <p:blipFill>
                <a:blip r:embed="rId54"/>
                <a:stretch>
                  <a:fillRect/>
                </a:stretch>
              </p:blipFill>
              <p:spPr>
                <a:xfrm>
                  <a:off x="10923421" y="4729138"/>
                  <a:ext cx="23652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8" name="Ink 37">
                  <a:extLst>
                    <a:ext uri="{FF2B5EF4-FFF2-40B4-BE49-F238E27FC236}">
                      <a16:creationId xmlns:a16="http://schemas.microsoft.com/office/drawing/2014/main" id="{DFDE461D-7919-5743-0717-525F2A2001B5}"/>
                    </a:ext>
                  </a:extLst>
                </p14:cNvPr>
                <p14:cNvContentPartPr/>
                <p14:nvPr/>
              </p14:nvContentPartPr>
              <p14:xfrm>
                <a:off x="11164981" y="5023258"/>
                <a:ext cx="34560" cy="115560"/>
              </p14:xfrm>
            </p:contentPart>
          </mc:Choice>
          <mc:Fallback>
            <p:pic>
              <p:nvPicPr>
                <p:cNvPr id="38" name="Ink 37">
                  <a:extLst>
                    <a:ext uri="{FF2B5EF4-FFF2-40B4-BE49-F238E27FC236}">
                      <a16:creationId xmlns:a16="http://schemas.microsoft.com/office/drawing/2014/main" id="{DFDE461D-7919-5743-0717-525F2A2001B5}"/>
                    </a:ext>
                  </a:extLst>
                </p:cNvPr>
                <p:cNvPicPr/>
                <p:nvPr/>
              </p:nvPicPr>
              <p:blipFill>
                <a:blip r:embed="rId56"/>
                <a:stretch>
                  <a:fillRect/>
                </a:stretch>
              </p:blipFill>
              <p:spPr>
                <a:xfrm>
                  <a:off x="11158861" y="5017138"/>
                  <a:ext cx="4680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9" name="Ink 38">
                  <a:extLst>
                    <a:ext uri="{FF2B5EF4-FFF2-40B4-BE49-F238E27FC236}">
                      <a16:creationId xmlns:a16="http://schemas.microsoft.com/office/drawing/2014/main" id="{0903C963-0AE8-EAEA-1C60-A32B5DD3F969}"/>
                    </a:ext>
                  </a:extLst>
                </p14:cNvPr>
                <p14:cNvContentPartPr/>
                <p14:nvPr/>
              </p14:nvContentPartPr>
              <p14:xfrm>
                <a:off x="11253901" y="4652458"/>
                <a:ext cx="223560" cy="565920"/>
              </p14:xfrm>
            </p:contentPart>
          </mc:Choice>
          <mc:Fallback>
            <p:pic>
              <p:nvPicPr>
                <p:cNvPr id="39" name="Ink 38">
                  <a:extLst>
                    <a:ext uri="{FF2B5EF4-FFF2-40B4-BE49-F238E27FC236}">
                      <a16:creationId xmlns:a16="http://schemas.microsoft.com/office/drawing/2014/main" id="{0903C963-0AE8-EAEA-1C60-A32B5DD3F969}"/>
                    </a:ext>
                  </a:extLst>
                </p:cNvPr>
                <p:cNvPicPr/>
                <p:nvPr/>
              </p:nvPicPr>
              <p:blipFill>
                <a:blip r:embed="rId58"/>
                <a:stretch>
                  <a:fillRect/>
                </a:stretch>
              </p:blipFill>
              <p:spPr>
                <a:xfrm>
                  <a:off x="11247781" y="4646338"/>
                  <a:ext cx="235800" cy="578160"/>
                </a:xfrm>
                <a:prstGeom prst="rect">
                  <a:avLst/>
                </a:prstGeom>
              </p:spPr>
            </p:pic>
          </mc:Fallback>
        </mc:AlternateContent>
      </p:grpSp>
    </p:spTree>
    <p:extLst>
      <p:ext uri="{BB962C8B-B14F-4D97-AF65-F5344CB8AC3E}">
        <p14:creationId xmlns:p14="http://schemas.microsoft.com/office/powerpoint/2010/main" val="333418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Valuation by Comparables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2" name="TextBox 1">
            <a:extLst>
              <a:ext uri="{FF2B5EF4-FFF2-40B4-BE49-F238E27FC236}">
                <a16:creationId xmlns:a16="http://schemas.microsoft.com/office/drawing/2014/main" id="{9E86BF60-69FC-B02E-ADA2-580CF5102167}"/>
              </a:ext>
            </a:extLst>
          </p:cNvPr>
          <p:cNvSpPr txBox="1"/>
          <p:nvPr/>
        </p:nvSpPr>
        <p:spPr>
          <a:xfrm>
            <a:off x="246744" y="652811"/>
            <a:ext cx="10704945" cy="4688463"/>
          </a:xfrm>
          <a:prstGeom prst="rect">
            <a:avLst/>
          </a:prstGeom>
          <a:noFill/>
        </p:spPr>
        <p:txBody>
          <a:bodyPr wrap="square">
            <a:spAutoFit/>
          </a:bodyPr>
          <a:lstStyle/>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startAt="2"/>
              <a:tabLst/>
              <a:defRPr/>
            </a:pPr>
            <a:r>
              <a:rPr kumimoji="0" lang="en-US" sz="2800" b="1" i="0" u="none" strike="noStrike" kern="1200" cap="none" spc="0" normalizeH="0" baseline="0" noProof="0" dirty="0">
                <a:ln>
                  <a:noFill/>
                </a:ln>
                <a:solidFill>
                  <a:srgbClr val="EC767C"/>
                </a:solidFill>
                <a:effectLst/>
                <a:uLnTx/>
                <a:uFillTx/>
                <a:latin typeface="Tw Cen MT"/>
                <a:ea typeface="+mn-ea"/>
                <a:cs typeface="Tw Cen MT"/>
              </a:rPr>
              <a:t>The Price/Book Value (P/B) ratio:</a:t>
            </a:r>
            <a:endParaRPr kumimoji="0" lang="en-US" sz="2800" b="0" i="0" u="none" strike="noStrike" kern="1200" cap="none" spc="0" normalizeH="0" baseline="0" noProof="0" dirty="0">
              <a:ln>
                <a:noFill/>
              </a:ln>
              <a:solidFill>
                <a:prstClr val="black"/>
              </a:solidFill>
              <a:effectLst/>
              <a:uLnTx/>
              <a:uFillTx/>
              <a:latin typeface="Tw Cen MT"/>
              <a:ea typeface="+mn-ea"/>
              <a:cs typeface="Tw Cen MT"/>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Tw Cen MT"/>
              </a:rPr>
              <a:t>	</a:t>
            </a:r>
            <a:r>
              <a:rPr lang="en-US" sz="2800" dirty="0">
                <a:solidFill>
                  <a:prstClr val="black"/>
                </a:solidFill>
                <a:latin typeface="Tw Cen MT"/>
                <a:cs typeface="Tw Cen MT"/>
              </a:rPr>
              <a:t> P/B=Price per share/Book value per share</a:t>
            </a:r>
            <a:endParaRPr kumimoji="0" lang="en-US" sz="2800" b="0" i="0" u="none" strike="noStrike" kern="1200" cap="none" spc="0" normalizeH="0" baseline="0" noProof="0" dirty="0">
              <a:ln>
                <a:noFill/>
              </a:ln>
              <a:solidFill>
                <a:prstClr val="black"/>
              </a:solidFill>
              <a:effectLst/>
              <a:uLnTx/>
              <a:uFillTx/>
              <a:latin typeface="Tw Cen MT"/>
              <a:ea typeface="+mn-ea"/>
              <a:cs typeface="Tw Cen MT"/>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lang="en-US" sz="2800" dirty="0">
                <a:solidFill>
                  <a:prstClr val="black"/>
                </a:solidFill>
                <a:latin typeface="Tw Cen MT"/>
                <a:cs typeface="Tw Cen MT"/>
              </a:rPr>
              <a:t>	 </a:t>
            </a:r>
            <a:r>
              <a:rPr kumimoji="0" lang="en-US" sz="2800" b="0" i="0" u="none" strike="noStrike" kern="1200" cap="none" spc="0" normalizeH="0" baseline="0" noProof="0" dirty="0">
                <a:ln>
                  <a:noFill/>
                </a:ln>
                <a:solidFill>
                  <a:prstClr val="black"/>
                </a:solidFill>
                <a:effectLst/>
                <a:uLnTx/>
                <a:uFillTx/>
                <a:latin typeface="Tw Cen MT"/>
                <a:ea typeface="+mn-ea"/>
                <a:cs typeface="Tw Cen MT"/>
              </a:rPr>
              <a:t>Book value per share= Equity value /</a:t>
            </a:r>
            <a:r>
              <a:rPr lang="en-US" sz="2800" dirty="0">
                <a:solidFill>
                  <a:prstClr val="black"/>
                </a:solidFill>
                <a:latin typeface="Tw Cen MT"/>
                <a:cs typeface="Tw Cen MT"/>
              </a:rPr>
              <a:t> No. of shares outstanding</a:t>
            </a:r>
            <a:r>
              <a:rPr kumimoji="0" lang="en-US" sz="2800" b="0" i="0" u="none" strike="noStrike" kern="1200" cap="none" spc="0" normalizeH="0" baseline="0" noProof="0" dirty="0">
                <a:ln>
                  <a:noFill/>
                </a:ln>
                <a:solidFill>
                  <a:prstClr val="black"/>
                </a:solidFill>
                <a:effectLst/>
                <a:uLnTx/>
                <a:uFillTx/>
                <a:latin typeface="Tw Cen MT"/>
                <a:ea typeface="+mn-ea"/>
                <a:cs typeface="Tw Cen MT"/>
              </a:rPr>
              <a:t> </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1" i="0" u="none" strike="noStrike" kern="1200" cap="none" spc="0" normalizeH="0" baseline="0" noProof="0" dirty="0">
                <a:ln>
                  <a:noFill/>
                </a:ln>
                <a:solidFill>
                  <a:prstClr val="black"/>
                </a:solidFill>
                <a:effectLst/>
                <a:uLnTx/>
                <a:uFillTx/>
                <a:latin typeface="Tw Cen MT"/>
                <a:ea typeface="+mn-ea"/>
                <a:cs typeface="Tw Cen MT"/>
              </a:rPr>
              <a:t>Example: </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Tw Cen MT"/>
              </a:rPr>
              <a:t>Company A book value per share=10, Price= _____</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Tw Cen MT"/>
              </a:rPr>
              <a:t>Company B book value per share=20, Price=100</a:t>
            </a:r>
            <a:endParaRPr lang="en-US" sz="2800" dirty="0">
              <a:solidFill>
                <a:prstClr val="black"/>
              </a:solidFill>
              <a:latin typeface="Tw Cen MT"/>
              <a:cs typeface="Tw Cen MT"/>
            </a:endParaRPr>
          </a:p>
          <a:p>
            <a:pPr>
              <a:spcBef>
                <a:spcPts val="700"/>
              </a:spcBef>
              <a:buClr>
                <a:srgbClr val="DA1F28"/>
              </a:buClr>
              <a:buSzPct val="60000"/>
              <a:defRPr/>
            </a:pPr>
            <a:r>
              <a:rPr kumimoji="0" lang="en-US" sz="2800" b="1" i="0" u="none" strike="noStrike" kern="1200" cap="none" spc="0" normalizeH="0" baseline="0" noProof="0" dirty="0">
                <a:ln>
                  <a:noFill/>
                </a:ln>
                <a:solidFill>
                  <a:srgbClr val="EC767C"/>
                </a:solidFill>
                <a:effectLst/>
                <a:uLnTx/>
                <a:uFillTx/>
                <a:latin typeface="Tw Cen MT"/>
                <a:ea typeface="+mn-ea"/>
                <a:cs typeface="Tw Cen MT"/>
              </a:rPr>
              <a:t>P/B of Company A = P/B of Company B </a:t>
            </a:r>
            <a:r>
              <a:rPr lang="en-US" sz="2800" b="1" dirty="0">
                <a:solidFill>
                  <a:srgbClr val="EC767C"/>
                </a:solidFill>
                <a:latin typeface="Tw Cen MT"/>
                <a:cs typeface="Tw Cen MT"/>
              </a:rPr>
              <a:t>=&gt;</a:t>
            </a:r>
          </a:p>
          <a:p>
            <a:pPr>
              <a:spcBef>
                <a:spcPts val="700"/>
              </a:spcBef>
              <a:buClr>
                <a:srgbClr val="DA1F28"/>
              </a:buClr>
              <a:buSzPct val="60000"/>
              <a:defRPr/>
            </a:pPr>
            <a:endParaRPr kumimoji="0" lang="en-US" sz="2800" b="1" i="0" u="none" strike="noStrike" kern="1200" cap="none" spc="0" normalizeH="0" baseline="0" noProof="0" dirty="0">
              <a:ln>
                <a:noFill/>
              </a:ln>
              <a:solidFill>
                <a:srgbClr val="EC767C"/>
              </a:solidFill>
              <a:effectLst/>
              <a:uLnTx/>
              <a:uFillTx/>
              <a:latin typeface="Tw Cen MT"/>
              <a:ea typeface="+mn-ea"/>
              <a:cs typeface="Tw Cen MT"/>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Tw Cen M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0992882-9FFE-758A-4D46-A45D0E60259C}"/>
                  </a:ext>
                </a:extLst>
              </p14:cNvPr>
              <p14:cNvContentPartPr/>
              <p14:nvPr/>
            </p14:nvContentPartPr>
            <p14:xfrm>
              <a:off x="4203661" y="4801858"/>
              <a:ext cx="124920" cy="380520"/>
            </p14:xfrm>
          </p:contentPart>
        </mc:Choice>
        <mc:Fallback>
          <p:pic>
            <p:nvPicPr>
              <p:cNvPr id="3" name="Ink 2">
                <a:extLst>
                  <a:ext uri="{FF2B5EF4-FFF2-40B4-BE49-F238E27FC236}">
                    <a16:creationId xmlns:a16="http://schemas.microsoft.com/office/drawing/2014/main" id="{D0992882-9FFE-758A-4D46-A45D0E60259C}"/>
                  </a:ext>
                </a:extLst>
              </p:cNvPr>
              <p:cNvPicPr/>
              <p:nvPr/>
            </p:nvPicPr>
            <p:blipFill>
              <a:blip r:embed="rId4"/>
              <a:stretch>
                <a:fillRect/>
              </a:stretch>
            </p:blipFill>
            <p:spPr>
              <a:xfrm>
                <a:off x="4197541" y="4795738"/>
                <a:ext cx="13716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0840C4F9-973C-4E20-D86D-BD9AC746EA7C}"/>
                  </a:ext>
                </a:extLst>
              </p14:cNvPr>
              <p14:cNvContentPartPr/>
              <p14:nvPr/>
            </p14:nvContentPartPr>
            <p14:xfrm>
              <a:off x="4342981" y="5077978"/>
              <a:ext cx="127080" cy="176760"/>
            </p14:xfrm>
          </p:contentPart>
        </mc:Choice>
        <mc:Fallback>
          <p:pic>
            <p:nvPicPr>
              <p:cNvPr id="4" name="Ink 3">
                <a:extLst>
                  <a:ext uri="{FF2B5EF4-FFF2-40B4-BE49-F238E27FC236}">
                    <a16:creationId xmlns:a16="http://schemas.microsoft.com/office/drawing/2014/main" id="{0840C4F9-973C-4E20-D86D-BD9AC746EA7C}"/>
                  </a:ext>
                </a:extLst>
              </p:cNvPr>
              <p:cNvPicPr/>
              <p:nvPr/>
            </p:nvPicPr>
            <p:blipFill>
              <a:blip r:embed="rId6"/>
              <a:stretch>
                <a:fillRect/>
              </a:stretch>
            </p:blipFill>
            <p:spPr>
              <a:xfrm>
                <a:off x="4336861" y="5071858"/>
                <a:ext cx="13932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564269F4-2497-43D2-0336-6AAEDDCE1A5A}"/>
                  </a:ext>
                </a:extLst>
              </p14:cNvPr>
              <p14:cNvContentPartPr/>
              <p14:nvPr/>
            </p14:nvContentPartPr>
            <p14:xfrm>
              <a:off x="4384021" y="5182738"/>
              <a:ext cx="70560" cy="25920"/>
            </p14:xfrm>
          </p:contentPart>
        </mc:Choice>
        <mc:Fallback>
          <p:pic>
            <p:nvPicPr>
              <p:cNvPr id="6" name="Ink 5">
                <a:extLst>
                  <a:ext uri="{FF2B5EF4-FFF2-40B4-BE49-F238E27FC236}">
                    <a16:creationId xmlns:a16="http://schemas.microsoft.com/office/drawing/2014/main" id="{564269F4-2497-43D2-0336-6AAEDDCE1A5A}"/>
                  </a:ext>
                </a:extLst>
              </p:cNvPr>
              <p:cNvPicPr/>
              <p:nvPr/>
            </p:nvPicPr>
            <p:blipFill>
              <a:blip r:embed="rId8"/>
              <a:stretch>
                <a:fillRect/>
              </a:stretch>
            </p:blipFill>
            <p:spPr>
              <a:xfrm>
                <a:off x="4377901" y="5176618"/>
                <a:ext cx="828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B8EBFB1C-953E-54BC-3E23-329614252CCF}"/>
                  </a:ext>
                </a:extLst>
              </p14:cNvPr>
              <p14:cNvContentPartPr/>
              <p14:nvPr/>
            </p14:nvContentPartPr>
            <p14:xfrm>
              <a:off x="4078381" y="5421778"/>
              <a:ext cx="570960" cy="19800"/>
            </p14:xfrm>
          </p:contentPart>
        </mc:Choice>
        <mc:Fallback>
          <p:pic>
            <p:nvPicPr>
              <p:cNvPr id="9" name="Ink 8">
                <a:extLst>
                  <a:ext uri="{FF2B5EF4-FFF2-40B4-BE49-F238E27FC236}">
                    <a16:creationId xmlns:a16="http://schemas.microsoft.com/office/drawing/2014/main" id="{B8EBFB1C-953E-54BC-3E23-329614252CCF}"/>
                  </a:ext>
                </a:extLst>
              </p:cNvPr>
              <p:cNvPicPr/>
              <p:nvPr/>
            </p:nvPicPr>
            <p:blipFill>
              <a:blip r:embed="rId10"/>
              <a:stretch>
                <a:fillRect/>
              </a:stretch>
            </p:blipFill>
            <p:spPr>
              <a:xfrm>
                <a:off x="4072261" y="5415658"/>
                <a:ext cx="5832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C6D73B16-8BE5-E4CA-81BE-0805124CEC56}"/>
                  </a:ext>
                </a:extLst>
              </p14:cNvPr>
              <p14:cNvContentPartPr/>
              <p14:nvPr/>
            </p14:nvContentPartPr>
            <p14:xfrm>
              <a:off x="4274581" y="5621578"/>
              <a:ext cx="24480" cy="227880"/>
            </p14:xfrm>
          </p:contentPart>
        </mc:Choice>
        <mc:Fallback>
          <p:pic>
            <p:nvPicPr>
              <p:cNvPr id="10" name="Ink 9">
                <a:extLst>
                  <a:ext uri="{FF2B5EF4-FFF2-40B4-BE49-F238E27FC236}">
                    <a16:creationId xmlns:a16="http://schemas.microsoft.com/office/drawing/2014/main" id="{C6D73B16-8BE5-E4CA-81BE-0805124CEC56}"/>
                  </a:ext>
                </a:extLst>
              </p:cNvPr>
              <p:cNvPicPr/>
              <p:nvPr/>
            </p:nvPicPr>
            <p:blipFill>
              <a:blip r:embed="rId12"/>
              <a:stretch>
                <a:fillRect/>
              </a:stretch>
            </p:blipFill>
            <p:spPr>
              <a:xfrm>
                <a:off x="4268461" y="5615458"/>
                <a:ext cx="3672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FF4F5545-504B-B0AC-4F50-6D605C7DEA36}"/>
                  </a:ext>
                </a:extLst>
              </p14:cNvPr>
              <p14:cNvContentPartPr/>
              <p14:nvPr/>
            </p14:nvContentPartPr>
            <p14:xfrm>
              <a:off x="4400221" y="5710138"/>
              <a:ext cx="136800" cy="129600"/>
            </p14:xfrm>
          </p:contentPart>
        </mc:Choice>
        <mc:Fallback>
          <p:pic>
            <p:nvPicPr>
              <p:cNvPr id="11" name="Ink 10">
                <a:extLst>
                  <a:ext uri="{FF2B5EF4-FFF2-40B4-BE49-F238E27FC236}">
                    <a16:creationId xmlns:a16="http://schemas.microsoft.com/office/drawing/2014/main" id="{FF4F5545-504B-B0AC-4F50-6D605C7DEA36}"/>
                  </a:ext>
                </a:extLst>
              </p:cNvPr>
              <p:cNvPicPr/>
              <p:nvPr/>
            </p:nvPicPr>
            <p:blipFill>
              <a:blip r:embed="rId14"/>
              <a:stretch>
                <a:fillRect/>
              </a:stretch>
            </p:blipFill>
            <p:spPr>
              <a:xfrm>
                <a:off x="4394101" y="5704018"/>
                <a:ext cx="1490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D03FF4CB-1823-C19A-31B0-14CB5102B617}"/>
                  </a:ext>
                </a:extLst>
              </p14:cNvPr>
              <p14:cNvContentPartPr/>
              <p14:nvPr/>
            </p14:nvContentPartPr>
            <p14:xfrm>
              <a:off x="4964701" y="5289658"/>
              <a:ext cx="132480" cy="73440"/>
            </p14:xfrm>
          </p:contentPart>
        </mc:Choice>
        <mc:Fallback>
          <p:pic>
            <p:nvPicPr>
              <p:cNvPr id="12" name="Ink 11">
                <a:extLst>
                  <a:ext uri="{FF2B5EF4-FFF2-40B4-BE49-F238E27FC236}">
                    <a16:creationId xmlns:a16="http://schemas.microsoft.com/office/drawing/2014/main" id="{D03FF4CB-1823-C19A-31B0-14CB5102B617}"/>
                  </a:ext>
                </a:extLst>
              </p:cNvPr>
              <p:cNvPicPr/>
              <p:nvPr/>
            </p:nvPicPr>
            <p:blipFill>
              <a:blip r:embed="rId16"/>
              <a:stretch>
                <a:fillRect/>
              </a:stretch>
            </p:blipFill>
            <p:spPr>
              <a:xfrm>
                <a:off x="4958581" y="5283538"/>
                <a:ext cx="14472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B9A55E90-B5F3-61C0-9066-FAF80DFF90C8}"/>
                  </a:ext>
                </a:extLst>
              </p14:cNvPr>
              <p14:cNvContentPartPr/>
              <p14:nvPr/>
            </p14:nvContentPartPr>
            <p14:xfrm>
              <a:off x="5011861" y="5454178"/>
              <a:ext cx="169560" cy="63000"/>
            </p14:xfrm>
          </p:contentPart>
        </mc:Choice>
        <mc:Fallback>
          <p:pic>
            <p:nvPicPr>
              <p:cNvPr id="13" name="Ink 12">
                <a:extLst>
                  <a:ext uri="{FF2B5EF4-FFF2-40B4-BE49-F238E27FC236}">
                    <a16:creationId xmlns:a16="http://schemas.microsoft.com/office/drawing/2014/main" id="{B9A55E90-B5F3-61C0-9066-FAF80DFF90C8}"/>
                  </a:ext>
                </a:extLst>
              </p:cNvPr>
              <p:cNvPicPr/>
              <p:nvPr/>
            </p:nvPicPr>
            <p:blipFill>
              <a:blip r:embed="rId18"/>
              <a:stretch>
                <a:fillRect/>
              </a:stretch>
            </p:blipFill>
            <p:spPr>
              <a:xfrm>
                <a:off x="5005741" y="5448058"/>
                <a:ext cx="181800" cy="75240"/>
              </a:xfrm>
              <a:prstGeom prst="rect">
                <a:avLst/>
              </a:prstGeom>
            </p:spPr>
          </p:pic>
        </mc:Fallback>
      </mc:AlternateContent>
      <p:grpSp>
        <p:nvGrpSpPr>
          <p:cNvPr id="38" name="Group 37">
            <a:extLst>
              <a:ext uri="{FF2B5EF4-FFF2-40B4-BE49-F238E27FC236}">
                <a16:creationId xmlns:a16="http://schemas.microsoft.com/office/drawing/2014/main" id="{52665506-1FF6-43E6-16BF-E855263CA510}"/>
              </a:ext>
            </a:extLst>
          </p:cNvPr>
          <p:cNvGrpSpPr/>
          <p:nvPr/>
        </p:nvGrpSpPr>
        <p:grpSpPr>
          <a:xfrm>
            <a:off x="5713501" y="4792858"/>
            <a:ext cx="545040" cy="265320"/>
            <a:chOff x="5713501" y="4792858"/>
            <a:chExt cx="545040" cy="265320"/>
          </a:xfrm>
        </p:grpSpPr>
        <mc:AlternateContent xmlns:mc="http://schemas.openxmlformats.org/markup-compatibility/2006">
          <mc:Choice xmlns:p14="http://schemas.microsoft.com/office/powerpoint/2010/main" Requires="p14">
            <p:contentPart p14:bwMode="auto" r:id="rId19">
              <p14:nvContentPartPr>
                <p14:cNvPr id="21" name="Ink 20">
                  <a:extLst>
                    <a:ext uri="{FF2B5EF4-FFF2-40B4-BE49-F238E27FC236}">
                      <a16:creationId xmlns:a16="http://schemas.microsoft.com/office/drawing/2014/main" id="{267CCC63-EDB7-B35D-A923-9A21AF08E771}"/>
                    </a:ext>
                  </a:extLst>
                </p14:cNvPr>
                <p14:cNvContentPartPr/>
                <p14:nvPr/>
              </p14:nvContentPartPr>
              <p14:xfrm>
                <a:off x="5713501" y="4792858"/>
                <a:ext cx="21240" cy="265320"/>
              </p14:xfrm>
            </p:contentPart>
          </mc:Choice>
          <mc:Fallback>
            <p:pic>
              <p:nvPicPr>
                <p:cNvPr id="21" name="Ink 20">
                  <a:extLst>
                    <a:ext uri="{FF2B5EF4-FFF2-40B4-BE49-F238E27FC236}">
                      <a16:creationId xmlns:a16="http://schemas.microsoft.com/office/drawing/2014/main" id="{267CCC63-EDB7-B35D-A923-9A21AF08E771}"/>
                    </a:ext>
                  </a:extLst>
                </p:cNvPr>
                <p:cNvPicPr/>
                <p:nvPr/>
              </p:nvPicPr>
              <p:blipFill>
                <a:blip r:embed="rId20"/>
                <a:stretch>
                  <a:fillRect/>
                </a:stretch>
              </p:blipFill>
              <p:spPr>
                <a:xfrm>
                  <a:off x="5707381" y="4786738"/>
                  <a:ext cx="3348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2" name="Ink 21">
                  <a:extLst>
                    <a:ext uri="{FF2B5EF4-FFF2-40B4-BE49-F238E27FC236}">
                      <a16:creationId xmlns:a16="http://schemas.microsoft.com/office/drawing/2014/main" id="{1C79675E-7DD0-A088-8153-D72178DD80C1}"/>
                    </a:ext>
                  </a:extLst>
                </p14:cNvPr>
                <p14:cNvContentPartPr/>
                <p14:nvPr/>
              </p14:nvContentPartPr>
              <p14:xfrm>
                <a:off x="5836261" y="4894378"/>
                <a:ext cx="133200" cy="147960"/>
              </p14:xfrm>
            </p:contentPart>
          </mc:Choice>
          <mc:Fallback>
            <p:pic>
              <p:nvPicPr>
                <p:cNvPr id="22" name="Ink 21">
                  <a:extLst>
                    <a:ext uri="{FF2B5EF4-FFF2-40B4-BE49-F238E27FC236}">
                      <a16:creationId xmlns:a16="http://schemas.microsoft.com/office/drawing/2014/main" id="{1C79675E-7DD0-A088-8153-D72178DD80C1}"/>
                    </a:ext>
                  </a:extLst>
                </p:cNvPr>
                <p:cNvPicPr/>
                <p:nvPr/>
              </p:nvPicPr>
              <p:blipFill>
                <a:blip r:embed="rId22"/>
                <a:stretch>
                  <a:fillRect/>
                </a:stretch>
              </p:blipFill>
              <p:spPr>
                <a:xfrm>
                  <a:off x="5830141" y="4888258"/>
                  <a:ext cx="14544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3" name="Ink 22">
                  <a:extLst>
                    <a:ext uri="{FF2B5EF4-FFF2-40B4-BE49-F238E27FC236}">
                      <a16:creationId xmlns:a16="http://schemas.microsoft.com/office/drawing/2014/main" id="{659655B0-F614-91C3-264F-3403C33A6824}"/>
                    </a:ext>
                  </a:extLst>
                </p14:cNvPr>
                <p14:cNvContentPartPr/>
                <p14:nvPr/>
              </p14:nvContentPartPr>
              <p14:xfrm>
                <a:off x="6058021" y="4899058"/>
                <a:ext cx="200520" cy="158040"/>
              </p14:xfrm>
            </p:contentPart>
          </mc:Choice>
          <mc:Fallback>
            <p:pic>
              <p:nvPicPr>
                <p:cNvPr id="23" name="Ink 22">
                  <a:extLst>
                    <a:ext uri="{FF2B5EF4-FFF2-40B4-BE49-F238E27FC236}">
                      <a16:creationId xmlns:a16="http://schemas.microsoft.com/office/drawing/2014/main" id="{659655B0-F614-91C3-264F-3403C33A6824}"/>
                    </a:ext>
                  </a:extLst>
                </p:cNvPr>
                <p:cNvPicPr/>
                <p:nvPr/>
              </p:nvPicPr>
              <p:blipFill>
                <a:blip r:embed="rId24"/>
                <a:stretch>
                  <a:fillRect/>
                </a:stretch>
              </p:blipFill>
              <p:spPr>
                <a:xfrm>
                  <a:off x="6051901" y="4892938"/>
                  <a:ext cx="212760" cy="170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24" name="Ink 23">
                <a:extLst>
                  <a:ext uri="{FF2B5EF4-FFF2-40B4-BE49-F238E27FC236}">
                    <a16:creationId xmlns:a16="http://schemas.microsoft.com/office/drawing/2014/main" id="{DA97883B-BF6C-E45E-0C7C-E362A4CAAD03}"/>
                  </a:ext>
                </a:extLst>
              </p14:cNvPr>
              <p14:cNvContentPartPr/>
              <p14:nvPr/>
            </p14:nvContentPartPr>
            <p14:xfrm>
              <a:off x="5771821" y="5318458"/>
              <a:ext cx="641160" cy="62280"/>
            </p14:xfrm>
          </p:contentPart>
        </mc:Choice>
        <mc:Fallback>
          <p:pic>
            <p:nvPicPr>
              <p:cNvPr id="24" name="Ink 23">
                <a:extLst>
                  <a:ext uri="{FF2B5EF4-FFF2-40B4-BE49-F238E27FC236}">
                    <a16:creationId xmlns:a16="http://schemas.microsoft.com/office/drawing/2014/main" id="{DA97883B-BF6C-E45E-0C7C-E362A4CAAD03}"/>
                  </a:ext>
                </a:extLst>
              </p:cNvPr>
              <p:cNvPicPr/>
              <p:nvPr/>
            </p:nvPicPr>
            <p:blipFill>
              <a:blip r:embed="rId26"/>
              <a:stretch>
                <a:fillRect/>
              </a:stretch>
            </p:blipFill>
            <p:spPr>
              <a:xfrm>
                <a:off x="5765701" y="5312338"/>
                <a:ext cx="653400" cy="74520"/>
              </a:xfrm>
              <a:prstGeom prst="rect">
                <a:avLst/>
              </a:prstGeom>
            </p:spPr>
          </p:pic>
        </mc:Fallback>
      </mc:AlternateContent>
      <p:grpSp>
        <p:nvGrpSpPr>
          <p:cNvPr id="37" name="Group 36">
            <a:extLst>
              <a:ext uri="{FF2B5EF4-FFF2-40B4-BE49-F238E27FC236}">
                <a16:creationId xmlns:a16="http://schemas.microsoft.com/office/drawing/2014/main" id="{5B7E77A6-20A3-8B42-7757-FCAD69851C52}"/>
              </a:ext>
            </a:extLst>
          </p:cNvPr>
          <p:cNvGrpSpPr/>
          <p:nvPr/>
        </p:nvGrpSpPr>
        <p:grpSpPr>
          <a:xfrm>
            <a:off x="5872261" y="5524018"/>
            <a:ext cx="389880" cy="233640"/>
            <a:chOff x="5872261" y="5524018"/>
            <a:chExt cx="389880" cy="233640"/>
          </a:xfrm>
        </p:grpSpPr>
        <mc:AlternateContent xmlns:mc="http://schemas.openxmlformats.org/markup-compatibility/2006">
          <mc:Choice xmlns:p14="http://schemas.microsoft.com/office/powerpoint/2010/main" Requires="p14">
            <p:contentPart p14:bwMode="auto" r:id="rId27">
              <p14:nvContentPartPr>
                <p14:cNvPr id="25" name="Ink 24">
                  <a:extLst>
                    <a:ext uri="{FF2B5EF4-FFF2-40B4-BE49-F238E27FC236}">
                      <a16:creationId xmlns:a16="http://schemas.microsoft.com/office/drawing/2014/main" id="{651F2BBD-F237-9227-5610-4C0CB8D37E3B}"/>
                    </a:ext>
                  </a:extLst>
                </p14:cNvPr>
                <p14:cNvContentPartPr/>
                <p14:nvPr/>
              </p14:nvContentPartPr>
              <p14:xfrm>
                <a:off x="5872261" y="5524018"/>
                <a:ext cx="225720" cy="229680"/>
              </p14:xfrm>
            </p:contentPart>
          </mc:Choice>
          <mc:Fallback>
            <p:pic>
              <p:nvPicPr>
                <p:cNvPr id="25" name="Ink 24">
                  <a:extLst>
                    <a:ext uri="{FF2B5EF4-FFF2-40B4-BE49-F238E27FC236}">
                      <a16:creationId xmlns:a16="http://schemas.microsoft.com/office/drawing/2014/main" id="{651F2BBD-F237-9227-5610-4C0CB8D37E3B}"/>
                    </a:ext>
                  </a:extLst>
                </p:cNvPr>
                <p:cNvPicPr/>
                <p:nvPr/>
              </p:nvPicPr>
              <p:blipFill>
                <a:blip r:embed="rId28"/>
                <a:stretch>
                  <a:fillRect/>
                </a:stretch>
              </p:blipFill>
              <p:spPr>
                <a:xfrm>
                  <a:off x="5866141" y="5517898"/>
                  <a:ext cx="23796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6" name="Ink 25">
                  <a:extLst>
                    <a:ext uri="{FF2B5EF4-FFF2-40B4-BE49-F238E27FC236}">
                      <a16:creationId xmlns:a16="http://schemas.microsoft.com/office/drawing/2014/main" id="{6BF88C24-5820-8AF3-D13F-128D5BBFA56C}"/>
                    </a:ext>
                  </a:extLst>
                </p14:cNvPr>
                <p14:cNvContentPartPr/>
                <p14:nvPr/>
              </p14:nvContentPartPr>
              <p14:xfrm>
                <a:off x="6147661" y="5646418"/>
                <a:ext cx="114480" cy="111240"/>
              </p14:xfrm>
            </p:contentPart>
          </mc:Choice>
          <mc:Fallback>
            <p:pic>
              <p:nvPicPr>
                <p:cNvPr id="26" name="Ink 25">
                  <a:extLst>
                    <a:ext uri="{FF2B5EF4-FFF2-40B4-BE49-F238E27FC236}">
                      <a16:creationId xmlns:a16="http://schemas.microsoft.com/office/drawing/2014/main" id="{6BF88C24-5820-8AF3-D13F-128D5BBFA56C}"/>
                    </a:ext>
                  </a:extLst>
                </p:cNvPr>
                <p:cNvPicPr/>
                <p:nvPr/>
              </p:nvPicPr>
              <p:blipFill>
                <a:blip r:embed="rId30"/>
                <a:stretch>
                  <a:fillRect/>
                </a:stretch>
              </p:blipFill>
              <p:spPr>
                <a:xfrm>
                  <a:off x="6141541" y="5640298"/>
                  <a:ext cx="126720" cy="123480"/>
                </a:xfrm>
                <a:prstGeom prst="rect">
                  <a:avLst/>
                </a:prstGeom>
              </p:spPr>
            </p:pic>
          </mc:Fallback>
        </mc:AlternateContent>
      </p:grpSp>
      <p:grpSp>
        <p:nvGrpSpPr>
          <p:cNvPr id="36" name="Group 35">
            <a:extLst>
              <a:ext uri="{FF2B5EF4-FFF2-40B4-BE49-F238E27FC236}">
                <a16:creationId xmlns:a16="http://schemas.microsoft.com/office/drawing/2014/main" id="{61E603E9-78FF-1342-AF14-9676DE46D8F5}"/>
              </a:ext>
            </a:extLst>
          </p:cNvPr>
          <p:cNvGrpSpPr/>
          <p:nvPr/>
        </p:nvGrpSpPr>
        <p:grpSpPr>
          <a:xfrm>
            <a:off x="6731221" y="5044138"/>
            <a:ext cx="618120" cy="523440"/>
            <a:chOff x="6731221" y="5044138"/>
            <a:chExt cx="618120" cy="523440"/>
          </a:xfrm>
        </p:grpSpPr>
        <mc:AlternateContent xmlns:mc="http://schemas.openxmlformats.org/markup-compatibility/2006">
          <mc:Choice xmlns:p14="http://schemas.microsoft.com/office/powerpoint/2010/main" Requires="p14">
            <p:contentPart p14:bwMode="auto" r:id="rId31">
              <p14:nvContentPartPr>
                <p14:cNvPr id="27" name="Ink 26">
                  <a:extLst>
                    <a:ext uri="{FF2B5EF4-FFF2-40B4-BE49-F238E27FC236}">
                      <a16:creationId xmlns:a16="http://schemas.microsoft.com/office/drawing/2014/main" id="{A83C38A6-674A-9B38-6A55-DC75AA3C6C42}"/>
                    </a:ext>
                  </a:extLst>
                </p14:cNvPr>
                <p14:cNvContentPartPr/>
                <p14:nvPr/>
              </p14:nvContentPartPr>
              <p14:xfrm>
                <a:off x="6731221" y="5203618"/>
                <a:ext cx="250200" cy="62280"/>
              </p14:xfrm>
            </p:contentPart>
          </mc:Choice>
          <mc:Fallback>
            <p:pic>
              <p:nvPicPr>
                <p:cNvPr id="27" name="Ink 26">
                  <a:extLst>
                    <a:ext uri="{FF2B5EF4-FFF2-40B4-BE49-F238E27FC236}">
                      <a16:creationId xmlns:a16="http://schemas.microsoft.com/office/drawing/2014/main" id="{A83C38A6-674A-9B38-6A55-DC75AA3C6C42}"/>
                    </a:ext>
                  </a:extLst>
                </p:cNvPr>
                <p:cNvPicPr/>
                <p:nvPr/>
              </p:nvPicPr>
              <p:blipFill>
                <a:blip r:embed="rId32"/>
                <a:stretch>
                  <a:fillRect/>
                </a:stretch>
              </p:blipFill>
              <p:spPr>
                <a:xfrm>
                  <a:off x="6725101" y="5197498"/>
                  <a:ext cx="26244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8" name="Ink 27">
                  <a:extLst>
                    <a:ext uri="{FF2B5EF4-FFF2-40B4-BE49-F238E27FC236}">
                      <a16:creationId xmlns:a16="http://schemas.microsoft.com/office/drawing/2014/main" id="{F4D46F63-17DA-E0D5-C0C4-90DD9A001246}"/>
                    </a:ext>
                  </a:extLst>
                </p14:cNvPr>
                <p14:cNvContentPartPr/>
                <p14:nvPr/>
              </p14:nvContentPartPr>
              <p14:xfrm>
                <a:off x="6861901" y="5398018"/>
                <a:ext cx="272520" cy="39240"/>
              </p14:xfrm>
            </p:contentPart>
          </mc:Choice>
          <mc:Fallback>
            <p:pic>
              <p:nvPicPr>
                <p:cNvPr id="28" name="Ink 27">
                  <a:extLst>
                    <a:ext uri="{FF2B5EF4-FFF2-40B4-BE49-F238E27FC236}">
                      <a16:creationId xmlns:a16="http://schemas.microsoft.com/office/drawing/2014/main" id="{F4D46F63-17DA-E0D5-C0C4-90DD9A001246}"/>
                    </a:ext>
                  </a:extLst>
                </p:cNvPr>
                <p:cNvPicPr/>
                <p:nvPr/>
              </p:nvPicPr>
              <p:blipFill>
                <a:blip r:embed="rId34"/>
                <a:stretch>
                  <a:fillRect/>
                </a:stretch>
              </p:blipFill>
              <p:spPr>
                <a:xfrm>
                  <a:off x="6855781" y="5391898"/>
                  <a:ext cx="28476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9" name="Ink 28">
                  <a:extLst>
                    <a:ext uri="{FF2B5EF4-FFF2-40B4-BE49-F238E27FC236}">
                      <a16:creationId xmlns:a16="http://schemas.microsoft.com/office/drawing/2014/main" id="{11C26D2F-6B5E-D307-29DB-3768CBF42500}"/>
                    </a:ext>
                  </a:extLst>
                </p14:cNvPr>
                <p14:cNvContentPartPr/>
                <p14:nvPr/>
              </p14:nvContentPartPr>
              <p14:xfrm>
                <a:off x="7084381" y="5044138"/>
                <a:ext cx="264960" cy="523440"/>
              </p14:xfrm>
            </p:contentPart>
          </mc:Choice>
          <mc:Fallback>
            <p:pic>
              <p:nvPicPr>
                <p:cNvPr id="29" name="Ink 28">
                  <a:extLst>
                    <a:ext uri="{FF2B5EF4-FFF2-40B4-BE49-F238E27FC236}">
                      <a16:creationId xmlns:a16="http://schemas.microsoft.com/office/drawing/2014/main" id="{11C26D2F-6B5E-D307-29DB-3768CBF42500}"/>
                    </a:ext>
                  </a:extLst>
                </p:cNvPr>
                <p:cNvPicPr/>
                <p:nvPr/>
              </p:nvPicPr>
              <p:blipFill>
                <a:blip r:embed="rId36"/>
                <a:stretch>
                  <a:fillRect/>
                </a:stretch>
              </p:blipFill>
              <p:spPr>
                <a:xfrm>
                  <a:off x="7078261" y="5038018"/>
                  <a:ext cx="277200" cy="535680"/>
                </a:xfrm>
                <a:prstGeom prst="rect">
                  <a:avLst/>
                </a:prstGeom>
              </p:spPr>
            </p:pic>
          </mc:Fallback>
        </mc:AlternateContent>
      </p:grpSp>
      <p:grpSp>
        <p:nvGrpSpPr>
          <p:cNvPr id="35" name="Group 34">
            <a:extLst>
              <a:ext uri="{FF2B5EF4-FFF2-40B4-BE49-F238E27FC236}">
                <a16:creationId xmlns:a16="http://schemas.microsoft.com/office/drawing/2014/main" id="{0A18F772-5922-F154-821F-D796AA45B7A1}"/>
              </a:ext>
            </a:extLst>
          </p:cNvPr>
          <p:cNvGrpSpPr/>
          <p:nvPr/>
        </p:nvGrpSpPr>
        <p:grpSpPr>
          <a:xfrm>
            <a:off x="7603501" y="5049178"/>
            <a:ext cx="695880" cy="674280"/>
            <a:chOff x="7603501" y="5049178"/>
            <a:chExt cx="695880" cy="674280"/>
          </a:xfrm>
        </p:grpSpPr>
        <mc:AlternateContent xmlns:mc="http://schemas.openxmlformats.org/markup-compatibility/2006">
          <mc:Choice xmlns:p14="http://schemas.microsoft.com/office/powerpoint/2010/main" Requires="p14">
            <p:contentPart p14:bwMode="auto" r:id="rId37">
              <p14:nvContentPartPr>
                <p14:cNvPr id="30" name="Ink 29">
                  <a:extLst>
                    <a:ext uri="{FF2B5EF4-FFF2-40B4-BE49-F238E27FC236}">
                      <a16:creationId xmlns:a16="http://schemas.microsoft.com/office/drawing/2014/main" id="{67DE01BD-A119-7604-FD2B-4E0E406881D1}"/>
                    </a:ext>
                  </a:extLst>
                </p14:cNvPr>
                <p14:cNvContentPartPr/>
                <p14:nvPr/>
              </p14:nvContentPartPr>
              <p14:xfrm>
                <a:off x="7603501" y="5049178"/>
                <a:ext cx="160920" cy="387720"/>
              </p14:xfrm>
            </p:contentPart>
          </mc:Choice>
          <mc:Fallback>
            <p:pic>
              <p:nvPicPr>
                <p:cNvPr id="30" name="Ink 29">
                  <a:extLst>
                    <a:ext uri="{FF2B5EF4-FFF2-40B4-BE49-F238E27FC236}">
                      <a16:creationId xmlns:a16="http://schemas.microsoft.com/office/drawing/2014/main" id="{67DE01BD-A119-7604-FD2B-4E0E406881D1}"/>
                    </a:ext>
                  </a:extLst>
                </p:cNvPr>
                <p:cNvPicPr/>
                <p:nvPr/>
              </p:nvPicPr>
              <p:blipFill>
                <a:blip r:embed="rId38"/>
                <a:stretch>
                  <a:fillRect/>
                </a:stretch>
              </p:blipFill>
              <p:spPr>
                <a:xfrm>
                  <a:off x="7597381" y="5043058"/>
                  <a:ext cx="173160" cy="3999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1" name="Ink 30">
                  <a:extLst>
                    <a:ext uri="{FF2B5EF4-FFF2-40B4-BE49-F238E27FC236}">
                      <a16:creationId xmlns:a16="http://schemas.microsoft.com/office/drawing/2014/main" id="{5038B0C7-C2A0-28BD-6348-0BE2648C8286}"/>
                    </a:ext>
                  </a:extLst>
                </p14:cNvPr>
                <p14:cNvContentPartPr/>
                <p14:nvPr/>
              </p14:nvContentPartPr>
              <p14:xfrm>
                <a:off x="7683421" y="5486578"/>
                <a:ext cx="170640" cy="236880"/>
              </p14:xfrm>
            </p:contentPart>
          </mc:Choice>
          <mc:Fallback>
            <p:pic>
              <p:nvPicPr>
                <p:cNvPr id="31" name="Ink 30">
                  <a:extLst>
                    <a:ext uri="{FF2B5EF4-FFF2-40B4-BE49-F238E27FC236}">
                      <a16:creationId xmlns:a16="http://schemas.microsoft.com/office/drawing/2014/main" id="{5038B0C7-C2A0-28BD-6348-0BE2648C8286}"/>
                    </a:ext>
                  </a:extLst>
                </p:cNvPr>
                <p:cNvPicPr/>
                <p:nvPr/>
              </p:nvPicPr>
              <p:blipFill>
                <a:blip r:embed="rId40"/>
                <a:stretch>
                  <a:fillRect/>
                </a:stretch>
              </p:blipFill>
              <p:spPr>
                <a:xfrm>
                  <a:off x="7677301" y="5480458"/>
                  <a:ext cx="18288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2" name="Ink 31">
                  <a:extLst>
                    <a:ext uri="{FF2B5EF4-FFF2-40B4-BE49-F238E27FC236}">
                      <a16:creationId xmlns:a16="http://schemas.microsoft.com/office/drawing/2014/main" id="{78BD84DD-A7F5-E647-9E28-C4AA46BEDAD0}"/>
                    </a:ext>
                  </a:extLst>
                </p14:cNvPr>
                <p14:cNvContentPartPr/>
                <p14:nvPr/>
              </p14:nvContentPartPr>
              <p14:xfrm>
                <a:off x="7701781" y="5538058"/>
                <a:ext cx="210600" cy="129240"/>
              </p14:xfrm>
            </p:contentPart>
          </mc:Choice>
          <mc:Fallback>
            <p:pic>
              <p:nvPicPr>
                <p:cNvPr id="32" name="Ink 31">
                  <a:extLst>
                    <a:ext uri="{FF2B5EF4-FFF2-40B4-BE49-F238E27FC236}">
                      <a16:creationId xmlns:a16="http://schemas.microsoft.com/office/drawing/2014/main" id="{78BD84DD-A7F5-E647-9E28-C4AA46BEDAD0}"/>
                    </a:ext>
                  </a:extLst>
                </p:cNvPr>
                <p:cNvPicPr/>
                <p:nvPr/>
              </p:nvPicPr>
              <p:blipFill>
                <a:blip r:embed="rId42"/>
                <a:stretch>
                  <a:fillRect/>
                </a:stretch>
              </p:blipFill>
              <p:spPr>
                <a:xfrm>
                  <a:off x="7695661" y="5531938"/>
                  <a:ext cx="22284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3" name="Ink 32">
                  <a:extLst>
                    <a:ext uri="{FF2B5EF4-FFF2-40B4-BE49-F238E27FC236}">
                      <a16:creationId xmlns:a16="http://schemas.microsoft.com/office/drawing/2014/main" id="{9326D8A9-3AE9-33AA-DF98-60C57CF33E3B}"/>
                    </a:ext>
                  </a:extLst>
                </p14:cNvPr>
                <p14:cNvContentPartPr/>
                <p14:nvPr/>
              </p14:nvContentPartPr>
              <p14:xfrm>
                <a:off x="8126941" y="5275258"/>
                <a:ext cx="149400" cy="27720"/>
              </p14:xfrm>
            </p:contentPart>
          </mc:Choice>
          <mc:Fallback>
            <p:pic>
              <p:nvPicPr>
                <p:cNvPr id="33" name="Ink 32">
                  <a:extLst>
                    <a:ext uri="{FF2B5EF4-FFF2-40B4-BE49-F238E27FC236}">
                      <a16:creationId xmlns:a16="http://schemas.microsoft.com/office/drawing/2014/main" id="{9326D8A9-3AE9-33AA-DF98-60C57CF33E3B}"/>
                    </a:ext>
                  </a:extLst>
                </p:cNvPr>
                <p:cNvPicPr/>
                <p:nvPr/>
              </p:nvPicPr>
              <p:blipFill>
                <a:blip r:embed="rId44"/>
                <a:stretch>
                  <a:fillRect/>
                </a:stretch>
              </p:blipFill>
              <p:spPr>
                <a:xfrm>
                  <a:off x="8120821" y="5269138"/>
                  <a:ext cx="1616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4" name="Ink 33">
                  <a:extLst>
                    <a:ext uri="{FF2B5EF4-FFF2-40B4-BE49-F238E27FC236}">
                      <a16:creationId xmlns:a16="http://schemas.microsoft.com/office/drawing/2014/main" id="{A71337E3-1458-BA34-AB19-16DA816F497D}"/>
                    </a:ext>
                  </a:extLst>
                </p14:cNvPr>
                <p14:cNvContentPartPr/>
                <p14:nvPr/>
              </p14:nvContentPartPr>
              <p14:xfrm>
                <a:off x="8128741" y="5475778"/>
                <a:ext cx="170640" cy="83880"/>
              </p14:xfrm>
            </p:contentPart>
          </mc:Choice>
          <mc:Fallback>
            <p:pic>
              <p:nvPicPr>
                <p:cNvPr id="34" name="Ink 33">
                  <a:extLst>
                    <a:ext uri="{FF2B5EF4-FFF2-40B4-BE49-F238E27FC236}">
                      <a16:creationId xmlns:a16="http://schemas.microsoft.com/office/drawing/2014/main" id="{A71337E3-1458-BA34-AB19-16DA816F497D}"/>
                    </a:ext>
                  </a:extLst>
                </p:cNvPr>
                <p:cNvPicPr/>
                <p:nvPr/>
              </p:nvPicPr>
              <p:blipFill>
                <a:blip r:embed="rId46"/>
                <a:stretch>
                  <a:fillRect/>
                </a:stretch>
              </p:blipFill>
              <p:spPr>
                <a:xfrm>
                  <a:off x="8122621" y="5469658"/>
                  <a:ext cx="182880" cy="96120"/>
                </a:xfrm>
                <a:prstGeom prst="rect">
                  <a:avLst/>
                </a:prstGeom>
              </p:spPr>
            </p:pic>
          </mc:Fallback>
        </mc:AlternateContent>
      </p:grpSp>
      <p:grpSp>
        <p:nvGrpSpPr>
          <p:cNvPr id="41" name="Group 40">
            <a:extLst>
              <a:ext uri="{FF2B5EF4-FFF2-40B4-BE49-F238E27FC236}">
                <a16:creationId xmlns:a16="http://schemas.microsoft.com/office/drawing/2014/main" id="{6A27A5ED-1CA3-91E0-7777-0D4D2E3ABBCC}"/>
              </a:ext>
            </a:extLst>
          </p:cNvPr>
          <p:cNvGrpSpPr/>
          <p:nvPr/>
        </p:nvGrpSpPr>
        <p:grpSpPr>
          <a:xfrm>
            <a:off x="8535901" y="5174818"/>
            <a:ext cx="506880" cy="369360"/>
            <a:chOff x="8535901" y="5174818"/>
            <a:chExt cx="506880" cy="369360"/>
          </a:xfrm>
        </p:grpSpPr>
        <mc:AlternateContent xmlns:mc="http://schemas.openxmlformats.org/markup-compatibility/2006">
          <mc:Choice xmlns:p14="http://schemas.microsoft.com/office/powerpoint/2010/main" Requires="p14">
            <p:contentPart p14:bwMode="auto" r:id="rId47">
              <p14:nvContentPartPr>
                <p14:cNvPr id="39" name="Ink 38">
                  <a:extLst>
                    <a:ext uri="{FF2B5EF4-FFF2-40B4-BE49-F238E27FC236}">
                      <a16:creationId xmlns:a16="http://schemas.microsoft.com/office/drawing/2014/main" id="{B850DF9F-A674-D70B-D4F3-D46D33FCB65C}"/>
                    </a:ext>
                  </a:extLst>
                </p14:cNvPr>
                <p14:cNvContentPartPr/>
                <p14:nvPr/>
              </p14:nvContentPartPr>
              <p14:xfrm>
                <a:off x="8535901" y="5174818"/>
                <a:ext cx="212760" cy="350280"/>
              </p14:xfrm>
            </p:contentPart>
          </mc:Choice>
          <mc:Fallback>
            <p:pic>
              <p:nvPicPr>
                <p:cNvPr id="39" name="Ink 38">
                  <a:extLst>
                    <a:ext uri="{FF2B5EF4-FFF2-40B4-BE49-F238E27FC236}">
                      <a16:creationId xmlns:a16="http://schemas.microsoft.com/office/drawing/2014/main" id="{B850DF9F-A674-D70B-D4F3-D46D33FCB65C}"/>
                    </a:ext>
                  </a:extLst>
                </p:cNvPr>
                <p:cNvPicPr/>
                <p:nvPr/>
              </p:nvPicPr>
              <p:blipFill>
                <a:blip r:embed="rId48"/>
                <a:stretch>
                  <a:fillRect/>
                </a:stretch>
              </p:blipFill>
              <p:spPr>
                <a:xfrm>
                  <a:off x="8529781" y="5168698"/>
                  <a:ext cx="22500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0" name="Ink 39">
                  <a:extLst>
                    <a:ext uri="{FF2B5EF4-FFF2-40B4-BE49-F238E27FC236}">
                      <a16:creationId xmlns:a16="http://schemas.microsoft.com/office/drawing/2014/main" id="{BD3FDE8D-221C-A8A7-FA34-E6F89B9B0E53}"/>
                    </a:ext>
                  </a:extLst>
                </p14:cNvPr>
                <p14:cNvContentPartPr/>
                <p14:nvPr/>
              </p14:nvContentPartPr>
              <p14:xfrm>
                <a:off x="8903101" y="5316658"/>
                <a:ext cx="139680" cy="227520"/>
              </p14:xfrm>
            </p:contentPart>
          </mc:Choice>
          <mc:Fallback>
            <p:pic>
              <p:nvPicPr>
                <p:cNvPr id="40" name="Ink 39">
                  <a:extLst>
                    <a:ext uri="{FF2B5EF4-FFF2-40B4-BE49-F238E27FC236}">
                      <a16:creationId xmlns:a16="http://schemas.microsoft.com/office/drawing/2014/main" id="{BD3FDE8D-221C-A8A7-FA34-E6F89B9B0E53}"/>
                    </a:ext>
                  </a:extLst>
                </p:cNvPr>
                <p:cNvPicPr/>
                <p:nvPr/>
              </p:nvPicPr>
              <p:blipFill>
                <a:blip r:embed="rId50"/>
                <a:stretch>
                  <a:fillRect/>
                </a:stretch>
              </p:blipFill>
              <p:spPr>
                <a:xfrm>
                  <a:off x="8896981" y="5310538"/>
                  <a:ext cx="151920" cy="239760"/>
                </a:xfrm>
                <a:prstGeom prst="rect">
                  <a:avLst/>
                </a:prstGeom>
              </p:spPr>
            </p:pic>
          </mc:Fallback>
        </mc:AlternateContent>
      </p:grpSp>
      <p:grpSp>
        <p:nvGrpSpPr>
          <p:cNvPr id="44" name="Group 43">
            <a:extLst>
              <a:ext uri="{FF2B5EF4-FFF2-40B4-BE49-F238E27FC236}">
                <a16:creationId xmlns:a16="http://schemas.microsoft.com/office/drawing/2014/main" id="{B1B47851-AE25-D386-5A77-2320F2075144}"/>
              </a:ext>
            </a:extLst>
          </p:cNvPr>
          <p:cNvGrpSpPr/>
          <p:nvPr/>
        </p:nvGrpSpPr>
        <p:grpSpPr>
          <a:xfrm>
            <a:off x="7065301" y="2610898"/>
            <a:ext cx="450720" cy="403560"/>
            <a:chOff x="7065301" y="2610898"/>
            <a:chExt cx="450720" cy="403560"/>
          </a:xfrm>
        </p:grpSpPr>
        <mc:AlternateContent xmlns:mc="http://schemas.openxmlformats.org/markup-compatibility/2006">
          <mc:Choice xmlns:p14="http://schemas.microsoft.com/office/powerpoint/2010/main" Requires="p14">
            <p:contentPart p14:bwMode="auto" r:id="rId51">
              <p14:nvContentPartPr>
                <p14:cNvPr id="42" name="Ink 41">
                  <a:extLst>
                    <a:ext uri="{FF2B5EF4-FFF2-40B4-BE49-F238E27FC236}">
                      <a16:creationId xmlns:a16="http://schemas.microsoft.com/office/drawing/2014/main" id="{D2B5A131-4AFF-160F-1DE4-B1777FD9AFE2}"/>
                    </a:ext>
                  </a:extLst>
                </p14:cNvPr>
                <p14:cNvContentPartPr/>
                <p14:nvPr/>
              </p14:nvContentPartPr>
              <p14:xfrm>
                <a:off x="7065301" y="2610898"/>
                <a:ext cx="199080" cy="403560"/>
              </p14:xfrm>
            </p:contentPart>
          </mc:Choice>
          <mc:Fallback>
            <p:pic>
              <p:nvPicPr>
                <p:cNvPr id="42" name="Ink 41">
                  <a:extLst>
                    <a:ext uri="{FF2B5EF4-FFF2-40B4-BE49-F238E27FC236}">
                      <a16:creationId xmlns:a16="http://schemas.microsoft.com/office/drawing/2014/main" id="{D2B5A131-4AFF-160F-1DE4-B1777FD9AFE2}"/>
                    </a:ext>
                  </a:extLst>
                </p:cNvPr>
                <p:cNvPicPr/>
                <p:nvPr/>
              </p:nvPicPr>
              <p:blipFill>
                <a:blip r:embed="rId52"/>
                <a:stretch>
                  <a:fillRect/>
                </a:stretch>
              </p:blipFill>
              <p:spPr>
                <a:xfrm>
                  <a:off x="7059181" y="2604778"/>
                  <a:ext cx="21132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3" name="Ink 42">
                  <a:extLst>
                    <a:ext uri="{FF2B5EF4-FFF2-40B4-BE49-F238E27FC236}">
                      <a16:creationId xmlns:a16="http://schemas.microsoft.com/office/drawing/2014/main" id="{94F9C9B1-267E-9ABC-3AB6-434950233435}"/>
                    </a:ext>
                  </a:extLst>
                </p14:cNvPr>
                <p14:cNvContentPartPr/>
                <p14:nvPr/>
              </p14:nvContentPartPr>
              <p14:xfrm>
                <a:off x="7359421" y="2710258"/>
                <a:ext cx="156600" cy="227160"/>
              </p14:xfrm>
            </p:contentPart>
          </mc:Choice>
          <mc:Fallback>
            <p:pic>
              <p:nvPicPr>
                <p:cNvPr id="43" name="Ink 42">
                  <a:extLst>
                    <a:ext uri="{FF2B5EF4-FFF2-40B4-BE49-F238E27FC236}">
                      <a16:creationId xmlns:a16="http://schemas.microsoft.com/office/drawing/2014/main" id="{94F9C9B1-267E-9ABC-3AB6-434950233435}"/>
                    </a:ext>
                  </a:extLst>
                </p:cNvPr>
                <p:cNvPicPr/>
                <p:nvPr/>
              </p:nvPicPr>
              <p:blipFill>
                <a:blip r:embed="rId54"/>
                <a:stretch>
                  <a:fillRect/>
                </a:stretch>
              </p:blipFill>
              <p:spPr>
                <a:xfrm>
                  <a:off x="7353301" y="2704138"/>
                  <a:ext cx="168840" cy="239400"/>
                </a:xfrm>
                <a:prstGeom prst="rect">
                  <a:avLst/>
                </a:prstGeom>
              </p:spPr>
            </p:pic>
          </mc:Fallback>
        </mc:AlternateContent>
      </p:grpSp>
    </p:spTree>
    <p:extLst>
      <p:ext uri="{BB962C8B-B14F-4D97-AF65-F5344CB8AC3E}">
        <p14:creationId xmlns:p14="http://schemas.microsoft.com/office/powerpoint/2010/main" val="2948285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66465-9079-1881-50F4-F34DA573F14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B308B37-BEE5-ECC9-F5B9-3C61DA17E3E8}"/>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786471C8-168A-A612-9925-A861CEE93A76}"/>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Valuation by Comparables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39168A3A-7979-DEEF-2794-70DF9476152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A7DD1CCB-C515-4481-3A0B-F4852486B29D}"/>
              </a:ext>
            </a:extLst>
          </p:cNvPr>
          <p:cNvSpPr txBox="1"/>
          <p:nvPr/>
        </p:nvSpPr>
        <p:spPr>
          <a:xfrm>
            <a:off x="191654" y="676145"/>
            <a:ext cx="11850254" cy="2644314"/>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Tw Cen MT"/>
              </a:rPr>
              <a:t>Exercise:</a:t>
            </a:r>
            <a:r>
              <a:rPr lang="en-US" sz="3200" dirty="0">
                <a:solidFill>
                  <a:prstClr val="black"/>
                </a:solidFill>
                <a:latin typeface="Tw Cen MT"/>
                <a:cs typeface="Tw Cen MT"/>
              </a:rPr>
              <a:t> </a:t>
            </a:r>
            <a:r>
              <a:rPr kumimoji="0" lang="en-US" sz="3200" i="0" u="none" strike="noStrike" kern="1200" cap="none" spc="0" normalizeH="0" baseline="0" noProof="0" dirty="0">
                <a:ln>
                  <a:noFill/>
                </a:ln>
                <a:effectLst/>
                <a:uLnTx/>
                <a:uFillTx/>
                <a:latin typeface="Tw Cen MT"/>
                <a:ea typeface="+mn-ea"/>
                <a:cs typeface="Tw Cen MT"/>
              </a:rPr>
              <a:t>Using the Price-to-Earnings (P/E) ratio method, evaluate the valuation of DBS Group Holdings Ltd. as of the most recent available data. Use Oversea-Chinese Banking Corporation (OCBC) as a comparable peer in your analysis. </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3200" b="0" i="0" u="none" strike="noStrike" kern="1200" cap="none" spc="0" normalizeH="0" baseline="0" noProof="0" dirty="0">
              <a:ln>
                <a:noFill/>
              </a:ln>
              <a:solidFill>
                <a:prstClr val="black"/>
              </a:solidFill>
              <a:effectLst/>
              <a:uLnTx/>
              <a:uFillTx/>
              <a:latin typeface="Tw Cen MT"/>
              <a:ea typeface="+mn-ea"/>
              <a:cs typeface="Tw Cen MT"/>
            </a:endParaRPr>
          </a:p>
        </p:txBody>
      </p:sp>
    </p:spTree>
    <p:extLst>
      <p:ext uri="{BB962C8B-B14F-4D97-AF65-F5344CB8AC3E}">
        <p14:creationId xmlns:p14="http://schemas.microsoft.com/office/powerpoint/2010/main" val="793738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Business Valuation in the Real World</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40A0F84E-B0F6-FDF9-CF13-2F3AD91A0378}"/>
              </a:ext>
            </a:extLst>
          </p:cNvPr>
          <p:cNvSpPr txBox="1"/>
          <p:nvPr/>
        </p:nvSpPr>
        <p:spPr>
          <a:xfrm>
            <a:off x="341746" y="643081"/>
            <a:ext cx="11131061" cy="3349635"/>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Shark Tank</a:t>
            </a:r>
          </a:p>
          <a:p>
            <a:pPr marL="457200" marR="0" lvl="0" indent="-457200" algn="just" defTabSz="914400" rtl="0" eaLnBrk="1" fontAlgn="auto" latinLnBrk="0" hangingPunct="1">
              <a:lnSpc>
                <a:spcPct val="100000"/>
              </a:lnSpc>
              <a:spcBef>
                <a:spcPts val="700"/>
              </a:spcBef>
              <a:spcAft>
                <a:spcPts val="0"/>
              </a:spcAft>
              <a:buClr>
                <a:srgbClr val="DA1F28"/>
              </a:buClr>
              <a:buSzPct val="60000"/>
              <a:buFont typeface="Arial" panose="020B0604020202020204" pitchFamily="34" charset="0"/>
              <a:buChar char="•"/>
              <a:tabLst/>
              <a:defRPr/>
            </a:pPr>
            <a:r>
              <a:rPr kumimoji="0" lang="en-SG" sz="2800" b="0" i="0" u="none" strike="noStrike" kern="1200" cap="none" spc="0" normalizeH="0" baseline="0" noProof="0" dirty="0">
                <a:ln>
                  <a:noFill/>
                </a:ln>
                <a:solidFill>
                  <a:prstClr val="black"/>
                </a:solidFill>
                <a:effectLst/>
                <a:uLnTx/>
                <a:uFillTx/>
                <a:latin typeface="Tw Cen MT"/>
                <a:ea typeface="+mn-ea"/>
                <a:cs typeface="+mn-cs"/>
              </a:rPr>
              <a:t>Shark Tank is an American business-related reality television series on ABC that premiered on August 9, 2009. It shows aspiring entrepreneurs as they make business presentations to a panel of five investors or "sharks", who then choose whether to invest in their company as business partners.</a:t>
            </a:r>
          </a:p>
          <a:p>
            <a:pPr marL="457200" marR="0" lvl="0" indent="-457200" algn="just" defTabSz="914400" rtl="0" eaLnBrk="1" fontAlgn="auto" latinLnBrk="0" hangingPunct="1">
              <a:lnSpc>
                <a:spcPct val="100000"/>
              </a:lnSpc>
              <a:spcBef>
                <a:spcPts val="700"/>
              </a:spcBef>
              <a:spcAft>
                <a:spcPts val="0"/>
              </a:spcAft>
              <a:buClr>
                <a:srgbClr val="DA1F28"/>
              </a:buClr>
              <a:buSzPct val="60000"/>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pic>
        <p:nvPicPr>
          <p:cNvPr id="6" name="Picture 5">
            <a:extLst>
              <a:ext uri="{FF2B5EF4-FFF2-40B4-BE49-F238E27FC236}">
                <a16:creationId xmlns:a16="http://schemas.microsoft.com/office/drawing/2014/main" id="{EEADBBD0-355B-6B1C-A26F-7C71A456C243}"/>
              </a:ext>
            </a:extLst>
          </p:cNvPr>
          <p:cNvPicPr>
            <a:picLocks noChangeAspect="1"/>
          </p:cNvPicPr>
          <p:nvPr/>
        </p:nvPicPr>
        <p:blipFill>
          <a:blip r:embed="rId3"/>
          <a:stretch>
            <a:fillRect/>
          </a:stretch>
        </p:blipFill>
        <p:spPr>
          <a:xfrm>
            <a:off x="8838326" y="3730369"/>
            <a:ext cx="2634481" cy="2634481"/>
          </a:xfrm>
          <a:prstGeom prst="rect">
            <a:avLst/>
          </a:prstGeom>
        </p:spPr>
      </p:pic>
    </p:spTree>
    <p:extLst>
      <p:ext uri="{BB962C8B-B14F-4D97-AF65-F5344CB8AC3E}">
        <p14:creationId xmlns:p14="http://schemas.microsoft.com/office/powerpoint/2010/main" val="1018776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Business Valuation in the Real World</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40A0F84E-B0F6-FDF9-CF13-2F3AD91A0378}"/>
              </a:ext>
            </a:extLst>
          </p:cNvPr>
          <p:cNvSpPr txBox="1"/>
          <p:nvPr/>
        </p:nvSpPr>
        <p:spPr>
          <a:xfrm>
            <a:off x="341746" y="643081"/>
            <a:ext cx="11131061" cy="3780522"/>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Shark Tank</a:t>
            </a:r>
          </a:p>
          <a:p>
            <a:pPr marL="457200" indent="-457200" algn="just">
              <a:spcBef>
                <a:spcPts val="700"/>
              </a:spcBef>
              <a:buClr>
                <a:srgbClr val="DA1F28"/>
              </a:buClr>
              <a:buSzPct val="60000"/>
              <a:buFont typeface="Arial" panose="020B0604020202020204" pitchFamily="34" charset="0"/>
              <a:buChar char="•"/>
              <a:defRPr/>
            </a:pPr>
            <a:r>
              <a:rPr kumimoji="0" lang="en-SG" sz="2800" b="0" i="0" u="none" strike="noStrike" kern="1200" cap="none" spc="0" normalizeH="0" baseline="0" noProof="0" dirty="0">
                <a:ln>
                  <a:noFill/>
                </a:ln>
                <a:solidFill>
                  <a:prstClr val="black"/>
                </a:solidFill>
                <a:effectLst/>
                <a:uLnTx/>
                <a:uFillTx/>
                <a:latin typeface="Tw Cen MT"/>
                <a:ea typeface="+mn-ea"/>
                <a:cs typeface="+mn-cs"/>
              </a:rPr>
              <a:t>In a roughly </a:t>
            </a:r>
            <a:r>
              <a:rPr kumimoji="0" lang="en-SG" sz="2800" b="1" i="0" u="none" strike="noStrike" kern="1200" cap="none" spc="0" normalizeH="0" baseline="0" noProof="0" dirty="0">
                <a:ln>
                  <a:noFill/>
                </a:ln>
                <a:solidFill>
                  <a:prstClr val="black"/>
                </a:solidFill>
                <a:effectLst/>
                <a:uLnTx/>
                <a:uFillTx/>
                <a:latin typeface="Tw Cen MT"/>
                <a:ea typeface="+mn-ea"/>
                <a:cs typeface="+mn-cs"/>
              </a:rPr>
              <a:t>90 secs </a:t>
            </a:r>
            <a:r>
              <a:rPr kumimoji="0" lang="en-SG" sz="2800" b="0" i="0" u="none" strike="noStrike" kern="1200" cap="none" spc="0" normalizeH="0" baseline="0" noProof="0" dirty="0">
                <a:ln>
                  <a:noFill/>
                </a:ln>
                <a:solidFill>
                  <a:prstClr val="black"/>
                </a:solidFill>
                <a:effectLst/>
                <a:uLnTx/>
                <a:uFillTx/>
                <a:latin typeface="Tw Cen MT"/>
                <a:ea typeface="+mn-ea"/>
                <a:cs typeface="+mn-cs"/>
              </a:rPr>
              <a:t>business pitch, entrepreneurs will start with the deal they are looking for. For example, 200K for 10% of the company. Followed by the introduction of their ideas, products, and their sales/profits if their products are already on the market. After the pitch, sharks will throw questions to the entrepreneurs. Then, they will start making offers and negotiating the offers with the entrepreneurs.</a:t>
            </a:r>
          </a:p>
          <a:p>
            <a:pPr marL="457200" marR="0" lvl="0" indent="-457200" algn="just" defTabSz="914400" rtl="0" eaLnBrk="1" fontAlgn="auto" latinLnBrk="0" hangingPunct="1">
              <a:lnSpc>
                <a:spcPct val="100000"/>
              </a:lnSpc>
              <a:spcBef>
                <a:spcPts val="700"/>
              </a:spcBef>
              <a:spcAft>
                <a:spcPts val="0"/>
              </a:spcAft>
              <a:buClr>
                <a:srgbClr val="DA1F28"/>
              </a:buClr>
              <a:buSzPct val="60000"/>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pic>
        <p:nvPicPr>
          <p:cNvPr id="2" name="Picture 1">
            <a:extLst>
              <a:ext uri="{FF2B5EF4-FFF2-40B4-BE49-F238E27FC236}">
                <a16:creationId xmlns:a16="http://schemas.microsoft.com/office/drawing/2014/main" id="{FED62CB7-809B-12D6-4E90-9BBD32F670EC}"/>
              </a:ext>
            </a:extLst>
          </p:cNvPr>
          <p:cNvPicPr>
            <a:picLocks noChangeAspect="1"/>
          </p:cNvPicPr>
          <p:nvPr/>
        </p:nvPicPr>
        <p:blipFill>
          <a:blip r:embed="rId3"/>
          <a:stretch>
            <a:fillRect/>
          </a:stretch>
        </p:blipFill>
        <p:spPr>
          <a:xfrm>
            <a:off x="7203708" y="4080317"/>
            <a:ext cx="4269099" cy="2529293"/>
          </a:xfrm>
          <a:prstGeom prst="rect">
            <a:avLst/>
          </a:prstGeom>
        </p:spPr>
      </p:pic>
    </p:spTree>
    <p:extLst>
      <p:ext uri="{BB962C8B-B14F-4D97-AF65-F5344CB8AC3E}">
        <p14:creationId xmlns:p14="http://schemas.microsoft.com/office/powerpoint/2010/main" val="852865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Calibri" panose="020F0502020204030204"/>
                <a:ea typeface="+mn-ea"/>
                <a:cs typeface="+mn-cs"/>
              </a:rPr>
              <a:t>Equity Valuation Models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Business Valuation in the Real World</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40A0F84E-B0F6-FDF9-CF13-2F3AD91A0378}"/>
              </a:ext>
            </a:extLst>
          </p:cNvPr>
          <p:cNvSpPr txBox="1"/>
          <p:nvPr/>
        </p:nvSpPr>
        <p:spPr>
          <a:xfrm>
            <a:off x="341746" y="643081"/>
            <a:ext cx="11131061" cy="3529171"/>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Shark Tank</a:t>
            </a:r>
          </a:p>
          <a:p>
            <a:pPr marL="457200" indent="-457200" algn="just">
              <a:spcBef>
                <a:spcPts val="700"/>
              </a:spcBef>
              <a:buClr>
                <a:srgbClr val="DA1F28"/>
              </a:buClr>
              <a:buSzPct val="60000"/>
              <a:buFont typeface="Arial" panose="020B0604020202020204" pitchFamily="34" charset="0"/>
              <a:buChar char="•"/>
              <a:defRPr/>
            </a:pPr>
            <a:r>
              <a:rPr kumimoji="0" lang="en-SG" sz="2800" b="0" i="0" u="none" strike="noStrike" kern="1200" cap="none" spc="0" normalizeH="0" baseline="0" noProof="0" dirty="0">
                <a:ln>
                  <a:noFill/>
                </a:ln>
                <a:solidFill>
                  <a:prstClr val="black"/>
                </a:solidFill>
                <a:effectLst/>
                <a:uLnTx/>
                <a:uFillTx/>
                <a:latin typeface="Tw Cen MT"/>
                <a:ea typeface="+mn-ea"/>
                <a:cs typeface="+mn-cs"/>
              </a:rPr>
              <a:t>Your goal is to make an educated guess on the valuation of the company the entrepreneurs can walk away with. For example, if the final offer is 1M for 20% of the company, the valuation of the business is 5M.</a:t>
            </a:r>
          </a:p>
          <a:p>
            <a:pPr marL="777240" lvl="1" indent="-320040" algn="just">
              <a:spcBef>
                <a:spcPts val="700"/>
              </a:spcBef>
              <a:buClr>
                <a:srgbClr val="DA1F28"/>
              </a:buClr>
              <a:buSzPct val="60000"/>
              <a:buFont typeface="Wingdings" pitchFamily="2" charset="2"/>
              <a:buChar char="v"/>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Example: </a:t>
            </a:r>
            <a:r>
              <a:rPr kumimoji="0" lang="en-US" sz="2800" b="0"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The Dough Bar</a:t>
            </a:r>
            <a:endParaRPr kumimoji="0" lang="en-US" sz="2800" b="0" i="0" u="none" strike="noStrike" kern="1200" cap="none" spc="0" normalizeH="0" baseline="0" noProof="0" dirty="0">
              <a:ln>
                <a:noFill/>
              </a:ln>
              <a:solidFill>
                <a:schemeClr val="accent2"/>
              </a:solidFill>
              <a:effectLst/>
              <a:uLnTx/>
              <a:uFillTx/>
              <a:latin typeface="Tw Cen MT"/>
              <a:ea typeface="+mn-ea"/>
              <a:cs typeface="+mn-cs"/>
            </a:endParaRPr>
          </a:p>
          <a:p>
            <a:pPr marL="457200" indent="-457200" algn="just">
              <a:spcBef>
                <a:spcPts val="700"/>
              </a:spcBef>
              <a:buClr>
                <a:srgbClr val="DA1F28"/>
              </a:buClr>
              <a:buSzPct val="60000"/>
              <a:buFont typeface="Arial" panose="020B0604020202020204" pitchFamily="34" charset="0"/>
              <a:buChar char="•"/>
              <a:defRPr/>
            </a:pPr>
            <a:endParaRPr kumimoji="0" lang="en-SG" sz="2800" b="0" i="0" u="none" strike="noStrike" kern="1200" cap="none" spc="0" normalizeH="0" baseline="0" noProof="0" dirty="0">
              <a:ln>
                <a:noFill/>
              </a:ln>
              <a:solidFill>
                <a:prstClr val="black"/>
              </a:solidFill>
              <a:effectLst/>
              <a:uLnTx/>
              <a:uFillTx/>
              <a:latin typeface="Tw Cen MT"/>
              <a:ea typeface="+mn-ea"/>
              <a:cs typeface="+mn-cs"/>
            </a:endParaRPr>
          </a:p>
          <a:p>
            <a:pPr marL="457200" marR="0" lvl="0" indent="-457200" algn="just" defTabSz="914400" rtl="0" eaLnBrk="1" fontAlgn="auto" latinLnBrk="0" hangingPunct="1">
              <a:lnSpc>
                <a:spcPct val="100000"/>
              </a:lnSpc>
              <a:spcBef>
                <a:spcPts val="700"/>
              </a:spcBef>
              <a:spcAft>
                <a:spcPts val="0"/>
              </a:spcAft>
              <a:buClr>
                <a:srgbClr val="DA1F28"/>
              </a:buClr>
              <a:buSzPct val="60000"/>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pic>
        <p:nvPicPr>
          <p:cNvPr id="2" name="Picture 1">
            <a:extLst>
              <a:ext uri="{FF2B5EF4-FFF2-40B4-BE49-F238E27FC236}">
                <a16:creationId xmlns:a16="http://schemas.microsoft.com/office/drawing/2014/main" id="{3703CC53-BB18-BF66-6101-35EEE0C8D5E5}"/>
              </a:ext>
            </a:extLst>
          </p:cNvPr>
          <p:cNvPicPr>
            <a:picLocks noChangeAspect="1"/>
          </p:cNvPicPr>
          <p:nvPr/>
        </p:nvPicPr>
        <p:blipFill>
          <a:blip r:embed="rId4"/>
          <a:stretch>
            <a:fillRect/>
          </a:stretch>
        </p:blipFill>
        <p:spPr>
          <a:xfrm>
            <a:off x="5670318" y="3236972"/>
            <a:ext cx="5802489" cy="3155668"/>
          </a:xfrm>
          <a:prstGeom prst="rect">
            <a:avLst/>
          </a:prstGeom>
        </p:spPr>
      </p:pic>
    </p:spTree>
    <p:extLst>
      <p:ext uri="{BB962C8B-B14F-4D97-AF65-F5344CB8AC3E}">
        <p14:creationId xmlns:p14="http://schemas.microsoft.com/office/powerpoint/2010/main" val="270538050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1491</Words>
  <Application>Microsoft Office PowerPoint</Application>
  <PresentationFormat>Widescreen</PresentationFormat>
  <Paragraphs>201</Paragraphs>
  <Slides>18</Slides>
  <Notes>15</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9" baseType="lpstr">
      <vt:lpstr>Tw Cen MT (Body)</vt:lpstr>
      <vt:lpstr>Arial</vt:lpstr>
      <vt:lpstr>Calibri</vt:lpstr>
      <vt:lpstr>Calibri Light</vt:lpstr>
      <vt:lpstr>Cambria Math</vt:lpstr>
      <vt:lpstr>Tw Cen MT</vt:lpstr>
      <vt:lpstr>Wingdings</vt:lpstr>
      <vt:lpstr>Wingdings 2</vt:lpstr>
      <vt:lpstr>Office Theme</vt:lpstr>
      <vt:lpstr>Widescreen Presentation</vt:lpstr>
      <vt:lpstr>Equation</vt:lpstr>
      <vt:lpstr>Lecture 8: Equity valuation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time preference</dc:title>
  <dc:creator>#LIM PUI YEE#</dc:creator>
  <cp:lastModifiedBy>#GOH BO JUN, ISSAC (WU BOJUN)#</cp:lastModifiedBy>
  <cp:revision>32</cp:revision>
  <dcterms:created xsi:type="dcterms:W3CDTF">2022-07-09T07:25:24Z</dcterms:created>
  <dcterms:modified xsi:type="dcterms:W3CDTF">2025-04-11T16:37:58Z</dcterms:modified>
</cp:coreProperties>
</file>