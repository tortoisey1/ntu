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  <p:sldMasterId id="2147483670" r:id="rId2"/>
  </p:sldMasterIdLst>
  <p:notesMasterIdLst>
    <p:notesMasterId r:id="rId11"/>
  </p:notesMasterIdLst>
  <p:handoutMasterIdLst>
    <p:handoutMasterId r:id="rId12"/>
  </p:handoutMasterIdLst>
  <p:sldIdLst>
    <p:sldId id="289" r:id="rId3"/>
    <p:sldId id="292" r:id="rId4"/>
    <p:sldId id="298" r:id="rId5"/>
    <p:sldId id="297" r:id="rId6"/>
    <p:sldId id="299" r:id="rId7"/>
    <p:sldId id="300" r:id="rId8"/>
    <p:sldId id="301" r:id="rId9"/>
    <p:sldId id="30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718DCD"/>
    <a:srgbClr val="00B0F0"/>
    <a:srgbClr val="FF0000"/>
    <a:srgbClr val="FFFF00"/>
    <a:srgbClr val="FDD8A1"/>
    <a:srgbClr val="F2F2F2"/>
    <a:srgbClr val="2A4278"/>
    <a:srgbClr val="FDFBAF"/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AC427B-25BB-4B99-88CE-162BBE83F4E9}" v="27" dt="2025-01-13T03:27:34.0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70" autoAdjust="0"/>
    <p:restoredTop sz="79806" autoAdjust="0"/>
  </p:normalViewPr>
  <p:slideViewPr>
    <p:cSldViewPr snapToGrid="0">
      <p:cViewPr varScale="1">
        <p:scale>
          <a:sx n="50" d="100"/>
          <a:sy n="50" d="100"/>
        </p:scale>
        <p:origin x="1248" y="4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820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g-Wei Lin" userId="d614b8a91a354671" providerId="LiveId" clId="{3CE30715-15A8-5549-94A5-6BD741B92593}"/>
    <pc:docChg chg="undo custSel modSld">
      <pc:chgData name="Shang-Wei Lin" userId="d614b8a91a354671" providerId="LiveId" clId="{3CE30715-15A8-5549-94A5-6BD741B92593}" dt="2022-08-03T06:49:23.647" v="21"/>
      <pc:docMkLst>
        <pc:docMk/>
      </pc:docMkLst>
      <pc:sldChg chg="addSp delSp modSp mod">
        <pc:chgData name="Shang-Wei Lin" userId="d614b8a91a354671" providerId="LiveId" clId="{3CE30715-15A8-5549-94A5-6BD741B92593}" dt="2022-08-03T06:49:23.647" v="21"/>
        <pc:sldMkLst>
          <pc:docMk/>
          <pc:sldMk cId="1697680328" sldId="297"/>
        </pc:sldMkLst>
        <pc:spChg chg="add del mod">
          <ac:chgData name="Shang-Wei Lin" userId="d614b8a91a354671" providerId="LiveId" clId="{3CE30715-15A8-5549-94A5-6BD741B92593}" dt="2022-08-03T06:48:40.016" v="5"/>
          <ac:spMkLst>
            <pc:docMk/>
            <pc:sldMk cId="1697680328" sldId="297"/>
            <ac:spMk id="2" creationId="{1BA0FBFE-F9EC-75DF-19CC-AFF2A3A148C5}"/>
          </ac:spMkLst>
        </pc:spChg>
        <pc:spChg chg="add del mod">
          <ac:chgData name="Shang-Wei Lin" userId="d614b8a91a354671" providerId="LiveId" clId="{3CE30715-15A8-5549-94A5-6BD741B92593}" dt="2022-08-03T06:48:38.842" v="3"/>
          <ac:spMkLst>
            <pc:docMk/>
            <pc:sldMk cId="1697680328" sldId="297"/>
            <ac:spMk id="3" creationId="{5973BF0E-BCD3-04D6-BD8F-D2C7F763674F}"/>
          </ac:spMkLst>
        </pc:spChg>
        <pc:spChg chg="add del mod">
          <ac:chgData name="Shang-Wei Lin" userId="d614b8a91a354671" providerId="LiveId" clId="{3CE30715-15A8-5549-94A5-6BD741B92593}" dt="2022-08-03T06:48:51.143" v="18"/>
          <ac:spMkLst>
            <pc:docMk/>
            <pc:sldMk cId="1697680328" sldId="297"/>
            <ac:spMk id="4" creationId="{4C69AA01-5A38-AA26-A7AC-BB73A3829A9D}"/>
          </ac:spMkLst>
        </pc:spChg>
        <pc:spChg chg="add del mod">
          <ac:chgData name="Shang-Wei Lin" userId="d614b8a91a354671" providerId="LiveId" clId="{3CE30715-15A8-5549-94A5-6BD741B92593}" dt="2022-08-03T06:48:49.118" v="14"/>
          <ac:spMkLst>
            <pc:docMk/>
            <pc:sldMk cId="1697680328" sldId="297"/>
            <ac:spMk id="5" creationId="{526B6B65-BEE6-C10F-1F1F-321483FC081C}"/>
          </ac:spMkLst>
        </pc:spChg>
        <pc:spChg chg="add del mod">
          <ac:chgData name="Shang-Wei Lin" userId="d614b8a91a354671" providerId="LiveId" clId="{3CE30715-15A8-5549-94A5-6BD741B92593}" dt="2022-08-03T06:48:50.458" v="16"/>
          <ac:spMkLst>
            <pc:docMk/>
            <pc:sldMk cId="1697680328" sldId="297"/>
            <ac:spMk id="6" creationId="{A4B9E15C-5AD7-E003-920C-3A38EAE5AB65}"/>
          </ac:spMkLst>
        </pc:spChg>
        <pc:spChg chg="add del mod">
          <ac:chgData name="Shang-Wei Lin" userId="d614b8a91a354671" providerId="LiveId" clId="{3CE30715-15A8-5549-94A5-6BD741B92593}" dt="2022-08-03T06:49:23.647" v="21"/>
          <ac:spMkLst>
            <pc:docMk/>
            <pc:sldMk cId="1697680328" sldId="297"/>
            <ac:spMk id="7" creationId="{DE81CABE-68D6-39D0-D431-A25E5445A483}"/>
          </ac:spMkLst>
        </pc:spChg>
      </pc:sldChg>
    </pc:docChg>
  </pc:docChgLst>
  <pc:docChgLst>
    <pc:chgData name="Shang-Wei Lin" userId="d614b8a91a354671" providerId="LiveId" clId="{B297218A-1E0F-C34D-85C1-72C71FB71F3F}"/>
    <pc:docChg chg="undo custSel modSld">
      <pc:chgData name="Shang-Wei Lin" userId="d614b8a91a354671" providerId="LiveId" clId="{B297218A-1E0F-C34D-85C1-72C71FB71F3F}" dt="2023-01-06T03:22:22.443" v="116" actId="207"/>
      <pc:docMkLst>
        <pc:docMk/>
      </pc:docMkLst>
      <pc:sldChg chg="addSp delSp modSp mod">
        <pc:chgData name="Shang-Wei Lin" userId="d614b8a91a354671" providerId="LiveId" clId="{B297218A-1E0F-C34D-85C1-72C71FB71F3F}" dt="2023-01-06T03:18:02.267" v="77" actId="255"/>
        <pc:sldMkLst>
          <pc:docMk/>
          <pc:sldMk cId="1782779085" sldId="292"/>
        </pc:sldMkLst>
        <pc:spChg chg="add mod">
          <ac:chgData name="Shang-Wei Lin" userId="d614b8a91a354671" providerId="LiveId" clId="{B297218A-1E0F-C34D-85C1-72C71FB71F3F}" dt="2023-01-06T03:18:02.267" v="77" actId="255"/>
          <ac:spMkLst>
            <pc:docMk/>
            <pc:sldMk cId="1782779085" sldId="292"/>
            <ac:spMk id="7" creationId="{B4E7A6D6-8CD3-F71D-F2BA-5CA2657DE9CD}"/>
          </ac:spMkLst>
        </pc:spChg>
        <pc:spChg chg="mod">
          <ac:chgData name="Shang-Wei Lin" userId="d614b8a91a354671" providerId="LiveId" clId="{B297218A-1E0F-C34D-85C1-72C71FB71F3F}" dt="2023-01-06T02:53:06.343" v="30"/>
          <ac:spMkLst>
            <pc:docMk/>
            <pc:sldMk cId="1782779085" sldId="292"/>
            <ac:spMk id="9" creationId="{7E638B44-62E3-B324-7EAF-AEA665AB8151}"/>
          </ac:spMkLst>
        </pc:spChg>
        <pc:picChg chg="del">
          <ac:chgData name="Shang-Wei Lin" userId="d614b8a91a354671" providerId="LiveId" clId="{B297218A-1E0F-C34D-85C1-72C71FB71F3F}" dt="2023-01-06T02:51:41.376" v="0" actId="478"/>
          <ac:picMkLst>
            <pc:docMk/>
            <pc:sldMk cId="1782779085" sldId="292"/>
            <ac:picMk id="3" creationId="{4C166EF1-3532-99C8-62AF-2F792970CCDE}"/>
          </ac:picMkLst>
        </pc:picChg>
        <pc:picChg chg="add del mod">
          <ac:chgData name="Shang-Wei Lin" userId="d614b8a91a354671" providerId="LiveId" clId="{B297218A-1E0F-C34D-85C1-72C71FB71F3F}" dt="2023-01-06T02:52:02.777" v="9" actId="478"/>
          <ac:picMkLst>
            <pc:docMk/>
            <pc:sldMk cId="1782779085" sldId="292"/>
            <ac:picMk id="5" creationId="{A7361566-731B-32EC-76FC-05381A02C09C}"/>
          </ac:picMkLst>
        </pc:picChg>
        <pc:picChg chg="add mod">
          <ac:chgData name="Shang-Wei Lin" userId="d614b8a91a354671" providerId="LiveId" clId="{B297218A-1E0F-C34D-85C1-72C71FB71F3F}" dt="2023-01-06T02:52:23.807" v="17" actId="1076"/>
          <ac:picMkLst>
            <pc:docMk/>
            <pc:sldMk cId="1782779085" sldId="292"/>
            <ac:picMk id="6" creationId="{2B736AE0-9507-D647-6B43-997258FE5CD5}"/>
          </ac:picMkLst>
        </pc:picChg>
      </pc:sldChg>
      <pc:sldChg chg="addSp delSp modSp mod">
        <pc:chgData name="Shang-Wei Lin" userId="d614b8a91a354671" providerId="LiveId" clId="{B297218A-1E0F-C34D-85C1-72C71FB71F3F}" dt="2023-01-06T03:22:22.443" v="116" actId="207"/>
        <pc:sldMkLst>
          <pc:docMk/>
          <pc:sldMk cId="141287571" sldId="298"/>
        </pc:sldMkLst>
        <pc:spChg chg="add del mod">
          <ac:chgData name="Shang-Wei Lin" userId="d614b8a91a354671" providerId="LiveId" clId="{B297218A-1E0F-C34D-85C1-72C71FB71F3F}" dt="2023-01-06T03:20:04.879" v="91" actId="478"/>
          <ac:spMkLst>
            <pc:docMk/>
            <pc:sldMk cId="141287571" sldId="298"/>
            <ac:spMk id="3" creationId="{1A71E4C9-6046-A732-34F2-55DAF74D744A}"/>
          </ac:spMkLst>
        </pc:spChg>
        <pc:spChg chg="add mod">
          <ac:chgData name="Shang-Wei Lin" userId="d614b8a91a354671" providerId="LiveId" clId="{B297218A-1E0F-C34D-85C1-72C71FB71F3F}" dt="2023-01-06T03:21:05.172" v="100" actId="1582"/>
          <ac:spMkLst>
            <pc:docMk/>
            <pc:sldMk cId="141287571" sldId="298"/>
            <ac:spMk id="4" creationId="{9063687F-3A85-C17B-BF70-537006C9B6A5}"/>
          </ac:spMkLst>
        </pc:spChg>
        <pc:spChg chg="add mod">
          <ac:chgData name="Shang-Wei Lin" userId="d614b8a91a354671" providerId="LiveId" clId="{B297218A-1E0F-C34D-85C1-72C71FB71F3F}" dt="2023-01-06T03:21:15.416" v="103" actId="14100"/>
          <ac:spMkLst>
            <pc:docMk/>
            <pc:sldMk cId="141287571" sldId="298"/>
            <ac:spMk id="5" creationId="{40642B4F-BE23-130B-FAC4-3F327F93B2E0}"/>
          </ac:spMkLst>
        </pc:spChg>
        <pc:spChg chg="mod">
          <ac:chgData name="Shang-Wei Lin" userId="d614b8a91a354671" providerId="LiveId" clId="{B297218A-1E0F-C34D-85C1-72C71FB71F3F}" dt="2023-01-06T03:22:22.443" v="116" actId="207"/>
          <ac:spMkLst>
            <pc:docMk/>
            <pc:sldMk cId="141287571" sldId="298"/>
            <ac:spMk id="8197" creationId="{00000000-0000-0000-0000-000000000000}"/>
          </ac:spMkLst>
        </pc:spChg>
        <pc:picChg chg="add mod">
          <ac:chgData name="Shang-Wei Lin" userId="d614b8a91a354671" providerId="LiveId" clId="{B297218A-1E0F-C34D-85C1-72C71FB71F3F}" dt="2023-01-06T03:21:33.583" v="110" actId="1076"/>
          <ac:picMkLst>
            <pc:docMk/>
            <pc:sldMk cId="141287571" sldId="298"/>
            <ac:picMk id="2" creationId="{6B73062D-9CE9-9567-0F2A-47B2B01487A7}"/>
          </ac:picMkLst>
        </pc:picChg>
        <pc:picChg chg="add mod">
          <ac:chgData name="Shang-Wei Lin" userId="d614b8a91a354671" providerId="LiveId" clId="{B297218A-1E0F-C34D-85C1-72C71FB71F3F}" dt="2023-01-06T03:21:38.051" v="111" actId="1076"/>
          <ac:picMkLst>
            <pc:docMk/>
            <pc:sldMk cId="141287571" sldId="298"/>
            <ac:picMk id="6" creationId="{CE763A6C-5C07-9E17-5058-4C8ACCD2AA0A}"/>
          </ac:picMkLst>
        </pc:picChg>
        <pc:picChg chg="mod">
          <ac:chgData name="Shang-Wei Lin" userId="d614b8a91a354671" providerId="LiveId" clId="{B297218A-1E0F-C34D-85C1-72C71FB71F3F}" dt="2023-01-06T03:21:44.884" v="112" actId="14100"/>
          <ac:picMkLst>
            <pc:docMk/>
            <pc:sldMk cId="141287571" sldId="298"/>
            <ac:picMk id="1028" creationId="{00000000-0000-0000-0000-000000000000}"/>
          </ac:picMkLst>
        </pc:picChg>
      </pc:sldChg>
      <pc:sldChg chg="modSp mod">
        <pc:chgData name="Shang-Wei Lin" userId="d614b8a91a354671" providerId="LiveId" clId="{B297218A-1E0F-C34D-85C1-72C71FB71F3F}" dt="2023-01-06T03:18:52.764" v="81" actId="20577"/>
        <pc:sldMkLst>
          <pc:docMk/>
          <pc:sldMk cId="3994166506" sldId="300"/>
        </pc:sldMkLst>
        <pc:spChg chg="mod">
          <ac:chgData name="Shang-Wei Lin" userId="d614b8a91a354671" providerId="LiveId" clId="{B297218A-1E0F-C34D-85C1-72C71FB71F3F}" dt="2023-01-06T03:18:52.764" v="81" actId="20577"/>
          <ac:spMkLst>
            <pc:docMk/>
            <pc:sldMk cId="3994166506" sldId="300"/>
            <ac:spMk id="9" creationId="{00000000-0000-0000-0000-000000000000}"/>
          </ac:spMkLst>
        </pc:spChg>
      </pc:sldChg>
    </pc:docChg>
  </pc:docChgLst>
  <pc:docChgLst>
    <pc:chgData name="Luo Siqiang (Asst Prof)" userId="282bffef-1247-4a79-9a55-50db44a1c893" providerId="ADAL" clId="{09AC427B-25BB-4B99-88CE-162BBE83F4E9}"/>
    <pc:docChg chg="custSel modSld">
      <pc:chgData name="Luo Siqiang (Asst Prof)" userId="282bffef-1247-4a79-9a55-50db44a1c893" providerId="ADAL" clId="{09AC427B-25BB-4B99-88CE-162BBE83F4E9}" dt="2025-01-13T03:27:34.063" v="130"/>
      <pc:docMkLst>
        <pc:docMk/>
      </pc:docMkLst>
      <pc:sldChg chg="modSp mod">
        <pc:chgData name="Luo Siqiang (Asst Prof)" userId="282bffef-1247-4a79-9a55-50db44a1c893" providerId="ADAL" clId="{09AC427B-25BB-4B99-88CE-162BBE83F4E9}" dt="2025-01-07T07:10:00.478" v="127" actId="20577"/>
        <pc:sldMkLst>
          <pc:docMk/>
          <pc:sldMk cId="1455150802" sldId="289"/>
        </pc:sldMkLst>
        <pc:spChg chg="mod">
          <ac:chgData name="Luo Siqiang (Asst Prof)" userId="282bffef-1247-4a79-9a55-50db44a1c893" providerId="ADAL" clId="{09AC427B-25BB-4B99-88CE-162BBE83F4E9}" dt="2025-01-07T07:10:00.478" v="127" actId="20577"/>
          <ac:spMkLst>
            <pc:docMk/>
            <pc:sldMk cId="1455150802" sldId="289"/>
            <ac:spMk id="4" creationId="{00000000-0000-0000-0000-000000000000}"/>
          </ac:spMkLst>
        </pc:spChg>
      </pc:sldChg>
      <pc:sldChg chg="addSp delSp modSp mod">
        <pc:chgData name="Luo Siqiang (Asst Prof)" userId="282bffef-1247-4a79-9a55-50db44a1c893" providerId="ADAL" clId="{09AC427B-25BB-4B99-88CE-162BBE83F4E9}" dt="2025-01-13T03:27:34.063" v="130"/>
        <pc:sldMkLst>
          <pc:docMk/>
          <pc:sldMk cId="1782779085" sldId="292"/>
        </pc:sldMkLst>
        <pc:spChg chg="add">
          <ac:chgData name="Luo Siqiang (Asst Prof)" userId="282bffef-1247-4a79-9a55-50db44a1c893" providerId="ADAL" clId="{09AC427B-25BB-4B99-88CE-162BBE83F4E9}" dt="2025-01-07T07:04:38.859" v="47"/>
          <ac:spMkLst>
            <pc:docMk/>
            <pc:sldMk cId="1782779085" sldId="292"/>
            <ac:spMk id="3" creationId="{193D8833-B842-FBC2-81F2-061B652285BE}"/>
          </ac:spMkLst>
        </pc:spChg>
        <pc:spChg chg="mod">
          <ac:chgData name="Luo Siqiang (Asst Prof)" userId="282bffef-1247-4a79-9a55-50db44a1c893" providerId="ADAL" clId="{09AC427B-25BB-4B99-88CE-162BBE83F4E9}" dt="2025-01-13T03:27:34.063" v="130"/>
          <ac:spMkLst>
            <pc:docMk/>
            <pc:sldMk cId="1782779085" sldId="292"/>
            <ac:spMk id="9" creationId="{7E638B44-62E3-B324-7EAF-AEA665AB8151}"/>
          </ac:spMkLst>
        </pc:spChg>
        <pc:spChg chg="mod">
          <ac:chgData name="Luo Siqiang (Asst Prof)" userId="282bffef-1247-4a79-9a55-50db44a1c893" providerId="ADAL" clId="{09AC427B-25BB-4B99-88CE-162BBE83F4E9}" dt="2025-01-07T07:04:08.051" v="13" actId="20577"/>
          <ac:spMkLst>
            <pc:docMk/>
            <pc:sldMk cId="1782779085" sldId="292"/>
            <ac:spMk id="19458" creationId="{00000000-0000-0000-0000-000000000000}"/>
          </ac:spMkLst>
        </pc:spChg>
        <pc:picChg chg="add mod">
          <ac:chgData name="Luo Siqiang (Asst Prof)" userId="282bffef-1247-4a79-9a55-50db44a1c893" providerId="ADAL" clId="{09AC427B-25BB-4B99-88CE-162BBE83F4E9}" dt="2025-01-07T07:05:20.248" v="57" actId="1076"/>
          <ac:picMkLst>
            <pc:docMk/>
            <pc:sldMk cId="1782779085" sldId="292"/>
            <ac:picMk id="2" creationId="{B98857DB-749C-DACE-5AFD-D11031554B0E}"/>
          </ac:picMkLst>
        </pc:picChg>
        <pc:picChg chg="del">
          <ac:chgData name="Luo Siqiang (Asst Prof)" userId="282bffef-1247-4a79-9a55-50db44a1c893" providerId="ADAL" clId="{09AC427B-25BB-4B99-88CE-162BBE83F4E9}" dt="2025-01-07T07:03:25.863" v="0" actId="478"/>
          <ac:picMkLst>
            <pc:docMk/>
            <pc:sldMk cId="1782779085" sldId="292"/>
            <ac:picMk id="5" creationId="{1A663CF6-4ED9-28F8-B53A-A21CC2003464}"/>
          </ac:picMkLst>
        </pc:picChg>
        <pc:picChg chg="add mod">
          <ac:chgData name="Luo Siqiang (Asst Prof)" userId="282bffef-1247-4a79-9a55-50db44a1c893" providerId="ADAL" clId="{09AC427B-25BB-4B99-88CE-162BBE83F4E9}" dt="2025-01-07T07:05:27.195" v="58" actId="14100"/>
          <ac:picMkLst>
            <pc:docMk/>
            <pc:sldMk cId="1782779085" sldId="292"/>
            <ac:picMk id="6" creationId="{7C265BE7-9650-E7EF-9829-E3A50F9BC448}"/>
          </ac:picMkLst>
        </pc:picChg>
        <pc:picChg chg="del">
          <ac:chgData name="Luo Siqiang (Asst Prof)" userId="282bffef-1247-4a79-9a55-50db44a1c893" providerId="ADAL" clId="{09AC427B-25BB-4B99-88CE-162BBE83F4E9}" dt="2025-01-07T07:04:26.070" v="46" actId="478"/>
          <ac:picMkLst>
            <pc:docMk/>
            <pc:sldMk cId="1782779085" sldId="292"/>
            <ac:picMk id="1026" creationId="{69E72660-1B6E-4057-3B68-62E7E9D63083}"/>
          </ac:picMkLst>
        </pc:picChg>
      </pc:sldChg>
      <pc:sldChg chg="addSp delSp modSp mod">
        <pc:chgData name="Luo Siqiang (Asst Prof)" userId="282bffef-1247-4a79-9a55-50db44a1c893" providerId="ADAL" clId="{09AC427B-25BB-4B99-88CE-162BBE83F4E9}" dt="2025-01-07T07:05:57.485" v="69" actId="1076"/>
        <pc:sldMkLst>
          <pc:docMk/>
          <pc:sldMk cId="141287571" sldId="298"/>
        </pc:sldMkLst>
        <pc:picChg chg="add mod">
          <ac:chgData name="Luo Siqiang (Asst Prof)" userId="282bffef-1247-4a79-9a55-50db44a1c893" providerId="ADAL" clId="{09AC427B-25BB-4B99-88CE-162BBE83F4E9}" dt="2025-01-07T07:05:43.790" v="64" actId="14100"/>
          <ac:picMkLst>
            <pc:docMk/>
            <pc:sldMk cId="141287571" sldId="298"/>
            <ac:picMk id="2" creationId="{E776939B-4145-6C39-6BB7-3ADC244F355D}"/>
          </ac:picMkLst>
        </pc:picChg>
        <pc:picChg chg="del">
          <ac:chgData name="Luo Siqiang (Asst Prof)" userId="282bffef-1247-4a79-9a55-50db44a1c893" providerId="ADAL" clId="{09AC427B-25BB-4B99-88CE-162BBE83F4E9}" dt="2025-01-07T07:05:34.769" v="59" actId="478"/>
          <ac:picMkLst>
            <pc:docMk/>
            <pc:sldMk cId="141287571" sldId="298"/>
            <ac:picMk id="3" creationId="{87D0C7D7-D7C6-70FD-9AC2-13EC93AF0EB1}"/>
          </ac:picMkLst>
        </pc:picChg>
        <pc:picChg chg="add mod">
          <ac:chgData name="Luo Siqiang (Asst Prof)" userId="282bffef-1247-4a79-9a55-50db44a1c893" providerId="ADAL" clId="{09AC427B-25BB-4B99-88CE-162BBE83F4E9}" dt="2025-01-07T07:05:57.485" v="69" actId="1076"/>
          <ac:picMkLst>
            <pc:docMk/>
            <pc:sldMk cId="141287571" sldId="298"/>
            <ac:picMk id="6" creationId="{A55CDDB0-2FED-ED8E-A467-0AD23C3938BD}"/>
          </ac:picMkLst>
        </pc:picChg>
        <pc:picChg chg="del">
          <ac:chgData name="Luo Siqiang (Asst Prof)" userId="282bffef-1247-4a79-9a55-50db44a1c893" providerId="ADAL" clId="{09AC427B-25BB-4B99-88CE-162BBE83F4E9}" dt="2025-01-07T07:05:45.025" v="65" actId="478"/>
          <ac:picMkLst>
            <pc:docMk/>
            <pc:sldMk cId="141287571" sldId="298"/>
            <ac:picMk id="7" creationId="{7E01DCA5-9205-CAF9-C570-0044BA556966}"/>
          </ac:picMkLst>
        </pc:picChg>
      </pc:sldChg>
      <pc:sldChg chg="addSp delSp modSp mod">
        <pc:chgData name="Luo Siqiang (Asst Prof)" userId="282bffef-1247-4a79-9a55-50db44a1c893" providerId="ADAL" clId="{09AC427B-25BB-4B99-88CE-162BBE83F4E9}" dt="2025-01-07T07:06:22.177" v="77" actId="14100"/>
        <pc:sldMkLst>
          <pc:docMk/>
          <pc:sldMk cId="3685103729" sldId="299"/>
        </pc:sldMkLst>
        <pc:picChg chg="del">
          <ac:chgData name="Luo Siqiang (Asst Prof)" userId="282bffef-1247-4a79-9a55-50db44a1c893" providerId="ADAL" clId="{09AC427B-25BB-4B99-88CE-162BBE83F4E9}" dt="2025-01-07T07:06:11.367" v="74" actId="478"/>
          <ac:picMkLst>
            <pc:docMk/>
            <pc:sldMk cId="3685103729" sldId="299"/>
            <ac:picMk id="2" creationId="{718EE339-B703-0FCE-3C95-20F72F1352D5}"/>
          </ac:picMkLst>
        </pc:picChg>
        <pc:picChg chg="del">
          <ac:chgData name="Luo Siqiang (Asst Prof)" userId="282bffef-1247-4a79-9a55-50db44a1c893" providerId="ADAL" clId="{09AC427B-25BB-4B99-88CE-162BBE83F4E9}" dt="2025-01-07T07:06:03.857" v="70" actId="478"/>
          <ac:picMkLst>
            <pc:docMk/>
            <pc:sldMk cId="3685103729" sldId="299"/>
            <ac:picMk id="3" creationId="{04AEF3B3-BBAC-AE80-374A-8548AD8CAC69}"/>
          </ac:picMkLst>
        </pc:picChg>
        <pc:picChg chg="add mod">
          <ac:chgData name="Luo Siqiang (Asst Prof)" userId="282bffef-1247-4a79-9a55-50db44a1c893" providerId="ADAL" clId="{09AC427B-25BB-4B99-88CE-162BBE83F4E9}" dt="2025-01-07T07:06:22.177" v="77" actId="14100"/>
          <ac:picMkLst>
            <pc:docMk/>
            <pc:sldMk cId="3685103729" sldId="299"/>
            <ac:picMk id="4" creationId="{D5DBF330-120B-C5C5-8CC8-D9C36F1716F3}"/>
          </ac:picMkLst>
        </pc:picChg>
        <pc:picChg chg="add mod">
          <ac:chgData name="Luo Siqiang (Asst Prof)" userId="282bffef-1247-4a79-9a55-50db44a1c893" providerId="ADAL" clId="{09AC427B-25BB-4B99-88CE-162BBE83F4E9}" dt="2025-01-07T07:06:18.662" v="76" actId="1076"/>
          <ac:picMkLst>
            <pc:docMk/>
            <pc:sldMk cId="3685103729" sldId="299"/>
            <ac:picMk id="5" creationId="{FC6A9B5E-5715-6021-0D09-69459A73F78B}"/>
          </ac:picMkLst>
        </pc:picChg>
      </pc:sldChg>
      <pc:sldChg chg="modSp mod">
        <pc:chgData name="Luo Siqiang (Asst Prof)" userId="282bffef-1247-4a79-9a55-50db44a1c893" providerId="ADAL" clId="{09AC427B-25BB-4B99-88CE-162BBE83F4E9}" dt="2025-01-07T07:09:18.542" v="113" actId="114"/>
        <pc:sldMkLst>
          <pc:docMk/>
          <pc:sldMk cId="3994166506" sldId="300"/>
        </pc:sldMkLst>
        <pc:spChg chg="mod">
          <ac:chgData name="Luo Siqiang (Asst Prof)" userId="282bffef-1247-4a79-9a55-50db44a1c893" providerId="ADAL" clId="{09AC427B-25BB-4B99-88CE-162BBE83F4E9}" dt="2025-01-07T07:06:35.695" v="78" actId="20577"/>
          <ac:spMkLst>
            <pc:docMk/>
            <pc:sldMk cId="3994166506" sldId="300"/>
            <ac:spMk id="3" creationId="{F9290CE0-9EA7-1FBE-5A2D-45D471BA32FB}"/>
          </ac:spMkLst>
        </pc:spChg>
        <pc:spChg chg="mod">
          <ac:chgData name="Luo Siqiang (Asst Prof)" userId="282bffef-1247-4a79-9a55-50db44a1c893" providerId="ADAL" clId="{09AC427B-25BB-4B99-88CE-162BBE83F4E9}" dt="2025-01-07T07:09:18.542" v="113" actId="114"/>
          <ac:spMkLst>
            <pc:docMk/>
            <pc:sldMk cId="3994166506" sldId="300"/>
            <ac:spMk id="9" creationId="{00000000-0000-0000-0000-000000000000}"/>
          </ac:spMkLst>
        </pc:spChg>
      </pc:sldChg>
    </pc:docChg>
  </pc:docChgLst>
  <pc:docChgLst>
    <pc:chgData name="Shang-Wei Lin" userId="d614b8a91a354671" providerId="LiveId" clId="{7AA04A44-F90B-482F-872A-6F7F5F542B91}"/>
    <pc:docChg chg="custSel modSld">
      <pc:chgData name="Shang-Wei Lin" userId="d614b8a91a354671" providerId="LiveId" clId="{7AA04A44-F90B-482F-872A-6F7F5F542B91}" dt="2022-08-06T14:29:29.481" v="65" actId="27636"/>
      <pc:docMkLst>
        <pc:docMk/>
      </pc:docMkLst>
      <pc:sldChg chg="modSp mod">
        <pc:chgData name="Shang-Wei Lin" userId="d614b8a91a354671" providerId="LiveId" clId="{7AA04A44-F90B-482F-872A-6F7F5F542B91}" dt="2022-08-06T14:28:54.607" v="59" actId="207"/>
        <pc:sldMkLst>
          <pc:docMk/>
          <pc:sldMk cId="1697680328" sldId="297"/>
        </pc:sldMkLst>
        <pc:spChg chg="mod">
          <ac:chgData name="Shang-Wei Lin" userId="d614b8a91a354671" providerId="LiveId" clId="{7AA04A44-F90B-482F-872A-6F7F5F542B91}" dt="2022-08-06T14:28:54.607" v="59" actId="207"/>
          <ac:spMkLst>
            <pc:docMk/>
            <pc:sldMk cId="1697680328" sldId="297"/>
            <ac:spMk id="184322" creationId="{00000000-0000-0000-0000-000000000000}"/>
          </ac:spMkLst>
        </pc:spChg>
      </pc:sldChg>
      <pc:sldChg chg="modSp mod">
        <pc:chgData name="Shang-Wei Lin" userId="d614b8a91a354671" providerId="LiveId" clId="{7AA04A44-F90B-482F-872A-6F7F5F542B91}" dt="2022-08-06T14:29:29.481" v="65" actId="27636"/>
        <pc:sldMkLst>
          <pc:docMk/>
          <pc:sldMk cId="1005136692" sldId="302"/>
        </pc:sldMkLst>
        <pc:spChg chg="mod">
          <ac:chgData name="Shang-Wei Lin" userId="d614b8a91a354671" providerId="LiveId" clId="{7AA04A44-F90B-482F-872A-6F7F5F542B91}" dt="2022-08-06T14:29:29.481" v="65" actId="27636"/>
          <ac:spMkLst>
            <pc:docMk/>
            <pc:sldMk cId="1005136692" sldId="302"/>
            <ac:spMk id="512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2ECD4-7272-45EE-9AEB-93756C8B662B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C30603-F0ED-4914-BF68-20E0C3109ED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56115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94C31-AAE2-434F-B17B-BCE29B4DFE9F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D5BB26-FCFB-4528-9774-A187779B51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5819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D5BB26-FCFB-4528-9774-A187779B518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62410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A0B1A5-8496-4E76-8DAA-E78D3F07DA2D}" type="datetime1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2025/1/13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E8CCBDD-EF63-4E49-877E-8E5480CF69E0}" type="slidenum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3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6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2662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l-PL" altLang="en-US"/>
          </a:p>
        </p:txBody>
      </p:sp>
    </p:spTree>
    <p:extLst>
      <p:ext uri="{BB962C8B-B14F-4D97-AF65-F5344CB8AC3E}">
        <p14:creationId xmlns:p14="http://schemas.microsoft.com/office/powerpoint/2010/main" val="5332729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5BB26-FCFB-4528-9774-A187779B518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44053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FF2BFEB-691F-40B2-BF62-F324CA0C795F}" type="datetime1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2025/1/13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B4F258-89CE-499F-85C9-A62BC64DC6F2}" type="slidenum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072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l-PL" altLang="en-US" dirty="0"/>
          </a:p>
        </p:txBody>
      </p:sp>
    </p:spTree>
    <p:extLst>
      <p:ext uri="{BB962C8B-B14F-4D97-AF65-F5344CB8AC3E}">
        <p14:creationId xmlns:p14="http://schemas.microsoft.com/office/powerpoint/2010/main" val="36882739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43E7EB7-CD08-4F1D-AF84-2E9A372DC203}" type="datetime1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2025/1/13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19163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19163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034E3BA-C2D3-43C6-B80B-80F484B56D14}" type="slidenum">
              <a:rPr lang="zh-CN" altLang="en-US" sz="1300" i="0" smtClean="0">
                <a:solidFill>
                  <a:srgbClr val="000000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zh-CN" sz="1300" i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27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ln/>
        </p:spPr>
      </p:sp>
      <p:sp>
        <p:nvSpPr>
          <p:cNvPr id="3277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l-PL" altLang="en-US" dirty="0"/>
          </a:p>
        </p:txBody>
      </p:sp>
    </p:spTree>
    <p:extLst>
      <p:ext uri="{BB962C8B-B14F-4D97-AF65-F5344CB8AC3E}">
        <p14:creationId xmlns:p14="http://schemas.microsoft.com/office/powerpoint/2010/main" val="266988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Actually, to get A+, you don’t need these references. These are mainly for theories.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D5BB26-FCFB-4528-9774-A187779B518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966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5675" y="3129687"/>
            <a:ext cx="11726836" cy="499032"/>
          </a:xfrm>
        </p:spPr>
        <p:txBody>
          <a:bodyPr/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lang="en-US" sz="4063" b="1" noProof="0" dirty="0" smtClean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5675" y="3737097"/>
            <a:ext cx="11726836" cy="594139"/>
          </a:xfrm>
        </p:spPr>
        <p:txBody>
          <a:bodyPr/>
          <a:lstStyle>
            <a:lvl1pPr marL="0" indent="0" algn="ctr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None/>
              <a:defRPr lang="en-US" sz="3324" b="1" baseline="0" noProof="0" dirty="0" smtClean="0">
                <a:ln w="0"/>
                <a:solidFill>
                  <a:srgbClr val="C00000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FF495C-5D37-4C82-9628-B7BB55A560A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 rot="1316973">
            <a:off x="452861" y="441699"/>
            <a:ext cx="808963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9" name="Notched Right Arrow 8"/>
          <p:cNvSpPr/>
          <p:nvPr/>
        </p:nvSpPr>
        <p:spPr>
          <a:xfrm rot="10800000">
            <a:off x="609605" y="313313"/>
            <a:ext cx="11196159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0" name="Notched Right Arrow 9"/>
          <p:cNvSpPr/>
          <p:nvPr/>
        </p:nvSpPr>
        <p:spPr>
          <a:xfrm rot="10800000">
            <a:off x="304802" y="313313"/>
            <a:ext cx="6088293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5" y="201337"/>
            <a:ext cx="2407647" cy="978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3" y="201337"/>
            <a:ext cx="2407647" cy="978106"/>
          </a:xfrm>
          <a:prstGeom prst="rect">
            <a:avLst/>
          </a:prstGeom>
        </p:spPr>
      </p:pic>
      <p:sp>
        <p:nvSpPr>
          <p:cNvPr id="12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5675" y="4520023"/>
            <a:ext cx="11726836" cy="542925"/>
          </a:xfrm>
        </p:spPr>
        <p:txBody>
          <a:bodyPr/>
          <a:lstStyle>
            <a:lvl1pPr marL="0" indent="0" algn="ctr">
              <a:buNone/>
              <a:defRPr lang="en-GB" sz="2000" b="1" baseline="0" dirty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61113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40481" y="3730719"/>
            <a:ext cx="8534400" cy="594139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FF495C-5D37-4C82-9628-B7BB55A560A1}" type="slidenum">
              <a:rPr lang="en-GB" smtClean="0"/>
              <a:t>‹#›</a:t>
            </a:fld>
            <a:endParaRPr lang="en-GB"/>
          </a:p>
        </p:txBody>
      </p:sp>
      <p:sp>
        <p:nvSpPr>
          <p:cNvPr id="8" name="Rectangle 7"/>
          <p:cNvSpPr/>
          <p:nvPr/>
        </p:nvSpPr>
        <p:spPr>
          <a:xfrm rot="1316973">
            <a:off x="452861" y="441699"/>
            <a:ext cx="808963" cy="685800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9" name="Notched Right Arrow 8"/>
          <p:cNvSpPr/>
          <p:nvPr/>
        </p:nvSpPr>
        <p:spPr>
          <a:xfrm rot="10800000">
            <a:off x="609605" y="313313"/>
            <a:ext cx="11196159" cy="685800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0" name="Notched Right Arrow 9"/>
          <p:cNvSpPr/>
          <p:nvPr/>
        </p:nvSpPr>
        <p:spPr>
          <a:xfrm rot="10800000">
            <a:off x="304802" y="313313"/>
            <a:ext cx="6088293" cy="68580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5" y="201337"/>
            <a:ext cx="2407647" cy="978106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3" y="201337"/>
            <a:ext cx="2407647" cy="97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98532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 Same Side Corner Rectangle 18"/>
          <p:cNvSpPr/>
          <p:nvPr userDrawn="1"/>
        </p:nvSpPr>
        <p:spPr>
          <a:xfrm rot="10800000">
            <a:off x="135207" y="1212972"/>
            <a:ext cx="11819988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2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F3D7818C-BCF4-43EE-BD9E-D66AE978F53C}" type="datetimeFigureOut">
              <a:rPr lang="en-GB" smtClean="0"/>
              <a:t>13/01/2025</a:t>
            </a:fld>
            <a:endParaRPr lang="en-GB"/>
          </a:p>
        </p:txBody>
      </p:sp>
      <p:sp>
        <p:nvSpPr>
          <p:cNvPr id="27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  <p:sp>
        <p:nvSpPr>
          <p:cNvPr id="29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  <a:ln/>
        </p:spPr>
        <p:txBody>
          <a:bodyPr/>
          <a:lstStyle>
            <a:lvl1pPr>
              <a:defRPr/>
            </a:lvl1pPr>
          </a:lstStyle>
          <a:p>
            <a:fld id="{74FF495C-5D37-4C82-9628-B7BB55A560A1}" type="slidenum">
              <a:rPr lang="en-GB" smtClean="0"/>
              <a:t>‹#›</a:t>
            </a:fld>
            <a:endParaRPr lang="en-GB"/>
          </a:p>
        </p:txBody>
      </p:sp>
      <p:sp>
        <p:nvSpPr>
          <p:cNvPr id="18" name="Round Same Side Corner Rectangle 17"/>
          <p:cNvSpPr/>
          <p:nvPr userDrawn="1"/>
        </p:nvSpPr>
        <p:spPr>
          <a:xfrm rot="10800000">
            <a:off x="173307" y="1212972"/>
            <a:ext cx="11819988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22" name="Rectangle 4"/>
          <p:cNvSpPr txBox="1">
            <a:spLocks noChangeArrowheads="1"/>
          </p:cNvSpPr>
          <p:nvPr userDrawn="1"/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400"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C09EB7E-502F-41BB-AD61-41A348561A7E}" type="datetime1">
              <a:rPr lang="en-US" sz="1400" smtClean="0"/>
              <a:pPr/>
              <a:t>1/13/2025</a:t>
            </a:fld>
            <a:endParaRPr lang="en-US" sz="1400" dirty="0"/>
          </a:p>
        </p:txBody>
      </p:sp>
      <p:sp>
        <p:nvSpPr>
          <p:cNvPr id="24" name="Rectangle 6"/>
          <p:cNvSpPr txBox="1">
            <a:spLocks noChangeArrowheads="1"/>
          </p:cNvSpPr>
          <p:nvPr userDrawn="1"/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r" defTabSz="9144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61BEF1-A1BC-4BB6-B97F-633E5863B55E}" type="slidenum">
              <a:rPr lang="en-US" sz="1400" smtClean="0"/>
              <a:pPr/>
              <a:t>‹#›</a:t>
            </a:fld>
            <a:endParaRPr lang="en-US" sz="1400" dirty="0"/>
          </a:p>
        </p:txBody>
      </p:sp>
      <p:sp>
        <p:nvSpPr>
          <p:cNvPr id="25" name="Rectangle 24"/>
          <p:cNvSpPr/>
          <p:nvPr userDrawn="1"/>
        </p:nvSpPr>
        <p:spPr>
          <a:xfrm rot="1700955">
            <a:off x="212348" y="1096004"/>
            <a:ext cx="2110005" cy="616435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grpSp>
        <p:nvGrpSpPr>
          <p:cNvPr id="26" name="Group 11"/>
          <p:cNvGrpSpPr>
            <a:grpSpLocks/>
          </p:cNvGrpSpPr>
          <p:nvPr/>
        </p:nvGrpSpPr>
        <p:grpSpPr bwMode="auto">
          <a:xfrm>
            <a:off x="425965" y="1066800"/>
            <a:ext cx="11334239" cy="5412062"/>
            <a:chOff x="686064" y="-22263"/>
            <a:chExt cx="7620000" cy="5965864"/>
          </a:xfrm>
        </p:grpSpPr>
        <p:pic>
          <p:nvPicPr>
            <p:cNvPr id="28" name="Picture 3" descr="C:\Users\Tom\Documents\My Dropbox\!temp\page-curls\page-curl v5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2514601"/>
              <a:ext cx="4572264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Rounded Rectangle 40"/>
            <p:cNvSpPr/>
            <p:nvPr/>
          </p:nvSpPr>
          <p:spPr>
            <a:xfrm>
              <a:off x="686064" y="-22263"/>
              <a:ext cx="5334000" cy="5965864"/>
            </a:xfrm>
            <a:prstGeom prst="roundRect">
              <a:avLst>
                <a:gd name="adj" fmla="val 259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 dirty="0"/>
            </a:p>
          </p:txBody>
        </p:sp>
      </p:grpSp>
      <p:sp>
        <p:nvSpPr>
          <p:cNvPr id="42" name="Rounded Rectangle 41"/>
          <p:cNvSpPr/>
          <p:nvPr userDrawn="1"/>
        </p:nvSpPr>
        <p:spPr bwMode="auto">
          <a:xfrm>
            <a:off x="5489162" y="1233116"/>
            <a:ext cx="6271041" cy="2816218"/>
          </a:xfrm>
          <a:prstGeom prst="roundRect">
            <a:avLst>
              <a:gd name="adj" fmla="val 259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3" name="Notched Right Arrow 42"/>
          <p:cNvSpPr/>
          <p:nvPr userDrawn="1"/>
        </p:nvSpPr>
        <p:spPr>
          <a:xfrm rot="10800000">
            <a:off x="140095" y="688539"/>
            <a:ext cx="7550599" cy="605350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4" name="Notched Right Arrow 43"/>
          <p:cNvSpPr/>
          <p:nvPr userDrawn="1"/>
        </p:nvSpPr>
        <p:spPr>
          <a:xfrm rot="10800000">
            <a:off x="905956" y="688540"/>
            <a:ext cx="11209845" cy="605348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45" name="TextBox 44"/>
          <p:cNvSpPr txBox="1"/>
          <p:nvPr/>
        </p:nvSpPr>
        <p:spPr>
          <a:xfrm>
            <a:off x="300047" y="694755"/>
            <a:ext cx="3187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36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6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451365" y="729078"/>
            <a:ext cx="10555041" cy="495300"/>
          </a:xfrm>
          <a:prstGeom prst="rect">
            <a:avLst/>
          </a:prstGeom>
        </p:spPr>
        <p:txBody>
          <a:bodyPr anchor="ctr"/>
          <a:lstStyle>
            <a:lvl1pPr marL="0" indent="0" algn="ctr" defTabSz="914354" rtl="0" eaLnBrk="1" latinLnBrk="0" hangingPunct="1">
              <a:buFontTx/>
              <a:buNone/>
              <a:defRPr lang="en-US" sz="3600" b="1" kern="1200" dirty="0" smtClea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178" indent="0">
              <a:buFontTx/>
              <a:buNone/>
              <a:defRPr sz="20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2pPr>
            <a:lvl3pPr marL="914354" indent="0">
              <a:buFontTx/>
              <a:buNone/>
              <a:defRPr sz="18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3pPr>
            <a:lvl4pPr marL="1371532" indent="0">
              <a:buFontTx/>
              <a:buNone/>
              <a:defRPr sz="16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4pPr>
            <a:lvl5pPr marL="1828709" indent="0">
              <a:buFontTx/>
              <a:buNone/>
              <a:defRPr sz="1600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5pPr>
          </a:lstStyle>
          <a:p>
            <a:pPr lvl="0"/>
            <a:r>
              <a:rPr lang="en-US" dirty="0"/>
              <a:t>Add title here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609600" y="1471613"/>
            <a:ext cx="10972800" cy="398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5089" y="209990"/>
            <a:ext cx="1624412" cy="482027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425965" y="326774"/>
            <a:ext cx="11131036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CE2001/ CZ2001: ALGORITHMS</a:t>
            </a:r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56002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756447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 userDrawn="1"/>
        </p:nvCxnSpPr>
        <p:spPr bwMode="auto">
          <a:xfrm flipV="1">
            <a:off x="349251" y="1165225"/>
            <a:ext cx="11190816" cy="793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10619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4379DAB-0505-49B9-9C50-7BA71A8E6F93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0144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4" descr="NTU_Logo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22417" y="138114"/>
            <a:ext cx="191346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>
            <a:spLocks noChangeArrowheads="1"/>
          </p:cNvSpPr>
          <p:nvPr userDrawn="1"/>
        </p:nvSpPr>
        <p:spPr bwMode="auto">
          <a:xfrm>
            <a:off x="254000" y="6357938"/>
            <a:ext cx="3048655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>
                <a:solidFill>
                  <a:srgbClr val="000000"/>
                </a:solidFill>
              </a:rPr>
              <a:t>CE2001/CZ2001 Algorithms</a:t>
            </a:r>
          </a:p>
        </p:txBody>
      </p:sp>
      <p:cxnSp>
        <p:nvCxnSpPr>
          <p:cNvPr id="7" name="Straight Connector 6"/>
          <p:cNvCxnSpPr/>
          <p:nvPr userDrawn="1"/>
        </p:nvCxnSpPr>
        <p:spPr bwMode="auto">
          <a:xfrm flipV="1">
            <a:off x="349251" y="1165225"/>
            <a:ext cx="11190816" cy="793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52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526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478433" y="6411914"/>
            <a:ext cx="2540000" cy="33337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DA4E5AC-5A27-466D-9A87-0E2A111F769A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280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22FD4427-FDEE-4856-BB93-844006A41CB3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5491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 userDrawn="1"/>
        </p:nvCxnSpPr>
        <p:spPr bwMode="auto">
          <a:xfrm flipV="1">
            <a:off x="349251" y="1165225"/>
            <a:ext cx="11190816" cy="7938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973C195-22B8-43AC-A329-C6907D4EA69C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75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87754F0-3DE1-4FF2-BA9C-FC6E8BCBDF0B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58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6DD1874-6111-4D63-B20E-0EC568E79C72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6073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6E68E43C-011F-4589-8133-5223B22EAE61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9642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7957974F-8446-44C1-9FCB-67F08879B028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1537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78333" y="441326"/>
            <a:ext cx="2599267" cy="5426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533" y="441326"/>
            <a:ext cx="7594600" cy="5426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D8C4B52E-AB72-4835-8DCF-5290FA3F8127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8168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33" y="441326"/>
            <a:ext cx="10363200" cy="715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7526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6197600" y="1752600"/>
            <a:ext cx="508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EB7343E-DCCF-43A5-9438-1D29C37FB58C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31651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Media" preserve="1">
  <p:cSld name="Title, Text and Media Cli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33" y="441326"/>
            <a:ext cx="10363200" cy="715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914400" y="17526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Media Placeholder 3"/>
          <p:cNvSpPr>
            <a:spLocks noGrp="1"/>
          </p:cNvSpPr>
          <p:nvPr>
            <p:ph type="media" sz="half" idx="2"/>
          </p:nvPr>
        </p:nvSpPr>
        <p:spPr>
          <a:xfrm>
            <a:off x="6197600" y="1752600"/>
            <a:ext cx="508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931907F8-F9DE-43B1-AE32-E94A6CBAEAFA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5627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0533" y="441326"/>
            <a:ext cx="10363200" cy="7159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7526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197600" y="1752600"/>
            <a:ext cx="508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03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8400"/>
            <a:ext cx="25400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ea typeface="SimSun" panose="02010600030101010101" pitchFamily="2" charset="-122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BD24BFBA-0AE8-40AA-9FF8-C46C76BB5939}" type="slidenum">
              <a:rPr lang="zh-CN" altLang="en-US" sz="2400" i="1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2400" i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828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6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06400" y="274638"/>
            <a:ext cx="11277600" cy="944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447803"/>
            <a:ext cx="111760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93"/>
            </a:lvl1pPr>
          </a:lstStyle>
          <a:p>
            <a:fld id="{74FF495C-5D37-4C82-9628-B7BB55A560A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685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62" r:id="rId3"/>
  </p:sldLayoutIdLst>
  <mc:AlternateContent xmlns:mc="http://schemas.openxmlformats.org/markup-compatibility/2006" xmlns:p15="http://schemas.microsoft.com/office/powerpoint/2012/main">
    <mc:Choice Requires="p15">
      <p:transition>
        <p15:prstTrans prst="peelOff"/>
      </p:transition>
    </mc:Choice>
    <mc:Fallback xmlns="">
      <p:transition>
        <p:fade/>
      </p:transition>
    </mc:Fallback>
  </mc:AlternateConten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5pPr>
      <a:lvl6pPr marL="422158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6pPr>
      <a:lvl7pPr marL="844314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7pPr>
      <a:lvl8pPr marL="1266473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8pPr>
      <a:lvl9pPr marL="1688630" algn="ctr" rtl="0" eaLnBrk="1" fontAlgn="base" hangingPunct="1">
        <a:spcBef>
          <a:spcPct val="0"/>
        </a:spcBef>
        <a:spcAft>
          <a:spcPct val="0"/>
        </a:spcAft>
        <a:defRPr sz="4063">
          <a:solidFill>
            <a:schemeClr val="tx2"/>
          </a:solidFill>
          <a:latin typeface="Arial" charset="0"/>
        </a:defRPr>
      </a:lvl9pPr>
    </p:titleStyle>
    <p:bodyStyle>
      <a:lvl1pPr marL="316617" indent="-316617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955">
          <a:solidFill>
            <a:schemeClr val="tx1"/>
          </a:solidFill>
          <a:latin typeface="+mn-lt"/>
          <a:ea typeface="+mn-ea"/>
          <a:cs typeface="+mn-cs"/>
        </a:defRPr>
      </a:lvl1pPr>
      <a:lvl2pPr marL="686006" indent="-2638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586">
          <a:solidFill>
            <a:schemeClr val="tx1"/>
          </a:solidFill>
          <a:latin typeface="+mn-lt"/>
        </a:defRPr>
      </a:lvl2pPr>
      <a:lvl3pPr marL="1055393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216">
          <a:solidFill>
            <a:schemeClr val="tx1"/>
          </a:solidFill>
          <a:latin typeface="+mn-lt"/>
        </a:defRPr>
      </a:lvl3pPr>
      <a:lvl4pPr marL="1477551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847">
          <a:solidFill>
            <a:schemeClr val="tx1"/>
          </a:solidFill>
          <a:latin typeface="+mn-lt"/>
        </a:defRPr>
      </a:lvl4pPr>
      <a:lvl5pPr marL="1899709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847">
          <a:solidFill>
            <a:schemeClr val="tx1"/>
          </a:solidFill>
          <a:latin typeface="+mn-lt"/>
        </a:defRPr>
      </a:lvl5pPr>
      <a:lvl6pPr marL="2321865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6pPr>
      <a:lvl7pPr marL="2744023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7pPr>
      <a:lvl8pPr marL="3166181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8pPr>
      <a:lvl9pPr marL="3588338" indent="-211079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847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158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314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473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63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787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943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5102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7260" algn="l" defTabSz="844314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1029"/>
          <p:cNvSpPr>
            <a:spLocks noGrp="1" noChangeArrowheads="1"/>
          </p:cNvSpPr>
          <p:nvPr>
            <p:ph type="title"/>
          </p:nvPr>
        </p:nvSpPr>
        <p:spPr bwMode="auto">
          <a:xfrm>
            <a:off x="880533" y="441326"/>
            <a:ext cx="10363200" cy="715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1030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7526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Rectangle 1036"/>
          <p:cNvSpPr>
            <a:spLocks noChangeArrowheads="1"/>
          </p:cNvSpPr>
          <p:nvPr userDrawn="1"/>
        </p:nvSpPr>
        <p:spPr bwMode="auto">
          <a:xfrm>
            <a:off x="0" y="5943600"/>
            <a:ext cx="12192000" cy="914400"/>
          </a:xfrm>
          <a:prstGeom prst="rect">
            <a:avLst/>
          </a:prstGeom>
          <a:noFill/>
          <a:ln>
            <a:noFill/>
          </a:ln>
        </p:spPr>
        <p:txBody>
          <a:bodyPr wrap="none" anchor="ctr"/>
          <a:lstStyle>
            <a:lvl1pPr>
              <a:defRPr sz="2400" i="1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4400" i="0">
              <a:solidFill>
                <a:srgbClr val="1B1BFF"/>
              </a:solidFill>
              <a:latin typeface="Book Antiqua" pitchFamily="18" charset="0"/>
              <a:ea typeface="SimSun" pitchFamily="2" charset="-122"/>
            </a:endParaRPr>
          </a:p>
        </p:txBody>
      </p:sp>
      <p:sp>
        <p:nvSpPr>
          <p:cNvPr id="1031" name="TextBox 6"/>
          <p:cNvSpPr txBox="1">
            <a:spLocks noChangeArrowheads="1"/>
          </p:cNvSpPr>
          <p:nvPr userDrawn="1"/>
        </p:nvSpPr>
        <p:spPr bwMode="auto">
          <a:xfrm>
            <a:off x="209551" y="6318250"/>
            <a:ext cx="1903085" cy="3693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sz="2400" i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800" dirty="0">
                <a:solidFill>
                  <a:srgbClr val="000000"/>
                </a:solidFill>
              </a:rPr>
              <a:t>CE2101/CZ2101</a:t>
            </a:r>
          </a:p>
        </p:txBody>
      </p:sp>
      <p:sp>
        <p:nvSpPr>
          <p:cNvPr id="1030" name="Rectangle 1034"/>
          <p:cNvSpPr txBox="1">
            <a:spLocks noChangeArrowheads="1"/>
          </p:cNvSpPr>
          <p:nvPr userDrawn="1"/>
        </p:nvSpPr>
        <p:spPr bwMode="auto">
          <a:xfrm>
            <a:off x="9478433" y="6411914"/>
            <a:ext cx="2540000" cy="33337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34E162E-042E-45D9-86F3-B2BCE5BC8427}" type="slidenum">
              <a:rPr lang="zh-CN" altLang="en-US" sz="1800">
                <a:solidFill>
                  <a:srgbClr val="000000"/>
                </a:solidFill>
                <a:ea typeface="SimSun" panose="02010600030101010101" pitchFamily="2" charset="-122"/>
              </a:rPr>
              <a:pPr algn="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 sz="1800">
              <a:solidFill>
                <a:srgbClr val="000000"/>
              </a:solidFill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143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002060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C66B5A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C66B5A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C66B5A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400" b="1" i="1">
          <a:solidFill>
            <a:srgbClr val="C66B5A"/>
          </a:solidFill>
          <a:effectLst>
            <a:outerShdw blurRad="38100" dist="38100" dir="2700000" algn="tl">
              <a:srgbClr val="C0C0C0"/>
            </a:outerShdw>
          </a:effectLst>
          <a:latin typeface="Arial Narrow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315263"/>
        </a:buClr>
        <a:buSzPct val="75000"/>
        <a:buFont typeface="Wingdings" panose="05000000000000000000" pitchFamily="2" charset="2"/>
        <a:buChar char="q"/>
        <a:defRPr sz="3200">
          <a:solidFill>
            <a:srgbClr val="315263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FC9D1E"/>
        </a:buClr>
        <a:buSzPct val="65000"/>
        <a:buFont typeface="Monotype Sorts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anose="02020603050405020304" pitchFamily="18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itchFamily="18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itchFamily="18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itchFamily="18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Font typeface="Times New Roman" pitchFamily="18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assyhuang@ntu.edu.sg" TargetMode="Externa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6" Type="http://schemas.openxmlformats.org/officeDocument/2006/relationships/image" Target="../media/image7.png"/><Relationship Id="rId5" Type="http://schemas.openxmlformats.org/officeDocument/2006/relationships/image" Target="../media/image8.jpg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.xml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10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675" y="2477385"/>
            <a:ext cx="11726836" cy="1794329"/>
          </a:xfrm>
        </p:spPr>
        <p:txBody>
          <a:bodyPr/>
          <a:lstStyle/>
          <a:p>
            <a:r>
              <a:rPr lang="en-GB" sz="3600" dirty="0"/>
              <a:t>SC2001/CE2101/CZ2101: </a:t>
            </a:r>
            <a:br>
              <a:rPr lang="en-GB" sz="3600" dirty="0"/>
            </a:br>
            <a:r>
              <a:rPr lang="en-GB" sz="3600" dirty="0"/>
              <a:t>Algorithm Design &amp;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5675" y="4271715"/>
            <a:ext cx="11726836" cy="594139"/>
          </a:xfrm>
        </p:spPr>
        <p:txBody>
          <a:bodyPr/>
          <a:lstStyle/>
          <a:p>
            <a:r>
              <a:rPr lang="en-GB" sz="3600" dirty="0"/>
              <a:t>Course Introduction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185675" y="5700237"/>
            <a:ext cx="11726836" cy="542925"/>
          </a:xfrm>
        </p:spPr>
        <p:txBody>
          <a:bodyPr/>
          <a:lstStyle/>
          <a:p>
            <a:r>
              <a:rPr lang="en-SG" dirty="0"/>
              <a:t>Asst. Prof. LUO Siqiang</a:t>
            </a:r>
          </a:p>
        </p:txBody>
      </p:sp>
    </p:spTree>
    <p:extLst>
      <p:ext uri="{BB962C8B-B14F-4D97-AF65-F5344CB8AC3E}">
        <p14:creationId xmlns:p14="http://schemas.microsoft.com/office/powerpoint/2010/main" val="145515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1674904" y="4313003"/>
            <a:ext cx="374092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spcBef>
                <a:spcPct val="20000"/>
              </a:spcBef>
              <a:buClr>
                <a:srgbClr val="315263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rgbClr val="315263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lr>
                <a:srgbClr val="FC9D1E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</a:rPr>
              <a:t>LIU</a:t>
            </a:r>
            <a:r>
              <a:rPr lang="en-US" altLang="en-US" sz="2000" b="1" dirty="0">
                <a:solidFill>
                  <a:srgbClr val="000000"/>
                </a:solidFill>
              </a:rPr>
              <a:t> Ziwei, PhD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FF0000"/>
                </a:solidFill>
              </a:rPr>
              <a:t>ziwei.liu@ntu.edu.sg</a:t>
            </a:r>
          </a:p>
        </p:txBody>
      </p:sp>
      <p:sp>
        <p:nvSpPr>
          <p:cNvPr id="3075" name="Text Box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GB" dirty="0">
                <a:solidFill>
                  <a:srgbClr val="C00000"/>
                </a:solidFill>
              </a:rPr>
              <a:t>Instructors</a:t>
            </a:r>
            <a:endParaRPr lang="en-GB" sz="2400" dirty="0">
              <a:solidFill>
                <a:srgbClr val="C00000"/>
              </a:solidFill>
              <a:latin typeface="Comic Sans MS" pitchFamily="66" charset="0"/>
            </a:endParaRPr>
          </a:p>
        </p:txBody>
      </p:sp>
      <p:sp>
        <p:nvSpPr>
          <p:cNvPr id="19461" name="Rectangle 10"/>
          <p:cNvSpPr>
            <a:spLocks noChangeArrowheads="1"/>
          </p:cNvSpPr>
          <p:nvPr/>
        </p:nvSpPr>
        <p:spPr bwMode="auto">
          <a:xfrm>
            <a:off x="3545368" y="6016564"/>
            <a:ext cx="51248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315263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rgbClr val="315263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FC9D1E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i="1" dirty="0">
                <a:solidFill>
                  <a:srgbClr val="000000"/>
                </a:solidFill>
              </a:rPr>
              <a:t>Consultation Hours: </a:t>
            </a:r>
            <a:r>
              <a:rPr lang="en-US" altLang="en-US" sz="2000" i="1" dirty="0">
                <a:solidFill>
                  <a:srgbClr val="0070C0"/>
                </a:solidFill>
              </a:rPr>
              <a:t>By email appointment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E638B44-62E3-B324-7EAF-AEA665AB8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46384" y="4319820"/>
            <a:ext cx="374092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spcBef>
                <a:spcPct val="20000"/>
              </a:spcBef>
              <a:buClr>
                <a:srgbClr val="315263"/>
              </a:buClr>
              <a:buSzPct val="75000"/>
              <a:buFont typeface="Wingdings" panose="05000000000000000000" pitchFamily="2" charset="2"/>
              <a:buChar char="q"/>
              <a:defRPr sz="3200">
                <a:solidFill>
                  <a:srgbClr val="315263"/>
                </a:solidFill>
                <a:latin typeface="Arial" panose="020B0604020202020204" pitchFamily="34" charset="0"/>
              </a:defRPr>
            </a:lvl1pPr>
            <a:lvl2pPr marL="742950" indent="-285750" defTabSz="762000">
              <a:spcBef>
                <a:spcPct val="20000"/>
              </a:spcBef>
              <a:buClr>
                <a:schemeClr val="tx1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7620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762000">
              <a:spcBef>
                <a:spcPct val="20000"/>
              </a:spcBef>
              <a:buClr>
                <a:srgbClr val="FC9D1E"/>
              </a:buClr>
              <a:buSzPct val="65000"/>
              <a:buFont typeface="Monotype Sorts" pitchFamily="2" charset="2"/>
              <a:buChar char="l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762000">
              <a:spcBef>
                <a:spcPct val="200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</a:rPr>
              <a:t>LUO Siqiang, PhD</a:t>
            </a: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zh-CN" sz="2000" i="1" dirty="0">
                <a:solidFill>
                  <a:srgbClr val="000000"/>
                </a:solidFill>
                <a:hlinkClick r:id="rId3"/>
              </a:rPr>
              <a:t>s</a:t>
            </a:r>
            <a:r>
              <a:rPr lang="en-US" altLang="en-US" sz="2000" i="1" dirty="0">
                <a:solidFill>
                  <a:srgbClr val="000000"/>
                </a:solidFill>
                <a:hlinkClick r:id="rId3"/>
              </a:rPr>
              <a:t>iqiang.luo@ntu.edu.sg</a:t>
            </a:r>
            <a:endParaRPr lang="en-US" altLang="en-US" sz="2000" i="1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E7A6D6-8CD3-F71D-F2BA-5CA2657DE9CD}"/>
              </a:ext>
            </a:extLst>
          </p:cNvPr>
          <p:cNvSpPr txBox="1"/>
          <p:nvPr/>
        </p:nvSpPr>
        <p:spPr>
          <a:xfrm>
            <a:off x="2362993" y="5328666"/>
            <a:ext cx="23647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Course Coordinator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98857DB-749C-DACE-5AFD-D11031554B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6179" y="1826295"/>
            <a:ext cx="2189271" cy="248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7C265BE7-9650-E7EF-9829-E3A50F9BC4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415" y="1839867"/>
            <a:ext cx="1853747" cy="247005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2779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Algorithms: Design and Analysis, Part 1 | edX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3852" y="1439881"/>
            <a:ext cx="4868148" cy="28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04611" name="Rectangle 3"/>
          <p:cNvSpPr>
            <a:spLocks noChangeArrowheads="1"/>
          </p:cNvSpPr>
          <p:nvPr/>
        </p:nvSpPr>
        <p:spPr bwMode="auto">
          <a:xfrm>
            <a:off x="1078110" y="355600"/>
            <a:ext cx="681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  <a:ea typeface="SimSun" pitchFamily="2" charset="-122"/>
              </a:rPr>
              <a:t>Syllabus</a:t>
            </a:r>
          </a:p>
        </p:txBody>
      </p:sp>
      <p:sp>
        <p:nvSpPr>
          <p:cNvPr id="8197" name="Content Placeholder 5"/>
          <p:cNvSpPr>
            <a:spLocks noGrp="1"/>
          </p:cNvSpPr>
          <p:nvPr>
            <p:ph idx="1"/>
          </p:nvPr>
        </p:nvSpPr>
        <p:spPr>
          <a:xfrm>
            <a:off x="2119617" y="1718377"/>
            <a:ext cx="7772400" cy="4114800"/>
          </a:xfrm>
        </p:spPr>
        <p:txBody>
          <a:bodyPr/>
          <a:lstStyle/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Sorting (Weeks 1-4)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Graphs (Weeks 4-6) 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/>
              <a:t>Analysis Techniques (Weeks 7-8)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/>
              <a:t>Dynamic Programming (Weeks 8-10)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/>
              <a:t>String Matching (Weeks 11-12)</a:t>
            </a:r>
          </a:p>
          <a:p>
            <a:pPr marL="812800" lvl="1" indent="-457200" eaLnBrk="1" hangingPunct="1">
              <a:lnSpc>
                <a:spcPct val="150000"/>
              </a:lnSpc>
              <a:buFont typeface="Arial Narrow" pitchFamily="34" charset="0"/>
              <a:buAutoNum type="arabicPeriod"/>
              <a:defRPr/>
            </a:pPr>
            <a:r>
              <a:rPr lang="en-US" sz="2400" i="1" dirty="0"/>
              <a:t>Introduction to NP Completeness (Weeks 12-13)</a:t>
            </a:r>
            <a:endParaRPr lang="en-US" i="1" dirty="0"/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9063687F-3A85-C17B-BF70-537006C9B6A5}"/>
              </a:ext>
            </a:extLst>
          </p:cNvPr>
          <p:cNvSpPr/>
          <p:nvPr/>
        </p:nvSpPr>
        <p:spPr bwMode="auto">
          <a:xfrm>
            <a:off x="2023536" y="1860698"/>
            <a:ext cx="276447" cy="1031358"/>
          </a:xfrm>
          <a:prstGeom prst="leftBrac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40642B4F-BE23-130B-FAC4-3F327F93B2E0}"/>
              </a:ext>
            </a:extLst>
          </p:cNvPr>
          <p:cNvSpPr/>
          <p:nvPr/>
        </p:nvSpPr>
        <p:spPr bwMode="auto">
          <a:xfrm>
            <a:off x="2023536" y="3219616"/>
            <a:ext cx="276447" cy="2075397"/>
          </a:xfrm>
          <a:prstGeom prst="leftBrac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" name="Picture 1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E776939B-4145-6C39-6BB7-3ADC244F35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405" y="1704055"/>
            <a:ext cx="1222118" cy="1628431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55CDDB0-2FED-ED8E-A467-0AD23C3938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644" y="3720577"/>
            <a:ext cx="1240879" cy="1407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1287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idx="1"/>
          </p:nvPr>
        </p:nvSpPr>
        <p:spPr>
          <a:xfrm>
            <a:off x="819076" y="1475031"/>
            <a:ext cx="10681548" cy="47244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GB" sz="2400" dirty="0">
                <a:solidFill>
                  <a:schemeClr val="tx1"/>
                </a:solidFill>
              </a:rPr>
              <a:t>Apply, design and analyse algorithms for </a:t>
            </a:r>
          </a:p>
          <a:p>
            <a:pPr lvl="1"/>
            <a:r>
              <a:rPr lang="en-GB" sz="2000" dirty="0"/>
              <a:t>s</a:t>
            </a:r>
            <a:r>
              <a:rPr lang="en-GB" sz="2000" dirty="0">
                <a:solidFill>
                  <a:schemeClr val="tx1"/>
                </a:solidFill>
              </a:rPr>
              <a:t>orting, graph problems (Weeks 1-6)</a:t>
            </a:r>
          </a:p>
          <a:p>
            <a:pPr lvl="1"/>
            <a:r>
              <a:rPr lang="en-GB" sz="2000" dirty="0">
                <a:solidFill>
                  <a:schemeClr val="tx1"/>
                </a:solidFill>
              </a:rPr>
              <a:t>string matching, and certain types of optimization problems (Weeks 7-13)</a:t>
            </a:r>
          </a:p>
          <a:p>
            <a:pPr marL="0" indent="0">
              <a:buClr>
                <a:schemeClr val="tx1"/>
              </a:buClr>
              <a:buNone/>
            </a:pPr>
            <a:endParaRPr lang="en-US" sz="1000" dirty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</a:rPr>
              <a:t>Upon completion of the course, the student should be able to: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sz="2200" dirty="0"/>
              <a:t>Design algorithms using suitable strategies (e.g., </a:t>
            </a:r>
            <a:r>
              <a:rPr lang="en-GB" sz="2200" b="1" dirty="0"/>
              <a:t>incremental, divide-and-conquer, greedy, dynamic programming</a:t>
            </a:r>
            <a:r>
              <a:rPr lang="en-GB" sz="2200" dirty="0"/>
              <a:t>) to solve a problem.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sz="2200" dirty="0"/>
              <a:t>Analyse the </a:t>
            </a:r>
            <a:r>
              <a:rPr lang="en-GB" sz="2200" dirty="0">
                <a:solidFill>
                  <a:srgbClr val="0000FF"/>
                </a:solidFill>
              </a:rPr>
              <a:t>efficiency</a:t>
            </a:r>
            <a:r>
              <a:rPr lang="en-GB" sz="2200" dirty="0"/>
              <a:t> of different algorithms for problems studied.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sz="2200" dirty="0"/>
              <a:t>Understand </a:t>
            </a:r>
            <a:r>
              <a:rPr lang="en-GB" sz="2200" dirty="0">
                <a:solidFill>
                  <a:srgbClr val="0000FF"/>
                </a:solidFill>
              </a:rPr>
              <a:t>complexity</a:t>
            </a:r>
            <a:r>
              <a:rPr lang="en-GB" sz="2200" dirty="0"/>
              <a:t> classes P &amp; NP; apply greedy approach to solve NP-complete problems.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GB" sz="2200" dirty="0"/>
              <a:t>Implement algorithms from pseudo code into real code.</a:t>
            </a:r>
            <a:endParaRPr lang="en-US" sz="2200" dirty="0"/>
          </a:p>
          <a:p>
            <a:pPr marL="685800" lvl="2" indent="-455613" algn="just" eaLnBrk="1" hangingPunct="1">
              <a:buNone/>
              <a:defRPr/>
            </a:pPr>
            <a:endParaRPr lang="en-US" altLang="en-US" sz="2800" i="1" dirty="0"/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819076" y="419100"/>
            <a:ext cx="75850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  <a:ea typeface="SimSun" pitchFamily="2" charset="-122"/>
              </a:rPr>
              <a:t>Learning Objectives &amp; Outcomes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7680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603363" y="0"/>
            <a:ext cx="8153400" cy="812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 anchor="b"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b="1" i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 Narrow"/>
                <a:ea typeface="SimSun" pitchFamily="2" charset="-122"/>
                <a:cs typeface="Times New Roman" pitchFamily="18" charset="0"/>
              </a:rPr>
              <a:t>Learning Plan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5899697"/>
              </p:ext>
            </p:extLst>
          </p:nvPr>
        </p:nvGraphicFramePr>
        <p:xfrm>
          <a:off x="1670051" y="916185"/>
          <a:ext cx="8810625" cy="5436849"/>
        </p:xfrm>
        <a:graphic>
          <a:graphicData uri="http://schemas.openxmlformats.org/drawingml/2006/table">
            <a:tbl>
              <a:tblPr/>
              <a:tblGrid>
                <a:gridCol w="84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11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8954">
                  <a:extLst>
                    <a:ext uri="{9D8B030D-6E8A-4147-A177-3AD203B41FA5}">
                      <a16:colId xmlns:a16="http://schemas.microsoft.com/office/drawing/2014/main" val="3162667712"/>
                    </a:ext>
                  </a:extLst>
                </a:gridCol>
                <a:gridCol w="1399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01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Week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Lecture Topic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Tutorial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Example Classes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8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Introduction &amp; 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(Insertion Sort)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1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</a:t>
                      </a:r>
                      <a:r>
                        <a:rPr kumimoji="0" 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Mergesort</a:t>
                      </a: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SG"/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91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(Quicksort &amp; Heapsort)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(T1)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93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 (Heapsort) &amp; Graphs (Greedy strategy)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Graphs (Dijkstra’s algorithm &amp; Prim’s algorithm)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Sorting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67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Graphs (Union-find &amp; Kruskal’s algorithm)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Graphs (T2)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Project 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6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Analysis techniques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Graphs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Project 1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0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Recess Week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0C0C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SG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07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Analysis techniques, Dynamic programming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Graphs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Project 2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37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Dynamic programming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Analysis Techniques (T3) 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Project 2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5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Dynamic programming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Dynamic Programming (T4)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Quiz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String Matching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Dynamic Programming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Quiz</a:t>
                      </a:r>
                      <a:endParaRPr kumimoji="0" 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998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String Matching, Introduction to NP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String Matching (T5)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Project 3</a:t>
                      </a:r>
                      <a:endParaRPr kumimoji="0" 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7030A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4462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Introduction to NP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8000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Introduction to NP (T6)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08000"/>
                        </a:solidFill>
                        <a:effectLst/>
                        <a:latin typeface="Calibri" pitchFamily="34" charset="0"/>
                        <a:ea typeface="SimSun" pitchFamily="2" charset="-122"/>
                        <a:cs typeface="Times New Roman" pitchFamily="18" charset="0"/>
                      </a:endParaRP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7030A0"/>
                          </a:solidFill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Project 3</a:t>
                      </a:r>
                    </a:p>
                  </a:txBody>
                  <a:tcPr marL="56556" marR="56556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pic>
        <p:nvPicPr>
          <p:cNvPr id="4" name="Picture 2">
            <a:extLst>
              <a:ext uri="{FF2B5EF4-FFF2-40B4-BE49-F238E27FC236}">
                <a16:creationId xmlns:a16="http://schemas.microsoft.com/office/drawing/2014/main" id="{D5DBF330-120B-C5C5-8CC8-D9C36F171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807" y="4007796"/>
            <a:ext cx="1277556" cy="1449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person wearing glasses and a blue shirt&#10;&#10;Description automatically generated">
            <a:extLst>
              <a:ext uri="{FF2B5EF4-FFF2-40B4-BE49-F238E27FC236}">
                <a16:creationId xmlns:a16="http://schemas.microsoft.com/office/drawing/2014/main" id="{FC6A9B5E-5715-6021-0D09-69459A73F7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821" y="1400876"/>
            <a:ext cx="1222118" cy="162843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5103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611" name="Rectangle 3"/>
          <p:cNvSpPr>
            <a:spLocks noChangeArrowheads="1"/>
          </p:cNvSpPr>
          <p:nvPr/>
        </p:nvSpPr>
        <p:spPr bwMode="auto">
          <a:xfrm>
            <a:off x="1044193" y="390525"/>
            <a:ext cx="914059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kern="0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SimSun" pitchFamily="2" charset="-122"/>
                <a:cs typeface="Times New Roman" pitchFamily="18" charset="0"/>
              </a:rPr>
              <a:t>Lecturing Mode (Week 1-13)</a:t>
            </a:r>
          </a:p>
        </p:txBody>
      </p:sp>
      <p:sp>
        <p:nvSpPr>
          <p:cNvPr id="9" name="Content Placeholder 5"/>
          <p:cNvSpPr txBox="1">
            <a:spLocks/>
          </p:cNvSpPr>
          <p:nvPr/>
        </p:nvSpPr>
        <p:spPr>
          <a:xfrm>
            <a:off x="683940" y="1160380"/>
            <a:ext cx="10980235" cy="4942708"/>
          </a:xfrm>
          <a:prstGeom prst="rect">
            <a:avLst/>
          </a:prstGeom>
        </p:spPr>
        <p:txBody>
          <a:bodyPr/>
          <a:lstStyle/>
          <a:p>
            <a:pPr marL="812800" lvl="1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US" sz="2400" i="1" kern="0" dirty="0">
                <a:solidFill>
                  <a:srgbClr val="000000"/>
                </a:solidFill>
              </a:rPr>
              <a:t>Lectures: 2 hours per week</a:t>
            </a:r>
          </a:p>
          <a:p>
            <a:pPr marL="1155700" lvl="2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200" i="1" kern="0" dirty="0">
                <a:solidFill>
                  <a:srgbClr val="000000"/>
                </a:solidFill>
              </a:rPr>
              <a:t>Tuesday, 12:30-13:30</a:t>
            </a:r>
          </a:p>
          <a:p>
            <a:pPr marL="1155700" lvl="2" indent="-3429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sz="2200" i="1" kern="0" dirty="0">
                <a:solidFill>
                  <a:srgbClr val="000000"/>
                </a:solidFill>
              </a:rPr>
              <a:t>Thursday, 14:30-15:30</a:t>
            </a:r>
          </a:p>
          <a:p>
            <a:pPr marL="812800" lvl="1" indent="-45720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US" altLang="zh-CN" sz="2400" i="1" kern="0" dirty="0"/>
              <a:t>Venue: LT2A</a:t>
            </a:r>
            <a:endParaRPr lang="en-US" sz="2400" i="1" kern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90CE0-9EA7-1FBE-5A2D-45D471BA32FB}"/>
              </a:ext>
            </a:extLst>
          </p:cNvPr>
          <p:cNvSpPr txBox="1"/>
          <p:nvPr/>
        </p:nvSpPr>
        <p:spPr>
          <a:xfrm>
            <a:off x="1267530" y="2686768"/>
            <a:ext cx="981305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4166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611" name="Rectangle 3"/>
          <p:cNvSpPr>
            <a:spLocks noChangeArrowheads="1"/>
          </p:cNvSpPr>
          <p:nvPr/>
        </p:nvSpPr>
        <p:spPr bwMode="auto">
          <a:xfrm>
            <a:off x="1378729" y="390525"/>
            <a:ext cx="681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  <a:ea typeface="SimSun" pitchFamily="2" charset="-122"/>
              </a:rPr>
              <a:t>Assessments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593189"/>
              </p:ext>
            </p:extLst>
          </p:nvPr>
        </p:nvGraphicFramePr>
        <p:xfrm>
          <a:off x="1583473" y="1694986"/>
          <a:ext cx="6136541" cy="3192930"/>
        </p:xfrm>
        <a:graphic>
          <a:graphicData uri="http://schemas.openxmlformats.org/drawingml/2006/table">
            <a:tbl>
              <a:tblPr/>
              <a:tblGrid>
                <a:gridCol w="3939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69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312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Assessment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rgbClr val="002060"/>
                        </a:solidFill>
                        <a:effectLst/>
                        <a:latin typeface="Arial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43064" marR="4306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Percentage</a:t>
                      </a:r>
                    </a:p>
                  </a:txBody>
                  <a:tcPr marL="43064" marR="43064" marT="0" marB="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090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Example Classes (Team Project)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20%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506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Quiz (Individual)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20%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567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</a:rPr>
                        <a:t>Final Exam (Individual)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15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2060"/>
                          </a:solidFill>
                          <a:effectLst/>
                          <a:latin typeface="Arial" charset="0"/>
                          <a:ea typeface="Calibri" pitchFamily="34" charset="0"/>
                          <a:cs typeface="Times New Roman" pitchFamily="18" charset="0"/>
                        </a:rPr>
                        <a:t>60%</a:t>
                      </a:r>
                    </a:p>
                  </a:txBody>
                  <a:tcPr marL="68580" marR="68580" marT="0" marB="0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12" descr="party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1021" y="1642637"/>
            <a:ext cx="2051050" cy="179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8651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>
          <a:xfrm>
            <a:off x="1070517" y="1465263"/>
            <a:ext cx="7471698" cy="4898404"/>
          </a:xfrm>
        </p:spPr>
        <p:txBody>
          <a:bodyPr>
            <a:normAutofit/>
          </a:bodyPr>
          <a:lstStyle/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r>
              <a:rPr lang="en-US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Computer Algorithms: Introduction to Design and Analysis.  Sara </a:t>
            </a:r>
            <a:r>
              <a:rPr lang="en-US" sz="20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Baase</a:t>
            </a:r>
            <a:r>
              <a:rPr lang="en-US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&amp; Allen Van </a:t>
            </a:r>
            <a:r>
              <a:rPr lang="en-US" sz="2000" i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Gelder</a:t>
            </a:r>
            <a:r>
              <a:rPr lang="en-US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2000. Third Edition. Addison Wesley. ISBN-10: 0-201-61244-5</a:t>
            </a: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endParaRPr lang="en-US" sz="2000" i="1" dirty="0">
              <a:solidFill>
                <a:srgbClr val="0070C0"/>
              </a:solidFill>
            </a:endParaRP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endParaRPr lang="en-US" sz="2000" i="1" dirty="0">
              <a:solidFill>
                <a:srgbClr val="0070C0"/>
              </a:solidFill>
            </a:endParaRP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r>
              <a:rPr lang="en-US" sz="2000" i="1" dirty="0">
                <a:solidFill>
                  <a:schemeClr val="tx1"/>
                </a:solidFill>
              </a:rPr>
              <a:t>Introduction to Algorithms. Thomas H. </a:t>
            </a:r>
            <a:r>
              <a:rPr lang="en-US" sz="2000" i="1" dirty="0" err="1">
                <a:solidFill>
                  <a:schemeClr val="tx1"/>
                </a:solidFill>
              </a:rPr>
              <a:t>Cormen</a:t>
            </a:r>
            <a:r>
              <a:rPr lang="en-US" sz="2000" i="1" dirty="0">
                <a:solidFill>
                  <a:schemeClr val="tx1"/>
                </a:solidFill>
              </a:rPr>
              <a:t>, Charles E. </a:t>
            </a:r>
            <a:r>
              <a:rPr lang="en-US" sz="2000" i="1" dirty="0" err="1">
                <a:solidFill>
                  <a:schemeClr val="tx1"/>
                </a:solidFill>
              </a:rPr>
              <a:t>Leiserson</a:t>
            </a:r>
            <a:r>
              <a:rPr lang="en-US" sz="2000" i="1" dirty="0">
                <a:solidFill>
                  <a:schemeClr val="tx1"/>
                </a:solidFill>
              </a:rPr>
              <a:t>, Ronald L. </a:t>
            </a:r>
            <a:r>
              <a:rPr lang="en-US" sz="2000" i="1" dirty="0" err="1">
                <a:solidFill>
                  <a:schemeClr val="tx1"/>
                </a:solidFill>
              </a:rPr>
              <a:t>Rivest</a:t>
            </a:r>
            <a:r>
              <a:rPr lang="en-US" sz="2000" i="1" dirty="0">
                <a:solidFill>
                  <a:schemeClr val="tx1"/>
                </a:solidFill>
              </a:rPr>
              <a:t>, and C. Stein, 2009. Third Edition. The MIT Press.</a:t>
            </a: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endParaRPr lang="en-US" sz="2000" i="1" dirty="0">
              <a:solidFill>
                <a:schemeClr val="tx1"/>
              </a:solidFill>
            </a:endParaRP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endParaRPr lang="en-US" sz="2000" i="1" dirty="0">
              <a:solidFill>
                <a:schemeClr val="tx1"/>
              </a:solidFill>
            </a:endParaRPr>
          </a:p>
          <a:p>
            <a:pPr marL="460375" indent="-403225" eaLnBrk="1" fontAlgn="auto" hangingPunct="1">
              <a:lnSpc>
                <a:spcPct val="105000"/>
              </a:lnSpc>
              <a:spcBef>
                <a:spcPct val="0"/>
              </a:spcBef>
              <a:spcAft>
                <a:spcPct val="30000"/>
              </a:spcAft>
              <a:buClr>
                <a:schemeClr val="bg2">
                  <a:lumMod val="25000"/>
                </a:schemeClr>
              </a:buClr>
              <a:defRPr/>
            </a:pPr>
            <a:r>
              <a:rPr lang="en-US" sz="2000" i="1" dirty="0">
                <a:solidFill>
                  <a:schemeClr val="tx1"/>
                </a:solidFill>
              </a:rPr>
              <a:t>Algorithm Design.  J. Kleinberg and E. </a:t>
            </a:r>
            <a:r>
              <a:rPr lang="en-US" sz="2000" i="1" dirty="0" err="1">
                <a:solidFill>
                  <a:schemeClr val="tx1"/>
                </a:solidFill>
              </a:rPr>
              <a:t>Tardos</a:t>
            </a:r>
            <a:r>
              <a:rPr lang="en-US" sz="2000" i="1" dirty="0">
                <a:solidFill>
                  <a:schemeClr val="tx1"/>
                </a:solidFill>
              </a:rPr>
              <a:t>, 2005.  Addison Wesley.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04927" y="419100"/>
            <a:ext cx="6819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0" fontAlgn="base" hangingPunct="0">
              <a:lnSpc>
                <a:spcPct val="92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36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Helvetica" pitchFamily="34" charset="0"/>
                <a:ea typeface="SimSun" pitchFamily="2" charset="-122"/>
              </a:rPr>
              <a:t>References</a:t>
            </a:r>
          </a:p>
        </p:txBody>
      </p:sp>
      <p:pic>
        <p:nvPicPr>
          <p:cNvPr id="33796" name="Picture 3" descr="B&amp;G Book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416" y="549658"/>
            <a:ext cx="1520825" cy="197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415" y="2758270"/>
            <a:ext cx="1520825" cy="1866533"/>
          </a:xfrm>
          <a:prstGeom prst="rect">
            <a:avLst/>
          </a:prstGeom>
        </p:spPr>
      </p:pic>
      <p:pic>
        <p:nvPicPr>
          <p:cNvPr id="2050" name="Picture 2" descr="Algorithm Design: 9780321295354: Computer Science Books @ Amazon.com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5415" y="4846075"/>
            <a:ext cx="1508272" cy="172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51366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CE2001">
  <a:themeElements>
    <a:clrScheme name="subtle_blu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ubtle_blu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ubtle_blu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btle_blue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ubtle_blue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E2001" id="{780D7E34-E7D6-4DC9-921F-623EDA0EB552}" vid="{70033C97-5FB9-45FF-BB6F-515E5F65C7B8}"/>
    </a:ext>
  </a:extLst>
</a:theme>
</file>

<file path=ppt/theme/theme2.xml><?xml version="1.0" encoding="utf-8"?>
<a:theme xmlns:a="http://schemas.openxmlformats.org/drawingml/2006/main" name="iab97">
  <a:themeElements>
    <a:clrScheme name="">
      <a:dk1>
        <a:srgbClr val="000000"/>
      </a:dk1>
      <a:lt1>
        <a:srgbClr val="FFFFFF"/>
      </a:lt1>
      <a:dk2>
        <a:srgbClr val="000082"/>
      </a:dk2>
      <a:lt2>
        <a:srgbClr val="C0C0C0"/>
      </a:lt2>
      <a:accent1>
        <a:srgbClr val="D01608"/>
      </a:accent1>
      <a:accent2>
        <a:srgbClr val="000082"/>
      </a:accent2>
      <a:accent3>
        <a:srgbClr val="FFFFFF"/>
      </a:accent3>
      <a:accent4>
        <a:srgbClr val="000000"/>
      </a:accent4>
      <a:accent5>
        <a:srgbClr val="E4ABAA"/>
      </a:accent5>
      <a:accent6>
        <a:srgbClr val="000075"/>
      </a:accent6>
      <a:hlink>
        <a:srgbClr val="00C000"/>
      </a:hlink>
      <a:folHlink>
        <a:srgbClr val="800080"/>
      </a:folHlink>
    </a:clrScheme>
    <a:fontScheme name="iab97">
      <a:majorFont>
        <a:latin typeface="Arial Narrow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iab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ab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ab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CE2001_Template design</Template>
  <TotalTime>15545</TotalTime>
  <Words>479</Words>
  <Application>Microsoft Office PowerPoint</Application>
  <PresentationFormat>Widescreen</PresentationFormat>
  <Paragraphs>115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22" baseType="lpstr">
      <vt:lpstr>Monotype Sorts</vt:lpstr>
      <vt:lpstr>SimSun</vt:lpstr>
      <vt:lpstr>Arial</vt:lpstr>
      <vt:lpstr>Arial Narrow</vt:lpstr>
      <vt:lpstr>Book Antiqua</vt:lpstr>
      <vt:lpstr>Calibri</vt:lpstr>
      <vt:lpstr>Comic Sans MS</vt:lpstr>
      <vt:lpstr>Helvetica</vt:lpstr>
      <vt:lpstr>Open Sans Extrabold</vt:lpstr>
      <vt:lpstr>Times New Roman</vt:lpstr>
      <vt:lpstr>Verdana</vt:lpstr>
      <vt:lpstr>Wingdings</vt:lpstr>
      <vt:lpstr>CE2001</vt:lpstr>
      <vt:lpstr>iab97</vt:lpstr>
      <vt:lpstr>SC2001/CE2101/CZ2101:  Algorithm Design &amp; Analysis</vt:lpstr>
      <vt:lpstr>Instructors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Khin Thu Zar</dc:creator>
  <cp:lastModifiedBy>Luo Siqiang (Asst Prof)</cp:lastModifiedBy>
  <cp:revision>453</cp:revision>
  <dcterms:created xsi:type="dcterms:W3CDTF">2016-02-11T11:36:37Z</dcterms:created>
  <dcterms:modified xsi:type="dcterms:W3CDTF">2025-01-13T03:27:35Z</dcterms:modified>
</cp:coreProperties>
</file>